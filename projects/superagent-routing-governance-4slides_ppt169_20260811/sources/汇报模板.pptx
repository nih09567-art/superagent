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wdp" ContentType="image/vnd.ms-photo"/>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style1.xml" ContentType="application/vnd.ms-office.chartstyle+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7" r:id="rId3"/>
  </p:sldMasterIdLst>
  <p:notesMasterIdLst>
    <p:notesMasterId r:id="rId64"/>
  </p:notesMasterIdLst>
  <p:sldIdLst>
    <p:sldId id="4066" r:id="rId4"/>
    <p:sldId id="4096" r:id="rId5"/>
    <p:sldId id="403" r:id="rId6"/>
    <p:sldId id="4049" r:id="rId7"/>
    <p:sldId id="4098" r:id="rId8"/>
    <p:sldId id="4104" r:id="rId9"/>
    <p:sldId id="4099" r:id="rId10"/>
    <p:sldId id="4100" r:id="rId11"/>
    <p:sldId id="4101" r:id="rId12"/>
    <p:sldId id="4081" r:id="rId13"/>
    <p:sldId id="4091" r:id="rId14"/>
    <p:sldId id="4105" r:id="rId15"/>
    <p:sldId id="4102" r:id="rId16"/>
    <p:sldId id="4075" r:id="rId17"/>
    <p:sldId id="4074" r:id="rId18"/>
    <p:sldId id="4050" r:id="rId19"/>
    <p:sldId id="4030" r:id="rId20"/>
    <p:sldId id="4106" r:id="rId21"/>
    <p:sldId id="4097" r:id="rId22"/>
    <p:sldId id="389" r:id="rId23"/>
    <p:sldId id="4042" r:id="rId24"/>
    <p:sldId id="4072" r:id="rId25"/>
    <p:sldId id="4028" r:id="rId26"/>
    <p:sldId id="405" r:id="rId27"/>
    <p:sldId id="4082" r:id="rId28"/>
    <p:sldId id="4084" r:id="rId29"/>
    <p:sldId id="4027" r:id="rId30"/>
    <p:sldId id="390" r:id="rId31"/>
    <p:sldId id="4069" r:id="rId32"/>
    <p:sldId id="4048" r:id="rId33"/>
    <p:sldId id="4107" r:id="rId34"/>
    <p:sldId id="404" r:id="rId35"/>
    <p:sldId id="4059" r:id="rId36"/>
    <p:sldId id="4032" r:id="rId37"/>
    <p:sldId id="4071" r:id="rId38"/>
    <p:sldId id="4060" r:id="rId39"/>
    <p:sldId id="4108" r:id="rId40"/>
    <p:sldId id="4109" r:id="rId41"/>
    <p:sldId id="4031" r:id="rId42"/>
    <p:sldId id="4039" r:id="rId43"/>
    <p:sldId id="4070" r:id="rId44"/>
    <p:sldId id="4040" r:id="rId45"/>
    <p:sldId id="4094" r:id="rId46"/>
    <p:sldId id="4110" r:id="rId47"/>
    <p:sldId id="4026" r:id="rId48"/>
    <p:sldId id="4088" r:id="rId49"/>
    <p:sldId id="4041" r:id="rId50"/>
    <p:sldId id="4079" r:id="rId51"/>
    <p:sldId id="4058" r:id="rId52"/>
    <p:sldId id="4063" r:id="rId53"/>
    <p:sldId id="4085" r:id="rId54"/>
    <p:sldId id="4112" r:id="rId55"/>
    <p:sldId id="4113" r:id="rId56"/>
    <p:sldId id="4025" r:id="rId57"/>
    <p:sldId id="4065" r:id="rId58"/>
    <p:sldId id="4064" r:id="rId59"/>
    <p:sldId id="4033" r:id="rId60"/>
    <p:sldId id="4061" r:id="rId61"/>
    <p:sldId id="4093" r:id="rId62"/>
    <p:sldId id="4111"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BAF8"/>
    <a:srgbClr val="015BAB"/>
    <a:srgbClr val="DAB971"/>
    <a:srgbClr val="34A0DD"/>
    <a:srgbClr val="004E95"/>
    <a:srgbClr val="4ABFFF"/>
    <a:srgbClr val="B39A62"/>
    <a:srgbClr val="C2A76A"/>
    <a:srgbClr val="40AFEB"/>
    <a:srgbClr val="DBB7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85"/>
    <p:restoredTop sz="96165"/>
  </p:normalViewPr>
  <p:slideViewPr>
    <p:cSldViewPr snapToGrid="0" snapToObjects="1">
      <p:cViewPr varScale="1">
        <p:scale>
          <a:sx n="69" d="100"/>
          <a:sy n="69" d="100"/>
        </p:scale>
        <p:origin x="888" y="54"/>
      </p:cViewPr>
      <p:guideLst/>
    </p:cSldViewPr>
  </p:slideViewPr>
  <p:notesTextViewPr>
    <p:cViewPr>
      <p:scale>
        <a:sx n="1" d="1"/>
        <a:sy n="1" d="1"/>
      </p:scale>
      <p:origin x="0" y="0"/>
    </p:cViewPr>
  </p:notesTextViewPr>
  <p:notesViewPr>
    <p:cSldViewPr snapToGrid="0" snapToObjects="1">
      <p:cViewPr varScale="1">
        <p:scale>
          <a:sx n="93" d="100"/>
          <a:sy n="93" d="100"/>
        </p:scale>
        <p:origin x="4168" y="21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notesMaster" Target="notesMasters/notesMaster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doughnutChart>
        <c:varyColors val="1"/>
        <c:ser>
          <c:idx val="0"/>
          <c:order val="0"/>
          <c:tx>
            <c:strRef>
              <c:f>Sheet1!$B$1</c:f>
              <c:strCache>
                <c:ptCount val="1"/>
                <c:pt idx="0">
                  <c:v>Sales</c:v>
                </c:pt>
              </c:strCache>
            </c:strRef>
          </c:tx>
          <c:spPr>
            <a:solidFill>
              <a:srgbClr val="A6A6A6"/>
            </a:solidFill>
            <a:effectLst/>
          </c:spPr>
          <c:explosion val="0"/>
          <c:dPt>
            <c:idx val="0"/>
            <c:bubble3D val="0"/>
            <c:spPr>
              <a:solidFill>
                <a:srgbClr val="015BAB"/>
              </a:solidFill>
              <a:effectLst/>
            </c:spPr>
          </c:dPt>
          <c:dPt>
            <c:idx val="1"/>
            <c:bubble3D val="0"/>
            <c:spPr>
              <a:solidFill>
                <a:srgbClr val="A6A6A6">
                  <a:alpha val="30000"/>
                </a:srgbClr>
              </a:solidFill>
              <a:effectLst/>
            </c:spPr>
          </c:dPt>
          <c:dLbls>
            <c:delete val="1"/>
          </c:dLbls>
          <c:cat>
            <c:strRef>
              <c:f>Sheet1!$A$2:$A$3</c:f>
              <c:strCache>
                <c:ptCount val="2"/>
                <c:pt idx="0">
                  <c:v>1st Qtr</c:v>
                </c:pt>
                <c:pt idx="1">
                  <c:v>2nd Qtr</c:v>
                </c:pt>
              </c:strCache>
            </c:strRef>
          </c:cat>
          <c:val>
            <c:numRef>
              <c:f>Sheet1!$B$2:$B$3</c:f>
              <c:numCache>
                <c:formatCode>General</c:formatCode>
                <c:ptCount val="2"/>
                <c:pt idx="0">
                  <c:v>71</c:v>
                </c:pt>
                <c:pt idx="1">
                  <c:v>29</c:v>
                </c:pt>
              </c:numCache>
            </c:numRef>
          </c:val>
        </c:ser>
        <c:dLbls>
          <c:showLegendKey val="0"/>
          <c:showVal val="0"/>
          <c:showCatName val="0"/>
          <c:showSerName val="0"/>
          <c:showPercent val="0"/>
          <c:showBubbleSize val="0"/>
          <c:showLeaderLines val="1"/>
        </c:dLbls>
        <c:firstSliceAng val="0"/>
        <c:holeSize val="80"/>
      </c:doughnutChart>
    </c:plotArea>
    <c:plotVisOnly val="1"/>
    <c:dispBlanksAs val="gap"/>
    <c:showDLblsOverMax val="0"/>
    <c:extLst>
      <c:ext uri="{0b15fc19-7d7d-44ad-8c2d-2c3a37ce22c3}">
        <chartProps xmlns="https://web.wps.cn/et/2018/main" chartId="{8f9076da-b354-47e3-89f0-ca86ca5bd20f}"/>
      </c:ext>
    </c:extLst>
  </c:chart>
  <c:txPr>
    <a:bodyPr/>
    <a:lstStyle/>
    <a:p>
      <a:pPr>
        <a:defRPr lang="zh-CN" sz="1800"/>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lumMod val="65000"/>
              </a:schemeClr>
            </a:solidFill>
          </c:spPr>
          <c:explosion val="0"/>
          <c:dPt>
            <c:idx val="0"/>
            <c:bubble3D val="0"/>
            <c:spPr>
              <a:solidFill>
                <a:schemeClr val="tx2">
                  <a:lumMod val="40000"/>
                  <a:lumOff val="60000"/>
                </a:schemeClr>
              </a:solidFill>
            </c:spPr>
          </c:dPt>
          <c:dPt>
            <c:idx val="1"/>
            <c:bubble3D val="0"/>
            <c:spPr>
              <a:solidFill>
                <a:srgbClr val="A6A6A6">
                  <a:alpha val="30000"/>
                </a:srgbClr>
              </a:solidFill>
            </c:spPr>
          </c:dPt>
          <c:dLbls>
            <c:delete val="1"/>
          </c:dLbls>
          <c:cat>
            <c:strRef>
              <c:f>Sheet1!$A$2:$A$3</c:f>
              <c:strCache>
                <c:ptCount val="2"/>
                <c:pt idx="0">
                  <c:v>1st Qtr</c:v>
                </c:pt>
                <c:pt idx="1">
                  <c:v>2nd Qtr</c:v>
                </c:pt>
              </c:strCache>
            </c:strRef>
          </c:cat>
          <c:val>
            <c:numRef>
              <c:f>Sheet1!$B$2:$B$3</c:f>
              <c:numCache>
                <c:formatCode>General</c:formatCode>
                <c:ptCount val="2"/>
                <c:pt idx="0">
                  <c:v>47</c:v>
                </c:pt>
                <c:pt idx="1">
                  <c:v>53</c:v>
                </c:pt>
              </c:numCache>
            </c:numRef>
          </c:val>
        </c:ser>
        <c:dLbls>
          <c:showLegendKey val="0"/>
          <c:showVal val="0"/>
          <c:showCatName val="0"/>
          <c:showSerName val="0"/>
          <c:showPercent val="0"/>
          <c:showBubbleSize val="0"/>
          <c:showLeaderLines val="1"/>
        </c:dLbls>
        <c:firstSliceAng val="0"/>
        <c:holeSize val="80"/>
      </c:doughnutChart>
    </c:plotArea>
    <c:plotVisOnly val="1"/>
    <c:dispBlanksAs val="gap"/>
    <c:showDLblsOverMax val="0"/>
    <c:extLst>
      <c:ext uri="{0b15fc19-7d7d-44ad-8c2d-2c3a37ce22c3}">
        <chartProps xmlns="https://web.wps.cn/et/2018/main" chartId="{3b0c554b-6b61-412e-a77c-72556e29f84c}"/>
      </c:ext>
    </c:extLst>
  </c:chart>
  <c:txPr>
    <a:bodyPr/>
    <a:lstStyle/>
    <a:p>
      <a:pPr>
        <a:defRPr lang="zh-CN" sz="1800"/>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A6A6A6"/>
            </a:solidFill>
          </c:spPr>
          <c:explosion val="0"/>
          <c:dPt>
            <c:idx val="0"/>
            <c:bubble3D val="0"/>
            <c:spPr>
              <a:solidFill>
                <a:srgbClr val="48BAF8"/>
              </a:solidFill>
            </c:spPr>
          </c:dPt>
          <c:dPt>
            <c:idx val="1"/>
            <c:bubble3D val="0"/>
            <c:spPr>
              <a:solidFill>
                <a:srgbClr val="A6A6A6">
                  <a:alpha val="30000"/>
                </a:srgbClr>
              </a:solidFill>
            </c:spPr>
          </c:dPt>
          <c:dLbls>
            <c:delete val="1"/>
          </c:dLbls>
          <c:cat>
            <c:strRef>
              <c:f>Sheet1!$A$2:$A$3</c:f>
              <c:strCache>
                <c:ptCount val="2"/>
                <c:pt idx="0">
                  <c:v>1st Qtr</c:v>
                </c:pt>
                <c:pt idx="1">
                  <c:v>2nd Qtr</c:v>
                </c:pt>
              </c:strCache>
            </c:strRef>
          </c:cat>
          <c:val>
            <c:numRef>
              <c:f>Sheet1!$B$2:$B$3</c:f>
              <c:numCache>
                <c:formatCode>General</c:formatCode>
                <c:ptCount val="2"/>
                <c:pt idx="0">
                  <c:v>80</c:v>
                </c:pt>
                <c:pt idx="1">
                  <c:v>20</c:v>
                </c:pt>
              </c:numCache>
            </c:numRef>
          </c:val>
        </c:ser>
        <c:dLbls>
          <c:showLegendKey val="0"/>
          <c:showVal val="0"/>
          <c:showCatName val="0"/>
          <c:showSerName val="0"/>
          <c:showPercent val="0"/>
          <c:showBubbleSize val="0"/>
          <c:showLeaderLines val="1"/>
        </c:dLbls>
        <c:firstSliceAng val="0"/>
        <c:holeSize val="80"/>
      </c:doughnutChart>
    </c:plotArea>
    <c:plotVisOnly val="1"/>
    <c:dispBlanksAs val="gap"/>
    <c:showDLblsOverMax val="0"/>
    <c:extLst>
      <c:ext uri="{0b15fc19-7d7d-44ad-8c2d-2c3a37ce22c3}">
        <chartProps xmlns="https://web.wps.cn/et/2018/main" chartId="{035087a3-2f04-4fed-ae55-3755beec2b3b}"/>
      </c:ext>
    </c:extLst>
  </c:chart>
  <c:txPr>
    <a:bodyPr/>
    <a:lstStyle/>
    <a:p>
      <a:pPr>
        <a:defRPr lang="zh-CN" sz="1800"/>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A6A6A6"/>
            </a:solidFill>
          </c:spPr>
          <c:explosion val="0"/>
          <c:dPt>
            <c:idx val="0"/>
            <c:bubble3D val="0"/>
            <c:spPr>
              <a:solidFill>
                <a:srgbClr val="ADB9CA"/>
              </a:solidFill>
            </c:spPr>
          </c:dPt>
          <c:dPt>
            <c:idx val="1"/>
            <c:bubble3D val="0"/>
            <c:spPr>
              <a:solidFill>
                <a:srgbClr val="A6A6A6">
                  <a:alpha val="30000"/>
                </a:srgbClr>
              </a:solidFill>
            </c:spPr>
          </c:dPt>
          <c:dLbls>
            <c:delete val="1"/>
          </c:dLbls>
          <c:cat>
            <c:strRef>
              <c:f>Sheet1!$A$2:$A$3</c:f>
              <c:strCache>
                <c:ptCount val="2"/>
                <c:pt idx="0">
                  <c:v>1st Qtr</c:v>
                </c:pt>
                <c:pt idx="1">
                  <c:v>2nd Qtr</c:v>
                </c:pt>
              </c:strCache>
            </c:strRef>
          </c:cat>
          <c:val>
            <c:numRef>
              <c:f>Sheet1!$B$2:$B$3</c:f>
              <c:numCache>
                <c:formatCode>General</c:formatCode>
                <c:ptCount val="2"/>
                <c:pt idx="0">
                  <c:v>28</c:v>
                </c:pt>
                <c:pt idx="1">
                  <c:v>72</c:v>
                </c:pt>
              </c:numCache>
            </c:numRef>
          </c:val>
        </c:ser>
        <c:dLbls>
          <c:showLegendKey val="0"/>
          <c:showVal val="0"/>
          <c:showCatName val="0"/>
          <c:showSerName val="0"/>
          <c:showPercent val="0"/>
          <c:showBubbleSize val="0"/>
          <c:showLeaderLines val="1"/>
        </c:dLbls>
        <c:firstSliceAng val="0"/>
        <c:holeSize val="80"/>
      </c:doughnutChart>
    </c:plotArea>
    <c:plotVisOnly val="1"/>
    <c:dispBlanksAs val="gap"/>
    <c:showDLblsOverMax val="0"/>
    <c:extLst>
      <c:ext uri="{0b15fc19-7d7d-44ad-8c2d-2c3a37ce22c3}">
        <chartProps xmlns="https://web.wps.cn/et/2018/main" chartId="{49f3ec7e-35db-47b1-827d-e950897b231d}"/>
      </c:ext>
    </c:extLst>
  </c:chart>
  <c:txPr>
    <a:bodyPr/>
    <a:lstStyle/>
    <a:p>
      <a:pPr>
        <a:defRPr lang="zh-CN" sz="18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spPr>
            <a:solidFill>
              <a:srgbClr val="48BAF8"/>
            </a:solidFill>
            <a:ln>
              <a:noFill/>
            </a:ln>
            <a:effectLst/>
          </c:spPr>
          <c:dLbls>
            <c:delete val="1"/>
          </c:dLbls>
          <c:val>
            <c:numRef>
              <c:f>Sheet1!$B$2:$B$6</c:f>
              <c:numCache>
                <c:formatCode>General</c:formatCode>
                <c:ptCount val="5"/>
                <c:pt idx="0">
                  <c:v>28</c:v>
                </c:pt>
                <c:pt idx="1">
                  <c:v>30</c:v>
                </c:pt>
                <c:pt idx="2">
                  <c:v>25</c:v>
                </c:pt>
                <c:pt idx="3">
                  <c:v>30</c:v>
                </c:pt>
                <c:pt idx="4">
                  <c:v>32</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Series 1</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formatCode="yyyy/m/d">
                        <c:v>37261</c:v>
                      </c:pt>
                      <c:pt idx="1" c:formatCode="yyyy/m/d">
                        <c:v>37262</c:v>
                      </c:pt>
                      <c:pt idx="2" c:formatCode="yyyy/m/d">
                        <c:v>37263</c:v>
                      </c:pt>
                      <c:pt idx="3" c:formatCode="yyyy/m/d">
                        <c:v>37264</c:v>
                      </c:pt>
                      <c:pt idx="4" c:formatCode="yyyy/m/d">
                        <c:v>37265</c:v>
                      </c:pt>
                    </c:numCache>
                  </c:numRef>
                </c15:cat>
              </c15:filteredCategoryTitle>
            </c:ext>
          </c:extLst>
        </c:ser>
        <c:ser>
          <c:idx val="1"/>
          <c:order val="1"/>
          <c:spPr>
            <a:solidFill>
              <a:schemeClr val="tx2">
                <a:lumMod val="40000"/>
                <a:lumOff val="60000"/>
              </a:schemeClr>
            </a:solidFill>
            <a:ln>
              <a:noFill/>
            </a:ln>
            <a:effectLst/>
          </c:spPr>
          <c:dLbls>
            <c:delete val="1"/>
          </c:dLbls>
          <c:val>
            <c:numRef>
              <c:f>Sheet1!$C$2:$C$6</c:f>
              <c:numCache>
                <c:formatCode>General</c:formatCode>
                <c:ptCount val="5"/>
                <c:pt idx="0">
                  <c:v>22</c:v>
                </c:pt>
                <c:pt idx="1">
                  <c:v>18</c:v>
                </c:pt>
                <c:pt idx="2">
                  <c:v>20</c:v>
                </c:pt>
                <c:pt idx="3">
                  <c:v>21</c:v>
                </c:pt>
                <c:pt idx="4">
                  <c:v>28</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Series 2</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formatCode="yyyy/m/d">
                        <c:v>37261</c:v>
                      </c:pt>
                      <c:pt idx="1" c:formatCode="yyyy/m/d">
                        <c:v>37262</c:v>
                      </c:pt>
                      <c:pt idx="2" c:formatCode="yyyy/m/d">
                        <c:v>37263</c:v>
                      </c:pt>
                      <c:pt idx="3" c:formatCode="yyyy/m/d">
                        <c:v>37264</c:v>
                      </c:pt>
                      <c:pt idx="4" c:formatCode="yyyy/m/d">
                        <c:v>37265</c:v>
                      </c:pt>
                    </c:numCache>
                  </c:numRef>
                </c15:cat>
              </c15:filteredCategoryTitle>
            </c:ext>
          </c:extLst>
        </c:ser>
        <c:ser>
          <c:idx val="2"/>
          <c:order val="2"/>
          <c:spPr>
            <a:solidFill>
              <a:srgbClr val="DAB971"/>
            </a:solidFill>
            <a:ln>
              <a:noFill/>
            </a:ln>
            <a:effectLst/>
          </c:spPr>
          <c:dLbls>
            <c:delete val="1"/>
          </c:dLbls>
          <c:val>
            <c:numRef>
              <c:f>Sheet1!$D$2:$D$6</c:f>
              <c:numCache>
                <c:formatCode>General</c:formatCode>
                <c:ptCount val="5"/>
                <c:pt idx="0">
                  <c:v>15</c:v>
                </c:pt>
                <c:pt idx="1">
                  <c:v>15</c:v>
                </c:pt>
                <c:pt idx="2">
                  <c:v>15</c:v>
                </c:pt>
                <c:pt idx="3">
                  <c:v>19</c:v>
                </c:pt>
                <c:pt idx="4">
                  <c:v>18</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Series 12</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formatCode="yyyy/m/d">
                        <c:v>37261</c:v>
                      </c:pt>
                      <c:pt idx="1" c:formatCode="yyyy/m/d">
                        <c:v>37262</c:v>
                      </c:pt>
                      <c:pt idx="2" c:formatCode="yyyy/m/d">
                        <c:v>37263</c:v>
                      </c:pt>
                      <c:pt idx="3" c:formatCode="yyyy/m/d">
                        <c:v>37264</c:v>
                      </c:pt>
                      <c:pt idx="4" c:formatCode="yyyy/m/d">
                        <c:v>37265</c:v>
                      </c:pt>
                    </c:numCache>
                  </c:numRef>
                </c15:cat>
              </c15:filteredCategoryTitle>
            </c:ext>
          </c:extLst>
        </c:ser>
        <c:ser>
          <c:idx val="3"/>
          <c:order val="3"/>
          <c:spPr>
            <a:solidFill>
              <a:srgbClr val="015BAB"/>
            </a:solidFill>
            <a:ln>
              <a:noFill/>
            </a:ln>
            <a:effectLst/>
          </c:spPr>
          <c:dLbls>
            <c:delete val="1"/>
          </c:dLbls>
          <c:val>
            <c:numRef>
              <c:f>Sheet1!$E$2:$E$6</c:f>
              <c:numCache>
                <c:formatCode>General</c:formatCode>
                <c:ptCount val="5"/>
                <c:pt idx="0">
                  <c:v>20</c:v>
                </c:pt>
                <c:pt idx="1">
                  <c:v>12</c:v>
                </c:pt>
                <c:pt idx="2">
                  <c:v>12</c:v>
                </c:pt>
                <c:pt idx="3">
                  <c:v>9</c:v>
                </c:pt>
                <c:pt idx="4">
                  <c:v>11</c:v>
                </c:pt>
              </c:numCache>
            </c:numRef>
          </c:val>
          <c:extLst>
            <c:ext xmlns:c15="http://schemas.microsoft.com/office/drawing/2012/chart" uri="{02D57815-91ED-43cb-92C2-25804820EDAC}">
              <c15:filteredSeriesTitle>
                <c15:tx>
                  <c:strRef>
                    <c:extLst>
                      <c:ext uri="{02D57815-91ED-43cb-92C2-25804820EDAC}">
                        <c15:formulaRef>
                          <c15:sqref>Sheet1!$E$1</c15:sqref>
                        </c15:formulaRef>
                      </c:ext>
                    </c:extLst>
                    <c:strCache>
                      <c:ptCount val="1"/>
                      <c:pt idx="0">
                        <c:v>Series 23</c:v>
                      </c:pt>
                    </c:strCache>
                  </c:strRef>
                </c15:tx>
              </c15:filteredSeriesTitle>
            </c:ext>
            <c:ext xmlns:c15="http://schemas.microsoft.com/office/drawing/2012/chart" uri="{02D57815-91ED-43cb-92C2-25804820EDAC}">
              <c15:filteredCategoryTitle>
                <c15:cat>
                  <c:numRef>
                    <c:extLst>
                      <c:ext uri="{02D57815-91ED-43cb-92C2-25804820EDAC}">
                        <c15:formulaRef>
                          <c15:sqref>Sheet1!$A$2:$A$6</c15:sqref>
                        </c15:formulaRef>
                      </c:ext>
                    </c:extLst>
                    <c:numCache>
                      <c:formatCode>yyyy/m/d</c:formatCode>
                      <c:ptCount val="5"/>
                      <c:pt idx="0" c:formatCode="yyyy/m/d">
                        <c:v>37261</c:v>
                      </c:pt>
                      <c:pt idx="1" c:formatCode="yyyy/m/d">
                        <c:v>37262</c:v>
                      </c:pt>
                      <c:pt idx="2" c:formatCode="yyyy/m/d">
                        <c:v>37263</c:v>
                      </c:pt>
                      <c:pt idx="3" c:formatCode="yyyy/m/d">
                        <c:v>37264</c:v>
                      </c:pt>
                      <c:pt idx="4" c:formatCode="yyyy/m/d">
                        <c:v>37265</c:v>
                      </c:pt>
                    </c:numCache>
                  </c:numRef>
                </c15:cat>
              </c15:filteredCategoryTitle>
            </c:ext>
          </c:extLst>
        </c:ser>
        <c:dLbls>
          <c:showLegendKey val="0"/>
          <c:showVal val="0"/>
          <c:showCatName val="0"/>
          <c:showSerName val="0"/>
          <c:showPercent val="0"/>
          <c:showBubbleSize val="0"/>
        </c:dLbls>
        <c:axId val="1313750704"/>
        <c:axId val="1606174256"/>
      </c:areaChart>
      <c:catAx>
        <c:axId val="1313750704"/>
        <c:scaling>
          <c:orientation val="minMax"/>
        </c:scaling>
        <c:delete val="0"/>
        <c:axPos val="b"/>
        <c:numFmt formatCode="m/d/yyyy" sourceLinked="1"/>
        <c:majorTickMark val="out"/>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1606174256"/>
        <c:crosses val="autoZero"/>
        <c:auto val="1"/>
        <c:lblAlgn val="ctr"/>
        <c:lblOffset val="100"/>
        <c:noMultiLvlLbl val="1"/>
      </c:catAx>
      <c:valAx>
        <c:axId val="16061742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1313750704"/>
        <c:crosses val="autoZero"/>
        <c:crossBetween val="midCat"/>
      </c:valAx>
      <c:spPr>
        <a:noFill/>
        <a:ln>
          <a:noFill/>
        </a:ln>
        <a:effectLst/>
      </c:spPr>
    </c:plotArea>
    <c:plotVisOnly val="1"/>
    <c:dispBlanksAs val="zero"/>
    <c:showDLblsOverMax val="0"/>
    <c:extLst>
      <c:ext uri="{0b15fc19-7d7d-44ad-8c2d-2c3a37ce22c3}">
        <chartProps xmlns="https://web.wps.cn/et/2018/main" chartId="{c3c19671-e8cd-4afd-966f-2e1e5f77da1c}"/>
      </c:ext>
    </c:extLst>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54EAD1-C957-F948-97C8-09C1DDA80176}"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28CD3-A516-BE4C-82EE-87EB350D78B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882" y="2308881"/>
            <a:ext cx="10852237" cy="899167"/>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925" y="3565525"/>
            <a:ext cx="10852150" cy="801370"/>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40105" y="727710"/>
            <a:ext cx="3931920" cy="1115060"/>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8420" y="727710"/>
            <a:ext cx="6172200" cy="5403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40105" y="2239645"/>
            <a:ext cx="3931920" cy="3891915"/>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925" y="5605145"/>
            <a:ext cx="10852150" cy="558165"/>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925" y="641350"/>
            <a:ext cx="10852150" cy="455612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6445" cy="68681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95"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7770" y="565150"/>
            <a:ext cx="5400040" cy="57277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882" y="623591"/>
            <a:ext cx="10852237" cy="899167"/>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stretch>
            <a:fillRect/>
          </a:stretch>
        </p:blipFill>
        <p:spPr>
          <a:xfrm>
            <a:off x="0" y="0"/>
            <a:ext cx="12192000" cy="6858000"/>
          </a:xfrm>
          <a:prstGeom prst="rect">
            <a:avLst/>
          </a:prstGeom>
        </p:spPr>
      </p:pic>
      <p:pic>
        <p:nvPicPr>
          <p:cNvPr id="8" name="图片 7"/>
          <p:cNvPicPr>
            <a:picLocks noChangeAspect="1"/>
          </p:cNvPicPr>
          <p:nvPr userDrawn="1"/>
        </p:nvPicPr>
        <p:blipFill>
          <a:blip r:embed="rId3"/>
          <a:stretch>
            <a:fillRect/>
          </a:stretch>
        </p:blipFill>
        <p:spPr>
          <a:xfrm>
            <a:off x="9982702" y="313898"/>
            <a:ext cx="1804082" cy="33156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a:stretch>
            <a:fillRect/>
          </a:stretch>
        </p:blipFill>
        <p:spPr>
          <a:xfrm>
            <a:off x="9982702" y="313898"/>
            <a:ext cx="1804082" cy="33156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stretch>
            <a:fillRect/>
          </a:stretch>
        </p:blipFill>
        <p:spPr>
          <a:xfrm>
            <a:off x="9982702" y="313898"/>
            <a:ext cx="1804082" cy="331561"/>
          </a:xfrm>
          <a:prstGeom prst="rect">
            <a:avLst/>
          </a:prstGeom>
        </p:spPr>
      </p:pic>
      <p:pic>
        <p:nvPicPr>
          <p:cNvPr id="10" name="图片 9"/>
          <p:cNvPicPr>
            <a:picLocks noChangeAspect="1"/>
          </p:cNvPicPr>
          <p:nvPr userDrawn="1"/>
        </p:nvPicPr>
        <p:blipFill>
          <a:blip r:embed="rId3"/>
          <a:stretch>
            <a:fillRect/>
          </a:stretch>
        </p:blipFill>
        <p:spPr>
          <a:xfrm>
            <a:off x="2392078" y="6544102"/>
            <a:ext cx="9811497" cy="331561"/>
          </a:xfrm>
          <a:prstGeom prst="rect">
            <a:avLst/>
          </a:prstGeom>
        </p:spPr>
      </p:pic>
      <p:sp>
        <p:nvSpPr>
          <p:cNvPr id="13" name="Rectangle 11"/>
          <p:cNvSpPr>
            <a:spLocks noChangeArrowheads="1"/>
          </p:cNvSpPr>
          <p:nvPr userDrawn="1"/>
        </p:nvSpPr>
        <p:spPr bwMode="auto">
          <a:xfrm>
            <a:off x="4076478" y="6590721"/>
            <a:ext cx="6457390" cy="245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solidFill>
                  <a:schemeClr val="bg1"/>
                </a:solidFill>
                <a:latin typeface="楷体" panose="02010609060101010101" pitchFamily="49" charset="-122"/>
                <a:ea typeface="楷体" panose="02010609060101010101" pitchFamily="49" charset="-122"/>
                <a:sym typeface="Arial" panose="020B0604020202020204" pitchFamily="34" charset="0"/>
              </a:rPr>
              <a:t>迎难而上</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en-US" altLang="zh-CN"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守正创新 </a:t>
            </a:r>
            <a:r>
              <a:rPr lang="en-US" altLang="zh-CN"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追求卓越 </a:t>
            </a:r>
            <a:r>
              <a:rPr lang="en-US" altLang="zh-CN"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共创未来</a:t>
            </a:r>
            <a:endPar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tretch>
            <a:fillRect/>
          </a:stretch>
        </p:blipFill>
        <p:spPr>
          <a:xfrm>
            <a:off x="9982702" y="313898"/>
            <a:ext cx="1804082" cy="33156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1_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1_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2FBD573-F594-0B4B-B065-0EF3E2691D4B}" type="datetimeFigureOut">
              <a:rPr kumimoji="1" lang="zh-CN" altLang="en-US" smtClean="0"/>
            </a:fld>
            <a:endParaRPr kumimoji="1"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F0A68610-F728-A341-B904-19EA90EF76A7}"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Mai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dirty="0"/>
              <a:t>CLICK TO EDITE SUBTITLE</a:t>
            </a:r>
            <a:endParaRPr lang="en-US" dirty="0"/>
          </a:p>
        </p:txBody>
      </p:sp>
      <p:sp>
        <p:nvSpPr>
          <p:cNvPr id="9" name="Title 2"/>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bg1">
                    <a:lumMod val="50000"/>
                  </a:schemeClr>
                </a:solidFill>
              </a:defRPr>
            </a:lvl1pPr>
          </a:lstStyle>
          <a:p>
            <a:r>
              <a:rPr lang="en-US" dirty="0"/>
              <a:t>Click to edit Master title style</a:t>
            </a:r>
            <a:endParaRPr lang="en-US"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7977B24F-0A6A-46C5-ABD4-93FE51B44D79}"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5C78461E-C0B0-41E1-AE19-703483BCA6D3}" type="slidenum">
              <a:rPr lang="zh-CN" altLang="en-US" smtClean="0"/>
            </a:fld>
            <a:endParaRPr lang="zh-CN" altLang="en-US" dirty="0"/>
          </a:p>
        </p:txBody>
      </p:sp>
      <p:sp>
        <p:nvSpPr>
          <p:cNvPr id="9" name="文本框 8"/>
          <p:cNvSpPr txBox="1"/>
          <p:nvPr userDrawn="1"/>
        </p:nvSpPr>
        <p:spPr>
          <a:xfrm>
            <a:off x="11760472" y="6502840"/>
            <a:ext cx="431528" cy="307777"/>
          </a:xfrm>
          <a:prstGeom prst="rect">
            <a:avLst/>
          </a:prstGeom>
          <a:noFill/>
        </p:spPr>
        <p:txBody>
          <a:bodyPr wrap="none" rtlCol="0">
            <a:spAutoFit/>
          </a:bodyPr>
          <a:lstStyle/>
          <a:p>
            <a:fld id="{30EB170B-47F7-4744-8BB1-8CD9E8E172D4}" type="slidenum">
              <a:rPr lang="en-US" altLang="zh-CN" sz="1400" b="1" smtClean="0">
                <a:latin typeface="微软雅黑" panose="020B0503020204020204" pitchFamily="34" charset="-122"/>
                <a:ea typeface="微软雅黑" panose="020B0503020204020204" pitchFamily="34" charset="-122"/>
              </a:rPr>
            </a:fld>
            <a:endParaRPr lang="zh-CN" altLang="en-US" sz="1400" b="1"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3" Type="http://schemas.openxmlformats.org/officeDocument/2006/relationships/theme" Target="../theme/theme2.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hasCustomPrompt="1"/>
          </p:nvPr>
        </p:nvSpPr>
        <p:spPr>
          <a:xfrm>
            <a:off x="669882" y="581225"/>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hasCustomPrompt="1"/>
          </p:nvPr>
        </p:nvSpPr>
        <p:spPr>
          <a:xfrm>
            <a:off x="669925" y="1508125"/>
            <a:ext cx="10852150" cy="4749165"/>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FBD573-F594-0B4B-B065-0EF3E2691D4B}"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A68610-F728-A341-B904-19EA90EF76A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Lst>
  <mc:AlternateContent xmlns:mc="http://schemas.openxmlformats.org/markup-compatibility/2006">
    <mc:Choice xmlns:p14="http://schemas.microsoft.com/office/powerpoint/2010/main" Requires="p14">
      <p:transition p14:dur="1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sv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1.jpeg"/><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9" Type="http://schemas.openxmlformats.org/officeDocument/2006/relationships/image" Target="../media/image23.jpeg"/><Relationship Id="rId8" Type="http://schemas.microsoft.com/office/2007/relationships/hdphoto" Target="../media/image22.wdp"/><Relationship Id="rId7" Type="http://schemas.openxmlformats.org/officeDocument/2006/relationships/image" Target="../media/image21.jpeg"/><Relationship Id="rId6" Type="http://schemas.microsoft.com/office/2007/relationships/hdphoto" Target="../media/image20.wdp"/><Relationship Id="rId5" Type="http://schemas.openxmlformats.org/officeDocument/2006/relationships/image" Target="../media/image19.jpeg"/><Relationship Id="rId4" Type="http://schemas.microsoft.com/office/2007/relationships/hdphoto" Target="../media/image18.wdp"/><Relationship Id="rId3" Type="http://schemas.openxmlformats.org/officeDocument/2006/relationships/image" Target="../media/image17.jpeg"/><Relationship Id="rId2" Type="http://schemas.microsoft.com/office/2007/relationships/hdphoto" Target="../media/image16.wdp"/><Relationship Id="rId11" Type="http://schemas.openxmlformats.org/officeDocument/2006/relationships/slideLayout" Target="../slideLayouts/slideLayout11.xml"/><Relationship Id="rId10" Type="http://schemas.microsoft.com/office/2007/relationships/hdphoto" Target="../media/image24.wdp"/><Relationship Id="rId1" Type="http://schemas.openxmlformats.org/officeDocument/2006/relationships/image" Target="../media/image1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28.emf"/><Relationship Id="rId3" Type="http://schemas.openxmlformats.org/officeDocument/2006/relationships/image" Target="../media/image27.emf"/><Relationship Id="rId2" Type="http://schemas.openxmlformats.org/officeDocument/2006/relationships/image" Target="../media/image26.jpeg"/><Relationship Id="rId1" Type="http://schemas.openxmlformats.org/officeDocument/2006/relationships/image" Target="../media/image2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image" Target="../media/image2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microsoft.com/office/2007/relationships/hdphoto" Target="../media/image6.wdp"/><Relationship Id="rId1"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chart" Target="../charts/char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6579371" y="2724164"/>
            <a:ext cx="5475780" cy="1868805"/>
          </a:xfrm>
          <a:prstGeom prst="rect">
            <a:avLst/>
          </a:prstGeom>
          <a:noFill/>
        </p:spPr>
        <p:txBody>
          <a:bodyPr wrap="square" rtlCol="0">
            <a:spAutoFit/>
          </a:bodyPr>
          <a:lstStyle/>
          <a:p>
            <a:pPr defTabSz="1372870">
              <a:lnSpc>
                <a:spcPts val="6930"/>
              </a:lnSpc>
            </a:pPr>
            <a:r>
              <a:rPr lang="zh-CN" altLang="en-US" sz="4800" b="1" smtClean="0">
                <a:solidFill>
                  <a:srgbClr val="015BAB"/>
                </a:solidFill>
                <a:latin typeface="微软雅黑" panose="020B0503020204020204" pitchFamily="34" charset="-122"/>
                <a:ea typeface="微软雅黑" panose="020B0503020204020204" pitchFamily="34" charset="-122"/>
                <a:cs typeface="Helvetica"/>
                <a:sym typeface="Helvetica"/>
              </a:rPr>
              <a:t>页面布局参考</a:t>
            </a:r>
            <a:endParaRPr lang="en-US" altLang="zh-CN" sz="4800" b="1" dirty="0">
              <a:solidFill>
                <a:srgbClr val="015BAB"/>
              </a:solidFill>
              <a:latin typeface="微软雅黑" panose="020B0503020204020204" pitchFamily="34" charset="-122"/>
              <a:ea typeface="微软雅黑" panose="020B0503020204020204" pitchFamily="34" charset="-122"/>
              <a:cs typeface="Helvetica"/>
              <a:sym typeface="Helvetica"/>
            </a:endParaRPr>
          </a:p>
          <a:p>
            <a:pPr defTabSz="1372870">
              <a:lnSpc>
                <a:spcPts val="6930"/>
              </a:lnSpc>
            </a:pPr>
            <a:r>
              <a:rPr lang="en-US" altLang="zh-CN" sz="4800" b="1" dirty="0" smtClean="0">
                <a:solidFill>
                  <a:srgbClr val="015BAB"/>
                </a:solidFill>
                <a:latin typeface="微软雅黑" panose="020B0503020204020204" pitchFamily="34" charset="-122"/>
                <a:ea typeface="微软雅黑" panose="020B0503020204020204" pitchFamily="34" charset="-122"/>
                <a:cs typeface="Helvetica"/>
                <a:sym typeface="Helvetica"/>
              </a:rPr>
              <a:t>  </a:t>
            </a:r>
            <a:endParaRPr lang="zh-CN" altLang="en-US" sz="2400" dirty="0">
              <a:solidFill>
                <a:srgbClr val="015BAB"/>
              </a:solidFill>
              <a:latin typeface="微软雅黑" panose="020B0503020204020204" pitchFamily="34" charset="-122"/>
              <a:ea typeface="微软雅黑" panose="020B0503020204020204" pitchFamily="34" charset="-122"/>
              <a:cs typeface="Helvetica"/>
              <a:sym typeface="Helvetica"/>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3416320"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单页面一</a:t>
            </a:r>
            <a:r>
              <a:rPr lang="zh-CN" altLang="en-US" sz="3600" b="1" dirty="0">
                <a:solidFill>
                  <a:schemeClr val="bg1"/>
                </a:solidFill>
                <a:latin typeface="微软雅黑" panose="020B0503020204020204" pitchFamily="34" charset="-122"/>
                <a:ea typeface="微软雅黑" panose="020B0503020204020204" pitchFamily="34" charset="-122"/>
              </a:rPr>
              <a:t>项</a:t>
            </a:r>
            <a:r>
              <a:rPr lang="zh-CN" altLang="en-US" sz="3600" b="1" dirty="0" smtClean="0">
                <a:solidFill>
                  <a:schemeClr val="bg1"/>
                </a:solidFill>
                <a:latin typeface="微软雅黑" panose="020B0503020204020204" pitchFamily="34" charset="-122"/>
                <a:ea typeface="微软雅黑" panose="020B0503020204020204" pitchFamily="34" charset="-122"/>
              </a:rPr>
              <a:t>内容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01</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83501" y="471624"/>
            <a:ext cx="2177776" cy="553998"/>
            <a:chOff x="592429" y="482522"/>
            <a:chExt cx="2177776" cy="553998"/>
          </a:xfrm>
        </p:grpSpPr>
        <p:grpSp>
          <p:nvGrpSpPr>
            <p:cNvPr id="28" name="组合 27"/>
            <p:cNvGrpSpPr/>
            <p:nvPr/>
          </p:nvGrpSpPr>
          <p:grpSpPr>
            <a:xfrm>
              <a:off x="592429" y="584272"/>
              <a:ext cx="433087" cy="360490"/>
              <a:chOff x="2770053" y="2524936"/>
              <a:chExt cx="433087" cy="317447"/>
            </a:xfrm>
            <a:solidFill>
              <a:srgbClr val="2F5EB2"/>
            </a:solidFill>
          </p:grpSpPr>
          <p:sp>
            <p:nvSpPr>
              <p:cNvPr id="3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一</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33" name="平行四边形 32"/>
          <p:cNvSpPr/>
          <p:nvPr/>
        </p:nvSpPr>
        <p:spPr>
          <a:xfrm>
            <a:off x="1771387" y="1667702"/>
            <a:ext cx="10052313" cy="1189091"/>
          </a:xfrm>
          <a:prstGeom prst="parallelogram">
            <a:avLst>
              <a:gd name="adj" fmla="val 50044"/>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4" name="平行四边形 33"/>
          <p:cNvSpPr/>
          <p:nvPr/>
        </p:nvSpPr>
        <p:spPr>
          <a:xfrm>
            <a:off x="436704" y="1386039"/>
            <a:ext cx="2560838" cy="1337873"/>
          </a:xfrm>
          <a:prstGeom prst="parallelogram">
            <a:avLst>
              <a:gd name="adj" fmla="val 50044"/>
            </a:avLst>
          </a:prstGeom>
          <a:solidFill>
            <a:srgbClr val="002C7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平行四边形 34"/>
          <p:cNvSpPr/>
          <p:nvPr/>
        </p:nvSpPr>
        <p:spPr>
          <a:xfrm>
            <a:off x="1007482" y="2186173"/>
            <a:ext cx="1395319" cy="952283"/>
          </a:xfrm>
          <a:prstGeom prst="parallelogram">
            <a:avLst>
              <a:gd name="adj" fmla="val 50044"/>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6" name="文本框 35" descr="e7d195523061f1c0deeec63e560781cfd59afb0ea006f2a87ABB68BF51EA6619813959095094C18C62A12F549504892A4AAA8C1554C6663626E05CA27F281A14E6983772AFC3FB97135759321DEA3D709AACD122C08E6ED192FFACBB1E1BECB2ED91EE5F1ED7B5B4D639FA608C47C1EEEE0A899CA8C6B4A60DCCA6D3BA80ED4161D4A4778988E171"/>
          <p:cNvSpPr txBox="1"/>
          <p:nvPr/>
        </p:nvSpPr>
        <p:spPr>
          <a:xfrm>
            <a:off x="3419278" y="1892873"/>
            <a:ext cx="5557468" cy="769441"/>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400" b="0"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XXX</a:t>
            </a:r>
            <a:endParaRPr kumimoji="0" lang="en-US" altLang="zh-CN" sz="4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7" name="文本框 36"/>
          <p:cNvSpPr txBox="1"/>
          <p:nvPr/>
        </p:nvSpPr>
        <p:spPr>
          <a:xfrm>
            <a:off x="652889" y="3580054"/>
            <a:ext cx="10777111" cy="1938992"/>
          </a:xfrm>
          <a:prstGeom prst="rect">
            <a:avLst/>
          </a:prstGeom>
          <a:noFill/>
        </p:spPr>
        <p:txBody>
          <a:bodyPr wrap="square" rtlCol="0">
            <a:spAutoFit/>
          </a:bodyPr>
          <a:lstStyle/>
          <a:p>
            <a:pPr marL="342900" indent="-342900">
              <a:lnSpc>
                <a:spcPct val="150000"/>
              </a:lnSpc>
              <a:buFont typeface="Wingdings" panose="05000000000000000000" pitchFamily="2" charset="2"/>
              <a:buChar char="p"/>
            </a:pPr>
            <a:r>
              <a:rPr lang="zh-CN" altLang="en-US" sz="2000" dirty="0" smtClean="0">
                <a:latin typeface="微软雅黑" panose="020B0503020204020204" pitchFamily="34" charset="-122"/>
                <a:ea typeface="微软雅黑" panose="020B0503020204020204" pitchFamily="34" charset="-122"/>
              </a:rPr>
              <a:t>正文的内容，这是一段内容文字，微软雅黑，</a:t>
            </a:r>
            <a:r>
              <a:rPr lang="en-US" altLang="zh-CN" sz="2000" dirty="0" smtClean="0">
                <a:latin typeface="微软雅黑" panose="020B0503020204020204" pitchFamily="34" charset="-122"/>
                <a:ea typeface="微软雅黑" panose="020B0503020204020204" pitchFamily="34" charset="-122"/>
              </a:rPr>
              <a:t>20</a:t>
            </a:r>
            <a:r>
              <a:rPr lang="zh-CN" altLang="en-US" sz="2000" dirty="0" smtClean="0">
                <a:latin typeface="微软雅黑" panose="020B0503020204020204" pitchFamily="34" charset="-122"/>
                <a:ea typeface="微软雅黑" panose="020B0503020204020204" pitchFamily="34" charset="-122"/>
              </a:rPr>
              <a:t>号，黑色，行距</a:t>
            </a:r>
            <a:r>
              <a:rPr lang="en-US" altLang="zh-CN" sz="2000" dirty="0" smtClean="0">
                <a:latin typeface="微软雅黑" panose="020B0503020204020204" pitchFamily="34" charset="-122"/>
                <a:ea typeface="微软雅黑" panose="020B0503020204020204" pitchFamily="34" charset="-122"/>
              </a:rPr>
              <a:t>1.5</a:t>
            </a:r>
            <a:r>
              <a:rPr lang="zh-CN" altLang="en-US" sz="2000" dirty="0" smtClean="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endParaRPr lang="en-US" altLang="zh-CN" sz="20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r>
              <a:rPr lang="zh-CN" altLang="en-US" sz="2000" dirty="0">
                <a:latin typeface="微软雅黑" panose="020B0503020204020204" pitchFamily="34" charset="-122"/>
                <a:ea typeface="微软雅黑" panose="020B0503020204020204" pitchFamily="34" charset="-122"/>
              </a:rPr>
              <a:t>，微软雅黑，</a:t>
            </a:r>
            <a:r>
              <a:rPr lang="en-US" altLang="zh-CN" sz="2000" dirty="0">
                <a:latin typeface="微软雅黑" panose="020B0503020204020204" pitchFamily="34" charset="-122"/>
                <a:ea typeface="微软雅黑" panose="020B0503020204020204" pitchFamily="34" charset="-122"/>
              </a:rPr>
              <a:t>20</a:t>
            </a:r>
            <a:r>
              <a:rPr lang="zh-CN" altLang="en-US" sz="2000" dirty="0">
                <a:latin typeface="微软雅黑" panose="020B0503020204020204" pitchFamily="34" charset="-122"/>
                <a:ea typeface="微软雅黑" panose="020B0503020204020204" pitchFamily="34" charset="-122"/>
              </a:rPr>
              <a:t>号，黑色，行距</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r>
              <a:rPr lang="zh-CN" altLang="en-US" sz="2000" dirty="0">
                <a:latin typeface="微软雅黑" panose="020B0503020204020204" pitchFamily="34" charset="-122"/>
                <a:ea typeface="微软雅黑" panose="020B0503020204020204" pitchFamily="34" charset="-122"/>
              </a:rPr>
              <a:t>。正文的内容，这是</a:t>
            </a:r>
            <a:r>
              <a:rPr lang="zh-CN" altLang="en-US" sz="2000" dirty="0" smtClean="0">
                <a:latin typeface="微软雅黑" panose="020B0503020204020204" pitchFamily="34" charset="-122"/>
                <a:ea typeface="微软雅黑" panose="020B0503020204020204" pitchFamily="34" charset="-122"/>
              </a:rPr>
              <a:t>一段内容文字。</a:t>
            </a:r>
            <a:endParaRPr lang="en-US" altLang="zh-CN" sz="2000" dirty="0">
              <a:latin typeface="微软雅黑" panose="020B0503020204020204" pitchFamily="34" charset="-122"/>
              <a:ea typeface="微软雅黑" panose="020B0503020204020204" pitchFamily="34" charset="-122"/>
            </a:endParaRPr>
          </a:p>
        </p:txBody>
      </p:sp>
      <p:sp>
        <p:nvSpPr>
          <p:cNvPr id="13" name="Rectangle 11"/>
          <p:cNvSpPr>
            <a:spLocks noChangeArrowheads="1"/>
          </p:cNvSpPr>
          <p:nvPr/>
        </p:nvSpPr>
        <p:spPr bwMode="auto">
          <a:xfrm>
            <a:off x="4076478" y="6590721"/>
            <a:ext cx="6457390" cy="245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dirty="0">
                <a:solidFill>
                  <a:schemeClr val="bg1"/>
                </a:solidFill>
                <a:latin typeface="楷体" panose="02010609060101010101" pitchFamily="49" charset="-122"/>
                <a:ea typeface="楷体" panose="02010609060101010101" pitchFamily="49" charset="-122"/>
                <a:sym typeface="Arial" panose="020B0604020202020204" pitchFamily="34" charset="0"/>
              </a:rPr>
              <a:t>迎难而上</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en-US" altLang="zh-CN"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守正创新 </a:t>
            </a:r>
            <a:r>
              <a:rPr lang="en-US" altLang="zh-CN"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追求卓越 </a:t>
            </a:r>
            <a:r>
              <a:rPr lang="en-US" altLang="zh-CN"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 </a:t>
            </a:r>
            <a:r>
              <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rPr>
              <a:t>共创未来</a:t>
            </a:r>
            <a:endParaRPr lang="zh-CN" altLang="en-US" sz="1600" b="1" dirty="0" smtClean="0">
              <a:solidFill>
                <a:schemeClr val="bg1"/>
              </a:solidFill>
              <a:latin typeface="楷体" panose="02010609060101010101" pitchFamily="49" charset="-122"/>
              <a:ea typeface="楷体" panose="02010609060101010101" pitchFamily="49"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62"/>
          <p:cNvSpPr/>
          <p:nvPr/>
        </p:nvSpPr>
        <p:spPr bwMode="auto">
          <a:xfrm>
            <a:off x="3819383" y="2672366"/>
            <a:ext cx="977440" cy="979699"/>
          </a:xfrm>
          <a:custGeom>
            <a:avLst/>
            <a:gdLst>
              <a:gd name="T0" fmla="*/ 124 w 700"/>
              <a:gd name="T1" fmla="*/ 127 h 701"/>
              <a:gd name="T2" fmla="*/ 575 w 700"/>
              <a:gd name="T3" fmla="*/ 127 h 701"/>
              <a:gd name="T4" fmla="*/ 575 w 700"/>
              <a:gd name="T5" fmla="*/ 577 h 701"/>
              <a:gd name="T6" fmla="*/ 163 w 700"/>
              <a:gd name="T7" fmla="*/ 609 h 701"/>
              <a:gd name="T8" fmla="*/ 49 w 700"/>
              <a:gd name="T9" fmla="*/ 647 h 701"/>
              <a:gd name="T10" fmla="*/ 88 w 700"/>
              <a:gd name="T11" fmla="*/ 532 h 701"/>
              <a:gd name="T12" fmla="*/ 124 w 700"/>
              <a:gd name="T13" fmla="*/ 127 h 701"/>
            </a:gdLst>
            <a:ahLst/>
            <a:cxnLst>
              <a:cxn ang="0">
                <a:pos x="T0" y="T1"/>
              </a:cxn>
              <a:cxn ang="0">
                <a:pos x="T2" y="T3"/>
              </a:cxn>
              <a:cxn ang="0">
                <a:pos x="T4" y="T5"/>
              </a:cxn>
              <a:cxn ang="0">
                <a:pos x="T6" y="T7"/>
              </a:cxn>
              <a:cxn ang="0">
                <a:pos x="T8" y="T9"/>
              </a:cxn>
              <a:cxn ang="0">
                <a:pos x="T10" y="T11"/>
              </a:cxn>
              <a:cxn ang="0">
                <a:pos x="T12" y="T13"/>
              </a:cxn>
            </a:cxnLst>
            <a:rect l="0" t="0" r="r" b="b"/>
            <a:pathLst>
              <a:path w="700" h="701">
                <a:moveTo>
                  <a:pt x="124" y="127"/>
                </a:moveTo>
                <a:cubicBezTo>
                  <a:pt x="249" y="0"/>
                  <a:pt x="452" y="0"/>
                  <a:pt x="575" y="127"/>
                </a:cubicBezTo>
                <a:cubicBezTo>
                  <a:pt x="700" y="249"/>
                  <a:pt x="700" y="452"/>
                  <a:pt x="575" y="577"/>
                </a:cubicBezTo>
                <a:cubicBezTo>
                  <a:pt x="463" y="690"/>
                  <a:pt x="286" y="701"/>
                  <a:pt x="163" y="609"/>
                </a:cubicBezTo>
                <a:cubicBezTo>
                  <a:pt x="49" y="647"/>
                  <a:pt x="49" y="647"/>
                  <a:pt x="49" y="647"/>
                </a:cubicBezTo>
                <a:cubicBezTo>
                  <a:pt x="88" y="532"/>
                  <a:pt x="88" y="532"/>
                  <a:pt x="88" y="532"/>
                </a:cubicBezTo>
                <a:cubicBezTo>
                  <a:pt x="0" y="409"/>
                  <a:pt x="12" y="237"/>
                  <a:pt x="124" y="127"/>
                </a:cubicBezTo>
                <a:close/>
              </a:path>
            </a:pathLst>
          </a:custGeom>
          <a:solidFill>
            <a:srgbClr val="C9C9CB"/>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Freeform 520"/>
          <p:cNvSpPr/>
          <p:nvPr/>
        </p:nvSpPr>
        <p:spPr bwMode="auto">
          <a:xfrm>
            <a:off x="979723" y="2952603"/>
            <a:ext cx="857661" cy="858790"/>
          </a:xfrm>
          <a:custGeom>
            <a:avLst/>
            <a:gdLst>
              <a:gd name="T0" fmla="*/ 108 w 614"/>
              <a:gd name="T1" fmla="*/ 508 h 615"/>
              <a:gd name="T2" fmla="*/ 108 w 614"/>
              <a:gd name="T3" fmla="*/ 111 h 615"/>
              <a:gd name="T4" fmla="*/ 505 w 614"/>
              <a:gd name="T5" fmla="*/ 111 h 615"/>
              <a:gd name="T6" fmla="*/ 534 w 614"/>
              <a:gd name="T7" fmla="*/ 472 h 615"/>
              <a:gd name="T8" fmla="*/ 567 w 614"/>
              <a:gd name="T9" fmla="*/ 575 h 615"/>
              <a:gd name="T10" fmla="*/ 466 w 614"/>
              <a:gd name="T11" fmla="*/ 538 h 615"/>
              <a:gd name="T12" fmla="*/ 108 w 614"/>
              <a:gd name="T13" fmla="*/ 508 h 615"/>
            </a:gdLst>
            <a:ahLst/>
            <a:cxnLst>
              <a:cxn ang="0">
                <a:pos x="T0" y="T1"/>
              </a:cxn>
              <a:cxn ang="0">
                <a:pos x="T2" y="T3"/>
              </a:cxn>
              <a:cxn ang="0">
                <a:pos x="T4" y="T5"/>
              </a:cxn>
              <a:cxn ang="0">
                <a:pos x="T6" y="T7"/>
              </a:cxn>
              <a:cxn ang="0">
                <a:pos x="T8" y="T9"/>
              </a:cxn>
              <a:cxn ang="0">
                <a:pos x="T10" y="T11"/>
              </a:cxn>
              <a:cxn ang="0">
                <a:pos x="T12" y="T13"/>
              </a:cxn>
            </a:cxnLst>
            <a:rect l="0" t="0" r="r" b="b"/>
            <a:pathLst>
              <a:path w="614" h="615">
                <a:moveTo>
                  <a:pt x="108" y="508"/>
                </a:moveTo>
                <a:cubicBezTo>
                  <a:pt x="0" y="398"/>
                  <a:pt x="0" y="220"/>
                  <a:pt x="108" y="111"/>
                </a:cubicBezTo>
                <a:cubicBezTo>
                  <a:pt x="219" y="0"/>
                  <a:pt x="397" y="0"/>
                  <a:pt x="505" y="111"/>
                </a:cubicBezTo>
                <a:cubicBezTo>
                  <a:pt x="603" y="210"/>
                  <a:pt x="614" y="365"/>
                  <a:pt x="534" y="472"/>
                </a:cubicBezTo>
                <a:cubicBezTo>
                  <a:pt x="567" y="575"/>
                  <a:pt x="567" y="575"/>
                  <a:pt x="567" y="575"/>
                </a:cubicBezTo>
                <a:cubicBezTo>
                  <a:pt x="466" y="538"/>
                  <a:pt x="466" y="538"/>
                  <a:pt x="466" y="538"/>
                </a:cubicBezTo>
                <a:cubicBezTo>
                  <a:pt x="356" y="615"/>
                  <a:pt x="206" y="605"/>
                  <a:pt x="108" y="508"/>
                </a:cubicBezTo>
                <a:close/>
              </a:path>
            </a:pathLst>
          </a:custGeom>
          <a:solidFill>
            <a:srgbClr val="C9C9CB"/>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5" name="Freeform 778"/>
          <p:cNvSpPr/>
          <p:nvPr/>
        </p:nvSpPr>
        <p:spPr bwMode="auto">
          <a:xfrm>
            <a:off x="2289379" y="2145792"/>
            <a:ext cx="1046369" cy="1218126"/>
          </a:xfrm>
          <a:custGeom>
            <a:avLst/>
            <a:gdLst>
              <a:gd name="T0" fmla="*/ 0 w 749"/>
              <a:gd name="T1" fmla="*/ 376 h 872"/>
              <a:gd name="T2" fmla="*/ 374 w 749"/>
              <a:gd name="T3" fmla="*/ 0 h 872"/>
              <a:gd name="T4" fmla="*/ 749 w 749"/>
              <a:gd name="T5" fmla="*/ 376 h 872"/>
              <a:gd name="T6" fmla="*/ 433 w 749"/>
              <a:gd name="T7" fmla="*/ 746 h 872"/>
              <a:gd name="T8" fmla="*/ 367 w 749"/>
              <a:gd name="T9" fmla="*/ 872 h 872"/>
              <a:gd name="T10" fmla="*/ 305 w 749"/>
              <a:gd name="T11" fmla="*/ 746 h 872"/>
              <a:gd name="T12" fmla="*/ 0 w 749"/>
              <a:gd name="T13" fmla="*/ 376 h 872"/>
            </a:gdLst>
            <a:ahLst/>
            <a:cxnLst>
              <a:cxn ang="0">
                <a:pos x="T0" y="T1"/>
              </a:cxn>
              <a:cxn ang="0">
                <a:pos x="T2" y="T3"/>
              </a:cxn>
              <a:cxn ang="0">
                <a:pos x="T4" y="T5"/>
              </a:cxn>
              <a:cxn ang="0">
                <a:pos x="T6" y="T7"/>
              </a:cxn>
              <a:cxn ang="0">
                <a:pos x="T8" y="T9"/>
              </a:cxn>
              <a:cxn ang="0">
                <a:pos x="T10" y="T11"/>
              </a:cxn>
              <a:cxn ang="0">
                <a:pos x="T12" y="T13"/>
              </a:cxn>
            </a:cxnLst>
            <a:rect l="0" t="0" r="r" b="b"/>
            <a:pathLst>
              <a:path w="749" h="872">
                <a:moveTo>
                  <a:pt x="0" y="376"/>
                </a:moveTo>
                <a:cubicBezTo>
                  <a:pt x="0" y="168"/>
                  <a:pt x="166" y="0"/>
                  <a:pt x="374" y="0"/>
                </a:cubicBezTo>
                <a:cubicBezTo>
                  <a:pt x="581" y="0"/>
                  <a:pt x="749" y="168"/>
                  <a:pt x="749" y="376"/>
                </a:cubicBezTo>
                <a:cubicBezTo>
                  <a:pt x="749" y="563"/>
                  <a:pt x="611" y="718"/>
                  <a:pt x="433" y="746"/>
                </a:cubicBezTo>
                <a:cubicBezTo>
                  <a:pt x="367" y="872"/>
                  <a:pt x="367" y="872"/>
                  <a:pt x="367" y="872"/>
                </a:cubicBezTo>
                <a:cubicBezTo>
                  <a:pt x="305" y="746"/>
                  <a:pt x="305" y="746"/>
                  <a:pt x="305" y="746"/>
                </a:cubicBezTo>
                <a:cubicBezTo>
                  <a:pt x="129" y="713"/>
                  <a:pt x="0" y="560"/>
                  <a:pt x="0" y="376"/>
                </a:cubicBezTo>
                <a:close/>
              </a:path>
            </a:pathLst>
          </a:custGeom>
          <a:solidFill>
            <a:srgbClr val="48BAF8"/>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6" name="Freeform 1228"/>
          <p:cNvSpPr/>
          <p:nvPr/>
        </p:nvSpPr>
        <p:spPr bwMode="auto">
          <a:xfrm>
            <a:off x="2141351" y="4366218"/>
            <a:ext cx="1220387" cy="960489"/>
          </a:xfrm>
          <a:custGeom>
            <a:avLst/>
            <a:gdLst>
              <a:gd name="T0" fmla="*/ 718 w 873"/>
              <a:gd name="T1" fmla="*/ 171 h 687"/>
              <a:gd name="T2" fmla="*/ 564 w 873"/>
              <a:gd name="T3" fmla="*/ 30 h 687"/>
              <a:gd name="T4" fmla="*/ 561 w 873"/>
              <a:gd name="T5" fmla="*/ 0 h 687"/>
              <a:gd name="T6" fmla="*/ 438 w 873"/>
              <a:gd name="T7" fmla="*/ 48 h 687"/>
              <a:gd name="T8" fmla="*/ 311 w 873"/>
              <a:gd name="T9" fmla="*/ 0 h 687"/>
              <a:gd name="T10" fmla="*/ 309 w 873"/>
              <a:gd name="T11" fmla="*/ 30 h 687"/>
              <a:gd name="T12" fmla="*/ 155 w 873"/>
              <a:gd name="T13" fmla="*/ 171 h 687"/>
              <a:gd name="T14" fmla="*/ 0 w 873"/>
              <a:gd name="T15" fmla="*/ 404 h 687"/>
              <a:gd name="T16" fmla="*/ 0 w 873"/>
              <a:gd name="T17" fmla="*/ 556 h 687"/>
              <a:gd name="T18" fmla="*/ 438 w 873"/>
              <a:gd name="T19" fmla="*/ 677 h 687"/>
              <a:gd name="T20" fmla="*/ 873 w 873"/>
              <a:gd name="T21" fmla="*/ 556 h 687"/>
              <a:gd name="T22" fmla="*/ 873 w 873"/>
              <a:gd name="T23" fmla="*/ 404 h 687"/>
              <a:gd name="T24" fmla="*/ 718 w 873"/>
              <a:gd name="T25" fmla="*/ 171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3" h="687">
                <a:moveTo>
                  <a:pt x="718" y="171"/>
                </a:moveTo>
                <a:cubicBezTo>
                  <a:pt x="635" y="171"/>
                  <a:pt x="564" y="108"/>
                  <a:pt x="564" y="30"/>
                </a:cubicBezTo>
                <a:cubicBezTo>
                  <a:pt x="564" y="20"/>
                  <a:pt x="563" y="9"/>
                  <a:pt x="561" y="0"/>
                </a:cubicBezTo>
                <a:cubicBezTo>
                  <a:pt x="525" y="30"/>
                  <a:pt x="480" y="48"/>
                  <a:pt x="438" y="48"/>
                </a:cubicBezTo>
                <a:cubicBezTo>
                  <a:pt x="391" y="48"/>
                  <a:pt x="349" y="30"/>
                  <a:pt x="311" y="0"/>
                </a:cubicBezTo>
                <a:cubicBezTo>
                  <a:pt x="311" y="9"/>
                  <a:pt x="309" y="20"/>
                  <a:pt x="309" y="30"/>
                </a:cubicBezTo>
                <a:cubicBezTo>
                  <a:pt x="309" y="108"/>
                  <a:pt x="239" y="171"/>
                  <a:pt x="155" y="171"/>
                </a:cubicBezTo>
                <a:cubicBezTo>
                  <a:pt x="69" y="171"/>
                  <a:pt x="0" y="275"/>
                  <a:pt x="0" y="404"/>
                </a:cubicBezTo>
                <a:cubicBezTo>
                  <a:pt x="0" y="556"/>
                  <a:pt x="0" y="556"/>
                  <a:pt x="0" y="556"/>
                </a:cubicBezTo>
                <a:cubicBezTo>
                  <a:pt x="0" y="687"/>
                  <a:pt x="309" y="677"/>
                  <a:pt x="438" y="677"/>
                </a:cubicBezTo>
                <a:cubicBezTo>
                  <a:pt x="564" y="677"/>
                  <a:pt x="873" y="687"/>
                  <a:pt x="873" y="556"/>
                </a:cubicBezTo>
                <a:cubicBezTo>
                  <a:pt x="873" y="404"/>
                  <a:pt x="873" y="404"/>
                  <a:pt x="873" y="404"/>
                </a:cubicBezTo>
                <a:cubicBezTo>
                  <a:pt x="873" y="275"/>
                  <a:pt x="804" y="171"/>
                  <a:pt x="718" y="171"/>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7" name="Freeform 1229"/>
          <p:cNvSpPr/>
          <p:nvPr/>
        </p:nvSpPr>
        <p:spPr bwMode="auto">
          <a:xfrm>
            <a:off x="2386558" y="3569576"/>
            <a:ext cx="729972" cy="820371"/>
          </a:xfrm>
          <a:custGeom>
            <a:avLst/>
            <a:gdLst>
              <a:gd name="T0" fmla="*/ 495 w 523"/>
              <a:gd name="T1" fmla="*/ 163 h 587"/>
              <a:gd name="T2" fmla="*/ 484 w 523"/>
              <a:gd name="T3" fmla="*/ 166 h 587"/>
              <a:gd name="T4" fmla="*/ 475 w 523"/>
              <a:gd name="T5" fmla="*/ 128 h 587"/>
              <a:gd name="T6" fmla="*/ 470 w 523"/>
              <a:gd name="T7" fmla="*/ 128 h 587"/>
              <a:gd name="T8" fmla="*/ 228 w 523"/>
              <a:gd name="T9" fmla="*/ 0 h 587"/>
              <a:gd name="T10" fmla="*/ 169 w 523"/>
              <a:gd name="T11" fmla="*/ 46 h 587"/>
              <a:gd name="T12" fmla="*/ 50 w 523"/>
              <a:gd name="T13" fmla="*/ 169 h 587"/>
              <a:gd name="T14" fmla="*/ 30 w 523"/>
              <a:gd name="T15" fmla="*/ 207 h 587"/>
              <a:gd name="T16" fmla="*/ 29 w 523"/>
              <a:gd name="T17" fmla="*/ 166 h 587"/>
              <a:gd name="T18" fmla="*/ 29 w 523"/>
              <a:gd name="T19" fmla="*/ 163 h 587"/>
              <a:gd name="T20" fmla="*/ 0 w 523"/>
              <a:gd name="T21" fmla="*/ 191 h 587"/>
              <a:gd name="T22" fmla="*/ 0 w 523"/>
              <a:gd name="T23" fmla="*/ 330 h 587"/>
              <a:gd name="T24" fmla="*/ 30 w 523"/>
              <a:gd name="T25" fmla="*/ 361 h 587"/>
              <a:gd name="T26" fmla="*/ 40 w 523"/>
              <a:gd name="T27" fmla="*/ 358 h 587"/>
              <a:gd name="T28" fmla="*/ 263 w 523"/>
              <a:gd name="T29" fmla="*/ 587 h 587"/>
              <a:gd name="T30" fmla="*/ 484 w 523"/>
              <a:gd name="T31" fmla="*/ 358 h 587"/>
              <a:gd name="T32" fmla="*/ 495 w 523"/>
              <a:gd name="T33" fmla="*/ 361 h 587"/>
              <a:gd name="T34" fmla="*/ 523 w 523"/>
              <a:gd name="T35" fmla="*/ 330 h 587"/>
              <a:gd name="T36" fmla="*/ 523 w 523"/>
              <a:gd name="T37" fmla="*/ 191 h 587"/>
              <a:gd name="T38" fmla="*/ 495 w 523"/>
              <a:gd name="T39" fmla="*/ 163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3" h="587">
                <a:moveTo>
                  <a:pt x="495" y="163"/>
                </a:moveTo>
                <a:cubicBezTo>
                  <a:pt x="490" y="163"/>
                  <a:pt x="486" y="163"/>
                  <a:pt x="484" y="166"/>
                </a:cubicBezTo>
                <a:cubicBezTo>
                  <a:pt x="479" y="152"/>
                  <a:pt x="477" y="140"/>
                  <a:pt x="475" y="128"/>
                </a:cubicBezTo>
                <a:cubicBezTo>
                  <a:pt x="470" y="128"/>
                  <a:pt x="470" y="128"/>
                  <a:pt x="470" y="128"/>
                </a:cubicBezTo>
                <a:cubicBezTo>
                  <a:pt x="346" y="126"/>
                  <a:pt x="263" y="43"/>
                  <a:pt x="228" y="0"/>
                </a:cubicBezTo>
                <a:cubicBezTo>
                  <a:pt x="222" y="17"/>
                  <a:pt x="204" y="33"/>
                  <a:pt x="169" y="46"/>
                </a:cubicBezTo>
                <a:cubicBezTo>
                  <a:pt x="106" y="69"/>
                  <a:pt x="53" y="169"/>
                  <a:pt x="50" y="169"/>
                </a:cubicBezTo>
                <a:cubicBezTo>
                  <a:pt x="30" y="207"/>
                  <a:pt x="30" y="207"/>
                  <a:pt x="30" y="207"/>
                </a:cubicBezTo>
                <a:cubicBezTo>
                  <a:pt x="29" y="166"/>
                  <a:pt x="29" y="166"/>
                  <a:pt x="29" y="166"/>
                </a:cubicBezTo>
                <a:cubicBezTo>
                  <a:pt x="29" y="163"/>
                  <a:pt x="29" y="163"/>
                  <a:pt x="29" y="163"/>
                </a:cubicBezTo>
                <a:cubicBezTo>
                  <a:pt x="12" y="163"/>
                  <a:pt x="0" y="176"/>
                  <a:pt x="0" y="191"/>
                </a:cubicBezTo>
                <a:cubicBezTo>
                  <a:pt x="0" y="330"/>
                  <a:pt x="0" y="330"/>
                  <a:pt x="0" y="330"/>
                </a:cubicBezTo>
                <a:cubicBezTo>
                  <a:pt x="0" y="347"/>
                  <a:pt x="12" y="361"/>
                  <a:pt x="30" y="361"/>
                </a:cubicBezTo>
                <a:cubicBezTo>
                  <a:pt x="34" y="361"/>
                  <a:pt x="37" y="360"/>
                  <a:pt x="40" y="358"/>
                </a:cubicBezTo>
                <a:cubicBezTo>
                  <a:pt x="70" y="491"/>
                  <a:pt x="158" y="587"/>
                  <a:pt x="263" y="587"/>
                </a:cubicBezTo>
                <a:cubicBezTo>
                  <a:pt x="366" y="587"/>
                  <a:pt x="454" y="491"/>
                  <a:pt x="484" y="358"/>
                </a:cubicBezTo>
                <a:cubicBezTo>
                  <a:pt x="486" y="360"/>
                  <a:pt x="490" y="361"/>
                  <a:pt x="495" y="361"/>
                </a:cubicBezTo>
                <a:cubicBezTo>
                  <a:pt x="511" y="361"/>
                  <a:pt x="523" y="347"/>
                  <a:pt x="523" y="330"/>
                </a:cubicBezTo>
                <a:cubicBezTo>
                  <a:pt x="523" y="191"/>
                  <a:pt x="523" y="191"/>
                  <a:pt x="523" y="191"/>
                </a:cubicBezTo>
                <a:cubicBezTo>
                  <a:pt x="523" y="176"/>
                  <a:pt x="511" y="163"/>
                  <a:pt x="495" y="163"/>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8" name="Freeform 1230"/>
          <p:cNvSpPr/>
          <p:nvPr/>
        </p:nvSpPr>
        <p:spPr bwMode="auto">
          <a:xfrm>
            <a:off x="2427238" y="3463357"/>
            <a:ext cx="628273" cy="318656"/>
          </a:xfrm>
          <a:custGeom>
            <a:avLst/>
            <a:gdLst>
              <a:gd name="T0" fmla="*/ 450 w 450"/>
              <a:gd name="T1" fmla="*/ 179 h 228"/>
              <a:gd name="T2" fmla="*/ 450 w 450"/>
              <a:gd name="T3" fmla="*/ 179 h 228"/>
              <a:gd name="T4" fmla="*/ 400 w 450"/>
              <a:gd name="T5" fmla="*/ 59 h 228"/>
              <a:gd name="T6" fmla="*/ 242 w 450"/>
              <a:gd name="T7" fmla="*/ 0 h 228"/>
              <a:gd name="T8" fmla="*/ 213 w 450"/>
              <a:gd name="T9" fmla="*/ 1 h 228"/>
              <a:gd name="T10" fmla="*/ 56 w 450"/>
              <a:gd name="T11" fmla="*/ 70 h 228"/>
              <a:gd name="T12" fmla="*/ 0 w 450"/>
              <a:gd name="T13" fmla="*/ 226 h 228"/>
              <a:gd name="T14" fmla="*/ 4 w 450"/>
              <a:gd name="T15" fmla="*/ 228 h 228"/>
              <a:gd name="T16" fmla="*/ 24 w 450"/>
              <a:gd name="T17" fmla="*/ 202 h 228"/>
              <a:gd name="T18" fmla="*/ 25 w 450"/>
              <a:gd name="T19" fmla="*/ 194 h 228"/>
              <a:gd name="T20" fmla="*/ 24 w 450"/>
              <a:gd name="T21" fmla="*/ 199 h 228"/>
              <a:gd name="T22" fmla="*/ 131 w 450"/>
              <a:gd name="T23" fmla="*/ 100 h 228"/>
              <a:gd name="T24" fmla="*/ 195 w 450"/>
              <a:gd name="T25" fmla="*/ 46 h 228"/>
              <a:gd name="T26" fmla="*/ 429 w 450"/>
              <a:gd name="T27" fmla="*/ 179 h 228"/>
              <a:gd name="T28" fmla="*/ 437 w 450"/>
              <a:gd name="T29" fmla="*/ 179 h 228"/>
              <a:gd name="T30" fmla="*/ 450 w 450"/>
              <a:gd name="T31" fmla="*/ 17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0" h="228">
                <a:moveTo>
                  <a:pt x="450" y="179"/>
                </a:moveTo>
                <a:cubicBezTo>
                  <a:pt x="450" y="179"/>
                  <a:pt x="450" y="179"/>
                  <a:pt x="450" y="179"/>
                </a:cubicBezTo>
                <a:cubicBezTo>
                  <a:pt x="450" y="156"/>
                  <a:pt x="442" y="103"/>
                  <a:pt x="400" y="59"/>
                </a:cubicBezTo>
                <a:cubicBezTo>
                  <a:pt x="365" y="22"/>
                  <a:pt x="310" y="0"/>
                  <a:pt x="242" y="0"/>
                </a:cubicBezTo>
                <a:cubicBezTo>
                  <a:pt x="231" y="0"/>
                  <a:pt x="222" y="0"/>
                  <a:pt x="213" y="1"/>
                </a:cubicBezTo>
                <a:cubicBezTo>
                  <a:pt x="210" y="1"/>
                  <a:pt x="118" y="5"/>
                  <a:pt x="56" y="70"/>
                </a:cubicBezTo>
                <a:cubicBezTo>
                  <a:pt x="19" y="108"/>
                  <a:pt x="0" y="162"/>
                  <a:pt x="0" y="226"/>
                </a:cubicBezTo>
                <a:cubicBezTo>
                  <a:pt x="1" y="226"/>
                  <a:pt x="4" y="228"/>
                  <a:pt x="4" y="228"/>
                </a:cubicBezTo>
                <a:cubicBezTo>
                  <a:pt x="24" y="202"/>
                  <a:pt x="24" y="202"/>
                  <a:pt x="24" y="202"/>
                </a:cubicBezTo>
                <a:cubicBezTo>
                  <a:pt x="24" y="199"/>
                  <a:pt x="24" y="194"/>
                  <a:pt x="25" y="194"/>
                </a:cubicBezTo>
                <a:cubicBezTo>
                  <a:pt x="24" y="194"/>
                  <a:pt x="24" y="195"/>
                  <a:pt x="24" y="199"/>
                </a:cubicBezTo>
                <a:cubicBezTo>
                  <a:pt x="48" y="162"/>
                  <a:pt x="87" y="114"/>
                  <a:pt x="131" y="100"/>
                </a:cubicBezTo>
                <a:cubicBezTo>
                  <a:pt x="187" y="81"/>
                  <a:pt x="195" y="48"/>
                  <a:pt x="195" y="46"/>
                </a:cubicBezTo>
                <a:cubicBezTo>
                  <a:pt x="197" y="49"/>
                  <a:pt x="287" y="168"/>
                  <a:pt x="429" y="179"/>
                </a:cubicBezTo>
                <a:cubicBezTo>
                  <a:pt x="437" y="179"/>
                  <a:pt x="437" y="179"/>
                  <a:pt x="437" y="179"/>
                </a:cubicBezTo>
                <a:cubicBezTo>
                  <a:pt x="441" y="179"/>
                  <a:pt x="446" y="179"/>
                  <a:pt x="450" y="179"/>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9" name="Freeform 1231"/>
          <p:cNvSpPr/>
          <p:nvPr/>
        </p:nvSpPr>
        <p:spPr bwMode="auto">
          <a:xfrm>
            <a:off x="3109751" y="4275819"/>
            <a:ext cx="944670" cy="797771"/>
          </a:xfrm>
          <a:custGeom>
            <a:avLst/>
            <a:gdLst>
              <a:gd name="T0" fmla="*/ 547 w 676"/>
              <a:gd name="T1" fmla="*/ 142 h 571"/>
              <a:gd name="T2" fmla="*/ 420 w 676"/>
              <a:gd name="T3" fmla="*/ 25 h 571"/>
              <a:gd name="T4" fmla="*/ 417 w 676"/>
              <a:gd name="T5" fmla="*/ 0 h 571"/>
              <a:gd name="T6" fmla="*/ 312 w 676"/>
              <a:gd name="T7" fmla="*/ 37 h 571"/>
              <a:gd name="T8" fmla="*/ 208 w 676"/>
              <a:gd name="T9" fmla="*/ 0 h 571"/>
              <a:gd name="T10" fmla="*/ 207 w 676"/>
              <a:gd name="T11" fmla="*/ 25 h 571"/>
              <a:gd name="T12" fmla="*/ 78 w 676"/>
              <a:gd name="T13" fmla="*/ 142 h 571"/>
              <a:gd name="T14" fmla="*/ 0 w 676"/>
              <a:gd name="T15" fmla="*/ 179 h 571"/>
              <a:gd name="T16" fmla="*/ 25 w 676"/>
              <a:gd name="T17" fmla="*/ 182 h 571"/>
              <a:gd name="T18" fmla="*/ 177 w 676"/>
              <a:gd name="T19" fmla="*/ 272 h 571"/>
              <a:gd name="T20" fmla="*/ 234 w 676"/>
              <a:gd name="T21" fmla="*/ 469 h 571"/>
              <a:gd name="T22" fmla="*/ 234 w 676"/>
              <a:gd name="T23" fmla="*/ 565 h 571"/>
              <a:gd name="T24" fmla="*/ 312 w 676"/>
              <a:gd name="T25" fmla="*/ 565 h 571"/>
              <a:gd name="T26" fmla="*/ 676 w 676"/>
              <a:gd name="T27" fmla="*/ 466 h 571"/>
              <a:gd name="T28" fmla="*/ 676 w 676"/>
              <a:gd name="T29" fmla="*/ 336 h 571"/>
              <a:gd name="T30" fmla="*/ 547 w 676"/>
              <a:gd name="T31" fmla="*/ 142 h 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6" h="571">
                <a:moveTo>
                  <a:pt x="547" y="142"/>
                </a:moveTo>
                <a:cubicBezTo>
                  <a:pt x="477" y="142"/>
                  <a:pt x="420" y="91"/>
                  <a:pt x="420" y="25"/>
                </a:cubicBezTo>
                <a:cubicBezTo>
                  <a:pt x="420" y="16"/>
                  <a:pt x="418" y="8"/>
                  <a:pt x="417" y="0"/>
                </a:cubicBezTo>
                <a:cubicBezTo>
                  <a:pt x="385" y="25"/>
                  <a:pt x="349" y="37"/>
                  <a:pt x="312" y="37"/>
                </a:cubicBezTo>
                <a:cubicBezTo>
                  <a:pt x="275" y="37"/>
                  <a:pt x="240" y="25"/>
                  <a:pt x="208" y="0"/>
                </a:cubicBezTo>
                <a:cubicBezTo>
                  <a:pt x="207" y="8"/>
                  <a:pt x="207" y="16"/>
                  <a:pt x="207" y="25"/>
                </a:cubicBezTo>
                <a:cubicBezTo>
                  <a:pt x="207" y="91"/>
                  <a:pt x="148" y="142"/>
                  <a:pt x="78" y="142"/>
                </a:cubicBezTo>
                <a:cubicBezTo>
                  <a:pt x="50" y="142"/>
                  <a:pt x="23" y="157"/>
                  <a:pt x="0" y="179"/>
                </a:cubicBezTo>
                <a:cubicBezTo>
                  <a:pt x="10" y="180"/>
                  <a:pt x="17" y="182"/>
                  <a:pt x="25" y="182"/>
                </a:cubicBezTo>
                <a:cubicBezTo>
                  <a:pt x="82" y="182"/>
                  <a:pt x="138" y="213"/>
                  <a:pt x="177" y="272"/>
                </a:cubicBezTo>
                <a:cubicBezTo>
                  <a:pt x="213" y="324"/>
                  <a:pt x="234" y="394"/>
                  <a:pt x="234" y="469"/>
                </a:cubicBezTo>
                <a:cubicBezTo>
                  <a:pt x="234" y="565"/>
                  <a:pt x="234" y="565"/>
                  <a:pt x="234" y="565"/>
                </a:cubicBezTo>
                <a:cubicBezTo>
                  <a:pt x="264" y="565"/>
                  <a:pt x="292" y="565"/>
                  <a:pt x="312" y="565"/>
                </a:cubicBezTo>
                <a:cubicBezTo>
                  <a:pt x="420" y="565"/>
                  <a:pt x="676" y="571"/>
                  <a:pt x="676" y="466"/>
                </a:cubicBezTo>
                <a:cubicBezTo>
                  <a:pt x="676" y="336"/>
                  <a:pt x="676" y="336"/>
                  <a:pt x="676" y="336"/>
                </a:cubicBezTo>
                <a:cubicBezTo>
                  <a:pt x="676" y="230"/>
                  <a:pt x="617" y="142"/>
                  <a:pt x="547" y="142"/>
                </a:cubicBezTo>
                <a:close/>
              </a:path>
            </a:pathLst>
          </a:custGeom>
          <a:solidFill>
            <a:srgbClr val="ADB9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0" name="Freeform 1232"/>
          <p:cNvSpPr/>
          <p:nvPr/>
        </p:nvSpPr>
        <p:spPr bwMode="auto">
          <a:xfrm>
            <a:off x="3240829" y="3610256"/>
            <a:ext cx="609064" cy="687032"/>
          </a:xfrm>
          <a:custGeom>
            <a:avLst/>
            <a:gdLst>
              <a:gd name="T0" fmla="*/ 25 w 436"/>
              <a:gd name="T1" fmla="*/ 301 h 492"/>
              <a:gd name="T2" fmla="*/ 34 w 436"/>
              <a:gd name="T3" fmla="*/ 299 h 492"/>
              <a:gd name="T4" fmla="*/ 218 w 436"/>
              <a:gd name="T5" fmla="*/ 492 h 492"/>
              <a:gd name="T6" fmla="*/ 404 w 436"/>
              <a:gd name="T7" fmla="*/ 299 h 492"/>
              <a:gd name="T8" fmla="*/ 414 w 436"/>
              <a:gd name="T9" fmla="*/ 301 h 492"/>
              <a:gd name="T10" fmla="*/ 436 w 436"/>
              <a:gd name="T11" fmla="*/ 277 h 492"/>
              <a:gd name="T12" fmla="*/ 436 w 436"/>
              <a:gd name="T13" fmla="*/ 160 h 492"/>
              <a:gd name="T14" fmla="*/ 414 w 436"/>
              <a:gd name="T15" fmla="*/ 137 h 492"/>
              <a:gd name="T16" fmla="*/ 404 w 436"/>
              <a:gd name="T17" fmla="*/ 138 h 492"/>
              <a:gd name="T18" fmla="*/ 397 w 436"/>
              <a:gd name="T19" fmla="*/ 107 h 492"/>
              <a:gd name="T20" fmla="*/ 393 w 436"/>
              <a:gd name="T21" fmla="*/ 107 h 492"/>
              <a:gd name="T22" fmla="*/ 190 w 436"/>
              <a:gd name="T23" fmla="*/ 0 h 492"/>
              <a:gd name="T24" fmla="*/ 140 w 436"/>
              <a:gd name="T25" fmla="*/ 40 h 492"/>
              <a:gd name="T26" fmla="*/ 42 w 436"/>
              <a:gd name="T27" fmla="*/ 140 h 492"/>
              <a:gd name="T28" fmla="*/ 25 w 436"/>
              <a:gd name="T29" fmla="*/ 173 h 492"/>
              <a:gd name="T30" fmla="*/ 24 w 436"/>
              <a:gd name="T31" fmla="*/ 138 h 492"/>
              <a:gd name="T32" fmla="*/ 24 w 436"/>
              <a:gd name="T33" fmla="*/ 137 h 492"/>
              <a:gd name="T34" fmla="*/ 0 w 436"/>
              <a:gd name="T35" fmla="*/ 160 h 492"/>
              <a:gd name="T36" fmla="*/ 0 w 436"/>
              <a:gd name="T37" fmla="*/ 277 h 492"/>
              <a:gd name="T38" fmla="*/ 25 w 436"/>
              <a:gd name="T39" fmla="*/ 301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6" h="492">
                <a:moveTo>
                  <a:pt x="25" y="301"/>
                </a:moveTo>
                <a:cubicBezTo>
                  <a:pt x="27" y="301"/>
                  <a:pt x="32" y="300"/>
                  <a:pt x="34" y="299"/>
                </a:cubicBezTo>
                <a:cubicBezTo>
                  <a:pt x="57" y="411"/>
                  <a:pt x="132" y="492"/>
                  <a:pt x="218" y="492"/>
                </a:cubicBezTo>
                <a:cubicBezTo>
                  <a:pt x="307" y="492"/>
                  <a:pt x="378" y="411"/>
                  <a:pt x="404" y="299"/>
                </a:cubicBezTo>
                <a:cubicBezTo>
                  <a:pt x="405" y="300"/>
                  <a:pt x="409" y="301"/>
                  <a:pt x="414" y="301"/>
                </a:cubicBezTo>
                <a:cubicBezTo>
                  <a:pt x="426" y="301"/>
                  <a:pt x="436" y="290"/>
                  <a:pt x="436" y="277"/>
                </a:cubicBezTo>
                <a:cubicBezTo>
                  <a:pt x="436" y="160"/>
                  <a:pt x="436" y="160"/>
                  <a:pt x="436" y="160"/>
                </a:cubicBezTo>
                <a:cubicBezTo>
                  <a:pt x="436" y="147"/>
                  <a:pt x="426" y="137"/>
                  <a:pt x="414" y="137"/>
                </a:cubicBezTo>
                <a:cubicBezTo>
                  <a:pt x="409" y="137"/>
                  <a:pt x="405" y="137"/>
                  <a:pt x="404" y="138"/>
                </a:cubicBezTo>
                <a:cubicBezTo>
                  <a:pt x="400" y="127"/>
                  <a:pt x="399" y="116"/>
                  <a:pt x="397" y="107"/>
                </a:cubicBezTo>
                <a:cubicBezTo>
                  <a:pt x="393" y="107"/>
                  <a:pt x="393" y="107"/>
                  <a:pt x="393" y="107"/>
                </a:cubicBezTo>
                <a:cubicBezTo>
                  <a:pt x="288" y="106"/>
                  <a:pt x="218" y="35"/>
                  <a:pt x="190" y="0"/>
                </a:cubicBezTo>
                <a:cubicBezTo>
                  <a:pt x="183" y="14"/>
                  <a:pt x="170" y="27"/>
                  <a:pt x="140" y="40"/>
                </a:cubicBezTo>
                <a:cubicBezTo>
                  <a:pt x="89" y="57"/>
                  <a:pt x="42" y="140"/>
                  <a:pt x="42" y="140"/>
                </a:cubicBezTo>
                <a:cubicBezTo>
                  <a:pt x="25" y="173"/>
                  <a:pt x="25" y="173"/>
                  <a:pt x="25" y="173"/>
                </a:cubicBezTo>
                <a:cubicBezTo>
                  <a:pt x="24" y="138"/>
                  <a:pt x="24" y="138"/>
                  <a:pt x="24" y="138"/>
                </a:cubicBezTo>
                <a:cubicBezTo>
                  <a:pt x="24" y="137"/>
                  <a:pt x="24" y="137"/>
                  <a:pt x="24" y="137"/>
                </a:cubicBezTo>
                <a:cubicBezTo>
                  <a:pt x="10" y="137"/>
                  <a:pt x="0" y="147"/>
                  <a:pt x="0" y="160"/>
                </a:cubicBezTo>
                <a:cubicBezTo>
                  <a:pt x="0" y="277"/>
                  <a:pt x="0" y="277"/>
                  <a:pt x="0" y="277"/>
                </a:cubicBezTo>
                <a:cubicBezTo>
                  <a:pt x="0" y="290"/>
                  <a:pt x="11" y="301"/>
                  <a:pt x="25" y="301"/>
                </a:cubicBezTo>
                <a:close/>
              </a:path>
            </a:pathLst>
          </a:custGeom>
          <a:solidFill>
            <a:srgbClr val="ADB9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1" name="Freeform 1233"/>
          <p:cNvSpPr/>
          <p:nvPr/>
        </p:nvSpPr>
        <p:spPr bwMode="auto">
          <a:xfrm>
            <a:off x="3274729" y="3522117"/>
            <a:ext cx="525445" cy="268937"/>
          </a:xfrm>
          <a:custGeom>
            <a:avLst/>
            <a:gdLst>
              <a:gd name="T0" fmla="*/ 18 w 376"/>
              <a:gd name="T1" fmla="*/ 168 h 192"/>
              <a:gd name="T2" fmla="*/ 20 w 376"/>
              <a:gd name="T3" fmla="*/ 162 h 192"/>
              <a:gd name="T4" fmla="*/ 20 w 376"/>
              <a:gd name="T5" fmla="*/ 163 h 192"/>
              <a:gd name="T6" fmla="*/ 109 w 376"/>
              <a:gd name="T7" fmla="*/ 84 h 192"/>
              <a:gd name="T8" fmla="*/ 164 w 376"/>
              <a:gd name="T9" fmla="*/ 40 h 192"/>
              <a:gd name="T10" fmla="*/ 359 w 376"/>
              <a:gd name="T11" fmla="*/ 150 h 192"/>
              <a:gd name="T12" fmla="*/ 364 w 376"/>
              <a:gd name="T13" fmla="*/ 150 h 192"/>
              <a:gd name="T14" fmla="*/ 364 w 376"/>
              <a:gd name="T15" fmla="*/ 152 h 192"/>
              <a:gd name="T16" fmla="*/ 376 w 376"/>
              <a:gd name="T17" fmla="*/ 152 h 192"/>
              <a:gd name="T18" fmla="*/ 376 w 376"/>
              <a:gd name="T19" fmla="*/ 150 h 192"/>
              <a:gd name="T20" fmla="*/ 335 w 376"/>
              <a:gd name="T21" fmla="*/ 49 h 192"/>
              <a:gd name="T22" fmla="*/ 202 w 376"/>
              <a:gd name="T23" fmla="*/ 0 h 192"/>
              <a:gd name="T24" fmla="*/ 179 w 376"/>
              <a:gd name="T25" fmla="*/ 0 h 192"/>
              <a:gd name="T26" fmla="*/ 47 w 376"/>
              <a:gd name="T27" fmla="*/ 58 h 192"/>
              <a:gd name="T28" fmla="*/ 0 w 376"/>
              <a:gd name="T29" fmla="*/ 189 h 192"/>
              <a:gd name="T30" fmla="*/ 3 w 376"/>
              <a:gd name="T31" fmla="*/ 192 h 192"/>
              <a:gd name="T32" fmla="*/ 18 w 376"/>
              <a:gd name="T33" fmla="*/ 168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6" h="192">
                <a:moveTo>
                  <a:pt x="18" y="168"/>
                </a:moveTo>
                <a:cubicBezTo>
                  <a:pt x="20" y="163"/>
                  <a:pt x="20" y="163"/>
                  <a:pt x="20" y="162"/>
                </a:cubicBezTo>
                <a:cubicBezTo>
                  <a:pt x="20" y="163"/>
                  <a:pt x="20" y="163"/>
                  <a:pt x="20" y="163"/>
                </a:cubicBezTo>
                <a:cubicBezTo>
                  <a:pt x="39" y="136"/>
                  <a:pt x="74" y="96"/>
                  <a:pt x="109" y="84"/>
                </a:cubicBezTo>
                <a:cubicBezTo>
                  <a:pt x="156" y="67"/>
                  <a:pt x="164" y="40"/>
                  <a:pt x="164" y="40"/>
                </a:cubicBezTo>
                <a:cubicBezTo>
                  <a:pt x="164" y="40"/>
                  <a:pt x="241" y="141"/>
                  <a:pt x="359" y="150"/>
                </a:cubicBezTo>
                <a:cubicBezTo>
                  <a:pt x="364" y="150"/>
                  <a:pt x="364" y="150"/>
                  <a:pt x="364" y="150"/>
                </a:cubicBezTo>
                <a:cubicBezTo>
                  <a:pt x="364" y="152"/>
                  <a:pt x="364" y="152"/>
                  <a:pt x="364" y="152"/>
                </a:cubicBezTo>
                <a:cubicBezTo>
                  <a:pt x="370" y="152"/>
                  <a:pt x="373" y="152"/>
                  <a:pt x="376" y="152"/>
                </a:cubicBezTo>
                <a:cubicBezTo>
                  <a:pt x="376" y="152"/>
                  <a:pt x="376" y="152"/>
                  <a:pt x="376" y="150"/>
                </a:cubicBezTo>
                <a:cubicBezTo>
                  <a:pt x="376" y="130"/>
                  <a:pt x="370" y="84"/>
                  <a:pt x="335" y="49"/>
                </a:cubicBezTo>
                <a:cubicBezTo>
                  <a:pt x="304" y="16"/>
                  <a:pt x="260" y="0"/>
                  <a:pt x="202" y="0"/>
                </a:cubicBezTo>
                <a:cubicBezTo>
                  <a:pt x="194" y="0"/>
                  <a:pt x="187" y="0"/>
                  <a:pt x="179" y="0"/>
                </a:cubicBezTo>
                <a:cubicBezTo>
                  <a:pt x="175" y="0"/>
                  <a:pt x="99" y="1"/>
                  <a:pt x="47" y="58"/>
                </a:cubicBezTo>
                <a:cubicBezTo>
                  <a:pt x="14" y="88"/>
                  <a:pt x="0" y="134"/>
                  <a:pt x="0" y="189"/>
                </a:cubicBezTo>
                <a:cubicBezTo>
                  <a:pt x="1" y="189"/>
                  <a:pt x="2" y="190"/>
                  <a:pt x="3" y="192"/>
                </a:cubicBezTo>
                <a:lnTo>
                  <a:pt x="18" y="168"/>
                </a:lnTo>
                <a:close/>
              </a:path>
            </a:pathLst>
          </a:custGeom>
          <a:solidFill>
            <a:srgbClr val="ADB9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2" name="Freeform 1234"/>
          <p:cNvSpPr/>
          <p:nvPr/>
        </p:nvSpPr>
        <p:spPr bwMode="auto">
          <a:xfrm>
            <a:off x="1613647" y="4323278"/>
            <a:ext cx="774042" cy="658783"/>
          </a:xfrm>
          <a:custGeom>
            <a:avLst/>
            <a:gdLst>
              <a:gd name="T0" fmla="*/ 381 w 554"/>
              <a:gd name="T1" fmla="*/ 238 h 472"/>
              <a:gd name="T2" fmla="*/ 533 w 554"/>
              <a:gd name="T3" fmla="*/ 148 h 472"/>
              <a:gd name="T4" fmla="*/ 554 w 554"/>
              <a:gd name="T5" fmla="*/ 145 h 472"/>
              <a:gd name="T6" fmla="*/ 494 w 554"/>
              <a:gd name="T7" fmla="*/ 119 h 472"/>
              <a:gd name="T8" fmla="*/ 388 w 554"/>
              <a:gd name="T9" fmla="*/ 22 h 472"/>
              <a:gd name="T10" fmla="*/ 384 w 554"/>
              <a:gd name="T11" fmla="*/ 0 h 472"/>
              <a:gd name="T12" fmla="*/ 301 w 554"/>
              <a:gd name="T13" fmla="*/ 32 h 472"/>
              <a:gd name="T14" fmla="*/ 213 w 554"/>
              <a:gd name="T15" fmla="*/ 0 h 472"/>
              <a:gd name="T16" fmla="*/ 211 w 554"/>
              <a:gd name="T17" fmla="*/ 22 h 472"/>
              <a:gd name="T18" fmla="*/ 106 w 554"/>
              <a:gd name="T19" fmla="*/ 119 h 472"/>
              <a:gd name="T20" fmla="*/ 0 w 554"/>
              <a:gd name="T21" fmla="*/ 277 h 472"/>
              <a:gd name="T22" fmla="*/ 0 w 554"/>
              <a:gd name="T23" fmla="*/ 384 h 472"/>
              <a:gd name="T24" fmla="*/ 301 w 554"/>
              <a:gd name="T25" fmla="*/ 468 h 472"/>
              <a:gd name="T26" fmla="*/ 324 w 554"/>
              <a:gd name="T27" fmla="*/ 468 h 472"/>
              <a:gd name="T28" fmla="*/ 324 w 554"/>
              <a:gd name="T29" fmla="*/ 435 h 472"/>
              <a:gd name="T30" fmla="*/ 381 w 554"/>
              <a:gd name="T31" fmla="*/ 238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4" h="472">
                <a:moveTo>
                  <a:pt x="381" y="238"/>
                </a:moveTo>
                <a:cubicBezTo>
                  <a:pt x="421" y="179"/>
                  <a:pt x="474" y="148"/>
                  <a:pt x="533" y="148"/>
                </a:cubicBezTo>
                <a:cubicBezTo>
                  <a:pt x="540" y="148"/>
                  <a:pt x="546" y="148"/>
                  <a:pt x="554" y="145"/>
                </a:cubicBezTo>
                <a:cubicBezTo>
                  <a:pt x="538" y="128"/>
                  <a:pt x="517" y="119"/>
                  <a:pt x="494" y="119"/>
                </a:cubicBezTo>
                <a:cubicBezTo>
                  <a:pt x="436" y="119"/>
                  <a:pt x="388" y="73"/>
                  <a:pt x="388" y="22"/>
                </a:cubicBezTo>
                <a:cubicBezTo>
                  <a:pt x="388" y="15"/>
                  <a:pt x="388" y="7"/>
                  <a:pt x="384" y="0"/>
                </a:cubicBezTo>
                <a:cubicBezTo>
                  <a:pt x="359" y="20"/>
                  <a:pt x="332" y="32"/>
                  <a:pt x="301" y="32"/>
                </a:cubicBezTo>
                <a:cubicBezTo>
                  <a:pt x="269" y="32"/>
                  <a:pt x="241" y="20"/>
                  <a:pt x="213" y="0"/>
                </a:cubicBezTo>
                <a:cubicBezTo>
                  <a:pt x="212" y="7"/>
                  <a:pt x="211" y="15"/>
                  <a:pt x="211" y="22"/>
                </a:cubicBezTo>
                <a:cubicBezTo>
                  <a:pt x="211" y="73"/>
                  <a:pt x="164" y="119"/>
                  <a:pt x="106" y="119"/>
                </a:cubicBezTo>
                <a:cubicBezTo>
                  <a:pt x="47" y="119"/>
                  <a:pt x="0" y="189"/>
                  <a:pt x="0" y="277"/>
                </a:cubicBezTo>
                <a:cubicBezTo>
                  <a:pt x="0" y="384"/>
                  <a:pt x="0" y="384"/>
                  <a:pt x="0" y="384"/>
                </a:cubicBezTo>
                <a:cubicBezTo>
                  <a:pt x="0" y="472"/>
                  <a:pt x="211" y="468"/>
                  <a:pt x="301" y="468"/>
                </a:cubicBezTo>
                <a:cubicBezTo>
                  <a:pt x="308" y="468"/>
                  <a:pt x="315" y="468"/>
                  <a:pt x="324" y="468"/>
                </a:cubicBezTo>
                <a:cubicBezTo>
                  <a:pt x="324" y="435"/>
                  <a:pt x="324" y="435"/>
                  <a:pt x="324" y="435"/>
                </a:cubicBezTo>
                <a:cubicBezTo>
                  <a:pt x="324" y="360"/>
                  <a:pt x="345" y="290"/>
                  <a:pt x="381" y="238"/>
                </a:cubicBezTo>
                <a:close/>
              </a:path>
            </a:pathLst>
          </a:custGeom>
          <a:solidFill>
            <a:srgbClr val="ADB9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3" name="Freeform 1235"/>
          <p:cNvSpPr/>
          <p:nvPr/>
        </p:nvSpPr>
        <p:spPr bwMode="auto">
          <a:xfrm>
            <a:off x="1780885" y="3776364"/>
            <a:ext cx="505105" cy="566124"/>
          </a:xfrm>
          <a:custGeom>
            <a:avLst/>
            <a:gdLst>
              <a:gd name="T0" fmla="*/ 19 w 361"/>
              <a:gd name="T1" fmla="*/ 245 h 405"/>
              <a:gd name="T2" fmla="*/ 26 w 361"/>
              <a:gd name="T3" fmla="*/ 245 h 405"/>
              <a:gd name="T4" fmla="*/ 181 w 361"/>
              <a:gd name="T5" fmla="*/ 405 h 405"/>
              <a:gd name="T6" fmla="*/ 333 w 361"/>
              <a:gd name="T7" fmla="*/ 245 h 405"/>
              <a:gd name="T8" fmla="*/ 341 w 361"/>
              <a:gd name="T9" fmla="*/ 245 h 405"/>
              <a:gd name="T10" fmla="*/ 361 w 361"/>
              <a:gd name="T11" fmla="*/ 228 h 405"/>
              <a:gd name="T12" fmla="*/ 361 w 361"/>
              <a:gd name="T13" fmla="*/ 130 h 405"/>
              <a:gd name="T14" fmla="*/ 341 w 361"/>
              <a:gd name="T15" fmla="*/ 110 h 405"/>
              <a:gd name="T16" fmla="*/ 333 w 361"/>
              <a:gd name="T17" fmla="*/ 111 h 405"/>
              <a:gd name="T18" fmla="*/ 326 w 361"/>
              <a:gd name="T19" fmla="*/ 87 h 405"/>
              <a:gd name="T20" fmla="*/ 321 w 361"/>
              <a:gd name="T21" fmla="*/ 87 h 405"/>
              <a:gd name="T22" fmla="*/ 158 w 361"/>
              <a:gd name="T23" fmla="*/ 0 h 405"/>
              <a:gd name="T24" fmla="*/ 114 w 361"/>
              <a:gd name="T25" fmla="*/ 30 h 405"/>
              <a:gd name="T26" fmla="*/ 34 w 361"/>
              <a:gd name="T27" fmla="*/ 115 h 405"/>
              <a:gd name="T28" fmla="*/ 20 w 361"/>
              <a:gd name="T29" fmla="*/ 142 h 405"/>
              <a:gd name="T30" fmla="*/ 19 w 361"/>
              <a:gd name="T31" fmla="*/ 114 h 405"/>
              <a:gd name="T32" fmla="*/ 19 w 361"/>
              <a:gd name="T33" fmla="*/ 110 h 405"/>
              <a:gd name="T34" fmla="*/ 0 w 361"/>
              <a:gd name="T35" fmla="*/ 130 h 405"/>
              <a:gd name="T36" fmla="*/ 0 w 361"/>
              <a:gd name="T37" fmla="*/ 228 h 405"/>
              <a:gd name="T38" fmla="*/ 19 w 361"/>
              <a:gd name="T39" fmla="*/ 24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1" h="405">
                <a:moveTo>
                  <a:pt x="19" y="245"/>
                </a:moveTo>
                <a:cubicBezTo>
                  <a:pt x="21" y="245"/>
                  <a:pt x="25" y="245"/>
                  <a:pt x="26" y="245"/>
                </a:cubicBezTo>
                <a:cubicBezTo>
                  <a:pt x="46" y="335"/>
                  <a:pt x="108" y="405"/>
                  <a:pt x="181" y="405"/>
                </a:cubicBezTo>
                <a:cubicBezTo>
                  <a:pt x="252" y="405"/>
                  <a:pt x="313" y="335"/>
                  <a:pt x="333" y="245"/>
                </a:cubicBezTo>
                <a:cubicBezTo>
                  <a:pt x="335" y="245"/>
                  <a:pt x="337" y="245"/>
                  <a:pt x="341" y="245"/>
                </a:cubicBezTo>
                <a:cubicBezTo>
                  <a:pt x="352" y="245"/>
                  <a:pt x="361" y="238"/>
                  <a:pt x="361" y="228"/>
                </a:cubicBezTo>
                <a:cubicBezTo>
                  <a:pt x="361" y="130"/>
                  <a:pt x="361" y="130"/>
                  <a:pt x="361" y="130"/>
                </a:cubicBezTo>
                <a:cubicBezTo>
                  <a:pt x="361" y="119"/>
                  <a:pt x="352" y="110"/>
                  <a:pt x="341" y="110"/>
                </a:cubicBezTo>
                <a:cubicBezTo>
                  <a:pt x="337" y="110"/>
                  <a:pt x="335" y="110"/>
                  <a:pt x="333" y="111"/>
                </a:cubicBezTo>
                <a:cubicBezTo>
                  <a:pt x="331" y="101"/>
                  <a:pt x="327" y="94"/>
                  <a:pt x="326" y="87"/>
                </a:cubicBezTo>
                <a:cubicBezTo>
                  <a:pt x="321" y="87"/>
                  <a:pt x="321" y="87"/>
                  <a:pt x="321" y="87"/>
                </a:cubicBezTo>
                <a:cubicBezTo>
                  <a:pt x="238" y="83"/>
                  <a:pt x="180" y="27"/>
                  <a:pt x="158" y="0"/>
                </a:cubicBezTo>
                <a:cubicBezTo>
                  <a:pt x="150" y="10"/>
                  <a:pt x="139" y="21"/>
                  <a:pt x="114" y="30"/>
                </a:cubicBezTo>
                <a:cubicBezTo>
                  <a:pt x="72" y="46"/>
                  <a:pt x="34" y="115"/>
                  <a:pt x="34" y="115"/>
                </a:cubicBezTo>
                <a:cubicBezTo>
                  <a:pt x="20" y="142"/>
                  <a:pt x="20" y="142"/>
                  <a:pt x="20" y="142"/>
                </a:cubicBezTo>
                <a:cubicBezTo>
                  <a:pt x="19" y="114"/>
                  <a:pt x="19" y="114"/>
                  <a:pt x="19" y="114"/>
                </a:cubicBezTo>
                <a:cubicBezTo>
                  <a:pt x="19" y="110"/>
                  <a:pt x="19" y="110"/>
                  <a:pt x="19" y="110"/>
                </a:cubicBezTo>
                <a:cubicBezTo>
                  <a:pt x="9" y="110"/>
                  <a:pt x="0" y="119"/>
                  <a:pt x="0" y="130"/>
                </a:cubicBezTo>
                <a:cubicBezTo>
                  <a:pt x="0" y="228"/>
                  <a:pt x="0" y="228"/>
                  <a:pt x="0" y="228"/>
                </a:cubicBezTo>
                <a:cubicBezTo>
                  <a:pt x="0" y="238"/>
                  <a:pt x="9" y="245"/>
                  <a:pt x="19" y="245"/>
                </a:cubicBezTo>
                <a:close/>
              </a:path>
            </a:pathLst>
          </a:custGeom>
          <a:solidFill>
            <a:srgbClr val="ADB9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14" name="Freeform 1236"/>
          <p:cNvSpPr/>
          <p:nvPr/>
        </p:nvSpPr>
        <p:spPr bwMode="auto">
          <a:xfrm>
            <a:off x="1808005" y="3698395"/>
            <a:ext cx="437306" cy="224868"/>
          </a:xfrm>
          <a:custGeom>
            <a:avLst/>
            <a:gdLst>
              <a:gd name="T0" fmla="*/ 15 w 313"/>
              <a:gd name="T1" fmla="*/ 139 h 161"/>
              <a:gd name="T2" fmla="*/ 19 w 313"/>
              <a:gd name="T3" fmla="*/ 134 h 161"/>
              <a:gd name="T4" fmla="*/ 16 w 313"/>
              <a:gd name="T5" fmla="*/ 139 h 161"/>
              <a:gd name="T6" fmla="*/ 90 w 313"/>
              <a:gd name="T7" fmla="*/ 71 h 161"/>
              <a:gd name="T8" fmla="*/ 136 w 313"/>
              <a:gd name="T9" fmla="*/ 34 h 161"/>
              <a:gd name="T10" fmla="*/ 296 w 313"/>
              <a:gd name="T11" fmla="*/ 125 h 161"/>
              <a:gd name="T12" fmla="*/ 301 w 313"/>
              <a:gd name="T13" fmla="*/ 125 h 161"/>
              <a:gd name="T14" fmla="*/ 301 w 313"/>
              <a:gd name="T15" fmla="*/ 126 h 161"/>
              <a:gd name="T16" fmla="*/ 313 w 313"/>
              <a:gd name="T17" fmla="*/ 126 h 161"/>
              <a:gd name="T18" fmla="*/ 313 w 313"/>
              <a:gd name="T19" fmla="*/ 125 h 161"/>
              <a:gd name="T20" fmla="*/ 277 w 313"/>
              <a:gd name="T21" fmla="*/ 43 h 161"/>
              <a:gd name="T22" fmla="*/ 167 w 313"/>
              <a:gd name="T23" fmla="*/ 0 h 161"/>
              <a:gd name="T24" fmla="*/ 147 w 313"/>
              <a:gd name="T25" fmla="*/ 3 h 161"/>
              <a:gd name="T26" fmla="*/ 40 w 313"/>
              <a:gd name="T27" fmla="*/ 50 h 161"/>
              <a:gd name="T28" fmla="*/ 0 w 313"/>
              <a:gd name="T29" fmla="*/ 157 h 161"/>
              <a:gd name="T30" fmla="*/ 4 w 313"/>
              <a:gd name="T31" fmla="*/ 161 h 161"/>
              <a:gd name="T32" fmla="*/ 15 w 313"/>
              <a:gd name="T33" fmla="*/ 13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3" h="161">
                <a:moveTo>
                  <a:pt x="15" y="139"/>
                </a:moveTo>
                <a:cubicBezTo>
                  <a:pt x="15" y="139"/>
                  <a:pt x="16" y="136"/>
                  <a:pt x="19" y="134"/>
                </a:cubicBezTo>
                <a:cubicBezTo>
                  <a:pt x="16" y="139"/>
                  <a:pt x="16" y="139"/>
                  <a:pt x="16" y="139"/>
                </a:cubicBezTo>
                <a:cubicBezTo>
                  <a:pt x="33" y="113"/>
                  <a:pt x="61" y="82"/>
                  <a:pt x="90" y="71"/>
                </a:cubicBezTo>
                <a:cubicBezTo>
                  <a:pt x="129" y="57"/>
                  <a:pt x="136" y="36"/>
                  <a:pt x="136" y="34"/>
                </a:cubicBezTo>
                <a:cubicBezTo>
                  <a:pt x="136" y="36"/>
                  <a:pt x="199" y="119"/>
                  <a:pt x="296" y="125"/>
                </a:cubicBezTo>
                <a:cubicBezTo>
                  <a:pt x="301" y="125"/>
                  <a:pt x="301" y="125"/>
                  <a:pt x="301" y="125"/>
                </a:cubicBezTo>
                <a:cubicBezTo>
                  <a:pt x="301" y="126"/>
                  <a:pt x="301" y="126"/>
                  <a:pt x="301" y="126"/>
                </a:cubicBezTo>
                <a:cubicBezTo>
                  <a:pt x="305" y="126"/>
                  <a:pt x="308" y="126"/>
                  <a:pt x="313" y="126"/>
                </a:cubicBezTo>
                <a:cubicBezTo>
                  <a:pt x="313" y="125"/>
                  <a:pt x="313" y="125"/>
                  <a:pt x="313" y="125"/>
                </a:cubicBezTo>
                <a:cubicBezTo>
                  <a:pt x="312" y="110"/>
                  <a:pt x="306" y="71"/>
                  <a:pt x="277" y="43"/>
                </a:cubicBezTo>
                <a:cubicBezTo>
                  <a:pt x="251" y="15"/>
                  <a:pt x="213" y="0"/>
                  <a:pt x="167" y="0"/>
                </a:cubicBezTo>
                <a:cubicBezTo>
                  <a:pt x="161" y="0"/>
                  <a:pt x="154" y="3"/>
                  <a:pt x="147" y="3"/>
                </a:cubicBezTo>
                <a:cubicBezTo>
                  <a:pt x="145" y="3"/>
                  <a:pt x="82" y="4"/>
                  <a:pt x="40" y="50"/>
                </a:cubicBezTo>
                <a:cubicBezTo>
                  <a:pt x="13" y="76"/>
                  <a:pt x="0" y="113"/>
                  <a:pt x="0" y="157"/>
                </a:cubicBezTo>
                <a:cubicBezTo>
                  <a:pt x="1" y="157"/>
                  <a:pt x="2" y="157"/>
                  <a:pt x="4" y="161"/>
                </a:cubicBezTo>
                <a:lnTo>
                  <a:pt x="15" y="139"/>
                </a:lnTo>
                <a:close/>
              </a:path>
            </a:pathLst>
          </a:custGeom>
          <a:solidFill>
            <a:srgbClr val="ADB9CA"/>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Arial" panose="020B0604020202020204" pitchFamily="34" charset="0"/>
            </a:endParaRPr>
          </a:p>
        </p:txBody>
      </p:sp>
      <p:grpSp>
        <p:nvGrpSpPr>
          <p:cNvPr id="15" name="组合 14"/>
          <p:cNvGrpSpPr/>
          <p:nvPr/>
        </p:nvGrpSpPr>
        <p:grpSpPr>
          <a:xfrm>
            <a:off x="1188086" y="3149249"/>
            <a:ext cx="453206" cy="453206"/>
            <a:chOff x="7274206" y="1633069"/>
            <a:chExt cx="593726" cy="593725"/>
          </a:xfrm>
          <a:solidFill>
            <a:schemeClr val="bg1"/>
          </a:solidFill>
        </p:grpSpPr>
        <p:sp>
          <p:nvSpPr>
            <p:cNvPr id="16" name="Freeform 44"/>
            <p:cNvSpPr>
              <a:spLocks noEditPoints="1"/>
            </p:cNvSpPr>
            <p:nvPr/>
          </p:nvSpPr>
          <p:spPr bwMode="auto">
            <a:xfrm>
              <a:off x="7274206" y="1633069"/>
              <a:ext cx="593726" cy="593725"/>
            </a:xfrm>
            <a:custGeom>
              <a:avLst/>
              <a:gdLst>
                <a:gd name="T0" fmla="*/ 84 w 168"/>
                <a:gd name="T1" fmla="*/ 0 h 168"/>
                <a:gd name="T2" fmla="*/ 0 w 168"/>
                <a:gd name="T3" fmla="*/ 84 h 168"/>
                <a:gd name="T4" fmla="*/ 6 w 168"/>
                <a:gd name="T5" fmla="*/ 114 h 168"/>
                <a:gd name="T6" fmla="*/ 9 w 168"/>
                <a:gd name="T7" fmla="*/ 121 h 168"/>
                <a:gd name="T8" fmla="*/ 38 w 168"/>
                <a:gd name="T9" fmla="*/ 154 h 168"/>
                <a:gd name="T10" fmla="*/ 44 w 168"/>
                <a:gd name="T11" fmla="*/ 158 h 168"/>
                <a:gd name="T12" fmla="*/ 84 w 168"/>
                <a:gd name="T13" fmla="*/ 168 h 168"/>
                <a:gd name="T14" fmla="*/ 124 w 168"/>
                <a:gd name="T15" fmla="*/ 158 h 168"/>
                <a:gd name="T16" fmla="*/ 130 w 168"/>
                <a:gd name="T17" fmla="*/ 154 h 168"/>
                <a:gd name="T18" fmla="*/ 159 w 168"/>
                <a:gd name="T19" fmla="*/ 121 h 168"/>
                <a:gd name="T20" fmla="*/ 162 w 168"/>
                <a:gd name="T21" fmla="*/ 114 h 168"/>
                <a:gd name="T22" fmla="*/ 168 w 168"/>
                <a:gd name="T23" fmla="*/ 84 h 168"/>
                <a:gd name="T24" fmla="*/ 84 w 168"/>
                <a:gd name="T25" fmla="*/ 0 h 168"/>
                <a:gd name="T26" fmla="*/ 49 w 168"/>
                <a:gd name="T27" fmla="*/ 147 h 168"/>
                <a:gd name="T28" fmla="*/ 18 w 168"/>
                <a:gd name="T29" fmla="*/ 112 h 168"/>
                <a:gd name="T30" fmla="*/ 30 w 168"/>
                <a:gd name="T31" fmla="*/ 108 h 168"/>
                <a:gd name="T32" fmla="*/ 54 w 168"/>
                <a:gd name="T33" fmla="*/ 132 h 168"/>
                <a:gd name="T34" fmla="*/ 49 w 168"/>
                <a:gd name="T35" fmla="*/ 147 h 168"/>
                <a:gd name="T36" fmla="*/ 119 w 168"/>
                <a:gd name="T37" fmla="*/ 147 h 168"/>
                <a:gd name="T38" fmla="*/ 114 w 168"/>
                <a:gd name="T39" fmla="*/ 132 h 168"/>
                <a:gd name="T40" fmla="*/ 138 w 168"/>
                <a:gd name="T41" fmla="*/ 108 h 168"/>
                <a:gd name="T42" fmla="*/ 150 w 168"/>
                <a:gd name="T43" fmla="*/ 112 h 168"/>
                <a:gd name="T44" fmla="*/ 119 w 168"/>
                <a:gd name="T45" fmla="*/ 147 h 168"/>
                <a:gd name="T46" fmla="*/ 153 w 168"/>
                <a:gd name="T47" fmla="*/ 106 h 168"/>
                <a:gd name="T48" fmla="*/ 138 w 168"/>
                <a:gd name="T49" fmla="*/ 102 h 168"/>
                <a:gd name="T50" fmla="*/ 108 w 168"/>
                <a:gd name="T51" fmla="*/ 132 h 168"/>
                <a:gd name="T52" fmla="*/ 114 w 168"/>
                <a:gd name="T53" fmla="*/ 149 h 168"/>
                <a:gd name="T54" fmla="*/ 84 w 168"/>
                <a:gd name="T55" fmla="*/ 156 h 168"/>
                <a:gd name="T56" fmla="*/ 54 w 168"/>
                <a:gd name="T57" fmla="*/ 149 h 168"/>
                <a:gd name="T58" fmla="*/ 60 w 168"/>
                <a:gd name="T59" fmla="*/ 132 h 168"/>
                <a:gd name="T60" fmla="*/ 30 w 168"/>
                <a:gd name="T61" fmla="*/ 102 h 168"/>
                <a:gd name="T62" fmla="*/ 15 w 168"/>
                <a:gd name="T63" fmla="*/ 106 h 168"/>
                <a:gd name="T64" fmla="*/ 12 w 168"/>
                <a:gd name="T65" fmla="*/ 84 h 168"/>
                <a:gd name="T66" fmla="*/ 84 w 168"/>
                <a:gd name="T67" fmla="*/ 12 h 168"/>
                <a:gd name="T68" fmla="*/ 156 w 168"/>
                <a:gd name="T69" fmla="*/ 84 h 168"/>
                <a:gd name="T70" fmla="*/ 153 w 168"/>
                <a:gd name="T71" fmla="*/ 10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8" h="168">
                  <a:moveTo>
                    <a:pt x="84" y="0"/>
                  </a:moveTo>
                  <a:cubicBezTo>
                    <a:pt x="38" y="0"/>
                    <a:pt x="0" y="38"/>
                    <a:pt x="0" y="84"/>
                  </a:cubicBezTo>
                  <a:cubicBezTo>
                    <a:pt x="0" y="95"/>
                    <a:pt x="2" y="105"/>
                    <a:pt x="6" y="114"/>
                  </a:cubicBezTo>
                  <a:cubicBezTo>
                    <a:pt x="7" y="117"/>
                    <a:pt x="8" y="119"/>
                    <a:pt x="9" y="121"/>
                  </a:cubicBezTo>
                  <a:cubicBezTo>
                    <a:pt x="15" y="135"/>
                    <a:pt x="26" y="146"/>
                    <a:pt x="38" y="154"/>
                  </a:cubicBezTo>
                  <a:cubicBezTo>
                    <a:pt x="40" y="156"/>
                    <a:pt x="42" y="157"/>
                    <a:pt x="44" y="158"/>
                  </a:cubicBezTo>
                  <a:cubicBezTo>
                    <a:pt x="56" y="164"/>
                    <a:pt x="70" y="168"/>
                    <a:pt x="84" y="168"/>
                  </a:cubicBezTo>
                  <a:cubicBezTo>
                    <a:pt x="98" y="168"/>
                    <a:pt x="112" y="164"/>
                    <a:pt x="124" y="158"/>
                  </a:cubicBezTo>
                  <a:cubicBezTo>
                    <a:pt x="126" y="157"/>
                    <a:pt x="128" y="156"/>
                    <a:pt x="130" y="154"/>
                  </a:cubicBezTo>
                  <a:cubicBezTo>
                    <a:pt x="142" y="146"/>
                    <a:pt x="153" y="135"/>
                    <a:pt x="159" y="121"/>
                  </a:cubicBezTo>
                  <a:cubicBezTo>
                    <a:pt x="160" y="119"/>
                    <a:pt x="161" y="117"/>
                    <a:pt x="162" y="114"/>
                  </a:cubicBezTo>
                  <a:cubicBezTo>
                    <a:pt x="166" y="105"/>
                    <a:pt x="168" y="95"/>
                    <a:pt x="168" y="84"/>
                  </a:cubicBezTo>
                  <a:cubicBezTo>
                    <a:pt x="168" y="38"/>
                    <a:pt x="130" y="0"/>
                    <a:pt x="84" y="0"/>
                  </a:cubicBezTo>
                  <a:moveTo>
                    <a:pt x="49" y="147"/>
                  </a:moveTo>
                  <a:cubicBezTo>
                    <a:pt x="35" y="139"/>
                    <a:pt x="24" y="127"/>
                    <a:pt x="18" y="112"/>
                  </a:cubicBezTo>
                  <a:cubicBezTo>
                    <a:pt x="21" y="109"/>
                    <a:pt x="25" y="108"/>
                    <a:pt x="30" y="108"/>
                  </a:cubicBezTo>
                  <a:cubicBezTo>
                    <a:pt x="43" y="108"/>
                    <a:pt x="54" y="119"/>
                    <a:pt x="54" y="132"/>
                  </a:cubicBezTo>
                  <a:cubicBezTo>
                    <a:pt x="54" y="138"/>
                    <a:pt x="52" y="143"/>
                    <a:pt x="49" y="147"/>
                  </a:cubicBezTo>
                  <a:moveTo>
                    <a:pt x="119" y="147"/>
                  </a:moveTo>
                  <a:cubicBezTo>
                    <a:pt x="116" y="143"/>
                    <a:pt x="114" y="138"/>
                    <a:pt x="114" y="132"/>
                  </a:cubicBezTo>
                  <a:cubicBezTo>
                    <a:pt x="114" y="119"/>
                    <a:pt x="125" y="108"/>
                    <a:pt x="138" y="108"/>
                  </a:cubicBezTo>
                  <a:cubicBezTo>
                    <a:pt x="143" y="108"/>
                    <a:pt x="147" y="109"/>
                    <a:pt x="150" y="112"/>
                  </a:cubicBezTo>
                  <a:cubicBezTo>
                    <a:pt x="144" y="127"/>
                    <a:pt x="133" y="139"/>
                    <a:pt x="119" y="147"/>
                  </a:cubicBezTo>
                  <a:moveTo>
                    <a:pt x="153" y="106"/>
                  </a:moveTo>
                  <a:cubicBezTo>
                    <a:pt x="148" y="103"/>
                    <a:pt x="143" y="102"/>
                    <a:pt x="138" y="102"/>
                  </a:cubicBezTo>
                  <a:cubicBezTo>
                    <a:pt x="121" y="102"/>
                    <a:pt x="108" y="115"/>
                    <a:pt x="108" y="132"/>
                  </a:cubicBezTo>
                  <a:cubicBezTo>
                    <a:pt x="108" y="139"/>
                    <a:pt x="110" y="145"/>
                    <a:pt x="114" y="149"/>
                  </a:cubicBezTo>
                  <a:cubicBezTo>
                    <a:pt x="105" y="154"/>
                    <a:pt x="95" y="156"/>
                    <a:pt x="84" y="156"/>
                  </a:cubicBezTo>
                  <a:cubicBezTo>
                    <a:pt x="73" y="156"/>
                    <a:pt x="63" y="154"/>
                    <a:pt x="54" y="149"/>
                  </a:cubicBezTo>
                  <a:cubicBezTo>
                    <a:pt x="58" y="145"/>
                    <a:pt x="60" y="139"/>
                    <a:pt x="60" y="132"/>
                  </a:cubicBezTo>
                  <a:cubicBezTo>
                    <a:pt x="60" y="115"/>
                    <a:pt x="47" y="102"/>
                    <a:pt x="30" y="102"/>
                  </a:cubicBezTo>
                  <a:cubicBezTo>
                    <a:pt x="25" y="102"/>
                    <a:pt x="20" y="103"/>
                    <a:pt x="15" y="106"/>
                  </a:cubicBezTo>
                  <a:cubicBezTo>
                    <a:pt x="13" y="99"/>
                    <a:pt x="12" y="92"/>
                    <a:pt x="12" y="84"/>
                  </a:cubicBezTo>
                  <a:cubicBezTo>
                    <a:pt x="12" y="44"/>
                    <a:pt x="44" y="12"/>
                    <a:pt x="84" y="12"/>
                  </a:cubicBezTo>
                  <a:cubicBezTo>
                    <a:pt x="124" y="12"/>
                    <a:pt x="156" y="44"/>
                    <a:pt x="156" y="84"/>
                  </a:cubicBezTo>
                  <a:cubicBezTo>
                    <a:pt x="156" y="92"/>
                    <a:pt x="155" y="99"/>
                    <a:pt x="153" y="10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7" name="Oval 45"/>
            <p:cNvSpPr>
              <a:spLocks noChangeArrowheads="1"/>
            </p:cNvSpPr>
            <p:nvPr/>
          </p:nvSpPr>
          <p:spPr bwMode="auto">
            <a:xfrm>
              <a:off x="7548844" y="1717208"/>
              <a:ext cx="42863" cy="428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8" name="Freeform 46"/>
            <p:cNvSpPr/>
            <p:nvPr/>
          </p:nvSpPr>
          <p:spPr bwMode="auto">
            <a:xfrm>
              <a:off x="7640919" y="1739433"/>
              <a:ext cx="49213" cy="49213"/>
            </a:xfrm>
            <a:custGeom>
              <a:avLst/>
              <a:gdLst>
                <a:gd name="T0" fmla="*/ 10 w 14"/>
                <a:gd name="T1" fmla="*/ 2 h 14"/>
                <a:gd name="T2" fmla="*/ 2 w 14"/>
                <a:gd name="T3" fmla="*/ 4 h 14"/>
                <a:gd name="T4" fmla="*/ 4 w 14"/>
                <a:gd name="T5" fmla="*/ 12 h 14"/>
                <a:gd name="T6" fmla="*/ 12 w 14"/>
                <a:gd name="T7" fmla="*/ 10 h 14"/>
                <a:gd name="T8" fmla="*/ 10 w 14"/>
                <a:gd name="T9" fmla="*/ 2 h 14"/>
              </a:gdLst>
              <a:ahLst/>
              <a:cxnLst>
                <a:cxn ang="0">
                  <a:pos x="T0" y="T1"/>
                </a:cxn>
                <a:cxn ang="0">
                  <a:pos x="T2" y="T3"/>
                </a:cxn>
                <a:cxn ang="0">
                  <a:pos x="T4" y="T5"/>
                </a:cxn>
                <a:cxn ang="0">
                  <a:pos x="T6" y="T7"/>
                </a:cxn>
                <a:cxn ang="0">
                  <a:pos x="T8" y="T9"/>
                </a:cxn>
              </a:cxnLst>
              <a:rect l="0" t="0" r="r" b="b"/>
              <a:pathLst>
                <a:path w="14" h="14">
                  <a:moveTo>
                    <a:pt x="10" y="2"/>
                  </a:moveTo>
                  <a:cubicBezTo>
                    <a:pt x="7" y="0"/>
                    <a:pt x="3" y="1"/>
                    <a:pt x="2" y="4"/>
                  </a:cubicBezTo>
                  <a:cubicBezTo>
                    <a:pt x="0" y="7"/>
                    <a:pt x="1" y="11"/>
                    <a:pt x="4" y="12"/>
                  </a:cubicBezTo>
                  <a:cubicBezTo>
                    <a:pt x="7" y="14"/>
                    <a:pt x="11" y="13"/>
                    <a:pt x="12" y="10"/>
                  </a:cubicBezTo>
                  <a:cubicBezTo>
                    <a:pt x="14" y="7"/>
                    <a:pt x="13" y="4"/>
                    <a:pt x="1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9" name="Freeform 47"/>
            <p:cNvSpPr/>
            <p:nvPr/>
          </p:nvSpPr>
          <p:spPr bwMode="auto">
            <a:xfrm>
              <a:off x="7712356" y="1809283"/>
              <a:ext cx="49213" cy="50800"/>
            </a:xfrm>
            <a:custGeom>
              <a:avLst/>
              <a:gdLst>
                <a:gd name="T0" fmla="*/ 4 w 14"/>
                <a:gd name="T1" fmla="*/ 2 h 14"/>
                <a:gd name="T2" fmla="*/ 2 w 14"/>
                <a:gd name="T3" fmla="*/ 10 h 14"/>
                <a:gd name="T4" fmla="*/ 10 w 14"/>
                <a:gd name="T5" fmla="*/ 12 h 14"/>
                <a:gd name="T6" fmla="*/ 12 w 14"/>
                <a:gd name="T7" fmla="*/ 4 h 14"/>
                <a:gd name="T8" fmla="*/ 4 w 14"/>
                <a:gd name="T9" fmla="*/ 2 h 14"/>
              </a:gdLst>
              <a:ahLst/>
              <a:cxnLst>
                <a:cxn ang="0">
                  <a:pos x="T0" y="T1"/>
                </a:cxn>
                <a:cxn ang="0">
                  <a:pos x="T2" y="T3"/>
                </a:cxn>
                <a:cxn ang="0">
                  <a:pos x="T4" y="T5"/>
                </a:cxn>
                <a:cxn ang="0">
                  <a:pos x="T6" y="T7"/>
                </a:cxn>
                <a:cxn ang="0">
                  <a:pos x="T8" y="T9"/>
                </a:cxn>
              </a:cxnLst>
              <a:rect l="0" t="0" r="r" b="b"/>
              <a:pathLst>
                <a:path w="14" h="14">
                  <a:moveTo>
                    <a:pt x="4" y="2"/>
                  </a:moveTo>
                  <a:cubicBezTo>
                    <a:pt x="1" y="3"/>
                    <a:pt x="0" y="7"/>
                    <a:pt x="2" y="10"/>
                  </a:cubicBezTo>
                  <a:cubicBezTo>
                    <a:pt x="3" y="13"/>
                    <a:pt x="7" y="14"/>
                    <a:pt x="10" y="12"/>
                  </a:cubicBezTo>
                  <a:cubicBezTo>
                    <a:pt x="13" y="11"/>
                    <a:pt x="14" y="7"/>
                    <a:pt x="12" y="4"/>
                  </a:cubicBezTo>
                  <a:cubicBezTo>
                    <a:pt x="10" y="1"/>
                    <a:pt x="7" y="0"/>
                    <a:pt x="4"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0" name="Oval 48"/>
            <p:cNvSpPr>
              <a:spLocks noChangeArrowheads="1"/>
            </p:cNvSpPr>
            <p:nvPr/>
          </p:nvSpPr>
          <p:spPr bwMode="auto">
            <a:xfrm>
              <a:off x="7740931" y="1909295"/>
              <a:ext cx="41275" cy="428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1" name="Freeform 49"/>
            <p:cNvSpPr/>
            <p:nvPr/>
          </p:nvSpPr>
          <p:spPr bwMode="auto">
            <a:xfrm>
              <a:off x="7450419" y="1739433"/>
              <a:ext cx="49213" cy="49213"/>
            </a:xfrm>
            <a:custGeom>
              <a:avLst/>
              <a:gdLst>
                <a:gd name="T0" fmla="*/ 12 w 14"/>
                <a:gd name="T1" fmla="*/ 4 h 14"/>
                <a:gd name="T2" fmla="*/ 4 w 14"/>
                <a:gd name="T3" fmla="*/ 2 h 14"/>
                <a:gd name="T4" fmla="*/ 2 w 14"/>
                <a:gd name="T5" fmla="*/ 10 h 14"/>
                <a:gd name="T6" fmla="*/ 10 w 14"/>
                <a:gd name="T7" fmla="*/ 12 h 14"/>
                <a:gd name="T8" fmla="*/ 12 w 14"/>
                <a:gd name="T9" fmla="*/ 4 h 14"/>
              </a:gdLst>
              <a:ahLst/>
              <a:cxnLst>
                <a:cxn ang="0">
                  <a:pos x="T0" y="T1"/>
                </a:cxn>
                <a:cxn ang="0">
                  <a:pos x="T2" y="T3"/>
                </a:cxn>
                <a:cxn ang="0">
                  <a:pos x="T4" y="T5"/>
                </a:cxn>
                <a:cxn ang="0">
                  <a:pos x="T6" y="T7"/>
                </a:cxn>
                <a:cxn ang="0">
                  <a:pos x="T8" y="T9"/>
                </a:cxn>
              </a:cxnLst>
              <a:rect l="0" t="0" r="r" b="b"/>
              <a:pathLst>
                <a:path w="14" h="14">
                  <a:moveTo>
                    <a:pt x="12" y="4"/>
                  </a:moveTo>
                  <a:cubicBezTo>
                    <a:pt x="11" y="1"/>
                    <a:pt x="7" y="0"/>
                    <a:pt x="4" y="2"/>
                  </a:cubicBezTo>
                  <a:cubicBezTo>
                    <a:pt x="1" y="4"/>
                    <a:pt x="0" y="7"/>
                    <a:pt x="2" y="10"/>
                  </a:cubicBezTo>
                  <a:cubicBezTo>
                    <a:pt x="3" y="13"/>
                    <a:pt x="7" y="14"/>
                    <a:pt x="10" y="12"/>
                  </a:cubicBezTo>
                  <a:cubicBezTo>
                    <a:pt x="13" y="11"/>
                    <a:pt x="14" y="7"/>
                    <a:pt x="12" y="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2" name="Freeform 50"/>
            <p:cNvSpPr/>
            <p:nvPr/>
          </p:nvSpPr>
          <p:spPr bwMode="auto">
            <a:xfrm>
              <a:off x="7378981" y="1809283"/>
              <a:ext cx="50800" cy="50800"/>
            </a:xfrm>
            <a:custGeom>
              <a:avLst/>
              <a:gdLst>
                <a:gd name="T0" fmla="*/ 10 w 14"/>
                <a:gd name="T1" fmla="*/ 2 h 14"/>
                <a:gd name="T2" fmla="*/ 2 w 14"/>
                <a:gd name="T3" fmla="*/ 4 h 14"/>
                <a:gd name="T4" fmla="*/ 4 w 14"/>
                <a:gd name="T5" fmla="*/ 12 h 14"/>
                <a:gd name="T6" fmla="*/ 12 w 14"/>
                <a:gd name="T7" fmla="*/ 10 h 14"/>
                <a:gd name="T8" fmla="*/ 10 w 14"/>
                <a:gd name="T9" fmla="*/ 2 h 14"/>
              </a:gdLst>
              <a:ahLst/>
              <a:cxnLst>
                <a:cxn ang="0">
                  <a:pos x="T0" y="T1"/>
                </a:cxn>
                <a:cxn ang="0">
                  <a:pos x="T2" y="T3"/>
                </a:cxn>
                <a:cxn ang="0">
                  <a:pos x="T4" y="T5"/>
                </a:cxn>
                <a:cxn ang="0">
                  <a:pos x="T6" y="T7"/>
                </a:cxn>
                <a:cxn ang="0">
                  <a:pos x="T8" y="T9"/>
                </a:cxn>
              </a:cxnLst>
              <a:rect l="0" t="0" r="r" b="b"/>
              <a:pathLst>
                <a:path w="14" h="14">
                  <a:moveTo>
                    <a:pt x="10" y="2"/>
                  </a:moveTo>
                  <a:cubicBezTo>
                    <a:pt x="7" y="0"/>
                    <a:pt x="4" y="1"/>
                    <a:pt x="2" y="4"/>
                  </a:cubicBezTo>
                  <a:cubicBezTo>
                    <a:pt x="0" y="7"/>
                    <a:pt x="1" y="11"/>
                    <a:pt x="4" y="12"/>
                  </a:cubicBezTo>
                  <a:cubicBezTo>
                    <a:pt x="7" y="14"/>
                    <a:pt x="11" y="13"/>
                    <a:pt x="12" y="10"/>
                  </a:cubicBezTo>
                  <a:cubicBezTo>
                    <a:pt x="14" y="7"/>
                    <a:pt x="13" y="3"/>
                    <a:pt x="10" y="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3" name="Oval 51"/>
            <p:cNvSpPr>
              <a:spLocks noChangeArrowheads="1"/>
            </p:cNvSpPr>
            <p:nvPr/>
          </p:nvSpPr>
          <p:spPr bwMode="auto">
            <a:xfrm>
              <a:off x="7358344" y="1909295"/>
              <a:ext cx="42863" cy="428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24" name="Freeform 52"/>
            <p:cNvSpPr/>
            <p:nvPr/>
          </p:nvSpPr>
          <p:spPr bwMode="auto">
            <a:xfrm>
              <a:off x="7490106" y="1826745"/>
              <a:ext cx="122238" cy="166688"/>
            </a:xfrm>
            <a:custGeom>
              <a:avLst/>
              <a:gdLst>
                <a:gd name="T0" fmla="*/ 24 w 35"/>
                <a:gd name="T1" fmla="*/ 23 h 47"/>
                <a:gd name="T2" fmla="*/ 0 w 35"/>
                <a:gd name="T3" fmla="*/ 0 h 47"/>
                <a:gd name="T4" fmla="*/ 12 w 35"/>
                <a:gd name="T5" fmla="*/ 31 h 47"/>
                <a:gd name="T6" fmla="*/ 11 w 35"/>
                <a:gd name="T7" fmla="*/ 35 h 47"/>
                <a:gd name="T8" fmla="*/ 23 w 35"/>
                <a:gd name="T9" fmla="*/ 47 h 47"/>
                <a:gd name="T10" fmla="*/ 29 w 35"/>
                <a:gd name="T11" fmla="*/ 45 h 47"/>
                <a:gd name="T12" fmla="*/ 30 w 35"/>
                <a:gd name="T13" fmla="*/ 45 h 47"/>
                <a:gd name="T14" fmla="*/ 30 w 35"/>
                <a:gd name="T15" fmla="*/ 45 h 47"/>
                <a:gd name="T16" fmla="*/ 35 w 35"/>
                <a:gd name="T17" fmla="*/ 35 h 47"/>
                <a:gd name="T18" fmla="*/ 24 w 35"/>
                <a:gd name="T19" fmla="*/ 2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47">
                  <a:moveTo>
                    <a:pt x="24" y="23"/>
                  </a:moveTo>
                  <a:cubicBezTo>
                    <a:pt x="14" y="11"/>
                    <a:pt x="0" y="0"/>
                    <a:pt x="0" y="0"/>
                  </a:cubicBezTo>
                  <a:cubicBezTo>
                    <a:pt x="0" y="0"/>
                    <a:pt x="5" y="18"/>
                    <a:pt x="12" y="31"/>
                  </a:cubicBezTo>
                  <a:cubicBezTo>
                    <a:pt x="11" y="33"/>
                    <a:pt x="11" y="34"/>
                    <a:pt x="11" y="35"/>
                  </a:cubicBezTo>
                  <a:cubicBezTo>
                    <a:pt x="11" y="42"/>
                    <a:pt x="16" y="47"/>
                    <a:pt x="23" y="47"/>
                  </a:cubicBezTo>
                  <a:cubicBezTo>
                    <a:pt x="25" y="47"/>
                    <a:pt x="27" y="46"/>
                    <a:pt x="29" y="45"/>
                  </a:cubicBezTo>
                  <a:cubicBezTo>
                    <a:pt x="29" y="45"/>
                    <a:pt x="30" y="45"/>
                    <a:pt x="30" y="45"/>
                  </a:cubicBezTo>
                  <a:cubicBezTo>
                    <a:pt x="30" y="45"/>
                    <a:pt x="30" y="45"/>
                    <a:pt x="30" y="45"/>
                  </a:cubicBezTo>
                  <a:cubicBezTo>
                    <a:pt x="33" y="43"/>
                    <a:pt x="35" y="39"/>
                    <a:pt x="35" y="35"/>
                  </a:cubicBezTo>
                  <a:cubicBezTo>
                    <a:pt x="35" y="29"/>
                    <a:pt x="30" y="24"/>
                    <a:pt x="24" y="2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25" name="Freeform 28"/>
          <p:cNvSpPr>
            <a:spLocks noEditPoints="1"/>
          </p:cNvSpPr>
          <p:nvPr/>
        </p:nvSpPr>
        <p:spPr>
          <a:xfrm>
            <a:off x="2511038" y="2375342"/>
            <a:ext cx="604677" cy="605889"/>
          </a:xfrm>
          <a:custGeom>
            <a:avLst/>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0" t="0" r="0" b="0"/>
            <a:pathLst>
              <a:path w="144" h="144">
                <a:moveTo>
                  <a:pt x="138" y="61"/>
                </a:moveTo>
                <a:cubicBezTo>
                  <a:pt x="132" y="61"/>
                  <a:pt x="132" y="61"/>
                  <a:pt x="132" y="61"/>
                </a:cubicBezTo>
                <a:cubicBezTo>
                  <a:pt x="129" y="61"/>
                  <a:pt x="126" y="59"/>
                  <a:pt x="125" y="56"/>
                </a:cubicBezTo>
                <a:cubicBezTo>
                  <a:pt x="121" y="46"/>
                  <a:pt x="121" y="46"/>
                  <a:pt x="121" y="46"/>
                </a:cubicBezTo>
                <a:cubicBezTo>
                  <a:pt x="119" y="44"/>
                  <a:pt x="120" y="40"/>
                  <a:pt x="122" y="38"/>
                </a:cubicBezTo>
                <a:cubicBezTo>
                  <a:pt x="127" y="33"/>
                  <a:pt x="127" y="33"/>
                  <a:pt x="127" y="33"/>
                </a:cubicBezTo>
                <a:cubicBezTo>
                  <a:pt x="129" y="31"/>
                  <a:pt x="129" y="27"/>
                  <a:pt x="127" y="25"/>
                </a:cubicBezTo>
                <a:cubicBezTo>
                  <a:pt x="119" y="17"/>
                  <a:pt x="119" y="17"/>
                  <a:pt x="119" y="17"/>
                </a:cubicBezTo>
                <a:cubicBezTo>
                  <a:pt x="117" y="15"/>
                  <a:pt x="113" y="15"/>
                  <a:pt x="111" y="17"/>
                </a:cubicBezTo>
                <a:cubicBezTo>
                  <a:pt x="106" y="22"/>
                  <a:pt x="106" y="22"/>
                  <a:pt x="106" y="22"/>
                </a:cubicBezTo>
                <a:cubicBezTo>
                  <a:pt x="104" y="24"/>
                  <a:pt x="100" y="25"/>
                  <a:pt x="98" y="23"/>
                </a:cubicBezTo>
                <a:cubicBezTo>
                  <a:pt x="88" y="19"/>
                  <a:pt x="88" y="19"/>
                  <a:pt x="88" y="19"/>
                </a:cubicBezTo>
                <a:cubicBezTo>
                  <a:pt x="85" y="18"/>
                  <a:pt x="83" y="15"/>
                  <a:pt x="83" y="12"/>
                </a:cubicBezTo>
                <a:cubicBezTo>
                  <a:pt x="83" y="6"/>
                  <a:pt x="83" y="6"/>
                  <a:pt x="83" y="6"/>
                </a:cubicBezTo>
                <a:cubicBezTo>
                  <a:pt x="83" y="2"/>
                  <a:pt x="81" y="0"/>
                  <a:pt x="78" y="0"/>
                </a:cubicBezTo>
                <a:cubicBezTo>
                  <a:pt x="66" y="0"/>
                  <a:pt x="66" y="0"/>
                  <a:pt x="66" y="0"/>
                </a:cubicBezTo>
                <a:cubicBezTo>
                  <a:pt x="63" y="0"/>
                  <a:pt x="61" y="2"/>
                  <a:pt x="61" y="6"/>
                </a:cubicBezTo>
                <a:cubicBezTo>
                  <a:pt x="61" y="12"/>
                  <a:pt x="61" y="12"/>
                  <a:pt x="61" y="12"/>
                </a:cubicBezTo>
                <a:cubicBezTo>
                  <a:pt x="61" y="15"/>
                  <a:pt x="59" y="18"/>
                  <a:pt x="56" y="19"/>
                </a:cubicBezTo>
                <a:cubicBezTo>
                  <a:pt x="46" y="23"/>
                  <a:pt x="46" y="23"/>
                  <a:pt x="46" y="23"/>
                </a:cubicBezTo>
                <a:cubicBezTo>
                  <a:pt x="44" y="25"/>
                  <a:pt x="40" y="24"/>
                  <a:pt x="38" y="22"/>
                </a:cubicBezTo>
                <a:cubicBezTo>
                  <a:pt x="33" y="17"/>
                  <a:pt x="33" y="17"/>
                  <a:pt x="33" y="17"/>
                </a:cubicBezTo>
                <a:cubicBezTo>
                  <a:pt x="31" y="15"/>
                  <a:pt x="27" y="15"/>
                  <a:pt x="25" y="17"/>
                </a:cubicBezTo>
                <a:cubicBezTo>
                  <a:pt x="17" y="25"/>
                  <a:pt x="17" y="25"/>
                  <a:pt x="17" y="25"/>
                </a:cubicBezTo>
                <a:cubicBezTo>
                  <a:pt x="15" y="27"/>
                  <a:pt x="15" y="31"/>
                  <a:pt x="17" y="33"/>
                </a:cubicBezTo>
                <a:cubicBezTo>
                  <a:pt x="22" y="38"/>
                  <a:pt x="22" y="38"/>
                  <a:pt x="22" y="38"/>
                </a:cubicBezTo>
                <a:cubicBezTo>
                  <a:pt x="24" y="40"/>
                  <a:pt x="25" y="44"/>
                  <a:pt x="23" y="46"/>
                </a:cubicBezTo>
                <a:cubicBezTo>
                  <a:pt x="19" y="56"/>
                  <a:pt x="19" y="56"/>
                  <a:pt x="19" y="56"/>
                </a:cubicBezTo>
                <a:cubicBezTo>
                  <a:pt x="18" y="59"/>
                  <a:pt x="15" y="61"/>
                  <a:pt x="12" y="61"/>
                </a:cubicBezTo>
                <a:cubicBezTo>
                  <a:pt x="6" y="61"/>
                  <a:pt x="6" y="61"/>
                  <a:pt x="6" y="61"/>
                </a:cubicBezTo>
                <a:cubicBezTo>
                  <a:pt x="2" y="61"/>
                  <a:pt x="0" y="63"/>
                  <a:pt x="0" y="66"/>
                </a:cubicBezTo>
                <a:cubicBezTo>
                  <a:pt x="0" y="78"/>
                  <a:pt x="0" y="78"/>
                  <a:pt x="0" y="78"/>
                </a:cubicBezTo>
                <a:cubicBezTo>
                  <a:pt x="0" y="81"/>
                  <a:pt x="2" y="83"/>
                  <a:pt x="6" y="83"/>
                </a:cubicBezTo>
                <a:cubicBezTo>
                  <a:pt x="12" y="83"/>
                  <a:pt x="12" y="83"/>
                  <a:pt x="12" y="83"/>
                </a:cubicBezTo>
                <a:cubicBezTo>
                  <a:pt x="15" y="83"/>
                  <a:pt x="18" y="85"/>
                  <a:pt x="19" y="88"/>
                </a:cubicBezTo>
                <a:cubicBezTo>
                  <a:pt x="23" y="98"/>
                  <a:pt x="23" y="98"/>
                  <a:pt x="23" y="98"/>
                </a:cubicBezTo>
                <a:cubicBezTo>
                  <a:pt x="25" y="100"/>
                  <a:pt x="24" y="104"/>
                  <a:pt x="22" y="106"/>
                </a:cubicBezTo>
                <a:cubicBezTo>
                  <a:pt x="17" y="111"/>
                  <a:pt x="17" y="111"/>
                  <a:pt x="17" y="111"/>
                </a:cubicBezTo>
                <a:cubicBezTo>
                  <a:pt x="15" y="113"/>
                  <a:pt x="15" y="117"/>
                  <a:pt x="17" y="119"/>
                </a:cubicBezTo>
                <a:cubicBezTo>
                  <a:pt x="25" y="127"/>
                  <a:pt x="25" y="127"/>
                  <a:pt x="25" y="127"/>
                </a:cubicBezTo>
                <a:cubicBezTo>
                  <a:pt x="27" y="129"/>
                  <a:pt x="31" y="129"/>
                  <a:pt x="33" y="127"/>
                </a:cubicBezTo>
                <a:cubicBezTo>
                  <a:pt x="38" y="122"/>
                  <a:pt x="38" y="122"/>
                  <a:pt x="38" y="122"/>
                </a:cubicBezTo>
                <a:cubicBezTo>
                  <a:pt x="40" y="120"/>
                  <a:pt x="44" y="119"/>
                  <a:pt x="46" y="121"/>
                </a:cubicBezTo>
                <a:cubicBezTo>
                  <a:pt x="56" y="125"/>
                  <a:pt x="56" y="125"/>
                  <a:pt x="56" y="125"/>
                </a:cubicBezTo>
                <a:cubicBezTo>
                  <a:pt x="59" y="126"/>
                  <a:pt x="61" y="129"/>
                  <a:pt x="61" y="132"/>
                </a:cubicBezTo>
                <a:cubicBezTo>
                  <a:pt x="61" y="138"/>
                  <a:pt x="61" y="138"/>
                  <a:pt x="61" y="138"/>
                </a:cubicBezTo>
                <a:cubicBezTo>
                  <a:pt x="61" y="142"/>
                  <a:pt x="63" y="144"/>
                  <a:pt x="66" y="144"/>
                </a:cubicBezTo>
                <a:cubicBezTo>
                  <a:pt x="78" y="144"/>
                  <a:pt x="78" y="144"/>
                  <a:pt x="78" y="144"/>
                </a:cubicBezTo>
                <a:cubicBezTo>
                  <a:pt x="81" y="144"/>
                  <a:pt x="83" y="142"/>
                  <a:pt x="83" y="138"/>
                </a:cubicBezTo>
                <a:cubicBezTo>
                  <a:pt x="83" y="132"/>
                  <a:pt x="83" y="132"/>
                  <a:pt x="83" y="132"/>
                </a:cubicBezTo>
                <a:cubicBezTo>
                  <a:pt x="83" y="129"/>
                  <a:pt x="85" y="126"/>
                  <a:pt x="88" y="125"/>
                </a:cubicBezTo>
                <a:cubicBezTo>
                  <a:pt x="98" y="121"/>
                  <a:pt x="98" y="121"/>
                  <a:pt x="98" y="121"/>
                </a:cubicBezTo>
                <a:cubicBezTo>
                  <a:pt x="100" y="119"/>
                  <a:pt x="104" y="120"/>
                  <a:pt x="106" y="122"/>
                </a:cubicBezTo>
                <a:cubicBezTo>
                  <a:pt x="111" y="127"/>
                  <a:pt x="111" y="127"/>
                  <a:pt x="111" y="127"/>
                </a:cubicBezTo>
                <a:cubicBezTo>
                  <a:pt x="113" y="129"/>
                  <a:pt x="117" y="129"/>
                  <a:pt x="119" y="127"/>
                </a:cubicBezTo>
                <a:cubicBezTo>
                  <a:pt x="127" y="119"/>
                  <a:pt x="127" y="119"/>
                  <a:pt x="127" y="119"/>
                </a:cubicBezTo>
                <a:cubicBezTo>
                  <a:pt x="129" y="117"/>
                  <a:pt x="129" y="113"/>
                  <a:pt x="127" y="111"/>
                </a:cubicBezTo>
                <a:cubicBezTo>
                  <a:pt x="122" y="106"/>
                  <a:pt x="122" y="106"/>
                  <a:pt x="122" y="106"/>
                </a:cubicBezTo>
                <a:cubicBezTo>
                  <a:pt x="120" y="104"/>
                  <a:pt x="119" y="100"/>
                  <a:pt x="121" y="98"/>
                </a:cubicBezTo>
                <a:cubicBezTo>
                  <a:pt x="125" y="88"/>
                  <a:pt x="125" y="88"/>
                  <a:pt x="125" y="88"/>
                </a:cubicBezTo>
                <a:cubicBezTo>
                  <a:pt x="126" y="85"/>
                  <a:pt x="129" y="83"/>
                  <a:pt x="132" y="83"/>
                </a:cubicBezTo>
                <a:cubicBezTo>
                  <a:pt x="138" y="83"/>
                  <a:pt x="138" y="83"/>
                  <a:pt x="138" y="83"/>
                </a:cubicBezTo>
                <a:cubicBezTo>
                  <a:pt x="142" y="83"/>
                  <a:pt x="144" y="81"/>
                  <a:pt x="144" y="78"/>
                </a:cubicBezTo>
                <a:cubicBezTo>
                  <a:pt x="144" y="66"/>
                  <a:pt x="144" y="66"/>
                  <a:pt x="144" y="66"/>
                </a:cubicBezTo>
                <a:cubicBezTo>
                  <a:pt x="144" y="63"/>
                  <a:pt x="142" y="61"/>
                  <a:pt x="138" y="61"/>
                </a:cubicBezTo>
                <a:moveTo>
                  <a:pt x="100" y="72"/>
                </a:moveTo>
                <a:cubicBezTo>
                  <a:pt x="100" y="87"/>
                  <a:pt x="87" y="100"/>
                  <a:pt x="72" y="100"/>
                </a:cubicBezTo>
                <a:cubicBezTo>
                  <a:pt x="57" y="100"/>
                  <a:pt x="44" y="87"/>
                  <a:pt x="44" y="72"/>
                </a:cubicBezTo>
                <a:cubicBezTo>
                  <a:pt x="44" y="57"/>
                  <a:pt x="57" y="44"/>
                  <a:pt x="72" y="44"/>
                </a:cubicBezTo>
                <a:cubicBezTo>
                  <a:pt x="87" y="44"/>
                  <a:pt x="100" y="57"/>
                  <a:pt x="100" y="72"/>
                </a:cubicBezTo>
              </a:path>
            </a:pathLst>
          </a:custGeom>
          <a:solidFill>
            <a:schemeClr val="bg1">
              <a:alpha val="100000"/>
            </a:schemeClr>
          </a:solidFill>
          <a:ln w="9525">
            <a:noFill/>
          </a:ln>
        </p:spPr>
        <p:txBody>
          <a:bodyPr/>
          <a:lstStyle/>
          <a:p>
            <a:endParaRPr lang="zh-CN" altLang="en-US"/>
          </a:p>
        </p:txBody>
      </p:sp>
      <p:sp>
        <p:nvSpPr>
          <p:cNvPr id="26" name="Freeform 70"/>
          <p:cNvSpPr/>
          <p:nvPr/>
        </p:nvSpPr>
        <p:spPr>
          <a:xfrm>
            <a:off x="4037878" y="2883077"/>
            <a:ext cx="540453" cy="511370"/>
          </a:xfrm>
          <a:custGeom>
            <a:avLst/>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0"/>
              </a:cxn>
            </a:cxnLst>
            <a:rect l="0" t="0" r="0" b="0"/>
            <a:pathLst>
              <a:path w="348" h="330">
                <a:moveTo>
                  <a:pt x="174" y="0"/>
                </a:moveTo>
                <a:lnTo>
                  <a:pt x="216" y="123"/>
                </a:lnTo>
                <a:lnTo>
                  <a:pt x="348" y="125"/>
                </a:lnTo>
                <a:lnTo>
                  <a:pt x="243" y="205"/>
                </a:lnTo>
                <a:lnTo>
                  <a:pt x="281" y="330"/>
                </a:lnTo>
                <a:lnTo>
                  <a:pt x="174" y="257"/>
                </a:lnTo>
                <a:lnTo>
                  <a:pt x="67" y="330"/>
                </a:lnTo>
                <a:lnTo>
                  <a:pt x="105" y="205"/>
                </a:lnTo>
                <a:lnTo>
                  <a:pt x="0" y="125"/>
                </a:lnTo>
                <a:lnTo>
                  <a:pt x="132" y="123"/>
                </a:lnTo>
                <a:lnTo>
                  <a:pt x="174" y="0"/>
                </a:lnTo>
                <a:close/>
              </a:path>
            </a:pathLst>
          </a:custGeom>
          <a:solidFill>
            <a:schemeClr val="bg1">
              <a:alpha val="100000"/>
            </a:schemeClr>
          </a:solidFill>
          <a:ln w="9525">
            <a:noFill/>
          </a:ln>
        </p:spPr>
        <p:txBody>
          <a:bodyPr/>
          <a:lstStyle/>
          <a:p>
            <a:endParaRPr lang="zh-CN" altLang="en-US" dirty="0"/>
          </a:p>
        </p:txBody>
      </p:sp>
      <p:grpSp>
        <p:nvGrpSpPr>
          <p:cNvPr id="28" name="组合 27"/>
          <p:cNvGrpSpPr/>
          <p:nvPr/>
        </p:nvGrpSpPr>
        <p:grpSpPr>
          <a:xfrm>
            <a:off x="5851308" y="2290547"/>
            <a:ext cx="5164703" cy="2525629"/>
            <a:chOff x="7972672" y="1662220"/>
            <a:chExt cx="3606127" cy="2525629"/>
          </a:xfrm>
        </p:grpSpPr>
        <p:sp>
          <p:nvSpPr>
            <p:cNvPr id="29" name="TextBox 20"/>
            <p:cNvSpPr txBox="1"/>
            <p:nvPr/>
          </p:nvSpPr>
          <p:spPr>
            <a:xfrm>
              <a:off x="7972672" y="2065152"/>
              <a:ext cx="3606127" cy="2122697"/>
            </a:xfrm>
            <a:prstGeom prst="rect">
              <a:avLst/>
            </a:prstGeom>
            <a:noFill/>
          </p:spPr>
          <p:txBody>
            <a:bodyPr wrap="square" rtlCol="0">
              <a:spAutoFit/>
            </a:bodyPr>
            <a:lstStyle/>
            <a:p>
              <a:pPr>
                <a:lnSpc>
                  <a:spcPct val="150000"/>
                </a:lnSpc>
                <a:spcAft>
                  <a:spcPct val="0"/>
                </a:spcAft>
              </a:pPr>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请输入文字信息，请输入文字信息请输入文字信息请输入文字信息请输入文字信息请输入文字信息请输入文字信息请输入文字信息请输入文字信息请输入文字信息请输入文字信息请输入文字信息请输入文字信息</a:t>
              </a:r>
              <a:endParaRPr lang="en-US" altLang="zh-CN"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0" name="矩形 29"/>
            <p:cNvSpPr/>
            <p:nvPr/>
          </p:nvSpPr>
          <p:spPr>
            <a:xfrm>
              <a:off x="7981447" y="1662220"/>
              <a:ext cx="3334403" cy="523220"/>
            </a:xfrm>
            <a:prstGeom prst="rect">
              <a:avLst/>
            </a:prstGeom>
          </p:spPr>
          <p:txBody>
            <a:bodyPr wrap="square">
              <a:spAutoFit/>
            </a:bodyPr>
            <a:lstStyle/>
            <a:p>
              <a:pPr lvl="0">
                <a:defRPr/>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1" name="组合 30"/>
          <p:cNvGrpSpPr/>
          <p:nvPr/>
        </p:nvGrpSpPr>
        <p:grpSpPr>
          <a:xfrm>
            <a:off x="583501" y="471624"/>
            <a:ext cx="2177776" cy="553998"/>
            <a:chOff x="592429" y="482522"/>
            <a:chExt cx="2177776" cy="553998"/>
          </a:xfrm>
        </p:grpSpPr>
        <p:grpSp>
          <p:nvGrpSpPr>
            <p:cNvPr id="32" name="组合 31"/>
            <p:cNvGrpSpPr/>
            <p:nvPr/>
          </p:nvGrpSpPr>
          <p:grpSpPr>
            <a:xfrm>
              <a:off x="592429" y="584272"/>
              <a:ext cx="433087" cy="360490"/>
              <a:chOff x="2770053" y="2524936"/>
              <a:chExt cx="433087" cy="317447"/>
            </a:xfrm>
            <a:solidFill>
              <a:srgbClr val="2F5EB2"/>
            </a:solidFill>
          </p:grpSpPr>
          <p:sp>
            <p:nvSpPr>
              <p:cNvPr id="3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3"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一项内容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83501" y="471624"/>
            <a:ext cx="2177776" cy="553998"/>
            <a:chOff x="592429" y="482522"/>
            <a:chExt cx="2177776" cy="553998"/>
          </a:xfrm>
        </p:grpSpPr>
        <p:grpSp>
          <p:nvGrpSpPr>
            <p:cNvPr id="28" name="组合 27"/>
            <p:cNvGrpSpPr/>
            <p:nvPr/>
          </p:nvGrpSpPr>
          <p:grpSpPr>
            <a:xfrm>
              <a:off x="592429" y="584272"/>
              <a:ext cx="433087" cy="360490"/>
              <a:chOff x="2770053" y="2524936"/>
              <a:chExt cx="433087" cy="317447"/>
            </a:xfrm>
            <a:solidFill>
              <a:srgbClr val="2F5EB2"/>
            </a:solidFill>
          </p:grpSpPr>
          <p:sp>
            <p:nvSpPr>
              <p:cNvPr id="3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一</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3" name="矩形 12"/>
          <p:cNvSpPr/>
          <p:nvPr/>
        </p:nvSpPr>
        <p:spPr>
          <a:xfrm>
            <a:off x="1541463" y="2175017"/>
            <a:ext cx="9337675" cy="3683000"/>
          </a:xfrm>
          <a:prstGeom prst="rect">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1204670" y="5200518"/>
            <a:ext cx="720080" cy="720080"/>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15" name="椭圆 14"/>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6" name="椭圆 15"/>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10988646" y="5906906"/>
            <a:ext cx="360040" cy="360040"/>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18" name="椭圆 17"/>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9" name="椭圆 18"/>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8779671" y="5243790"/>
            <a:ext cx="946294" cy="946294"/>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21" name="椭圆 20"/>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22" name="椭圆 21"/>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10597315" y="4226928"/>
            <a:ext cx="720080" cy="720080"/>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24" name="椭圆 23"/>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25" name="椭圆 24"/>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26" name="组合 25"/>
          <p:cNvGrpSpPr/>
          <p:nvPr/>
        </p:nvGrpSpPr>
        <p:grpSpPr>
          <a:xfrm>
            <a:off x="10929051" y="5040912"/>
            <a:ext cx="222188" cy="222188"/>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38" name="椭圆 37"/>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39" name="椭圆 38"/>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448227" y="1440071"/>
            <a:ext cx="2086645" cy="1944216"/>
            <a:chOff x="4333987" y="2362200"/>
            <a:chExt cx="2905011" cy="2905012"/>
          </a:xfrm>
          <a:gradFill>
            <a:gsLst>
              <a:gs pos="62000">
                <a:srgbClr val="C69135"/>
              </a:gs>
              <a:gs pos="34200">
                <a:srgbClr val="E6D38F"/>
              </a:gs>
              <a:gs pos="0">
                <a:srgbClr val="FCD860"/>
              </a:gs>
              <a:gs pos="100000">
                <a:srgbClr val="F1DF97"/>
              </a:gs>
            </a:gsLst>
            <a:lin ang="12000000" scaled="0"/>
          </a:gradFill>
          <a:effectLst>
            <a:outerShdw blurRad="177800" dist="88900" dir="2700000" algn="tl" rotWithShape="0">
              <a:prstClr val="black">
                <a:alpha val="30000"/>
              </a:prstClr>
            </a:outerShdw>
          </a:effectLst>
        </p:grpSpPr>
        <p:sp>
          <p:nvSpPr>
            <p:cNvPr id="41" name="任意多边形 15"/>
            <p:cNvSpPr/>
            <p:nvPr/>
          </p:nvSpPr>
          <p:spPr>
            <a:xfrm>
              <a:off x="4333987" y="2362200"/>
              <a:ext cx="2905011" cy="2905012"/>
            </a:xfrm>
            <a:custGeom>
              <a:avLst/>
              <a:gdLst>
                <a:gd name="connsiteX0" fmla="*/ 1452506 w 2905012"/>
                <a:gd name="connsiteY0" fmla="*/ 376181 h 2905012"/>
                <a:gd name="connsiteX1" fmla="*/ 376181 w 2905012"/>
                <a:gd name="connsiteY1" fmla="*/ 1452506 h 2905012"/>
                <a:gd name="connsiteX2" fmla="*/ 1452506 w 2905012"/>
                <a:gd name="connsiteY2" fmla="*/ 2528831 h 2905012"/>
                <a:gd name="connsiteX3" fmla="*/ 2528831 w 2905012"/>
                <a:gd name="connsiteY3" fmla="*/ 1452506 h 2905012"/>
                <a:gd name="connsiteX4" fmla="*/ 1452506 w 2905012"/>
                <a:gd name="connsiteY4" fmla="*/ 376181 h 2905012"/>
                <a:gd name="connsiteX5" fmla="*/ 1452506 w 2905012"/>
                <a:gd name="connsiteY5" fmla="*/ 0 h 2905012"/>
                <a:gd name="connsiteX6" fmla="*/ 1601017 w 2905012"/>
                <a:gd name="connsiteY6" fmla="*/ 7499 h 2905012"/>
                <a:gd name="connsiteX7" fmla="*/ 1643977 w 2905012"/>
                <a:gd name="connsiteY7" fmla="*/ 14056 h 2905012"/>
                <a:gd name="connsiteX8" fmla="*/ 1695533 w 2905012"/>
                <a:gd name="connsiteY8" fmla="*/ 284571 h 2905012"/>
                <a:gd name="connsiteX9" fmla="*/ 1769616 w 2905012"/>
                <a:gd name="connsiteY9" fmla="*/ 301003 h 2905012"/>
                <a:gd name="connsiteX10" fmla="*/ 1825934 w 2905012"/>
                <a:gd name="connsiteY10" fmla="*/ 319615 h 2905012"/>
                <a:gd name="connsiteX11" fmla="*/ 2006748 w 2905012"/>
                <a:gd name="connsiteY11" fmla="*/ 110068 h 2905012"/>
                <a:gd name="connsiteX12" fmla="*/ 2017887 w 2905012"/>
                <a:gd name="connsiteY12" fmla="*/ 114145 h 2905012"/>
                <a:gd name="connsiteX13" fmla="*/ 2264616 w 2905012"/>
                <a:gd name="connsiteY13" fmla="*/ 248065 h 2905012"/>
                <a:gd name="connsiteX14" fmla="*/ 2337523 w 2905012"/>
                <a:gd name="connsiteY14" fmla="*/ 302584 h 2905012"/>
                <a:gd name="connsiteX15" fmla="*/ 2247066 w 2905012"/>
                <a:gd name="connsiteY15" fmla="*/ 562199 h 2905012"/>
                <a:gd name="connsiteX16" fmla="*/ 2280217 w 2905012"/>
                <a:gd name="connsiteY16" fmla="*/ 591137 h 2905012"/>
                <a:gd name="connsiteX17" fmla="*/ 2343125 w 2905012"/>
                <a:gd name="connsiteY17" fmla="*/ 657838 h 2905012"/>
                <a:gd name="connsiteX18" fmla="*/ 2602428 w 2905012"/>
                <a:gd name="connsiteY18" fmla="*/ 567489 h 2905012"/>
                <a:gd name="connsiteX19" fmla="*/ 2656947 w 2905012"/>
                <a:gd name="connsiteY19" fmla="*/ 640396 h 2905012"/>
                <a:gd name="connsiteX20" fmla="*/ 2790867 w 2905012"/>
                <a:gd name="connsiteY20" fmla="*/ 887125 h 2905012"/>
                <a:gd name="connsiteX21" fmla="*/ 2794944 w 2905012"/>
                <a:gd name="connsiteY21" fmla="*/ 898265 h 2905012"/>
                <a:gd name="connsiteX22" fmla="*/ 2586495 w 2905012"/>
                <a:gd name="connsiteY22" fmla="*/ 1078131 h 2905012"/>
                <a:gd name="connsiteX23" fmla="*/ 2616181 w 2905012"/>
                <a:gd name="connsiteY23" fmla="*/ 1182468 h 2905012"/>
                <a:gd name="connsiteX24" fmla="*/ 2621126 w 2905012"/>
                <a:gd name="connsiteY24" fmla="*/ 1209611 h 2905012"/>
                <a:gd name="connsiteX25" fmla="*/ 2890957 w 2905012"/>
                <a:gd name="connsiteY25" fmla="*/ 1261036 h 2905012"/>
                <a:gd name="connsiteX26" fmla="*/ 2897513 w 2905012"/>
                <a:gd name="connsiteY26" fmla="*/ 1303996 h 2905012"/>
                <a:gd name="connsiteX27" fmla="*/ 2905012 w 2905012"/>
                <a:gd name="connsiteY27" fmla="*/ 1452506 h 2905012"/>
                <a:gd name="connsiteX28" fmla="*/ 2897513 w 2905012"/>
                <a:gd name="connsiteY28" fmla="*/ 1601016 h 2905012"/>
                <a:gd name="connsiteX29" fmla="*/ 2890957 w 2905012"/>
                <a:gd name="connsiteY29" fmla="*/ 1643977 h 2905012"/>
                <a:gd name="connsiteX30" fmla="*/ 2620440 w 2905012"/>
                <a:gd name="connsiteY30" fmla="*/ 1695533 h 2905012"/>
                <a:gd name="connsiteX31" fmla="*/ 2604008 w 2905012"/>
                <a:gd name="connsiteY31" fmla="*/ 1769614 h 2905012"/>
                <a:gd name="connsiteX32" fmla="*/ 2585396 w 2905012"/>
                <a:gd name="connsiteY32" fmla="*/ 1825933 h 2905012"/>
                <a:gd name="connsiteX33" fmla="*/ 2794944 w 2905012"/>
                <a:gd name="connsiteY33" fmla="*/ 2006748 h 2905012"/>
                <a:gd name="connsiteX34" fmla="*/ 2790867 w 2905012"/>
                <a:gd name="connsiteY34" fmla="*/ 2017887 h 2905012"/>
                <a:gd name="connsiteX35" fmla="*/ 2656947 w 2905012"/>
                <a:gd name="connsiteY35" fmla="*/ 2264616 h 2905012"/>
                <a:gd name="connsiteX36" fmla="*/ 2602428 w 2905012"/>
                <a:gd name="connsiteY36" fmla="*/ 2337523 h 2905012"/>
                <a:gd name="connsiteX37" fmla="*/ 2342811 w 2905012"/>
                <a:gd name="connsiteY37" fmla="*/ 2247065 h 2905012"/>
                <a:gd name="connsiteX38" fmla="*/ 2313875 w 2905012"/>
                <a:gd name="connsiteY38" fmla="*/ 2280215 h 2905012"/>
                <a:gd name="connsiteX39" fmla="*/ 2247174 w 2905012"/>
                <a:gd name="connsiteY39" fmla="*/ 2343123 h 2905012"/>
                <a:gd name="connsiteX40" fmla="*/ 2337523 w 2905012"/>
                <a:gd name="connsiteY40" fmla="*/ 2602428 h 2905012"/>
                <a:gd name="connsiteX41" fmla="*/ 2264616 w 2905012"/>
                <a:gd name="connsiteY41" fmla="*/ 2656947 h 2905012"/>
                <a:gd name="connsiteX42" fmla="*/ 2017887 w 2905012"/>
                <a:gd name="connsiteY42" fmla="*/ 2790867 h 2905012"/>
                <a:gd name="connsiteX43" fmla="*/ 2006748 w 2905012"/>
                <a:gd name="connsiteY43" fmla="*/ 2794944 h 2905012"/>
                <a:gd name="connsiteX44" fmla="*/ 1826880 w 2905012"/>
                <a:gd name="connsiteY44" fmla="*/ 2586493 h 2905012"/>
                <a:gd name="connsiteX45" fmla="*/ 1722544 w 2905012"/>
                <a:gd name="connsiteY45" fmla="*/ 2616179 h 2905012"/>
                <a:gd name="connsiteX46" fmla="*/ 1695403 w 2905012"/>
                <a:gd name="connsiteY46" fmla="*/ 2621123 h 2905012"/>
                <a:gd name="connsiteX47" fmla="*/ 1643977 w 2905012"/>
                <a:gd name="connsiteY47" fmla="*/ 2890957 h 2905012"/>
                <a:gd name="connsiteX48" fmla="*/ 1601017 w 2905012"/>
                <a:gd name="connsiteY48" fmla="*/ 2897513 h 2905012"/>
                <a:gd name="connsiteX49" fmla="*/ 1452506 w 2905012"/>
                <a:gd name="connsiteY49" fmla="*/ 2905012 h 2905012"/>
                <a:gd name="connsiteX50" fmla="*/ 1303996 w 2905012"/>
                <a:gd name="connsiteY50" fmla="*/ 2897513 h 2905012"/>
                <a:gd name="connsiteX51" fmla="*/ 1261036 w 2905012"/>
                <a:gd name="connsiteY51" fmla="*/ 2890957 h 2905012"/>
                <a:gd name="connsiteX52" fmla="*/ 1209479 w 2905012"/>
                <a:gd name="connsiteY52" fmla="*/ 2620437 h 2905012"/>
                <a:gd name="connsiteX53" fmla="*/ 1135396 w 2905012"/>
                <a:gd name="connsiteY53" fmla="*/ 2604005 h 2905012"/>
                <a:gd name="connsiteX54" fmla="*/ 1079081 w 2905012"/>
                <a:gd name="connsiteY54" fmla="*/ 2585394 h 2905012"/>
                <a:gd name="connsiteX55" fmla="*/ 898265 w 2905012"/>
                <a:gd name="connsiteY55" fmla="*/ 2794944 h 2905012"/>
                <a:gd name="connsiteX56" fmla="*/ 887125 w 2905012"/>
                <a:gd name="connsiteY56" fmla="*/ 2790867 h 2905012"/>
                <a:gd name="connsiteX57" fmla="*/ 640396 w 2905012"/>
                <a:gd name="connsiteY57" fmla="*/ 2656947 h 2905012"/>
                <a:gd name="connsiteX58" fmla="*/ 567489 w 2905012"/>
                <a:gd name="connsiteY58" fmla="*/ 2602428 h 2905012"/>
                <a:gd name="connsiteX59" fmla="*/ 657947 w 2905012"/>
                <a:gd name="connsiteY59" fmla="*/ 2342810 h 2905012"/>
                <a:gd name="connsiteX60" fmla="*/ 624796 w 2905012"/>
                <a:gd name="connsiteY60" fmla="*/ 2313872 h 2905012"/>
                <a:gd name="connsiteX61" fmla="*/ 561890 w 2905012"/>
                <a:gd name="connsiteY61" fmla="*/ 2247174 h 2905012"/>
                <a:gd name="connsiteX62" fmla="*/ 302584 w 2905012"/>
                <a:gd name="connsiteY62" fmla="*/ 2337523 h 2905012"/>
                <a:gd name="connsiteX63" fmla="*/ 248066 w 2905012"/>
                <a:gd name="connsiteY63" fmla="*/ 2264616 h 2905012"/>
                <a:gd name="connsiteX64" fmla="*/ 114145 w 2905012"/>
                <a:gd name="connsiteY64" fmla="*/ 2017887 h 2905012"/>
                <a:gd name="connsiteX65" fmla="*/ 110068 w 2905012"/>
                <a:gd name="connsiteY65" fmla="*/ 2006748 h 2905012"/>
                <a:gd name="connsiteX66" fmla="*/ 318519 w 2905012"/>
                <a:gd name="connsiteY66" fmla="*/ 1826880 h 2905012"/>
                <a:gd name="connsiteX67" fmla="*/ 288831 w 2905012"/>
                <a:gd name="connsiteY67" fmla="*/ 1722541 h 2905012"/>
                <a:gd name="connsiteX68" fmla="*/ 283887 w 2905012"/>
                <a:gd name="connsiteY68" fmla="*/ 1695402 h 2905012"/>
                <a:gd name="connsiteX69" fmla="*/ 14056 w 2905012"/>
                <a:gd name="connsiteY69" fmla="*/ 1643977 h 2905012"/>
                <a:gd name="connsiteX70" fmla="*/ 7499 w 2905012"/>
                <a:gd name="connsiteY70" fmla="*/ 1601016 h 2905012"/>
                <a:gd name="connsiteX71" fmla="*/ 0 w 2905012"/>
                <a:gd name="connsiteY71" fmla="*/ 1452506 h 2905012"/>
                <a:gd name="connsiteX72" fmla="*/ 7499 w 2905012"/>
                <a:gd name="connsiteY72" fmla="*/ 1303996 h 2905012"/>
                <a:gd name="connsiteX73" fmla="*/ 14056 w 2905012"/>
                <a:gd name="connsiteY73" fmla="*/ 1261036 h 2905012"/>
                <a:gd name="connsiteX74" fmla="*/ 284572 w 2905012"/>
                <a:gd name="connsiteY74" fmla="*/ 1209480 h 2905012"/>
                <a:gd name="connsiteX75" fmla="*/ 301005 w 2905012"/>
                <a:gd name="connsiteY75" fmla="*/ 1135394 h 2905012"/>
                <a:gd name="connsiteX76" fmla="*/ 319616 w 2905012"/>
                <a:gd name="connsiteY76" fmla="*/ 1079079 h 2905012"/>
                <a:gd name="connsiteX77" fmla="*/ 110068 w 2905012"/>
                <a:gd name="connsiteY77" fmla="*/ 898264 h 2905012"/>
                <a:gd name="connsiteX78" fmla="*/ 114145 w 2905012"/>
                <a:gd name="connsiteY78" fmla="*/ 887125 h 2905012"/>
                <a:gd name="connsiteX79" fmla="*/ 248066 w 2905012"/>
                <a:gd name="connsiteY79" fmla="*/ 640396 h 2905012"/>
                <a:gd name="connsiteX80" fmla="*/ 302584 w 2905012"/>
                <a:gd name="connsiteY80" fmla="*/ 567489 h 2905012"/>
                <a:gd name="connsiteX81" fmla="*/ 562199 w 2905012"/>
                <a:gd name="connsiteY81" fmla="*/ 657946 h 2905012"/>
                <a:gd name="connsiteX82" fmla="*/ 591138 w 2905012"/>
                <a:gd name="connsiteY82" fmla="*/ 624794 h 2905012"/>
                <a:gd name="connsiteX83" fmla="*/ 657838 w 2905012"/>
                <a:gd name="connsiteY83" fmla="*/ 561888 h 2905012"/>
                <a:gd name="connsiteX84" fmla="*/ 567489 w 2905012"/>
                <a:gd name="connsiteY84" fmla="*/ 302584 h 2905012"/>
                <a:gd name="connsiteX85" fmla="*/ 640396 w 2905012"/>
                <a:gd name="connsiteY85" fmla="*/ 248065 h 2905012"/>
                <a:gd name="connsiteX86" fmla="*/ 887125 w 2905012"/>
                <a:gd name="connsiteY86" fmla="*/ 114145 h 2905012"/>
                <a:gd name="connsiteX87" fmla="*/ 898265 w 2905012"/>
                <a:gd name="connsiteY87" fmla="*/ 110068 h 2905012"/>
                <a:gd name="connsiteX88" fmla="*/ 1078131 w 2905012"/>
                <a:gd name="connsiteY88" fmla="*/ 318516 h 2905012"/>
                <a:gd name="connsiteX89" fmla="*/ 1182469 w 2905012"/>
                <a:gd name="connsiteY89" fmla="*/ 288830 h 2905012"/>
                <a:gd name="connsiteX90" fmla="*/ 1209611 w 2905012"/>
                <a:gd name="connsiteY90" fmla="*/ 283886 h 2905012"/>
                <a:gd name="connsiteX91" fmla="*/ 1261036 w 2905012"/>
                <a:gd name="connsiteY91" fmla="*/ 14056 h 2905012"/>
                <a:gd name="connsiteX92" fmla="*/ 1303996 w 2905012"/>
                <a:gd name="connsiteY92" fmla="*/ 7499 h 2905012"/>
                <a:gd name="connsiteX93" fmla="*/ 1452506 w 2905012"/>
                <a:gd name="connsiteY93" fmla="*/ 0 h 2905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905012" h="2905012">
                  <a:moveTo>
                    <a:pt x="1452506" y="376181"/>
                  </a:moveTo>
                  <a:cubicBezTo>
                    <a:pt x="858068" y="376181"/>
                    <a:pt x="376181" y="858068"/>
                    <a:pt x="376181" y="1452506"/>
                  </a:cubicBezTo>
                  <a:cubicBezTo>
                    <a:pt x="376181" y="2046944"/>
                    <a:pt x="858068" y="2528831"/>
                    <a:pt x="1452506" y="2528831"/>
                  </a:cubicBezTo>
                  <a:cubicBezTo>
                    <a:pt x="2046944" y="2528831"/>
                    <a:pt x="2528831" y="2046944"/>
                    <a:pt x="2528831" y="1452506"/>
                  </a:cubicBezTo>
                  <a:cubicBezTo>
                    <a:pt x="2528831" y="858068"/>
                    <a:pt x="2046944" y="376181"/>
                    <a:pt x="1452506" y="376181"/>
                  </a:cubicBezTo>
                  <a:close/>
                  <a:moveTo>
                    <a:pt x="1452506" y="0"/>
                  </a:moveTo>
                  <a:cubicBezTo>
                    <a:pt x="1502644" y="0"/>
                    <a:pt x="1552188" y="2540"/>
                    <a:pt x="1601017" y="7499"/>
                  </a:cubicBezTo>
                  <a:lnTo>
                    <a:pt x="1643977" y="14056"/>
                  </a:lnTo>
                  <a:lnTo>
                    <a:pt x="1695533" y="284571"/>
                  </a:lnTo>
                  <a:lnTo>
                    <a:pt x="1769616" y="301003"/>
                  </a:lnTo>
                  <a:lnTo>
                    <a:pt x="1825934" y="319615"/>
                  </a:lnTo>
                  <a:lnTo>
                    <a:pt x="2006748" y="110068"/>
                  </a:lnTo>
                  <a:lnTo>
                    <a:pt x="2017887" y="114145"/>
                  </a:lnTo>
                  <a:cubicBezTo>
                    <a:pt x="2104775" y="150896"/>
                    <a:pt x="2187342" y="195860"/>
                    <a:pt x="2264616" y="248065"/>
                  </a:cubicBezTo>
                  <a:lnTo>
                    <a:pt x="2337523" y="302584"/>
                  </a:lnTo>
                  <a:lnTo>
                    <a:pt x="2247066" y="562199"/>
                  </a:lnTo>
                  <a:lnTo>
                    <a:pt x="2280217" y="591137"/>
                  </a:lnTo>
                  <a:lnTo>
                    <a:pt x="2343125" y="657838"/>
                  </a:lnTo>
                  <a:lnTo>
                    <a:pt x="2602428" y="567489"/>
                  </a:lnTo>
                  <a:lnTo>
                    <a:pt x="2656947" y="640396"/>
                  </a:lnTo>
                  <a:cubicBezTo>
                    <a:pt x="2709152" y="717670"/>
                    <a:pt x="2754117" y="800238"/>
                    <a:pt x="2790867" y="887125"/>
                  </a:cubicBezTo>
                  <a:lnTo>
                    <a:pt x="2794944" y="898265"/>
                  </a:lnTo>
                  <a:lnTo>
                    <a:pt x="2586495" y="1078131"/>
                  </a:lnTo>
                  <a:lnTo>
                    <a:pt x="2616181" y="1182468"/>
                  </a:lnTo>
                  <a:lnTo>
                    <a:pt x="2621126" y="1209611"/>
                  </a:lnTo>
                  <a:lnTo>
                    <a:pt x="2890957" y="1261036"/>
                  </a:lnTo>
                  <a:lnTo>
                    <a:pt x="2897513" y="1303996"/>
                  </a:lnTo>
                  <a:cubicBezTo>
                    <a:pt x="2902472" y="1352825"/>
                    <a:pt x="2905012" y="1402369"/>
                    <a:pt x="2905012" y="1452506"/>
                  </a:cubicBezTo>
                  <a:cubicBezTo>
                    <a:pt x="2905012" y="1502643"/>
                    <a:pt x="2902472" y="1552187"/>
                    <a:pt x="2897513" y="1601016"/>
                  </a:cubicBezTo>
                  <a:lnTo>
                    <a:pt x="2890957" y="1643977"/>
                  </a:lnTo>
                  <a:lnTo>
                    <a:pt x="2620440" y="1695533"/>
                  </a:lnTo>
                  <a:lnTo>
                    <a:pt x="2604008" y="1769614"/>
                  </a:lnTo>
                  <a:lnTo>
                    <a:pt x="2585396" y="1825933"/>
                  </a:lnTo>
                  <a:lnTo>
                    <a:pt x="2794944" y="2006748"/>
                  </a:lnTo>
                  <a:lnTo>
                    <a:pt x="2790867" y="2017887"/>
                  </a:lnTo>
                  <a:cubicBezTo>
                    <a:pt x="2754117" y="2104775"/>
                    <a:pt x="2709152" y="2187342"/>
                    <a:pt x="2656947" y="2264616"/>
                  </a:cubicBezTo>
                  <a:lnTo>
                    <a:pt x="2602428" y="2337523"/>
                  </a:lnTo>
                  <a:lnTo>
                    <a:pt x="2342811" y="2247065"/>
                  </a:lnTo>
                  <a:lnTo>
                    <a:pt x="2313875" y="2280215"/>
                  </a:lnTo>
                  <a:lnTo>
                    <a:pt x="2247174" y="2343123"/>
                  </a:lnTo>
                  <a:lnTo>
                    <a:pt x="2337523" y="2602428"/>
                  </a:lnTo>
                  <a:lnTo>
                    <a:pt x="2264616" y="2656947"/>
                  </a:lnTo>
                  <a:cubicBezTo>
                    <a:pt x="2187342" y="2709152"/>
                    <a:pt x="2104775" y="2754117"/>
                    <a:pt x="2017887" y="2790867"/>
                  </a:cubicBezTo>
                  <a:lnTo>
                    <a:pt x="2006748" y="2794944"/>
                  </a:lnTo>
                  <a:lnTo>
                    <a:pt x="1826880" y="2586493"/>
                  </a:lnTo>
                  <a:lnTo>
                    <a:pt x="1722544" y="2616179"/>
                  </a:lnTo>
                  <a:lnTo>
                    <a:pt x="1695403" y="2621123"/>
                  </a:lnTo>
                  <a:lnTo>
                    <a:pt x="1643977" y="2890957"/>
                  </a:lnTo>
                  <a:lnTo>
                    <a:pt x="1601017" y="2897513"/>
                  </a:lnTo>
                  <a:cubicBezTo>
                    <a:pt x="1552188" y="2902472"/>
                    <a:pt x="1502644" y="2905012"/>
                    <a:pt x="1452506" y="2905012"/>
                  </a:cubicBezTo>
                  <a:cubicBezTo>
                    <a:pt x="1402369" y="2905012"/>
                    <a:pt x="1352825" y="2902472"/>
                    <a:pt x="1303996" y="2897513"/>
                  </a:cubicBezTo>
                  <a:lnTo>
                    <a:pt x="1261036" y="2890957"/>
                  </a:lnTo>
                  <a:lnTo>
                    <a:pt x="1209479" y="2620437"/>
                  </a:lnTo>
                  <a:lnTo>
                    <a:pt x="1135396" y="2604005"/>
                  </a:lnTo>
                  <a:lnTo>
                    <a:pt x="1079081" y="2585394"/>
                  </a:lnTo>
                  <a:lnTo>
                    <a:pt x="898265" y="2794944"/>
                  </a:lnTo>
                  <a:lnTo>
                    <a:pt x="887125" y="2790867"/>
                  </a:lnTo>
                  <a:cubicBezTo>
                    <a:pt x="800238" y="2754117"/>
                    <a:pt x="717670" y="2709152"/>
                    <a:pt x="640396" y="2656947"/>
                  </a:cubicBezTo>
                  <a:lnTo>
                    <a:pt x="567489" y="2602428"/>
                  </a:lnTo>
                  <a:lnTo>
                    <a:pt x="657947" y="2342810"/>
                  </a:lnTo>
                  <a:lnTo>
                    <a:pt x="624796" y="2313872"/>
                  </a:lnTo>
                  <a:lnTo>
                    <a:pt x="561890" y="2247174"/>
                  </a:lnTo>
                  <a:lnTo>
                    <a:pt x="302584" y="2337523"/>
                  </a:lnTo>
                  <a:lnTo>
                    <a:pt x="248066" y="2264616"/>
                  </a:lnTo>
                  <a:cubicBezTo>
                    <a:pt x="195860" y="2187342"/>
                    <a:pt x="150896" y="2104775"/>
                    <a:pt x="114145" y="2017887"/>
                  </a:cubicBezTo>
                  <a:lnTo>
                    <a:pt x="110068" y="2006748"/>
                  </a:lnTo>
                  <a:lnTo>
                    <a:pt x="318519" y="1826880"/>
                  </a:lnTo>
                  <a:lnTo>
                    <a:pt x="288831" y="1722541"/>
                  </a:lnTo>
                  <a:lnTo>
                    <a:pt x="283887" y="1695402"/>
                  </a:lnTo>
                  <a:lnTo>
                    <a:pt x="14056" y="1643977"/>
                  </a:lnTo>
                  <a:lnTo>
                    <a:pt x="7499" y="1601016"/>
                  </a:lnTo>
                  <a:cubicBezTo>
                    <a:pt x="2541" y="1552187"/>
                    <a:pt x="0" y="1502643"/>
                    <a:pt x="0" y="1452506"/>
                  </a:cubicBezTo>
                  <a:cubicBezTo>
                    <a:pt x="0" y="1402369"/>
                    <a:pt x="2541" y="1352825"/>
                    <a:pt x="7499" y="1303996"/>
                  </a:cubicBezTo>
                  <a:lnTo>
                    <a:pt x="14056" y="1261036"/>
                  </a:lnTo>
                  <a:lnTo>
                    <a:pt x="284572" y="1209480"/>
                  </a:lnTo>
                  <a:lnTo>
                    <a:pt x="301005" y="1135394"/>
                  </a:lnTo>
                  <a:lnTo>
                    <a:pt x="319616" y="1079079"/>
                  </a:lnTo>
                  <a:lnTo>
                    <a:pt x="110068" y="898264"/>
                  </a:lnTo>
                  <a:lnTo>
                    <a:pt x="114145" y="887125"/>
                  </a:lnTo>
                  <a:cubicBezTo>
                    <a:pt x="150896" y="800238"/>
                    <a:pt x="195860" y="717670"/>
                    <a:pt x="248066" y="640396"/>
                  </a:cubicBezTo>
                  <a:lnTo>
                    <a:pt x="302584" y="567489"/>
                  </a:lnTo>
                  <a:lnTo>
                    <a:pt x="562199" y="657946"/>
                  </a:lnTo>
                  <a:lnTo>
                    <a:pt x="591138" y="624794"/>
                  </a:lnTo>
                  <a:lnTo>
                    <a:pt x="657838" y="561888"/>
                  </a:lnTo>
                  <a:lnTo>
                    <a:pt x="567489" y="302584"/>
                  </a:lnTo>
                  <a:lnTo>
                    <a:pt x="640396" y="248065"/>
                  </a:lnTo>
                  <a:cubicBezTo>
                    <a:pt x="717670" y="195860"/>
                    <a:pt x="800238" y="150896"/>
                    <a:pt x="887125" y="114145"/>
                  </a:cubicBezTo>
                  <a:lnTo>
                    <a:pt x="898265" y="110068"/>
                  </a:lnTo>
                  <a:lnTo>
                    <a:pt x="1078131" y="318516"/>
                  </a:lnTo>
                  <a:lnTo>
                    <a:pt x="1182469" y="288830"/>
                  </a:lnTo>
                  <a:lnTo>
                    <a:pt x="1209611" y="283886"/>
                  </a:lnTo>
                  <a:lnTo>
                    <a:pt x="1261036" y="14056"/>
                  </a:lnTo>
                  <a:lnTo>
                    <a:pt x="1303996" y="7499"/>
                  </a:lnTo>
                  <a:cubicBezTo>
                    <a:pt x="1352825" y="2540"/>
                    <a:pt x="1402369" y="0"/>
                    <a:pt x="1452506"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DE932F"/>
                </a:solidFill>
                <a:latin typeface="微软雅黑" panose="020B0503020204020204" pitchFamily="34" charset="-122"/>
                <a:ea typeface="微软雅黑" panose="020B0503020204020204" pitchFamily="34" charset="-122"/>
              </a:endParaRPr>
            </a:p>
          </p:txBody>
        </p:sp>
        <p:sp>
          <p:nvSpPr>
            <p:cNvPr id="42" name="椭圆 41"/>
            <p:cNvSpPr/>
            <p:nvPr/>
          </p:nvSpPr>
          <p:spPr>
            <a:xfrm>
              <a:off x="4710168" y="2738381"/>
              <a:ext cx="2152649" cy="2152650"/>
            </a:xfrm>
            <a:prstGeom prst="ellipse">
              <a:avLst/>
            </a:prstGeom>
            <a:grpFill/>
            <a:ln w="19050">
              <a:gradFill>
                <a:gsLst>
                  <a:gs pos="100000">
                    <a:schemeClr val="accent1">
                      <a:lumMod val="5000"/>
                      <a:lumOff val="95000"/>
                    </a:schemeClr>
                  </a:gs>
                  <a:gs pos="0">
                    <a:srgbClr val="EEEEEE"/>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DE932F"/>
                </a:solidFill>
                <a:latin typeface="微软雅黑" panose="020B0503020204020204" pitchFamily="34" charset="-122"/>
                <a:ea typeface="微软雅黑" panose="020B0503020204020204" pitchFamily="34" charset="-122"/>
              </a:endParaRPr>
            </a:p>
          </p:txBody>
        </p:sp>
        <p:sp>
          <p:nvSpPr>
            <p:cNvPr id="43" name="椭圆 42"/>
            <p:cNvSpPr/>
            <p:nvPr/>
          </p:nvSpPr>
          <p:spPr>
            <a:xfrm>
              <a:off x="4710169" y="2738382"/>
              <a:ext cx="2152650" cy="2152648"/>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DE932F"/>
                </a:solidFill>
                <a:latin typeface="微软雅黑" panose="020B0503020204020204" pitchFamily="34" charset="-122"/>
                <a:ea typeface="微软雅黑" panose="020B0503020204020204" pitchFamily="34" charset="-122"/>
              </a:endParaRPr>
            </a:p>
          </p:txBody>
        </p:sp>
      </p:grpSp>
      <p:sp>
        <p:nvSpPr>
          <p:cNvPr id="3" name="矩形 2"/>
          <p:cNvSpPr/>
          <p:nvPr/>
        </p:nvSpPr>
        <p:spPr>
          <a:xfrm>
            <a:off x="3021389" y="2997009"/>
            <a:ext cx="6096000" cy="1754326"/>
          </a:xfrm>
          <a:prstGeom prst="rect">
            <a:avLst/>
          </a:prstGeom>
        </p:spPr>
        <p:txBody>
          <a:bodyPr>
            <a:spAutoFit/>
          </a:bodyPr>
          <a:lstStyle/>
          <a:p>
            <a:pPr>
              <a:lnSpc>
                <a:spcPct val="150000"/>
              </a:lnSpc>
              <a:spcAft>
                <a:spcPct val="0"/>
              </a:spcAft>
            </a:pPr>
            <a:r>
              <a:rPr lang="zh-CN" altLang="en-US"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请输入文字信息，请输入文字信息请输入文字信息请输入文字信息请输入文字信息请输入文字信息请输入文字信息请输入文字信息请输入文字信息请输入文字信息请输入文字信息请输入文字信息请输入文字信息</a:t>
            </a:r>
            <a:endParaRPr lang="en-US" altLang="zh-CN"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par>
                                <p:cTn id="8" presetID="2" presetClass="entr" presetSubtype="6" fill="hold" nodeType="withEffect">
                                  <p:stCondLst>
                                    <p:cond delay="75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1+#ppt_w/2"/>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par>
                                <p:cTn id="12" presetID="2" presetClass="entr" presetSubtype="6" fill="hold" nodeType="withEffect">
                                  <p:stCondLst>
                                    <p:cond delay="75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1+#ppt_w/2"/>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par>
                                <p:cTn id="16" presetID="2" presetClass="entr" presetSubtype="6" fill="hold" nodeType="withEffect">
                                  <p:stCondLst>
                                    <p:cond delay="75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1+#ppt_w/2"/>
                                          </p:val>
                                        </p:tav>
                                        <p:tav tm="100000">
                                          <p:val>
                                            <p:strVal val="#ppt_x"/>
                                          </p:val>
                                        </p:tav>
                                      </p:tavLst>
                                    </p:anim>
                                    <p:anim calcmode="lin" valueType="num">
                                      <p:cBhvr additive="base">
                                        <p:cTn id="19" dur="500" fill="hold"/>
                                        <p:tgtEl>
                                          <p:spTgt spid="20"/>
                                        </p:tgtEl>
                                        <p:attrNameLst>
                                          <p:attrName>ppt_y</p:attrName>
                                        </p:attrNameLst>
                                      </p:cBhvr>
                                      <p:tavLst>
                                        <p:tav tm="0">
                                          <p:val>
                                            <p:strVal val="1+#ppt_h/2"/>
                                          </p:val>
                                        </p:tav>
                                        <p:tav tm="100000">
                                          <p:val>
                                            <p:strVal val="#ppt_y"/>
                                          </p:val>
                                        </p:tav>
                                      </p:tavLst>
                                    </p:anim>
                                  </p:childTnLst>
                                </p:cTn>
                              </p:par>
                              <p:par>
                                <p:cTn id="20" presetID="2" presetClass="entr" presetSubtype="6" fill="hold" nodeType="withEffect">
                                  <p:stCondLst>
                                    <p:cond delay="75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1+#ppt_w/2"/>
                                          </p:val>
                                        </p:tav>
                                        <p:tav tm="100000">
                                          <p:val>
                                            <p:strVal val="#ppt_x"/>
                                          </p:val>
                                        </p:tav>
                                      </p:tavLst>
                                    </p:anim>
                                    <p:anim calcmode="lin" valueType="num">
                                      <p:cBhvr additive="base">
                                        <p:cTn id="23" dur="500" fill="hold"/>
                                        <p:tgtEl>
                                          <p:spTgt spid="23"/>
                                        </p:tgtEl>
                                        <p:attrNameLst>
                                          <p:attrName>ppt_y</p:attrName>
                                        </p:attrNameLst>
                                      </p:cBhvr>
                                      <p:tavLst>
                                        <p:tav tm="0">
                                          <p:val>
                                            <p:strVal val="1+#ppt_h/2"/>
                                          </p:val>
                                        </p:tav>
                                        <p:tav tm="100000">
                                          <p:val>
                                            <p:strVal val="#ppt_y"/>
                                          </p:val>
                                        </p:tav>
                                      </p:tavLst>
                                    </p:anim>
                                  </p:childTnLst>
                                </p:cTn>
                              </p:par>
                              <p:par>
                                <p:cTn id="24" presetID="2" presetClass="entr" presetSubtype="6" fill="hold" nodeType="withEffect">
                                  <p:stCondLst>
                                    <p:cond delay="750"/>
                                  </p:stCondLst>
                                  <p:childTnLst>
                                    <p:set>
                                      <p:cBhvr>
                                        <p:cTn id="25" dur="1" fill="hold">
                                          <p:stCondLst>
                                            <p:cond delay="0"/>
                                          </p:stCondLst>
                                        </p:cTn>
                                        <p:tgtEl>
                                          <p:spTgt spid="26"/>
                                        </p:tgtEl>
                                        <p:attrNameLst>
                                          <p:attrName>style.visibility</p:attrName>
                                        </p:attrNameLst>
                                      </p:cBhvr>
                                      <p:to>
                                        <p:strVal val="visible"/>
                                      </p:to>
                                    </p:set>
                                    <p:anim calcmode="lin" valueType="num">
                                      <p:cBhvr additive="base">
                                        <p:cTn id="26" dur="500" fill="hold"/>
                                        <p:tgtEl>
                                          <p:spTgt spid="26"/>
                                        </p:tgtEl>
                                        <p:attrNameLst>
                                          <p:attrName>ppt_x</p:attrName>
                                        </p:attrNameLst>
                                      </p:cBhvr>
                                      <p:tavLst>
                                        <p:tav tm="0">
                                          <p:val>
                                            <p:strVal val="1+#ppt_w/2"/>
                                          </p:val>
                                        </p:tav>
                                        <p:tav tm="100000">
                                          <p:val>
                                            <p:strVal val="#ppt_x"/>
                                          </p:val>
                                        </p:tav>
                                      </p:tavLst>
                                    </p:anim>
                                    <p:anim calcmode="lin" valueType="num">
                                      <p:cBhvr additive="base">
                                        <p:cTn id="27" dur="500" fill="hold"/>
                                        <p:tgtEl>
                                          <p:spTgt spid="26"/>
                                        </p:tgtEl>
                                        <p:attrNameLst>
                                          <p:attrName>ppt_y</p:attrName>
                                        </p:attrNameLst>
                                      </p:cBhvr>
                                      <p:tavLst>
                                        <p:tav tm="0">
                                          <p:val>
                                            <p:strVal val="1+#ppt_h/2"/>
                                          </p:val>
                                        </p:tav>
                                        <p:tav tm="100000">
                                          <p:val>
                                            <p:strVal val="#ppt_y"/>
                                          </p:val>
                                        </p:tav>
                                      </p:tavLst>
                                    </p:anim>
                                  </p:childTnLst>
                                </p:cTn>
                              </p:par>
                            </p:childTnLst>
                          </p:cTn>
                        </p:par>
                        <p:par>
                          <p:cTn id="28" fill="hold">
                            <p:stCondLst>
                              <p:cond delay="2000"/>
                            </p:stCondLst>
                            <p:childTnLst>
                              <p:par>
                                <p:cTn id="29" presetID="31" presetClass="entr" presetSubtype="0"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p:cTn id="31" dur="750" fill="hold"/>
                                        <p:tgtEl>
                                          <p:spTgt spid="40"/>
                                        </p:tgtEl>
                                        <p:attrNameLst>
                                          <p:attrName>ppt_w</p:attrName>
                                        </p:attrNameLst>
                                      </p:cBhvr>
                                      <p:tavLst>
                                        <p:tav tm="0">
                                          <p:val>
                                            <p:fltVal val="0"/>
                                          </p:val>
                                        </p:tav>
                                        <p:tav tm="100000">
                                          <p:val>
                                            <p:strVal val="#ppt_w"/>
                                          </p:val>
                                        </p:tav>
                                      </p:tavLst>
                                    </p:anim>
                                    <p:anim calcmode="lin" valueType="num">
                                      <p:cBhvr>
                                        <p:cTn id="32" dur="750" fill="hold"/>
                                        <p:tgtEl>
                                          <p:spTgt spid="40"/>
                                        </p:tgtEl>
                                        <p:attrNameLst>
                                          <p:attrName>ppt_h</p:attrName>
                                        </p:attrNameLst>
                                      </p:cBhvr>
                                      <p:tavLst>
                                        <p:tav tm="0">
                                          <p:val>
                                            <p:fltVal val="0"/>
                                          </p:val>
                                        </p:tav>
                                        <p:tav tm="100000">
                                          <p:val>
                                            <p:strVal val="#ppt_h"/>
                                          </p:val>
                                        </p:tav>
                                      </p:tavLst>
                                    </p:anim>
                                    <p:anim calcmode="lin" valueType="num">
                                      <p:cBhvr>
                                        <p:cTn id="33" dur="750" fill="hold"/>
                                        <p:tgtEl>
                                          <p:spTgt spid="40"/>
                                        </p:tgtEl>
                                        <p:attrNameLst>
                                          <p:attrName>style.rotation</p:attrName>
                                        </p:attrNameLst>
                                      </p:cBhvr>
                                      <p:tavLst>
                                        <p:tav tm="0">
                                          <p:val>
                                            <p:fltVal val="90"/>
                                          </p:val>
                                        </p:tav>
                                        <p:tav tm="100000">
                                          <p:val>
                                            <p:fltVal val="0"/>
                                          </p:val>
                                        </p:tav>
                                      </p:tavLst>
                                    </p:anim>
                                    <p:animEffect transition="in" filter="fade">
                                      <p:cBhvr>
                                        <p:cTn id="34"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3416320"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单页面两项内容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02</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p:nvPr/>
        </p:nvSpPr>
        <p:spPr>
          <a:xfrm>
            <a:off x="873009" y="1957388"/>
            <a:ext cx="5188627" cy="2597689"/>
          </a:xfrm>
          <a:prstGeom prst="rect">
            <a:avLst/>
          </a:prstGeom>
          <a:blipFill dpi="0" rotWithShape="1">
            <a:blip r:embed="rId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2080" dirty="0">
              <a:latin typeface="Arial" panose="020B0604020202020204" pitchFamily="34" charset="0"/>
              <a:ea typeface="微软雅黑" panose="020B0503020204020204" pitchFamily="34" charset="-122"/>
              <a:sym typeface="Arial" panose="020B0604020202020204" pitchFamily="34" charset="0"/>
            </a:endParaRPr>
          </a:p>
        </p:txBody>
      </p:sp>
      <p:sp>
        <p:nvSpPr>
          <p:cNvPr id="3" name="Rectangle 5"/>
          <p:cNvSpPr/>
          <p:nvPr/>
        </p:nvSpPr>
        <p:spPr>
          <a:xfrm>
            <a:off x="873009" y="4616883"/>
            <a:ext cx="5188627" cy="1208159"/>
          </a:xfrm>
          <a:prstGeom prst="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2080" dirty="0">
              <a:latin typeface="Arial" panose="020B0604020202020204" pitchFamily="34" charset="0"/>
              <a:ea typeface="微软雅黑" panose="020B0503020204020204" pitchFamily="34" charset="-122"/>
              <a:sym typeface="Arial" panose="020B0604020202020204" pitchFamily="34" charset="0"/>
            </a:endParaRPr>
          </a:p>
        </p:txBody>
      </p:sp>
      <p:sp>
        <p:nvSpPr>
          <p:cNvPr id="4" name="Rectangle 6"/>
          <p:cNvSpPr/>
          <p:nvPr/>
        </p:nvSpPr>
        <p:spPr>
          <a:xfrm>
            <a:off x="6134862" y="1957388"/>
            <a:ext cx="5184128" cy="2597689"/>
          </a:xfrm>
          <a:prstGeom prst="rect">
            <a:avLst/>
          </a:prstGeom>
          <a:blipFill dpi="0" rotWithShape="1">
            <a:blip r:embed="rId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2080" dirty="0">
              <a:latin typeface="Arial" panose="020B0604020202020204" pitchFamily="34" charset="0"/>
              <a:ea typeface="微软雅黑" panose="020B0503020204020204" pitchFamily="34" charset="-122"/>
              <a:sym typeface="Arial" panose="020B0604020202020204" pitchFamily="34" charset="0"/>
            </a:endParaRPr>
          </a:p>
        </p:txBody>
      </p:sp>
      <p:grpSp>
        <p:nvGrpSpPr>
          <p:cNvPr id="13" name="组合 12"/>
          <p:cNvGrpSpPr/>
          <p:nvPr/>
        </p:nvGrpSpPr>
        <p:grpSpPr>
          <a:xfrm>
            <a:off x="1168853" y="4761088"/>
            <a:ext cx="4553416" cy="805136"/>
            <a:chOff x="1168853" y="4761088"/>
            <a:chExt cx="4553416" cy="805136"/>
          </a:xfrm>
        </p:grpSpPr>
        <p:sp>
          <p:nvSpPr>
            <p:cNvPr id="6" name="TextBox 15"/>
            <p:cNvSpPr txBox="1"/>
            <p:nvPr/>
          </p:nvSpPr>
          <p:spPr>
            <a:xfrm>
              <a:off x="1168853" y="5130784"/>
              <a:ext cx="4553416" cy="435440"/>
            </a:xfrm>
            <a:prstGeom prst="rect">
              <a:avLst/>
            </a:prstGeom>
            <a:noFill/>
          </p:spPr>
          <p:txBody>
            <a:bodyPr wrap="square" lIns="0" tIns="0" rIns="0" bIns="0" rtlCol="0">
              <a:spAutoFit/>
            </a:bodyPr>
            <a:lstStyle/>
            <a:p>
              <a:pPr>
                <a:lnSpc>
                  <a:spcPct val="150000"/>
                </a:lnSpc>
              </a:pPr>
              <a:r>
                <a:rPr lang="zh-CN" altLang="en-US" sz="1000"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请替换文字内容，添加相关标题，修改文字内容，也可以直接复制你的内容到此。请替换文字内容，添加相关标题，修改文字内容，也可以直接复制你的内容到此。</a:t>
              </a:r>
              <a:endParaRPr lang="zh-CN" altLang="en-US" sz="1000"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7" name="TextBox 16"/>
            <p:cNvSpPr txBox="1"/>
            <p:nvPr/>
          </p:nvSpPr>
          <p:spPr>
            <a:xfrm>
              <a:off x="1168853" y="4761088"/>
              <a:ext cx="1436291" cy="284693"/>
            </a:xfrm>
            <a:prstGeom prst="rect">
              <a:avLst/>
            </a:prstGeom>
            <a:noFill/>
          </p:spPr>
          <p:txBody>
            <a:bodyPr wrap="none" lIns="0" tIns="0" rIns="0" bIns="0" rtlCol="0">
              <a:spAutoFit/>
            </a:bodyPr>
            <a:lstStyle/>
            <a:p>
              <a:pPr algn="ctr">
                <a:lnSpc>
                  <a:spcPct val="150000"/>
                </a:lnSpc>
                <a:spcAft>
                  <a:spcPct val="0"/>
                </a:spcAft>
              </a:pPr>
              <a:r>
                <a:rPr lang="zh-CN" altLang="en-US" sz="1400"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点击替换文字内容</a:t>
              </a:r>
              <a:endParaRPr lang="zh-CN" altLang="en-US" sz="1400"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grpSp>
        <p:nvGrpSpPr>
          <p:cNvPr id="18" name="组合 17"/>
          <p:cNvGrpSpPr/>
          <p:nvPr/>
        </p:nvGrpSpPr>
        <p:grpSpPr>
          <a:xfrm>
            <a:off x="6129102" y="4616881"/>
            <a:ext cx="5189525" cy="1212462"/>
            <a:chOff x="6129102" y="4616881"/>
            <a:chExt cx="5189525" cy="1212462"/>
          </a:xfrm>
        </p:grpSpPr>
        <p:sp>
          <p:nvSpPr>
            <p:cNvPr id="5" name="Rectangle 7"/>
            <p:cNvSpPr/>
            <p:nvPr/>
          </p:nvSpPr>
          <p:spPr>
            <a:xfrm>
              <a:off x="6129102" y="4616881"/>
              <a:ext cx="5189525" cy="121246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sz="2080" dirty="0">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5"/>
            <p:cNvSpPr txBox="1"/>
            <p:nvPr/>
          </p:nvSpPr>
          <p:spPr>
            <a:xfrm>
              <a:off x="6447156" y="5130784"/>
              <a:ext cx="4553416" cy="435440"/>
            </a:xfrm>
            <a:prstGeom prst="rect">
              <a:avLst/>
            </a:prstGeom>
            <a:noFill/>
          </p:spPr>
          <p:txBody>
            <a:bodyPr wrap="square" lIns="0" tIns="0" rIns="0" bIns="0" rtlCol="0">
              <a:spAutoFit/>
            </a:bodyPr>
            <a:lstStyle/>
            <a:p>
              <a:pPr>
                <a:lnSpc>
                  <a:spcPct val="150000"/>
                </a:lnSpc>
              </a:pPr>
              <a:r>
                <a:rPr lang="zh-CN" altLang="en-US" sz="1000"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rPr>
                <a:t>请替换文字内容，添加相关标题，修改文字内容，也可以直接复制你的内容到此。请替换文字内容，添加相关标题，修改文字内容，也可以直接复制你的内容到此。</a:t>
              </a:r>
              <a:endParaRPr lang="zh-CN" altLang="en-US" sz="1000" dirty="0">
                <a:solidFill>
                  <a:schemeClr val="bg1"/>
                </a:solidFill>
                <a:latin typeface="微软雅黑 Light" panose="020B0502040204020203" pitchFamily="34" charset="-122"/>
                <a:ea typeface="微软雅黑 Light" panose="020B0502040204020203" pitchFamily="34" charset="-122"/>
                <a:sym typeface="Arial" panose="020B0604020202020204" pitchFamily="34" charset="0"/>
              </a:endParaRPr>
            </a:p>
          </p:txBody>
        </p:sp>
        <p:sp>
          <p:nvSpPr>
            <p:cNvPr id="17" name="TextBox 16"/>
            <p:cNvSpPr txBox="1"/>
            <p:nvPr/>
          </p:nvSpPr>
          <p:spPr>
            <a:xfrm>
              <a:off x="6447156" y="4749640"/>
              <a:ext cx="1436291" cy="284693"/>
            </a:xfrm>
            <a:prstGeom prst="rect">
              <a:avLst/>
            </a:prstGeom>
            <a:noFill/>
          </p:spPr>
          <p:txBody>
            <a:bodyPr wrap="none" lIns="0" tIns="0" rIns="0" bIns="0" rtlCol="0">
              <a:spAutoFit/>
            </a:bodyPr>
            <a:lstStyle/>
            <a:p>
              <a:pPr algn="ctr">
                <a:lnSpc>
                  <a:spcPct val="150000"/>
                </a:lnSpc>
                <a:spcAft>
                  <a:spcPct val="0"/>
                </a:spcAft>
              </a:pPr>
              <a:r>
                <a:rPr lang="zh-CN" altLang="en-US" sz="1400"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点击替换文字内容</a:t>
              </a:r>
              <a:endParaRPr lang="zh-CN" altLang="en-US" sz="1400" b="1"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grpSp>
        <p:nvGrpSpPr>
          <p:cNvPr id="19" name="组合 18"/>
          <p:cNvGrpSpPr/>
          <p:nvPr/>
        </p:nvGrpSpPr>
        <p:grpSpPr>
          <a:xfrm>
            <a:off x="583501" y="471624"/>
            <a:ext cx="2177776" cy="553998"/>
            <a:chOff x="592429" y="482522"/>
            <a:chExt cx="2177776" cy="553998"/>
          </a:xfrm>
        </p:grpSpPr>
        <p:grpSp>
          <p:nvGrpSpPr>
            <p:cNvPr id="20" name="组合 19"/>
            <p:cNvGrpSpPr/>
            <p:nvPr/>
          </p:nvGrpSpPr>
          <p:grpSpPr>
            <a:xfrm>
              <a:off x="592429" y="584272"/>
              <a:ext cx="433087" cy="360490"/>
              <a:chOff x="2770053" y="2524936"/>
              <a:chExt cx="433087" cy="317447"/>
            </a:xfrm>
            <a:solidFill>
              <a:srgbClr val="2F5EB2"/>
            </a:solidFill>
          </p:grpSpPr>
          <p:sp>
            <p:nvSpPr>
              <p:cNvPr id="22"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3"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4"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1"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两项内容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Straight Connector 28"/>
          <p:cNvCxnSpPr>
            <a:stCxn id="35" idx="4"/>
          </p:cNvCxnSpPr>
          <p:nvPr/>
        </p:nvCxnSpPr>
        <p:spPr>
          <a:xfrm>
            <a:off x="6155270" y="2765333"/>
            <a:ext cx="0" cy="3792629"/>
          </a:xfrm>
          <a:prstGeom prst="line">
            <a:avLst/>
          </a:prstGeom>
          <a:ln w="6350">
            <a:solidFill>
              <a:schemeClr val="tx2">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2620966" y="1736270"/>
            <a:ext cx="2960914" cy="1770743"/>
            <a:chOff x="1712686" y="522514"/>
            <a:chExt cx="2960914" cy="1770743"/>
          </a:xfrm>
        </p:grpSpPr>
        <p:sp>
          <p:nvSpPr>
            <p:cNvPr id="31" name="Rectangle 30"/>
            <p:cNvSpPr/>
            <p:nvPr/>
          </p:nvSpPr>
          <p:spPr>
            <a:xfrm>
              <a:off x="1712686" y="522514"/>
              <a:ext cx="2960914" cy="522515"/>
            </a:xfrm>
            <a:prstGeom prst="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dirty="0" err="1">
                  <a:solidFill>
                    <a:schemeClr val="bg1"/>
                  </a:solidFill>
                  <a:latin typeface="微软雅黑" panose="020B0503020204020204" pitchFamily="34" charset="-122"/>
                  <a:ea typeface="微软雅黑" panose="020B0503020204020204" pitchFamily="34" charset="-122"/>
                </a:rPr>
                <a:t>请输入标题</a:t>
              </a:r>
              <a:endParaRPr lang="en-US" sz="1400" dirty="0">
                <a:solidFill>
                  <a:schemeClr val="bg1"/>
                </a:solidFill>
                <a:latin typeface="微软雅黑" panose="020B0503020204020204" pitchFamily="34" charset="-122"/>
                <a:ea typeface="微软雅黑" panose="020B0503020204020204" pitchFamily="34" charset="-122"/>
              </a:endParaRPr>
            </a:p>
          </p:txBody>
        </p:sp>
        <p:sp>
          <p:nvSpPr>
            <p:cNvPr id="32" name="Rectangle 31"/>
            <p:cNvSpPr/>
            <p:nvPr/>
          </p:nvSpPr>
          <p:spPr>
            <a:xfrm>
              <a:off x="1712686" y="1045029"/>
              <a:ext cx="2960914" cy="12482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b="1"/>
            </a:p>
          </p:txBody>
        </p:sp>
      </p:grpSp>
      <p:sp>
        <p:nvSpPr>
          <p:cNvPr id="33" name="Oval 32"/>
          <p:cNvSpPr/>
          <p:nvPr/>
        </p:nvSpPr>
        <p:spPr>
          <a:xfrm>
            <a:off x="7409305" y="1997527"/>
            <a:ext cx="1248229" cy="1248229"/>
          </a:xfrm>
          <a:prstGeom prst="ellipse">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cxnSp>
        <p:nvCxnSpPr>
          <p:cNvPr id="34" name="Straight Connector 33"/>
          <p:cNvCxnSpPr/>
          <p:nvPr/>
        </p:nvCxnSpPr>
        <p:spPr>
          <a:xfrm rot="16200000" flipH="1">
            <a:off x="6826918" y="2039255"/>
            <a:ext cx="1" cy="1164772"/>
          </a:xfrm>
          <a:prstGeom prst="line">
            <a:avLst/>
          </a:prstGeom>
          <a:ln w="38100">
            <a:solidFill>
              <a:srgbClr val="015BAB"/>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6011578" y="2477949"/>
            <a:ext cx="287384" cy="287384"/>
          </a:xfrm>
          <a:prstGeom prst="ellipse">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nvGrpSpPr>
          <p:cNvPr id="36" name="Group 35"/>
          <p:cNvGrpSpPr/>
          <p:nvPr/>
        </p:nvGrpSpPr>
        <p:grpSpPr>
          <a:xfrm>
            <a:off x="6752995" y="4083957"/>
            <a:ext cx="2960914" cy="1770743"/>
            <a:chOff x="1712686" y="522514"/>
            <a:chExt cx="2960914" cy="1770743"/>
          </a:xfrm>
        </p:grpSpPr>
        <p:sp>
          <p:nvSpPr>
            <p:cNvPr id="37" name="Rectangle 50"/>
            <p:cNvSpPr/>
            <p:nvPr/>
          </p:nvSpPr>
          <p:spPr>
            <a:xfrm>
              <a:off x="1712686" y="522514"/>
              <a:ext cx="2960914" cy="522515"/>
            </a:xfrm>
            <a:prstGeom prst="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400" dirty="0" err="1">
                  <a:solidFill>
                    <a:schemeClr val="bg1"/>
                  </a:solidFill>
                  <a:latin typeface="微软雅黑" panose="020B0503020204020204" pitchFamily="34" charset="-122"/>
                  <a:ea typeface="微软雅黑" panose="020B0503020204020204" pitchFamily="34" charset="-122"/>
                </a:rPr>
                <a:t>请输入标题</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38" name="Rectangle 52"/>
            <p:cNvSpPr/>
            <p:nvPr/>
          </p:nvSpPr>
          <p:spPr>
            <a:xfrm>
              <a:off x="1712686" y="1045029"/>
              <a:ext cx="2960914" cy="12482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b="1"/>
            </a:p>
          </p:txBody>
        </p:sp>
      </p:grpSp>
      <p:sp>
        <p:nvSpPr>
          <p:cNvPr id="39" name="Oval 58"/>
          <p:cNvSpPr/>
          <p:nvPr/>
        </p:nvSpPr>
        <p:spPr>
          <a:xfrm>
            <a:off x="3672790" y="4345214"/>
            <a:ext cx="1248229" cy="1248229"/>
          </a:xfrm>
          <a:prstGeom prst="ellipse">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cxnSp>
        <p:nvCxnSpPr>
          <p:cNvPr id="40" name="Straight Connector 59"/>
          <p:cNvCxnSpPr/>
          <p:nvPr/>
        </p:nvCxnSpPr>
        <p:spPr>
          <a:xfrm rot="16200000" flipH="1">
            <a:off x="5503405" y="4386943"/>
            <a:ext cx="1" cy="1164772"/>
          </a:xfrm>
          <a:prstGeom prst="line">
            <a:avLst/>
          </a:prstGeom>
          <a:ln w="38100">
            <a:solidFill>
              <a:srgbClr val="48BAF8"/>
            </a:solidFill>
          </a:ln>
        </p:spPr>
        <p:style>
          <a:lnRef idx="1">
            <a:schemeClr val="accent1"/>
          </a:lnRef>
          <a:fillRef idx="0">
            <a:schemeClr val="accent1"/>
          </a:fillRef>
          <a:effectRef idx="0">
            <a:schemeClr val="accent1"/>
          </a:effectRef>
          <a:fontRef idx="minor">
            <a:schemeClr val="tx1"/>
          </a:fontRef>
        </p:style>
      </p:cxnSp>
      <p:sp>
        <p:nvSpPr>
          <p:cNvPr id="41" name="Oval 60"/>
          <p:cNvSpPr/>
          <p:nvPr/>
        </p:nvSpPr>
        <p:spPr>
          <a:xfrm>
            <a:off x="6011578" y="4825636"/>
            <a:ext cx="287384" cy="287384"/>
          </a:xfrm>
          <a:prstGeom prst="ellipse">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grpSp>
        <p:nvGrpSpPr>
          <p:cNvPr id="44" name="Group 71"/>
          <p:cNvGrpSpPr/>
          <p:nvPr/>
        </p:nvGrpSpPr>
        <p:grpSpPr>
          <a:xfrm>
            <a:off x="6309285" y="2733095"/>
            <a:ext cx="1443726" cy="497028"/>
            <a:chOff x="6386285" y="2711738"/>
            <a:chExt cx="1443726" cy="497028"/>
          </a:xfrm>
        </p:grpSpPr>
        <p:sp>
          <p:nvSpPr>
            <p:cNvPr id="45" name="Inhaltsplatzhalter 4"/>
            <p:cNvSpPr txBox="1"/>
            <p:nvPr/>
          </p:nvSpPr>
          <p:spPr>
            <a:xfrm>
              <a:off x="6386285" y="2711738"/>
              <a:ext cx="1443726"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2000" b="1" dirty="0">
                  <a:solidFill>
                    <a:srgbClr val="015BAB"/>
                  </a:solidFill>
                  <a:latin typeface="+mj-lt"/>
                </a:rPr>
                <a:t>2022</a:t>
              </a:r>
              <a:endParaRPr lang="en-US" sz="1600" dirty="0">
                <a:solidFill>
                  <a:srgbClr val="015BAB"/>
                </a:solidFill>
                <a:latin typeface="+mn-lt"/>
              </a:endParaRPr>
            </a:p>
          </p:txBody>
        </p:sp>
        <p:sp>
          <p:nvSpPr>
            <p:cNvPr id="46" name="Inhaltsplatzhalter 4"/>
            <p:cNvSpPr txBox="1"/>
            <p:nvPr/>
          </p:nvSpPr>
          <p:spPr>
            <a:xfrm>
              <a:off x="6386285" y="3054878"/>
              <a:ext cx="1443726" cy="153888"/>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en-US" sz="1000" dirty="0" err="1">
                  <a:solidFill>
                    <a:schemeClr val="bg1">
                      <a:lumMod val="50000"/>
                    </a:schemeClr>
                  </a:solidFill>
                  <a:latin typeface="微软雅黑 Light" panose="020B0502040204020203" pitchFamily="34" charset="-122"/>
                  <a:ea typeface="微软雅黑 Light" panose="020B0502040204020203" pitchFamily="34" charset="-122"/>
                </a:rPr>
                <a:t>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47" name="Group 74"/>
          <p:cNvGrpSpPr/>
          <p:nvPr/>
        </p:nvGrpSpPr>
        <p:grpSpPr>
          <a:xfrm>
            <a:off x="4562903" y="5123084"/>
            <a:ext cx="1443726" cy="497028"/>
            <a:chOff x="6386285" y="2711738"/>
            <a:chExt cx="1443726" cy="497028"/>
          </a:xfrm>
        </p:grpSpPr>
        <p:sp>
          <p:nvSpPr>
            <p:cNvPr id="48" name="Inhaltsplatzhalter 4"/>
            <p:cNvSpPr txBox="1"/>
            <p:nvPr/>
          </p:nvSpPr>
          <p:spPr>
            <a:xfrm>
              <a:off x="6386285" y="2711738"/>
              <a:ext cx="1443726"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en-US" sz="2000" b="1" dirty="0">
                  <a:solidFill>
                    <a:srgbClr val="48BAF8"/>
                  </a:solidFill>
                  <a:latin typeface="+mj-lt"/>
                </a:rPr>
                <a:t>2021</a:t>
              </a:r>
              <a:endParaRPr lang="en-US" sz="1600" dirty="0">
                <a:solidFill>
                  <a:srgbClr val="48BAF8"/>
                </a:solidFill>
                <a:latin typeface="+mn-lt"/>
              </a:endParaRPr>
            </a:p>
          </p:txBody>
        </p:sp>
        <p:sp>
          <p:nvSpPr>
            <p:cNvPr id="49" name="Inhaltsplatzhalter 4"/>
            <p:cNvSpPr txBox="1"/>
            <p:nvPr/>
          </p:nvSpPr>
          <p:spPr>
            <a:xfrm>
              <a:off x="6386285" y="3054878"/>
              <a:ext cx="1443726" cy="153888"/>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spcAft>
                  <a:spcPts val="1200"/>
                </a:spcAft>
                <a:buNone/>
              </a:pPr>
              <a:r>
                <a:rPr lang="en-US" altLang="zh-CN" sz="1000" dirty="0" err="1">
                  <a:solidFill>
                    <a:schemeClr val="bg1">
                      <a:lumMod val="50000"/>
                    </a:schemeClr>
                  </a:solidFill>
                  <a:latin typeface="微软雅黑 Light" panose="020B0502040204020203" pitchFamily="34" charset="-122"/>
                  <a:ea typeface="微软雅黑 Light" panose="020B0502040204020203" pitchFamily="34" charset="-122"/>
                </a:rPr>
                <a:t>输入文字</a:t>
              </a:r>
              <a:endParaRPr lang="en-US" altLang="zh-CN"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50" name="Group 77"/>
          <p:cNvGrpSpPr/>
          <p:nvPr/>
        </p:nvGrpSpPr>
        <p:grpSpPr>
          <a:xfrm>
            <a:off x="3989723" y="4662147"/>
            <a:ext cx="614362" cy="614362"/>
            <a:chOff x="10948988" y="2659063"/>
            <a:chExt cx="614362" cy="614362"/>
          </a:xfrm>
          <a:solidFill>
            <a:schemeClr val="bg1"/>
          </a:solidFill>
        </p:grpSpPr>
        <p:sp>
          <p:nvSpPr>
            <p:cNvPr id="51" name="Freeform 112"/>
            <p:cNvSpPr>
              <a:spLocks noEditPoints="1"/>
            </p:cNvSpPr>
            <p:nvPr/>
          </p:nvSpPr>
          <p:spPr bwMode="auto">
            <a:xfrm>
              <a:off x="10948988" y="2659063"/>
              <a:ext cx="614362" cy="614362"/>
            </a:xfrm>
            <a:custGeom>
              <a:avLst/>
              <a:gdLst>
                <a:gd name="T0" fmla="*/ 1246 w 3483"/>
                <a:gd name="T1" fmla="*/ 2263 h 3483"/>
                <a:gd name="T2" fmla="*/ 1059 w 3483"/>
                <a:gd name="T3" fmla="*/ 2432 h 3483"/>
                <a:gd name="T4" fmla="*/ 986 w 3483"/>
                <a:gd name="T5" fmla="*/ 2683 h 3483"/>
                <a:gd name="T6" fmla="*/ 1307 w 3483"/>
                <a:gd name="T7" fmla="*/ 3026 h 3483"/>
                <a:gd name="T8" fmla="*/ 1668 w 3483"/>
                <a:gd name="T9" fmla="*/ 2861 h 3483"/>
                <a:gd name="T10" fmla="*/ 2092 w 3483"/>
                <a:gd name="T11" fmla="*/ 3052 h 3483"/>
                <a:gd name="T12" fmla="*/ 2491 w 3483"/>
                <a:gd name="T13" fmla="*/ 2872 h 3483"/>
                <a:gd name="T14" fmla="*/ 2443 w 3483"/>
                <a:gd name="T15" fmla="*/ 2476 h 3483"/>
                <a:gd name="T16" fmla="*/ 2275 w 3483"/>
                <a:gd name="T17" fmla="*/ 2288 h 3483"/>
                <a:gd name="T18" fmla="*/ 2023 w 3483"/>
                <a:gd name="T19" fmla="*/ 2215 h 3483"/>
                <a:gd name="T20" fmla="*/ 1394 w 3483"/>
                <a:gd name="T21" fmla="*/ 430 h 3483"/>
                <a:gd name="T22" fmla="*/ 988 w 3483"/>
                <a:gd name="T23" fmla="*/ 614 h 3483"/>
                <a:gd name="T24" fmla="*/ 666 w 3483"/>
                <a:gd name="T25" fmla="*/ 915 h 3483"/>
                <a:gd name="T26" fmla="*/ 457 w 3483"/>
                <a:gd name="T27" fmla="*/ 1307 h 3483"/>
                <a:gd name="T28" fmla="*/ 622 w 3483"/>
                <a:gd name="T29" fmla="*/ 1667 h 3483"/>
                <a:gd name="T30" fmla="*/ 432 w 3483"/>
                <a:gd name="T31" fmla="*/ 2093 h 3483"/>
                <a:gd name="T32" fmla="*/ 614 w 3483"/>
                <a:gd name="T33" fmla="*/ 2495 h 3483"/>
                <a:gd name="T34" fmla="*/ 844 w 3483"/>
                <a:gd name="T35" fmla="*/ 2682 h 3483"/>
                <a:gd name="T36" fmla="*/ 915 w 3483"/>
                <a:gd name="T37" fmla="*/ 2386 h 3483"/>
                <a:gd name="T38" fmla="*/ 1112 w 3483"/>
                <a:gd name="T39" fmla="*/ 2166 h 3483"/>
                <a:gd name="T40" fmla="*/ 1396 w 3483"/>
                <a:gd name="T41" fmla="*/ 2062 h 3483"/>
                <a:gd name="T42" fmla="*/ 2214 w 3483"/>
                <a:gd name="T43" fmla="*/ 2087 h 3483"/>
                <a:gd name="T44" fmla="*/ 2470 w 3483"/>
                <a:gd name="T45" fmla="*/ 2240 h 3483"/>
                <a:gd name="T46" fmla="*/ 2625 w 3483"/>
                <a:gd name="T47" fmla="*/ 2495 h 3483"/>
                <a:gd name="T48" fmla="*/ 2715 w 3483"/>
                <a:gd name="T49" fmla="*/ 2685 h 3483"/>
                <a:gd name="T50" fmla="*/ 2962 w 3483"/>
                <a:gd name="T51" fmla="*/ 2334 h 3483"/>
                <a:gd name="T52" fmla="*/ 3086 w 3483"/>
                <a:gd name="T53" fmla="*/ 1912 h 3483"/>
                <a:gd name="T54" fmla="*/ 3087 w 3483"/>
                <a:gd name="T55" fmla="*/ 1574 h 3483"/>
                <a:gd name="T56" fmla="*/ 2958 w 3483"/>
                <a:gd name="T57" fmla="*/ 1143 h 3483"/>
                <a:gd name="T58" fmla="*/ 2703 w 3483"/>
                <a:gd name="T59" fmla="*/ 785 h 3483"/>
                <a:gd name="T60" fmla="*/ 2346 w 3483"/>
                <a:gd name="T61" fmla="*/ 527 h 3483"/>
                <a:gd name="T62" fmla="*/ 1916 w 3483"/>
                <a:gd name="T63" fmla="*/ 396 h 3483"/>
                <a:gd name="T64" fmla="*/ 1667 w 3483"/>
                <a:gd name="T65" fmla="*/ 0 h 3483"/>
                <a:gd name="T66" fmla="*/ 2115 w 3483"/>
                <a:gd name="T67" fmla="*/ 278 h 3483"/>
                <a:gd name="T68" fmla="*/ 2553 w 3483"/>
                <a:gd name="T69" fmla="*/ 469 h 3483"/>
                <a:gd name="T70" fmla="*/ 2907 w 3483"/>
                <a:gd name="T71" fmla="*/ 782 h 3483"/>
                <a:gd name="T72" fmla="*/ 3148 w 3483"/>
                <a:gd name="T73" fmla="*/ 1191 h 3483"/>
                <a:gd name="T74" fmla="*/ 3251 w 3483"/>
                <a:gd name="T75" fmla="*/ 1668 h 3483"/>
                <a:gd name="T76" fmla="*/ 3227 w 3483"/>
                <a:gd name="T77" fmla="*/ 2019 h 3483"/>
                <a:gd name="T78" fmla="*/ 3064 w 3483"/>
                <a:gd name="T79" fmla="*/ 2470 h 3483"/>
                <a:gd name="T80" fmla="*/ 2774 w 3483"/>
                <a:gd name="T81" fmla="*/ 2841 h 3483"/>
                <a:gd name="T82" fmla="*/ 2384 w 3483"/>
                <a:gd name="T83" fmla="*/ 3108 h 3483"/>
                <a:gd name="T84" fmla="*/ 1922 w 3483"/>
                <a:gd name="T85" fmla="*/ 3242 h 3483"/>
                <a:gd name="T86" fmla="*/ 1567 w 3483"/>
                <a:gd name="T87" fmla="*/ 3243 h 3483"/>
                <a:gd name="T88" fmla="*/ 1102 w 3483"/>
                <a:gd name="T89" fmla="*/ 3110 h 3483"/>
                <a:gd name="T90" fmla="*/ 710 w 3483"/>
                <a:gd name="T91" fmla="*/ 2844 h 3483"/>
                <a:gd name="T92" fmla="*/ 419 w 3483"/>
                <a:gd name="T93" fmla="*/ 2472 h 3483"/>
                <a:gd name="T94" fmla="*/ 255 w 3483"/>
                <a:gd name="T95" fmla="*/ 2020 h 3483"/>
                <a:gd name="T96" fmla="*/ 232 w 3483"/>
                <a:gd name="T97" fmla="*/ 1668 h 3483"/>
                <a:gd name="T98" fmla="*/ 336 w 3483"/>
                <a:gd name="T99" fmla="*/ 1189 h 3483"/>
                <a:gd name="T100" fmla="*/ 578 w 3483"/>
                <a:gd name="T101" fmla="*/ 780 h 3483"/>
                <a:gd name="T102" fmla="*/ 933 w 3483"/>
                <a:gd name="T103" fmla="*/ 467 h 3483"/>
                <a:gd name="T104" fmla="*/ 1373 w 3483"/>
                <a:gd name="T105" fmla="*/ 275 h 3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83" h="3483">
                  <a:moveTo>
                    <a:pt x="1453" y="2215"/>
                  </a:moveTo>
                  <a:lnTo>
                    <a:pt x="1398" y="2219"/>
                  </a:lnTo>
                  <a:lnTo>
                    <a:pt x="1346" y="2228"/>
                  </a:lnTo>
                  <a:lnTo>
                    <a:pt x="1295" y="2243"/>
                  </a:lnTo>
                  <a:lnTo>
                    <a:pt x="1246" y="2263"/>
                  </a:lnTo>
                  <a:lnTo>
                    <a:pt x="1202" y="2288"/>
                  </a:lnTo>
                  <a:lnTo>
                    <a:pt x="1160" y="2318"/>
                  </a:lnTo>
                  <a:lnTo>
                    <a:pt x="1122" y="2352"/>
                  </a:lnTo>
                  <a:lnTo>
                    <a:pt x="1088" y="2390"/>
                  </a:lnTo>
                  <a:lnTo>
                    <a:pt x="1059" y="2432"/>
                  </a:lnTo>
                  <a:lnTo>
                    <a:pt x="1033" y="2476"/>
                  </a:lnTo>
                  <a:lnTo>
                    <a:pt x="1013" y="2525"/>
                  </a:lnTo>
                  <a:lnTo>
                    <a:pt x="998" y="2575"/>
                  </a:lnTo>
                  <a:lnTo>
                    <a:pt x="989" y="2628"/>
                  </a:lnTo>
                  <a:lnTo>
                    <a:pt x="986" y="2683"/>
                  </a:lnTo>
                  <a:lnTo>
                    <a:pt x="986" y="2868"/>
                  </a:lnTo>
                  <a:lnTo>
                    <a:pt x="1062" y="2915"/>
                  </a:lnTo>
                  <a:lnTo>
                    <a:pt x="1140" y="2957"/>
                  </a:lnTo>
                  <a:lnTo>
                    <a:pt x="1222" y="2994"/>
                  </a:lnTo>
                  <a:lnTo>
                    <a:pt x="1307" y="3026"/>
                  </a:lnTo>
                  <a:lnTo>
                    <a:pt x="1393" y="3052"/>
                  </a:lnTo>
                  <a:lnTo>
                    <a:pt x="1483" y="3072"/>
                  </a:lnTo>
                  <a:lnTo>
                    <a:pt x="1574" y="3087"/>
                  </a:lnTo>
                  <a:lnTo>
                    <a:pt x="1668" y="3096"/>
                  </a:lnTo>
                  <a:lnTo>
                    <a:pt x="1668" y="2861"/>
                  </a:lnTo>
                  <a:lnTo>
                    <a:pt x="1824" y="2861"/>
                  </a:lnTo>
                  <a:lnTo>
                    <a:pt x="1824" y="3096"/>
                  </a:lnTo>
                  <a:lnTo>
                    <a:pt x="1915" y="3087"/>
                  </a:lnTo>
                  <a:lnTo>
                    <a:pt x="2004" y="3072"/>
                  </a:lnTo>
                  <a:lnTo>
                    <a:pt x="2092" y="3052"/>
                  </a:lnTo>
                  <a:lnTo>
                    <a:pt x="2176" y="3027"/>
                  </a:lnTo>
                  <a:lnTo>
                    <a:pt x="2260" y="2995"/>
                  </a:lnTo>
                  <a:lnTo>
                    <a:pt x="2340" y="2959"/>
                  </a:lnTo>
                  <a:lnTo>
                    <a:pt x="2417" y="2918"/>
                  </a:lnTo>
                  <a:lnTo>
                    <a:pt x="2491" y="2872"/>
                  </a:lnTo>
                  <a:lnTo>
                    <a:pt x="2491" y="2683"/>
                  </a:lnTo>
                  <a:lnTo>
                    <a:pt x="2488" y="2628"/>
                  </a:lnTo>
                  <a:lnTo>
                    <a:pt x="2478" y="2575"/>
                  </a:lnTo>
                  <a:lnTo>
                    <a:pt x="2463" y="2525"/>
                  </a:lnTo>
                  <a:lnTo>
                    <a:pt x="2443" y="2476"/>
                  </a:lnTo>
                  <a:lnTo>
                    <a:pt x="2418" y="2432"/>
                  </a:lnTo>
                  <a:lnTo>
                    <a:pt x="2388" y="2390"/>
                  </a:lnTo>
                  <a:lnTo>
                    <a:pt x="2355" y="2352"/>
                  </a:lnTo>
                  <a:lnTo>
                    <a:pt x="2317" y="2318"/>
                  </a:lnTo>
                  <a:lnTo>
                    <a:pt x="2275" y="2288"/>
                  </a:lnTo>
                  <a:lnTo>
                    <a:pt x="2230" y="2263"/>
                  </a:lnTo>
                  <a:lnTo>
                    <a:pt x="2182" y="2243"/>
                  </a:lnTo>
                  <a:lnTo>
                    <a:pt x="2131" y="2228"/>
                  </a:lnTo>
                  <a:lnTo>
                    <a:pt x="2078" y="2219"/>
                  </a:lnTo>
                  <a:lnTo>
                    <a:pt x="2023" y="2215"/>
                  </a:lnTo>
                  <a:lnTo>
                    <a:pt x="1453" y="2215"/>
                  </a:lnTo>
                  <a:close/>
                  <a:moveTo>
                    <a:pt x="1668" y="386"/>
                  </a:moveTo>
                  <a:lnTo>
                    <a:pt x="1575" y="395"/>
                  </a:lnTo>
                  <a:lnTo>
                    <a:pt x="1483" y="410"/>
                  </a:lnTo>
                  <a:lnTo>
                    <a:pt x="1394" y="430"/>
                  </a:lnTo>
                  <a:lnTo>
                    <a:pt x="1308" y="456"/>
                  </a:lnTo>
                  <a:lnTo>
                    <a:pt x="1223" y="488"/>
                  </a:lnTo>
                  <a:lnTo>
                    <a:pt x="1141" y="525"/>
                  </a:lnTo>
                  <a:lnTo>
                    <a:pt x="1063" y="567"/>
                  </a:lnTo>
                  <a:lnTo>
                    <a:pt x="988" y="614"/>
                  </a:lnTo>
                  <a:lnTo>
                    <a:pt x="916" y="666"/>
                  </a:lnTo>
                  <a:lnTo>
                    <a:pt x="848" y="722"/>
                  </a:lnTo>
                  <a:lnTo>
                    <a:pt x="783" y="782"/>
                  </a:lnTo>
                  <a:lnTo>
                    <a:pt x="722" y="846"/>
                  </a:lnTo>
                  <a:lnTo>
                    <a:pt x="666" y="915"/>
                  </a:lnTo>
                  <a:lnTo>
                    <a:pt x="614" y="987"/>
                  </a:lnTo>
                  <a:lnTo>
                    <a:pt x="568" y="1063"/>
                  </a:lnTo>
                  <a:lnTo>
                    <a:pt x="526" y="1141"/>
                  </a:lnTo>
                  <a:lnTo>
                    <a:pt x="489" y="1222"/>
                  </a:lnTo>
                  <a:lnTo>
                    <a:pt x="457" y="1307"/>
                  </a:lnTo>
                  <a:lnTo>
                    <a:pt x="431" y="1393"/>
                  </a:lnTo>
                  <a:lnTo>
                    <a:pt x="410" y="1483"/>
                  </a:lnTo>
                  <a:lnTo>
                    <a:pt x="396" y="1574"/>
                  </a:lnTo>
                  <a:lnTo>
                    <a:pt x="387" y="1667"/>
                  </a:lnTo>
                  <a:lnTo>
                    <a:pt x="622" y="1667"/>
                  </a:lnTo>
                  <a:lnTo>
                    <a:pt x="622" y="1823"/>
                  </a:lnTo>
                  <a:lnTo>
                    <a:pt x="387" y="1823"/>
                  </a:lnTo>
                  <a:lnTo>
                    <a:pt x="396" y="1915"/>
                  </a:lnTo>
                  <a:lnTo>
                    <a:pt x="411" y="2004"/>
                  </a:lnTo>
                  <a:lnTo>
                    <a:pt x="432" y="2093"/>
                  </a:lnTo>
                  <a:lnTo>
                    <a:pt x="457" y="2178"/>
                  </a:lnTo>
                  <a:lnTo>
                    <a:pt x="489" y="2262"/>
                  </a:lnTo>
                  <a:lnTo>
                    <a:pt x="526" y="2343"/>
                  </a:lnTo>
                  <a:lnTo>
                    <a:pt x="568" y="2420"/>
                  </a:lnTo>
                  <a:lnTo>
                    <a:pt x="614" y="2495"/>
                  </a:lnTo>
                  <a:lnTo>
                    <a:pt x="666" y="2566"/>
                  </a:lnTo>
                  <a:lnTo>
                    <a:pt x="721" y="2634"/>
                  </a:lnTo>
                  <a:lnTo>
                    <a:pt x="781" y="2698"/>
                  </a:lnTo>
                  <a:lnTo>
                    <a:pt x="844" y="2758"/>
                  </a:lnTo>
                  <a:lnTo>
                    <a:pt x="844" y="2682"/>
                  </a:lnTo>
                  <a:lnTo>
                    <a:pt x="846" y="2619"/>
                  </a:lnTo>
                  <a:lnTo>
                    <a:pt x="855" y="2557"/>
                  </a:lnTo>
                  <a:lnTo>
                    <a:pt x="869" y="2498"/>
                  </a:lnTo>
                  <a:lnTo>
                    <a:pt x="890" y="2440"/>
                  </a:lnTo>
                  <a:lnTo>
                    <a:pt x="915" y="2386"/>
                  </a:lnTo>
                  <a:lnTo>
                    <a:pt x="946" y="2335"/>
                  </a:lnTo>
                  <a:lnTo>
                    <a:pt x="982" y="2287"/>
                  </a:lnTo>
                  <a:lnTo>
                    <a:pt x="1021" y="2243"/>
                  </a:lnTo>
                  <a:lnTo>
                    <a:pt x="1065" y="2203"/>
                  </a:lnTo>
                  <a:lnTo>
                    <a:pt x="1112" y="2166"/>
                  </a:lnTo>
                  <a:lnTo>
                    <a:pt x="1164" y="2135"/>
                  </a:lnTo>
                  <a:lnTo>
                    <a:pt x="1218" y="2109"/>
                  </a:lnTo>
                  <a:lnTo>
                    <a:pt x="1275" y="2088"/>
                  </a:lnTo>
                  <a:lnTo>
                    <a:pt x="1334" y="2072"/>
                  </a:lnTo>
                  <a:lnTo>
                    <a:pt x="1396" y="2062"/>
                  </a:lnTo>
                  <a:lnTo>
                    <a:pt x="1460" y="2059"/>
                  </a:lnTo>
                  <a:lnTo>
                    <a:pt x="2030" y="2059"/>
                  </a:lnTo>
                  <a:lnTo>
                    <a:pt x="2093" y="2062"/>
                  </a:lnTo>
                  <a:lnTo>
                    <a:pt x="2155" y="2072"/>
                  </a:lnTo>
                  <a:lnTo>
                    <a:pt x="2214" y="2087"/>
                  </a:lnTo>
                  <a:lnTo>
                    <a:pt x="2271" y="2108"/>
                  </a:lnTo>
                  <a:lnTo>
                    <a:pt x="2325" y="2133"/>
                  </a:lnTo>
                  <a:lnTo>
                    <a:pt x="2377" y="2165"/>
                  </a:lnTo>
                  <a:lnTo>
                    <a:pt x="2425" y="2200"/>
                  </a:lnTo>
                  <a:lnTo>
                    <a:pt x="2470" y="2240"/>
                  </a:lnTo>
                  <a:lnTo>
                    <a:pt x="2510" y="2284"/>
                  </a:lnTo>
                  <a:lnTo>
                    <a:pt x="2546" y="2331"/>
                  </a:lnTo>
                  <a:lnTo>
                    <a:pt x="2577" y="2383"/>
                  </a:lnTo>
                  <a:lnTo>
                    <a:pt x="2604" y="2438"/>
                  </a:lnTo>
                  <a:lnTo>
                    <a:pt x="2625" y="2495"/>
                  </a:lnTo>
                  <a:lnTo>
                    <a:pt x="2640" y="2555"/>
                  </a:lnTo>
                  <a:lnTo>
                    <a:pt x="2649" y="2618"/>
                  </a:lnTo>
                  <a:lnTo>
                    <a:pt x="2652" y="2682"/>
                  </a:lnTo>
                  <a:lnTo>
                    <a:pt x="2652" y="2744"/>
                  </a:lnTo>
                  <a:lnTo>
                    <a:pt x="2715" y="2685"/>
                  </a:lnTo>
                  <a:lnTo>
                    <a:pt x="2773" y="2622"/>
                  </a:lnTo>
                  <a:lnTo>
                    <a:pt x="2827" y="2554"/>
                  </a:lnTo>
                  <a:lnTo>
                    <a:pt x="2876" y="2483"/>
                  </a:lnTo>
                  <a:lnTo>
                    <a:pt x="2920" y="2411"/>
                  </a:lnTo>
                  <a:lnTo>
                    <a:pt x="2962" y="2334"/>
                  </a:lnTo>
                  <a:lnTo>
                    <a:pt x="2996" y="2254"/>
                  </a:lnTo>
                  <a:lnTo>
                    <a:pt x="3027" y="2172"/>
                  </a:lnTo>
                  <a:lnTo>
                    <a:pt x="3052" y="2088"/>
                  </a:lnTo>
                  <a:lnTo>
                    <a:pt x="3072" y="2001"/>
                  </a:lnTo>
                  <a:lnTo>
                    <a:pt x="3086" y="1912"/>
                  </a:lnTo>
                  <a:lnTo>
                    <a:pt x="3095" y="1823"/>
                  </a:lnTo>
                  <a:lnTo>
                    <a:pt x="2860" y="1823"/>
                  </a:lnTo>
                  <a:lnTo>
                    <a:pt x="2860" y="1667"/>
                  </a:lnTo>
                  <a:lnTo>
                    <a:pt x="3096" y="1667"/>
                  </a:lnTo>
                  <a:lnTo>
                    <a:pt x="3087" y="1574"/>
                  </a:lnTo>
                  <a:lnTo>
                    <a:pt x="3073" y="1483"/>
                  </a:lnTo>
                  <a:lnTo>
                    <a:pt x="3052" y="1394"/>
                  </a:lnTo>
                  <a:lnTo>
                    <a:pt x="3027" y="1308"/>
                  </a:lnTo>
                  <a:lnTo>
                    <a:pt x="2995" y="1224"/>
                  </a:lnTo>
                  <a:lnTo>
                    <a:pt x="2958" y="1143"/>
                  </a:lnTo>
                  <a:lnTo>
                    <a:pt x="2917" y="1064"/>
                  </a:lnTo>
                  <a:lnTo>
                    <a:pt x="2870" y="989"/>
                  </a:lnTo>
                  <a:lnTo>
                    <a:pt x="2819" y="917"/>
                  </a:lnTo>
                  <a:lnTo>
                    <a:pt x="2763" y="850"/>
                  </a:lnTo>
                  <a:lnTo>
                    <a:pt x="2703" y="785"/>
                  </a:lnTo>
                  <a:lnTo>
                    <a:pt x="2639" y="724"/>
                  </a:lnTo>
                  <a:lnTo>
                    <a:pt x="2571" y="668"/>
                  </a:lnTo>
                  <a:lnTo>
                    <a:pt x="2499" y="616"/>
                  </a:lnTo>
                  <a:lnTo>
                    <a:pt x="2424" y="569"/>
                  </a:lnTo>
                  <a:lnTo>
                    <a:pt x="2346" y="527"/>
                  </a:lnTo>
                  <a:lnTo>
                    <a:pt x="2265" y="490"/>
                  </a:lnTo>
                  <a:lnTo>
                    <a:pt x="2182" y="458"/>
                  </a:lnTo>
                  <a:lnTo>
                    <a:pt x="2095" y="432"/>
                  </a:lnTo>
                  <a:lnTo>
                    <a:pt x="2006" y="411"/>
                  </a:lnTo>
                  <a:lnTo>
                    <a:pt x="1916" y="396"/>
                  </a:lnTo>
                  <a:lnTo>
                    <a:pt x="1823" y="387"/>
                  </a:lnTo>
                  <a:lnTo>
                    <a:pt x="1823" y="622"/>
                  </a:lnTo>
                  <a:lnTo>
                    <a:pt x="1668" y="622"/>
                  </a:lnTo>
                  <a:lnTo>
                    <a:pt x="1668" y="386"/>
                  </a:lnTo>
                  <a:close/>
                  <a:moveTo>
                    <a:pt x="1667" y="0"/>
                  </a:moveTo>
                  <a:lnTo>
                    <a:pt x="1823" y="0"/>
                  </a:lnTo>
                  <a:lnTo>
                    <a:pt x="1823" y="232"/>
                  </a:lnTo>
                  <a:lnTo>
                    <a:pt x="1922" y="241"/>
                  </a:lnTo>
                  <a:lnTo>
                    <a:pt x="2019" y="256"/>
                  </a:lnTo>
                  <a:lnTo>
                    <a:pt x="2115" y="278"/>
                  </a:lnTo>
                  <a:lnTo>
                    <a:pt x="2208" y="305"/>
                  </a:lnTo>
                  <a:lnTo>
                    <a:pt x="2299" y="338"/>
                  </a:lnTo>
                  <a:lnTo>
                    <a:pt x="2386" y="376"/>
                  </a:lnTo>
                  <a:lnTo>
                    <a:pt x="2471" y="420"/>
                  </a:lnTo>
                  <a:lnTo>
                    <a:pt x="2553" y="469"/>
                  </a:lnTo>
                  <a:lnTo>
                    <a:pt x="2631" y="522"/>
                  </a:lnTo>
                  <a:lnTo>
                    <a:pt x="2706" y="582"/>
                  </a:lnTo>
                  <a:lnTo>
                    <a:pt x="2777" y="644"/>
                  </a:lnTo>
                  <a:lnTo>
                    <a:pt x="2843" y="711"/>
                  </a:lnTo>
                  <a:lnTo>
                    <a:pt x="2907" y="782"/>
                  </a:lnTo>
                  <a:lnTo>
                    <a:pt x="2965" y="857"/>
                  </a:lnTo>
                  <a:lnTo>
                    <a:pt x="3019" y="936"/>
                  </a:lnTo>
                  <a:lnTo>
                    <a:pt x="3067" y="1017"/>
                  </a:lnTo>
                  <a:lnTo>
                    <a:pt x="3110" y="1103"/>
                  </a:lnTo>
                  <a:lnTo>
                    <a:pt x="3148" y="1191"/>
                  </a:lnTo>
                  <a:lnTo>
                    <a:pt x="3181" y="1281"/>
                  </a:lnTo>
                  <a:lnTo>
                    <a:pt x="3208" y="1375"/>
                  </a:lnTo>
                  <a:lnTo>
                    <a:pt x="3229" y="1470"/>
                  </a:lnTo>
                  <a:lnTo>
                    <a:pt x="3243" y="1568"/>
                  </a:lnTo>
                  <a:lnTo>
                    <a:pt x="3251" y="1668"/>
                  </a:lnTo>
                  <a:lnTo>
                    <a:pt x="3483" y="1668"/>
                  </a:lnTo>
                  <a:lnTo>
                    <a:pt x="3483" y="1823"/>
                  </a:lnTo>
                  <a:lnTo>
                    <a:pt x="3251" y="1823"/>
                  </a:lnTo>
                  <a:lnTo>
                    <a:pt x="3242" y="1922"/>
                  </a:lnTo>
                  <a:lnTo>
                    <a:pt x="3227" y="2019"/>
                  </a:lnTo>
                  <a:lnTo>
                    <a:pt x="3205" y="2114"/>
                  </a:lnTo>
                  <a:lnTo>
                    <a:pt x="3179" y="2207"/>
                  </a:lnTo>
                  <a:lnTo>
                    <a:pt x="3146" y="2298"/>
                  </a:lnTo>
                  <a:lnTo>
                    <a:pt x="3107" y="2385"/>
                  </a:lnTo>
                  <a:lnTo>
                    <a:pt x="3064" y="2470"/>
                  </a:lnTo>
                  <a:lnTo>
                    <a:pt x="3015" y="2551"/>
                  </a:lnTo>
                  <a:lnTo>
                    <a:pt x="2962" y="2629"/>
                  </a:lnTo>
                  <a:lnTo>
                    <a:pt x="2904" y="2704"/>
                  </a:lnTo>
                  <a:lnTo>
                    <a:pt x="2841" y="2775"/>
                  </a:lnTo>
                  <a:lnTo>
                    <a:pt x="2774" y="2841"/>
                  </a:lnTo>
                  <a:lnTo>
                    <a:pt x="2703" y="2905"/>
                  </a:lnTo>
                  <a:lnTo>
                    <a:pt x="2629" y="2963"/>
                  </a:lnTo>
                  <a:lnTo>
                    <a:pt x="2551" y="3016"/>
                  </a:lnTo>
                  <a:lnTo>
                    <a:pt x="2469" y="3065"/>
                  </a:lnTo>
                  <a:lnTo>
                    <a:pt x="2384" y="3108"/>
                  </a:lnTo>
                  <a:lnTo>
                    <a:pt x="2297" y="3146"/>
                  </a:lnTo>
                  <a:lnTo>
                    <a:pt x="2207" y="3179"/>
                  </a:lnTo>
                  <a:lnTo>
                    <a:pt x="2114" y="3206"/>
                  </a:lnTo>
                  <a:lnTo>
                    <a:pt x="2019" y="3228"/>
                  </a:lnTo>
                  <a:lnTo>
                    <a:pt x="1922" y="3242"/>
                  </a:lnTo>
                  <a:lnTo>
                    <a:pt x="1823" y="3251"/>
                  </a:lnTo>
                  <a:lnTo>
                    <a:pt x="1823" y="3483"/>
                  </a:lnTo>
                  <a:lnTo>
                    <a:pt x="1667" y="3483"/>
                  </a:lnTo>
                  <a:lnTo>
                    <a:pt x="1667" y="3252"/>
                  </a:lnTo>
                  <a:lnTo>
                    <a:pt x="1567" y="3243"/>
                  </a:lnTo>
                  <a:lnTo>
                    <a:pt x="1470" y="3229"/>
                  </a:lnTo>
                  <a:lnTo>
                    <a:pt x="1374" y="3209"/>
                  </a:lnTo>
                  <a:lnTo>
                    <a:pt x="1281" y="3181"/>
                  </a:lnTo>
                  <a:lnTo>
                    <a:pt x="1191" y="3148"/>
                  </a:lnTo>
                  <a:lnTo>
                    <a:pt x="1102" y="3110"/>
                  </a:lnTo>
                  <a:lnTo>
                    <a:pt x="1017" y="3067"/>
                  </a:lnTo>
                  <a:lnTo>
                    <a:pt x="935" y="3019"/>
                  </a:lnTo>
                  <a:lnTo>
                    <a:pt x="857" y="2965"/>
                  </a:lnTo>
                  <a:lnTo>
                    <a:pt x="782" y="2907"/>
                  </a:lnTo>
                  <a:lnTo>
                    <a:pt x="710" y="2844"/>
                  </a:lnTo>
                  <a:lnTo>
                    <a:pt x="643" y="2777"/>
                  </a:lnTo>
                  <a:lnTo>
                    <a:pt x="581" y="2706"/>
                  </a:lnTo>
                  <a:lnTo>
                    <a:pt x="521" y="2632"/>
                  </a:lnTo>
                  <a:lnTo>
                    <a:pt x="468" y="2553"/>
                  </a:lnTo>
                  <a:lnTo>
                    <a:pt x="419" y="2472"/>
                  </a:lnTo>
                  <a:lnTo>
                    <a:pt x="376" y="2387"/>
                  </a:lnTo>
                  <a:lnTo>
                    <a:pt x="337" y="2299"/>
                  </a:lnTo>
                  <a:lnTo>
                    <a:pt x="304" y="2209"/>
                  </a:lnTo>
                  <a:lnTo>
                    <a:pt x="277" y="2115"/>
                  </a:lnTo>
                  <a:lnTo>
                    <a:pt x="255" y="2020"/>
                  </a:lnTo>
                  <a:lnTo>
                    <a:pt x="241" y="1923"/>
                  </a:lnTo>
                  <a:lnTo>
                    <a:pt x="232" y="1823"/>
                  </a:lnTo>
                  <a:lnTo>
                    <a:pt x="0" y="1823"/>
                  </a:lnTo>
                  <a:lnTo>
                    <a:pt x="0" y="1668"/>
                  </a:lnTo>
                  <a:lnTo>
                    <a:pt x="232" y="1668"/>
                  </a:lnTo>
                  <a:lnTo>
                    <a:pt x="240" y="1567"/>
                  </a:lnTo>
                  <a:lnTo>
                    <a:pt x="254" y="1470"/>
                  </a:lnTo>
                  <a:lnTo>
                    <a:pt x="275" y="1374"/>
                  </a:lnTo>
                  <a:lnTo>
                    <a:pt x="303" y="1280"/>
                  </a:lnTo>
                  <a:lnTo>
                    <a:pt x="336" y="1189"/>
                  </a:lnTo>
                  <a:lnTo>
                    <a:pt x="374" y="1101"/>
                  </a:lnTo>
                  <a:lnTo>
                    <a:pt x="417" y="1015"/>
                  </a:lnTo>
                  <a:lnTo>
                    <a:pt x="467" y="934"/>
                  </a:lnTo>
                  <a:lnTo>
                    <a:pt x="519" y="855"/>
                  </a:lnTo>
                  <a:lnTo>
                    <a:pt x="578" y="780"/>
                  </a:lnTo>
                  <a:lnTo>
                    <a:pt x="641" y="708"/>
                  </a:lnTo>
                  <a:lnTo>
                    <a:pt x="708" y="642"/>
                  </a:lnTo>
                  <a:lnTo>
                    <a:pt x="780" y="578"/>
                  </a:lnTo>
                  <a:lnTo>
                    <a:pt x="855" y="519"/>
                  </a:lnTo>
                  <a:lnTo>
                    <a:pt x="933" y="467"/>
                  </a:lnTo>
                  <a:lnTo>
                    <a:pt x="1015" y="417"/>
                  </a:lnTo>
                  <a:lnTo>
                    <a:pt x="1101" y="374"/>
                  </a:lnTo>
                  <a:lnTo>
                    <a:pt x="1189" y="336"/>
                  </a:lnTo>
                  <a:lnTo>
                    <a:pt x="1280" y="303"/>
                  </a:lnTo>
                  <a:lnTo>
                    <a:pt x="1373" y="275"/>
                  </a:lnTo>
                  <a:lnTo>
                    <a:pt x="1469" y="254"/>
                  </a:lnTo>
                  <a:lnTo>
                    <a:pt x="1567" y="240"/>
                  </a:lnTo>
                  <a:lnTo>
                    <a:pt x="1667" y="232"/>
                  </a:lnTo>
                  <a:lnTo>
                    <a:pt x="1667"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52" name="Freeform 113"/>
            <p:cNvSpPr>
              <a:spLocks noEditPoints="1"/>
            </p:cNvSpPr>
            <p:nvPr/>
          </p:nvSpPr>
          <p:spPr bwMode="auto">
            <a:xfrm>
              <a:off x="11169650" y="2805113"/>
              <a:ext cx="173037" cy="173037"/>
            </a:xfrm>
            <a:custGeom>
              <a:avLst/>
              <a:gdLst>
                <a:gd name="T0" fmla="*/ 443 w 977"/>
                <a:gd name="T1" fmla="*/ 151 h 977"/>
                <a:gd name="T2" fmla="*/ 359 w 977"/>
                <a:gd name="T3" fmla="*/ 173 h 977"/>
                <a:gd name="T4" fmla="*/ 285 w 977"/>
                <a:gd name="T5" fmla="*/ 216 h 977"/>
                <a:gd name="T6" fmla="*/ 225 w 977"/>
                <a:gd name="T7" fmla="*/ 276 h 977"/>
                <a:gd name="T8" fmla="*/ 181 w 977"/>
                <a:gd name="T9" fmla="*/ 350 h 977"/>
                <a:gd name="T10" fmla="*/ 158 w 977"/>
                <a:gd name="T11" fmla="*/ 434 h 977"/>
                <a:gd name="T12" fmla="*/ 158 w 977"/>
                <a:gd name="T13" fmla="*/ 526 h 977"/>
                <a:gd name="T14" fmla="*/ 181 w 977"/>
                <a:gd name="T15" fmla="*/ 611 h 977"/>
                <a:gd name="T16" fmla="*/ 225 w 977"/>
                <a:gd name="T17" fmla="*/ 685 h 977"/>
                <a:gd name="T18" fmla="*/ 284 w 977"/>
                <a:gd name="T19" fmla="*/ 745 h 977"/>
                <a:gd name="T20" fmla="*/ 358 w 977"/>
                <a:gd name="T21" fmla="*/ 788 h 977"/>
                <a:gd name="T22" fmla="*/ 443 w 977"/>
                <a:gd name="T23" fmla="*/ 811 h 977"/>
                <a:gd name="T24" fmla="*/ 534 w 977"/>
                <a:gd name="T25" fmla="*/ 811 h 977"/>
                <a:gd name="T26" fmla="*/ 619 w 977"/>
                <a:gd name="T27" fmla="*/ 788 h 977"/>
                <a:gd name="T28" fmla="*/ 693 w 977"/>
                <a:gd name="T29" fmla="*/ 745 h 977"/>
                <a:gd name="T30" fmla="*/ 752 w 977"/>
                <a:gd name="T31" fmla="*/ 685 h 977"/>
                <a:gd name="T32" fmla="*/ 796 w 977"/>
                <a:gd name="T33" fmla="*/ 611 h 977"/>
                <a:gd name="T34" fmla="*/ 819 w 977"/>
                <a:gd name="T35" fmla="*/ 526 h 977"/>
                <a:gd name="T36" fmla="*/ 819 w 977"/>
                <a:gd name="T37" fmla="*/ 436 h 977"/>
                <a:gd name="T38" fmla="*/ 796 w 977"/>
                <a:gd name="T39" fmla="*/ 350 h 977"/>
                <a:gd name="T40" fmla="*/ 752 w 977"/>
                <a:gd name="T41" fmla="*/ 276 h 977"/>
                <a:gd name="T42" fmla="*/ 692 w 977"/>
                <a:gd name="T43" fmla="*/ 216 h 977"/>
                <a:gd name="T44" fmla="*/ 618 w 977"/>
                <a:gd name="T45" fmla="*/ 173 h 977"/>
                <a:gd name="T46" fmla="*/ 534 w 977"/>
                <a:gd name="T47" fmla="*/ 151 h 977"/>
                <a:gd name="T48" fmla="*/ 489 w 977"/>
                <a:gd name="T49" fmla="*/ 0 h 977"/>
                <a:gd name="T50" fmla="*/ 599 w 977"/>
                <a:gd name="T51" fmla="*/ 12 h 977"/>
                <a:gd name="T52" fmla="*/ 702 w 977"/>
                <a:gd name="T53" fmla="*/ 49 h 977"/>
                <a:gd name="T54" fmla="*/ 792 w 977"/>
                <a:gd name="T55" fmla="*/ 107 h 977"/>
                <a:gd name="T56" fmla="*/ 868 w 977"/>
                <a:gd name="T57" fmla="*/ 183 h 977"/>
                <a:gd name="T58" fmla="*/ 928 w 977"/>
                <a:gd name="T59" fmla="*/ 274 h 977"/>
                <a:gd name="T60" fmla="*/ 965 w 977"/>
                <a:gd name="T61" fmla="*/ 377 h 977"/>
                <a:gd name="T62" fmla="*/ 977 w 977"/>
                <a:gd name="T63" fmla="*/ 488 h 977"/>
                <a:gd name="T64" fmla="*/ 965 w 977"/>
                <a:gd name="T65" fmla="*/ 599 h 977"/>
                <a:gd name="T66" fmla="*/ 928 w 977"/>
                <a:gd name="T67" fmla="*/ 702 h 977"/>
                <a:gd name="T68" fmla="*/ 868 w 977"/>
                <a:gd name="T69" fmla="*/ 792 h 977"/>
                <a:gd name="T70" fmla="*/ 792 w 977"/>
                <a:gd name="T71" fmla="*/ 868 h 977"/>
                <a:gd name="T72" fmla="*/ 702 w 977"/>
                <a:gd name="T73" fmla="*/ 927 h 977"/>
                <a:gd name="T74" fmla="*/ 599 w 977"/>
                <a:gd name="T75" fmla="*/ 964 h 977"/>
                <a:gd name="T76" fmla="*/ 489 w 977"/>
                <a:gd name="T77" fmla="*/ 977 h 977"/>
                <a:gd name="T78" fmla="*/ 378 w 977"/>
                <a:gd name="T79" fmla="*/ 964 h 977"/>
                <a:gd name="T80" fmla="*/ 275 w 977"/>
                <a:gd name="T81" fmla="*/ 927 h 977"/>
                <a:gd name="T82" fmla="*/ 185 w 977"/>
                <a:gd name="T83" fmla="*/ 868 h 977"/>
                <a:gd name="T84" fmla="*/ 109 w 977"/>
                <a:gd name="T85" fmla="*/ 792 h 977"/>
                <a:gd name="T86" fmla="*/ 49 w 977"/>
                <a:gd name="T87" fmla="*/ 702 h 977"/>
                <a:gd name="T88" fmla="*/ 12 w 977"/>
                <a:gd name="T89" fmla="*/ 599 h 977"/>
                <a:gd name="T90" fmla="*/ 0 w 977"/>
                <a:gd name="T91" fmla="*/ 488 h 977"/>
                <a:gd name="T92" fmla="*/ 12 w 977"/>
                <a:gd name="T93" fmla="*/ 377 h 977"/>
                <a:gd name="T94" fmla="*/ 49 w 977"/>
                <a:gd name="T95" fmla="*/ 275 h 977"/>
                <a:gd name="T96" fmla="*/ 109 w 977"/>
                <a:gd name="T97" fmla="*/ 184 h 977"/>
                <a:gd name="T98" fmla="*/ 185 w 977"/>
                <a:gd name="T99" fmla="*/ 107 h 977"/>
                <a:gd name="T100" fmla="*/ 275 w 977"/>
                <a:gd name="T101" fmla="*/ 49 h 977"/>
                <a:gd name="T102" fmla="*/ 378 w 977"/>
                <a:gd name="T103" fmla="*/ 12 h 977"/>
                <a:gd name="T104" fmla="*/ 489 w 977"/>
                <a:gd name="T105" fmla="*/ 0 h 9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77" h="977">
                  <a:moveTo>
                    <a:pt x="489" y="147"/>
                  </a:moveTo>
                  <a:lnTo>
                    <a:pt x="443" y="151"/>
                  </a:lnTo>
                  <a:lnTo>
                    <a:pt x="400" y="159"/>
                  </a:lnTo>
                  <a:lnTo>
                    <a:pt x="359" y="173"/>
                  </a:lnTo>
                  <a:lnTo>
                    <a:pt x="320" y="193"/>
                  </a:lnTo>
                  <a:lnTo>
                    <a:pt x="285" y="216"/>
                  </a:lnTo>
                  <a:lnTo>
                    <a:pt x="252" y="245"/>
                  </a:lnTo>
                  <a:lnTo>
                    <a:pt x="225" y="276"/>
                  </a:lnTo>
                  <a:lnTo>
                    <a:pt x="200" y="312"/>
                  </a:lnTo>
                  <a:lnTo>
                    <a:pt x="181" y="350"/>
                  </a:lnTo>
                  <a:lnTo>
                    <a:pt x="167" y="391"/>
                  </a:lnTo>
                  <a:lnTo>
                    <a:pt x="158" y="434"/>
                  </a:lnTo>
                  <a:lnTo>
                    <a:pt x="155" y="481"/>
                  </a:lnTo>
                  <a:lnTo>
                    <a:pt x="158" y="526"/>
                  </a:lnTo>
                  <a:lnTo>
                    <a:pt x="167" y="570"/>
                  </a:lnTo>
                  <a:lnTo>
                    <a:pt x="181" y="611"/>
                  </a:lnTo>
                  <a:lnTo>
                    <a:pt x="200" y="649"/>
                  </a:lnTo>
                  <a:lnTo>
                    <a:pt x="225" y="685"/>
                  </a:lnTo>
                  <a:lnTo>
                    <a:pt x="252" y="716"/>
                  </a:lnTo>
                  <a:lnTo>
                    <a:pt x="284" y="745"/>
                  </a:lnTo>
                  <a:lnTo>
                    <a:pt x="320" y="768"/>
                  </a:lnTo>
                  <a:lnTo>
                    <a:pt x="358" y="788"/>
                  </a:lnTo>
                  <a:lnTo>
                    <a:pt x="400" y="802"/>
                  </a:lnTo>
                  <a:lnTo>
                    <a:pt x="443" y="811"/>
                  </a:lnTo>
                  <a:lnTo>
                    <a:pt x="489" y="813"/>
                  </a:lnTo>
                  <a:lnTo>
                    <a:pt x="534" y="811"/>
                  </a:lnTo>
                  <a:lnTo>
                    <a:pt x="577" y="802"/>
                  </a:lnTo>
                  <a:lnTo>
                    <a:pt x="619" y="788"/>
                  </a:lnTo>
                  <a:lnTo>
                    <a:pt x="657" y="769"/>
                  </a:lnTo>
                  <a:lnTo>
                    <a:pt x="693" y="745"/>
                  </a:lnTo>
                  <a:lnTo>
                    <a:pt x="725" y="716"/>
                  </a:lnTo>
                  <a:lnTo>
                    <a:pt x="752" y="685"/>
                  </a:lnTo>
                  <a:lnTo>
                    <a:pt x="777" y="650"/>
                  </a:lnTo>
                  <a:lnTo>
                    <a:pt x="796" y="611"/>
                  </a:lnTo>
                  <a:lnTo>
                    <a:pt x="810" y="570"/>
                  </a:lnTo>
                  <a:lnTo>
                    <a:pt x="819" y="526"/>
                  </a:lnTo>
                  <a:lnTo>
                    <a:pt x="822" y="481"/>
                  </a:lnTo>
                  <a:lnTo>
                    <a:pt x="819" y="436"/>
                  </a:lnTo>
                  <a:lnTo>
                    <a:pt x="810" y="391"/>
                  </a:lnTo>
                  <a:lnTo>
                    <a:pt x="796" y="350"/>
                  </a:lnTo>
                  <a:lnTo>
                    <a:pt x="777" y="312"/>
                  </a:lnTo>
                  <a:lnTo>
                    <a:pt x="752" y="276"/>
                  </a:lnTo>
                  <a:lnTo>
                    <a:pt x="725" y="245"/>
                  </a:lnTo>
                  <a:lnTo>
                    <a:pt x="692" y="216"/>
                  </a:lnTo>
                  <a:lnTo>
                    <a:pt x="657" y="193"/>
                  </a:lnTo>
                  <a:lnTo>
                    <a:pt x="618" y="173"/>
                  </a:lnTo>
                  <a:lnTo>
                    <a:pt x="577" y="159"/>
                  </a:lnTo>
                  <a:lnTo>
                    <a:pt x="534" y="151"/>
                  </a:lnTo>
                  <a:lnTo>
                    <a:pt x="489" y="147"/>
                  </a:lnTo>
                  <a:close/>
                  <a:moveTo>
                    <a:pt x="489" y="0"/>
                  </a:moveTo>
                  <a:lnTo>
                    <a:pt x="544" y="3"/>
                  </a:lnTo>
                  <a:lnTo>
                    <a:pt x="599" y="12"/>
                  </a:lnTo>
                  <a:lnTo>
                    <a:pt x="652" y="28"/>
                  </a:lnTo>
                  <a:lnTo>
                    <a:pt x="702" y="49"/>
                  </a:lnTo>
                  <a:lnTo>
                    <a:pt x="749" y="76"/>
                  </a:lnTo>
                  <a:lnTo>
                    <a:pt x="792" y="107"/>
                  </a:lnTo>
                  <a:lnTo>
                    <a:pt x="833" y="143"/>
                  </a:lnTo>
                  <a:lnTo>
                    <a:pt x="868" y="183"/>
                  </a:lnTo>
                  <a:lnTo>
                    <a:pt x="900" y="228"/>
                  </a:lnTo>
                  <a:lnTo>
                    <a:pt x="928" y="274"/>
                  </a:lnTo>
                  <a:lnTo>
                    <a:pt x="949" y="325"/>
                  </a:lnTo>
                  <a:lnTo>
                    <a:pt x="965" y="377"/>
                  </a:lnTo>
                  <a:lnTo>
                    <a:pt x="974" y="431"/>
                  </a:lnTo>
                  <a:lnTo>
                    <a:pt x="977" y="488"/>
                  </a:lnTo>
                  <a:lnTo>
                    <a:pt x="974" y="544"/>
                  </a:lnTo>
                  <a:lnTo>
                    <a:pt x="965" y="599"/>
                  </a:lnTo>
                  <a:lnTo>
                    <a:pt x="949" y="652"/>
                  </a:lnTo>
                  <a:lnTo>
                    <a:pt x="928" y="702"/>
                  </a:lnTo>
                  <a:lnTo>
                    <a:pt x="900" y="749"/>
                  </a:lnTo>
                  <a:lnTo>
                    <a:pt x="868" y="792"/>
                  </a:lnTo>
                  <a:lnTo>
                    <a:pt x="833" y="832"/>
                  </a:lnTo>
                  <a:lnTo>
                    <a:pt x="792" y="868"/>
                  </a:lnTo>
                  <a:lnTo>
                    <a:pt x="749" y="900"/>
                  </a:lnTo>
                  <a:lnTo>
                    <a:pt x="702" y="927"/>
                  </a:lnTo>
                  <a:lnTo>
                    <a:pt x="652" y="948"/>
                  </a:lnTo>
                  <a:lnTo>
                    <a:pt x="599" y="964"/>
                  </a:lnTo>
                  <a:lnTo>
                    <a:pt x="544" y="974"/>
                  </a:lnTo>
                  <a:lnTo>
                    <a:pt x="489" y="977"/>
                  </a:lnTo>
                  <a:lnTo>
                    <a:pt x="433" y="974"/>
                  </a:lnTo>
                  <a:lnTo>
                    <a:pt x="378" y="964"/>
                  </a:lnTo>
                  <a:lnTo>
                    <a:pt x="325" y="948"/>
                  </a:lnTo>
                  <a:lnTo>
                    <a:pt x="275" y="927"/>
                  </a:lnTo>
                  <a:lnTo>
                    <a:pt x="228" y="900"/>
                  </a:lnTo>
                  <a:lnTo>
                    <a:pt x="185" y="868"/>
                  </a:lnTo>
                  <a:lnTo>
                    <a:pt x="144" y="832"/>
                  </a:lnTo>
                  <a:lnTo>
                    <a:pt x="109" y="792"/>
                  </a:lnTo>
                  <a:lnTo>
                    <a:pt x="77" y="749"/>
                  </a:lnTo>
                  <a:lnTo>
                    <a:pt x="49" y="702"/>
                  </a:lnTo>
                  <a:lnTo>
                    <a:pt x="28" y="652"/>
                  </a:lnTo>
                  <a:lnTo>
                    <a:pt x="12" y="599"/>
                  </a:lnTo>
                  <a:lnTo>
                    <a:pt x="3" y="544"/>
                  </a:lnTo>
                  <a:lnTo>
                    <a:pt x="0" y="488"/>
                  </a:lnTo>
                  <a:lnTo>
                    <a:pt x="3" y="432"/>
                  </a:lnTo>
                  <a:lnTo>
                    <a:pt x="12" y="377"/>
                  </a:lnTo>
                  <a:lnTo>
                    <a:pt x="28" y="325"/>
                  </a:lnTo>
                  <a:lnTo>
                    <a:pt x="49" y="275"/>
                  </a:lnTo>
                  <a:lnTo>
                    <a:pt x="77" y="228"/>
                  </a:lnTo>
                  <a:lnTo>
                    <a:pt x="109" y="184"/>
                  </a:lnTo>
                  <a:lnTo>
                    <a:pt x="144" y="144"/>
                  </a:lnTo>
                  <a:lnTo>
                    <a:pt x="185" y="107"/>
                  </a:lnTo>
                  <a:lnTo>
                    <a:pt x="228" y="77"/>
                  </a:lnTo>
                  <a:lnTo>
                    <a:pt x="275" y="49"/>
                  </a:lnTo>
                  <a:lnTo>
                    <a:pt x="325" y="28"/>
                  </a:lnTo>
                  <a:lnTo>
                    <a:pt x="378" y="12"/>
                  </a:lnTo>
                  <a:lnTo>
                    <a:pt x="433" y="3"/>
                  </a:lnTo>
                  <a:lnTo>
                    <a:pt x="489"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61" name="Inhaltsplatzhalter 4"/>
          <p:cNvSpPr txBox="1"/>
          <p:nvPr/>
        </p:nvSpPr>
        <p:spPr>
          <a:xfrm>
            <a:off x="2808497" y="2471843"/>
            <a:ext cx="2605357" cy="666273"/>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67" name="Inhaltsplatzhalter 4"/>
          <p:cNvSpPr txBox="1"/>
          <p:nvPr/>
        </p:nvSpPr>
        <p:spPr>
          <a:xfrm>
            <a:off x="6963310" y="4872578"/>
            <a:ext cx="2605357" cy="666273"/>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两项内容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pic>
        <p:nvPicPr>
          <p:cNvPr id="42" name="图形 41" descr="业务增长 纯色填充"/>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42259" y="2179257"/>
            <a:ext cx="894200" cy="894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两项内容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43" name="MH_SubTitle_2"/>
          <p:cNvSpPr/>
          <p:nvPr>
            <p:custDataLst>
              <p:tags r:id="rId1"/>
            </p:custDataLst>
          </p:nvPr>
        </p:nvSpPr>
        <p:spPr>
          <a:xfrm>
            <a:off x="2226608" y="1124321"/>
            <a:ext cx="2295403" cy="2310764"/>
          </a:xfrm>
          <a:custGeom>
            <a:avLst/>
            <a:gdLst>
              <a:gd name="connsiteX0" fmla="*/ 487973 w 975946"/>
              <a:gd name="connsiteY0" fmla="*/ 975946 h 975946"/>
              <a:gd name="connsiteX1" fmla="*/ 487973 w 975946"/>
              <a:gd name="connsiteY1" fmla="*/ 975946 h 975946"/>
              <a:gd name="connsiteX2" fmla="*/ 487973 w 975946"/>
              <a:gd name="connsiteY2" fmla="*/ 975946 h 975946"/>
              <a:gd name="connsiteX3" fmla="*/ 487974 w 975946"/>
              <a:gd name="connsiteY3" fmla="*/ 90410 h 975946"/>
              <a:gd name="connsiteX4" fmla="*/ 885537 w 975946"/>
              <a:gd name="connsiteY4" fmla="*/ 487974 h 975946"/>
              <a:gd name="connsiteX5" fmla="*/ 627207 w 975946"/>
              <a:gd name="connsiteY5" fmla="*/ 746304 h 975946"/>
              <a:gd name="connsiteX6" fmla="*/ 599882 w 975946"/>
              <a:gd name="connsiteY6" fmla="*/ 705776 h 975946"/>
              <a:gd name="connsiteX7" fmla="*/ 487974 w 975946"/>
              <a:gd name="connsiteY7" fmla="*/ 659422 h 975946"/>
              <a:gd name="connsiteX8" fmla="*/ 376066 w 975946"/>
              <a:gd name="connsiteY8" fmla="*/ 705776 h 975946"/>
              <a:gd name="connsiteX9" fmla="*/ 348741 w 975946"/>
              <a:gd name="connsiteY9" fmla="*/ 746304 h 975946"/>
              <a:gd name="connsiteX10" fmla="*/ 90410 w 975946"/>
              <a:gd name="connsiteY10" fmla="*/ 487974 h 975946"/>
              <a:gd name="connsiteX11" fmla="*/ 487973 w 975946"/>
              <a:gd name="connsiteY11" fmla="*/ 0 h 975946"/>
              <a:gd name="connsiteX12" fmla="*/ 975946 w 975946"/>
              <a:gd name="connsiteY12" fmla="*/ 487973 h 975946"/>
              <a:gd name="connsiteX13" fmla="*/ 646236 w 975946"/>
              <a:gd name="connsiteY13" fmla="*/ 817683 h 975946"/>
              <a:gd name="connsiteX14" fmla="*/ 639590 w 975946"/>
              <a:gd name="connsiteY14" fmla="*/ 784765 h 975946"/>
              <a:gd name="connsiteX15" fmla="*/ 936381 w 975946"/>
              <a:gd name="connsiteY15" fmla="*/ 487974 h 975946"/>
              <a:gd name="connsiteX16" fmla="*/ 487974 w 975946"/>
              <a:gd name="connsiteY16" fmla="*/ 39566 h 975946"/>
              <a:gd name="connsiteX17" fmla="*/ 39566 w 975946"/>
              <a:gd name="connsiteY17" fmla="*/ 487974 h 975946"/>
              <a:gd name="connsiteX18" fmla="*/ 336358 w 975946"/>
              <a:gd name="connsiteY18" fmla="*/ 784765 h 975946"/>
              <a:gd name="connsiteX19" fmla="*/ 329712 w 975946"/>
              <a:gd name="connsiteY19" fmla="*/ 817684 h 975946"/>
              <a:gd name="connsiteX20" fmla="*/ 329712 w 975946"/>
              <a:gd name="connsiteY20" fmla="*/ 817686 h 975946"/>
              <a:gd name="connsiteX21" fmla="*/ 0 w 975946"/>
              <a:gd name="connsiteY21" fmla="*/ 487973 h 97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5946" h="975946">
                <a:moveTo>
                  <a:pt x="487973" y="975946"/>
                </a:moveTo>
                <a:lnTo>
                  <a:pt x="487973" y="975946"/>
                </a:lnTo>
                <a:lnTo>
                  <a:pt x="487973" y="975946"/>
                </a:lnTo>
                <a:close/>
                <a:moveTo>
                  <a:pt x="487974" y="90410"/>
                </a:moveTo>
                <a:lnTo>
                  <a:pt x="885537" y="487974"/>
                </a:lnTo>
                <a:lnTo>
                  <a:pt x="627207" y="746304"/>
                </a:lnTo>
                <a:lnTo>
                  <a:pt x="599882" y="705776"/>
                </a:lnTo>
                <a:cubicBezTo>
                  <a:pt x="571243" y="677136"/>
                  <a:pt x="531677" y="659422"/>
                  <a:pt x="487974" y="659422"/>
                </a:cubicBezTo>
                <a:cubicBezTo>
                  <a:pt x="444271" y="659422"/>
                  <a:pt x="404706" y="677136"/>
                  <a:pt x="376066" y="705776"/>
                </a:cubicBezTo>
                <a:lnTo>
                  <a:pt x="348741" y="746304"/>
                </a:lnTo>
                <a:lnTo>
                  <a:pt x="90410" y="487974"/>
                </a:lnTo>
                <a:close/>
                <a:moveTo>
                  <a:pt x="487973" y="0"/>
                </a:moveTo>
                <a:lnTo>
                  <a:pt x="975946" y="487973"/>
                </a:lnTo>
                <a:lnTo>
                  <a:pt x="646236" y="817683"/>
                </a:lnTo>
                <a:lnTo>
                  <a:pt x="639590" y="784765"/>
                </a:lnTo>
                <a:lnTo>
                  <a:pt x="936381" y="487974"/>
                </a:lnTo>
                <a:lnTo>
                  <a:pt x="487974" y="39566"/>
                </a:lnTo>
                <a:lnTo>
                  <a:pt x="39566" y="487974"/>
                </a:lnTo>
                <a:lnTo>
                  <a:pt x="336358" y="784765"/>
                </a:lnTo>
                <a:lnTo>
                  <a:pt x="329712" y="817684"/>
                </a:lnTo>
                <a:lnTo>
                  <a:pt x="329712" y="817686"/>
                </a:lnTo>
                <a:lnTo>
                  <a:pt x="0" y="4879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bIns="180000" anchor="ctr"/>
          <a:lstStyle/>
          <a:p>
            <a:pPr algn="ctr" eaLnBrk="1" fontAlgn="auto" hangingPunct="1">
              <a:spcBef>
                <a:spcPts val="0"/>
              </a:spcBef>
              <a:spcAft>
                <a:spcPts val="0"/>
              </a:spcAft>
              <a:defRPr/>
            </a:pPr>
            <a:r>
              <a:rPr lang="en-US" altLang="zh-CN" sz="3200" dirty="0" smtClean="0">
                <a:solidFill>
                  <a:srgbClr val="FFFFFF"/>
                </a:solidFill>
                <a:latin typeface="微软雅黑" panose="020B0503020204020204" pitchFamily="34" charset="-122"/>
                <a:ea typeface="微软雅黑" panose="020B0503020204020204" pitchFamily="34" charset="-122"/>
                <a:cs typeface="+mn-ea"/>
                <a:sym typeface="+mn-lt"/>
              </a:rPr>
              <a:t>01</a:t>
            </a:r>
            <a:endParaRPr lang="zh-CN" altLang="en-US" sz="3200"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53" name="MH_Other_1"/>
          <p:cNvSpPr/>
          <p:nvPr>
            <p:custDataLst>
              <p:tags r:id="rId2"/>
            </p:custDataLst>
          </p:nvPr>
        </p:nvSpPr>
        <p:spPr>
          <a:xfrm>
            <a:off x="1680649" y="2789901"/>
            <a:ext cx="3387320" cy="604573"/>
          </a:xfrm>
          <a:custGeom>
            <a:avLst/>
            <a:gdLst>
              <a:gd name="connsiteX0" fmla="*/ 720001 w 1440000"/>
              <a:gd name="connsiteY0" fmla="*/ 0 h 254975"/>
              <a:gd name="connsiteX1" fmla="*/ 838697 w 1440000"/>
              <a:gd name="connsiteY1" fmla="*/ 118696 h 254975"/>
              <a:gd name="connsiteX2" fmla="*/ 803932 w 1440000"/>
              <a:gd name="connsiteY2" fmla="*/ 202627 h 254975"/>
              <a:gd name="connsiteX3" fmla="*/ 779684 w 1440000"/>
              <a:gd name="connsiteY3" fmla="*/ 218975 h 254975"/>
              <a:gd name="connsiteX4" fmla="*/ 1422000 w 1440000"/>
              <a:gd name="connsiteY4" fmla="*/ 218975 h 254975"/>
              <a:gd name="connsiteX5" fmla="*/ 1440000 w 1440000"/>
              <a:gd name="connsiteY5" fmla="*/ 236975 h 254975"/>
              <a:gd name="connsiteX6" fmla="*/ 1422000 w 1440000"/>
              <a:gd name="connsiteY6" fmla="*/ 254975 h 254975"/>
              <a:gd name="connsiteX7" fmla="*/ 18000 w 1440000"/>
              <a:gd name="connsiteY7" fmla="*/ 254975 h 254975"/>
              <a:gd name="connsiteX8" fmla="*/ 0 w 1440000"/>
              <a:gd name="connsiteY8" fmla="*/ 236975 h 254975"/>
              <a:gd name="connsiteX9" fmla="*/ 18000 w 1440000"/>
              <a:gd name="connsiteY9" fmla="*/ 218975 h 254975"/>
              <a:gd name="connsiteX10" fmla="*/ 660318 w 1440000"/>
              <a:gd name="connsiteY10" fmla="*/ 218975 h 254975"/>
              <a:gd name="connsiteX11" fmla="*/ 636070 w 1440000"/>
              <a:gd name="connsiteY11" fmla="*/ 202627 h 254975"/>
              <a:gd name="connsiteX12" fmla="*/ 601305 w 1440000"/>
              <a:gd name="connsiteY12" fmla="*/ 118696 h 254975"/>
              <a:gd name="connsiteX13" fmla="*/ 720001 w 1440000"/>
              <a:gd name="connsiteY13" fmla="*/ 0 h 25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0000" h="254975">
                <a:moveTo>
                  <a:pt x="720001" y="0"/>
                </a:moveTo>
                <a:cubicBezTo>
                  <a:pt x="785555" y="0"/>
                  <a:pt x="838697" y="53142"/>
                  <a:pt x="838697" y="118696"/>
                </a:cubicBezTo>
                <a:cubicBezTo>
                  <a:pt x="838697" y="151473"/>
                  <a:pt x="825412" y="181147"/>
                  <a:pt x="803932" y="202627"/>
                </a:cubicBezTo>
                <a:lnTo>
                  <a:pt x="779684" y="218975"/>
                </a:lnTo>
                <a:lnTo>
                  <a:pt x="1422000" y="218975"/>
                </a:lnTo>
                <a:cubicBezTo>
                  <a:pt x="1431941" y="218975"/>
                  <a:pt x="1440000" y="227034"/>
                  <a:pt x="1440000" y="236975"/>
                </a:cubicBezTo>
                <a:cubicBezTo>
                  <a:pt x="1440000" y="246916"/>
                  <a:pt x="1431941" y="254975"/>
                  <a:pt x="1422000" y="254975"/>
                </a:cubicBezTo>
                <a:lnTo>
                  <a:pt x="18000" y="254975"/>
                </a:lnTo>
                <a:cubicBezTo>
                  <a:pt x="8059" y="254975"/>
                  <a:pt x="0" y="246916"/>
                  <a:pt x="0" y="236975"/>
                </a:cubicBezTo>
                <a:cubicBezTo>
                  <a:pt x="0" y="227034"/>
                  <a:pt x="8059" y="218975"/>
                  <a:pt x="18000" y="218975"/>
                </a:cubicBezTo>
                <a:lnTo>
                  <a:pt x="660318" y="218975"/>
                </a:lnTo>
                <a:lnTo>
                  <a:pt x="636070" y="202627"/>
                </a:lnTo>
                <a:cubicBezTo>
                  <a:pt x="614591" y="181147"/>
                  <a:pt x="601305" y="151473"/>
                  <a:pt x="601305" y="118696"/>
                </a:cubicBezTo>
                <a:cubicBezTo>
                  <a:pt x="601305" y="53142"/>
                  <a:pt x="654447" y="0"/>
                  <a:pt x="720001" y="0"/>
                </a:cubicBez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bIns="180000" anchor="ct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54" name="MH_SubTitle_1"/>
          <p:cNvSpPr/>
          <p:nvPr>
            <p:custDataLst>
              <p:tags r:id="rId3"/>
            </p:custDataLst>
          </p:nvPr>
        </p:nvSpPr>
        <p:spPr>
          <a:xfrm>
            <a:off x="7669083" y="1124321"/>
            <a:ext cx="2297776" cy="2310764"/>
          </a:xfrm>
          <a:custGeom>
            <a:avLst/>
            <a:gdLst>
              <a:gd name="connsiteX0" fmla="*/ 487973 w 975946"/>
              <a:gd name="connsiteY0" fmla="*/ 975946 h 975946"/>
              <a:gd name="connsiteX1" fmla="*/ 487973 w 975946"/>
              <a:gd name="connsiteY1" fmla="*/ 975946 h 975946"/>
              <a:gd name="connsiteX2" fmla="*/ 487973 w 975946"/>
              <a:gd name="connsiteY2" fmla="*/ 975946 h 975946"/>
              <a:gd name="connsiteX3" fmla="*/ 487974 w 975946"/>
              <a:gd name="connsiteY3" fmla="*/ 90410 h 975946"/>
              <a:gd name="connsiteX4" fmla="*/ 885537 w 975946"/>
              <a:gd name="connsiteY4" fmla="*/ 487974 h 975946"/>
              <a:gd name="connsiteX5" fmla="*/ 627207 w 975946"/>
              <a:gd name="connsiteY5" fmla="*/ 746304 h 975946"/>
              <a:gd name="connsiteX6" fmla="*/ 599882 w 975946"/>
              <a:gd name="connsiteY6" fmla="*/ 705776 h 975946"/>
              <a:gd name="connsiteX7" fmla="*/ 487974 w 975946"/>
              <a:gd name="connsiteY7" fmla="*/ 659422 h 975946"/>
              <a:gd name="connsiteX8" fmla="*/ 376066 w 975946"/>
              <a:gd name="connsiteY8" fmla="*/ 705776 h 975946"/>
              <a:gd name="connsiteX9" fmla="*/ 348741 w 975946"/>
              <a:gd name="connsiteY9" fmla="*/ 746304 h 975946"/>
              <a:gd name="connsiteX10" fmla="*/ 90410 w 975946"/>
              <a:gd name="connsiteY10" fmla="*/ 487974 h 975946"/>
              <a:gd name="connsiteX11" fmla="*/ 487973 w 975946"/>
              <a:gd name="connsiteY11" fmla="*/ 0 h 975946"/>
              <a:gd name="connsiteX12" fmla="*/ 975946 w 975946"/>
              <a:gd name="connsiteY12" fmla="*/ 487973 h 975946"/>
              <a:gd name="connsiteX13" fmla="*/ 646236 w 975946"/>
              <a:gd name="connsiteY13" fmla="*/ 817683 h 975946"/>
              <a:gd name="connsiteX14" fmla="*/ 639590 w 975946"/>
              <a:gd name="connsiteY14" fmla="*/ 784765 h 975946"/>
              <a:gd name="connsiteX15" fmla="*/ 936381 w 975946"/>
              <a:gd name="connsiteY15" fmla="*/ 487974 h 975946"/>
              <a:gd name="connsiteX16" fmla="*/ 487974 w 975946"/>
              <a:gd name="connsiteY16" fmla="*/ 39566 h 975946"/>
              <a:gd name="connsiteX17" fmla="*/ 39566 w 975946"/>
              <a:gd name="connsiteY17" fmla="*/ 487974 h 975946"/>
              <a:gd name="connsiteX18" fmla="*/ 336358 w 975946"/>
              <a:gd name="connsiteY18" fmla="*/ 784765 h 975946"/>
              <a:gd name="connsiteX19" fmla="*/ 329712 w 975946"/>
              <a:gd name="connsiteY19" fmla="*/ 817684 h 975946"/>
              <a:gd name="connsiteX20" fmla="*/ 329712 w 975946"/>
              <a:gd name="connsiteY20" fmla="*/ 817686 h 975946"/>
              <a:gd name="connsiteX21" fmla="*/ 0 w 975946"/>
              <a:gd name="connsiteY21" fmla="*/ 487973 h 97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5946" h="975946">
                <a:moveTo>
                  <a:pt x="487973" y="975946"/>
                </a:moveTo>
                <a:lnTo>
                  <a:pt x="487973" y="975946"/>
                </a:lnTo>
                <a:lnTo>
                  <a:pt x="487973" y="975946"/>
                </a:lnTo>
                <a:close/>
                <a:moveTo>
                  <a:pt x="487974" y="90410"/>
                </a:moveTo>
                <a:lnTo>
                  <a:pt x="885537" y="487974"/>
                </a:lnTo>
                <a:lnTo>
                  <a:pt x="627207" y="746304"/>
                </a:lnTo>
                <a:lnTo>
                  <a:pt x="599882" y="705776"/>
                </a:lnTo>
                <a:cubicBezTo>
                  <a:pt x="571243" y="677136"/>
                  <a:pt x="531677" y="659422"/>
                  <a:pt x="487974" y="659422"/>
                </a:cubicBezTo>
                <a:cubicBezTo>
                  <a:pt x="444271" y="659422"/>
                  <a:pt x="404706" y="677136"/>
                  <a:pt x="376066" y="705776"/>
                </a:cubicBezTo>
                <a:lnTo>
                  <a:pt x="348741" y="746304"/>
                </a:lnTo>
                <a:lnTo>
                  <a:pt x="90410" y="487974"/>
                </a:lnTo>
                <a:close/>
                <a:moveTo>
                  <a:pt x="487973" y="0"/>
                </a:moveTo>
                <a:lnTo>
                  <a:pt x="975946" y="487973"/>
                </a:lnTo>
                <a:lnTo>
                  <a:pt x="646236" y="817683"/>
                </a:lnTo>
                <a:lnTo>
                  <a:pt x="639590" y="784765"/>
                </a:lnTo>
                <a:lnTo>
                  <a:pt x="936381" y="487974"/>
                </a:lnTo>
                <a:lnTo>
                  <a:pt x="487974" y="39566"/>
                </a:lnTo>
                <a:lnTo>
                  <a:pt x="39566" y="487974"/>
                </a:lnTo>
                <a:lnTo>
                  <a:pt x="336358" y="784765"/>
                </a:lnTo>
                <a:lnTo>
                  <a:pt x="329712" y="817684"/>
                </a:lnTo>
                <a:lnTo>
                  <a:pt x="329712" y="817686"/>
                </a:lnTo>
                <a:lnTo>
                  <a:pt x="0" y="487973"/>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180000" anchor="ctr"/>
          <a:lstStyle/>
          <a:p>
            <a:pPr algn="ctr" eaLnBrk="1" fontAlgn="auto" hangingPunct="1">
              <a:spcBef>
                <a:spcPts val="0"/>
              </a:spcBef>
              <a:spcAft>
                <a:spcPts val="0"/>
              </a:spcAft>
              <a:defRPr/>
            </a:pPr>
            <a:r>
              <a:rPr lang="en-US" altLang="zh-CN" sz="3200" dirty="0" smtClean="0">
                <a:solidFill>
                  <a:srgbClr val="FFFFFF"/>
                </a:solidFill>
                <a:latin typeface="微软雅黑" panose="020B0503020204020204" pitchFamily="34" charset="-122"/>
                <a:ea typeface="微软雅黑" panose="020B0503020204020204" pitchFamily="34" charset="-122"/>
                <a:cs typeface="+mn-ea"/>
                <a:sym typeface="+mn-lt"/>
              </a:rPr>
              <a:t>02</a:t>
            </a:r>
            <a:endParaRPr lang="zh-CN" altLang="en-US" sz="3200" dirty="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55" name="MH_Other_2"/>
          <p:cNvSpPr/>
          <p:nvPr>
            <p:custDataLst>
              <p:tags r:id="rId4"/>
            </p:custDataLst>
          </p:nvPr>
        </p:nvSpPr>
        <p:spPr>
          <a:xfrm>
            <a:off x="7123125" y="2789901"/>
            <a:ext cx="3389693" cy="604573"/>
          </a:xfrm>
          <a:custGeom>
            <a:avLst/>
            <a:gdLst>
              <a:gd name="connsiteX0" fmla="*/ 720001 w 1440000"/>
              <a:gd name="connsiteY0" fmla="*/ 0 h 254975"/>
              <a:gd name="connsiteX1" fmla="*/ 838697 w 1440000"/>
              <a:gd name="connsiteY1" fmla="*/ 118696 h 254975"/>
              <a:gd name="connsiteX2" fmla="*/ 803932 w 1440000"/>
              <a:gd name="connsiteY2" fmla="*/ 202627 h 254975"/>
              <a:gd name="connsiteX3" fmla="*/ 779684 w 1440000"/>
              <a:gd name="connsiteY3" fmla="*/ 218975 h 254975"/>
              <a:gd name="connsiteX4" fmla="*/ 1422000 w 1440000"/>
              <a:gd name="connsiteY4" fmla="*/ 218975 h 254975"/>
              <a:gd name="connsiteX5" fmla="*/ 1440000 w 1440000"/>
              <a:gd name="connsiteY5" fmla="*/ 236975 h 254975"/>
              <a:gd name="connsiteX6" fmla="*/ 1422000 w 1440000"/>
              <a:gd name="connsiteY6" fmla="*/ 254975 h 254975"/>
              <a:gd name="connsiteX7" fmla="*/ 18000 w 1440000"/>
              <a:gd name="connsiteY7" fmla="*/ 254975 h 254975"/>
              <a:gd name="connsiteX8" fmla="*/ 0 w 1440000"/>
              <a:gd name="connsiteY8" fmla="*/ 236975 h 254975"/>
              <a:gd name="connsiteX9" fmla="*/ 18000 w 1440000"/>
              <a:gd name="connsiteY9" fmla="*/ 218975 h 254975"/>
              <a:gd name="connsiteX10" fmla="*/ 660318 w 1440000"/>
              <a:gd name="connsiteY10" fmla="*/ 218975 h 254975"/>
              <a:gd name="connsiteX11" fmla="*/ 636070 w 1440000"/>
              <a:gd name="connsiteY11" fmla="*/ 202627 h 254975"/>
              <a:gd name="connsiteX12" fmla="*/ 601305 w 1440000"/>
              <a:gd name="connsiteY12" fmla="*/ 118696 h 254975"/>
              <a:gd name="connsiteX13" fmla="*/ 720001 w 1440000"/>
              <a:gd name="connsiteY13" fmla="*/ 0 h 25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0000" h="254975">
                <a:moveTo>
                  <a:pt x="720001" y="0"/>
                </a:moveTo>
                <a:cubicBezTo>
                  <a:pt x="785555" y="0"/>
                  <a:pt x="838697" y="53142"/>
                  <a:pt x="838697" y="118696"/>
                </a:cubicBezTo>
                <a:cubicBezTo>
                  <a:pt x="838697" y="151473"/>
                  <a:pt x="825412" y="181147"/>
                  <a:pt x="803932" y="202627"/>
                </a:cubicBezTo>
                <a:lnTo>
                  <a:pt x="779684" y="218975"/>
                </a:lnTo>
                <a:lnTo>
                  <a:pt x="1422000" y="218975"/>
                </a:lnTo>
                <a:cubicBezTo>
                  <a:pt x="1431941" y="218975"/>
                  <a:pt x="1440000" y="227034"/>
                  <a:pt x="1440000" y="236975"/>
                </a:cubicBezTo>
                <a:cubicBezTo>
                  <a:pt x="1440000" y="246916"/>
                  <a:pt x="1431941" y="254975"/>
                  <a:pt x="1422000" y="254975"/>
                </a:cubicBezTo>
                <a:lnTo>
                  <a:pt x="18000" y="254975"/>
                </a:lnTo>
                <a:cubicBezTo>
                  <a:pt x="8059" y="254975"/>
                  <a:pt x="0" y="246916"/>
                  <a:pt x="0" y="236975"/>
                </a:cubicBezTo>
                <a:cubicBezTo>
                  <a:pt x="0" y="227034"/>
                  <a:pt x="8059" y="218975"/>
                  <a:pt x="18000" y="218975"/>
                </a:cubicBezTo>
                <a:lnTo>
                  <a:pt x="660318" y="218975"/>
                </a:lnTo>
                <a:lnTo>
                  <a:pt x="636070" y="202627"/>
                </a:lnTo>
                <a:cubicBezTo>
                  <a:pt x="614591" y="181147"/>
                  <a:pt x="601305" y="151473"/>
                  <a:pt x="601305" y="118696"/>
                </a:cubicBezTo>
                <a:cubicBezTo>
                  <a:pt x="601305" y="53142"/>
                  <a:pt x="654447" y="0"/>
                  <a:pt x="720001" y="0"/>
                </a:cubicBezTo>
                <a:close/>
              </a:path>
            </a:pathLst>
          </a:custGeom>
          <a:solidFill>
            <a:schemeClr val="bg2">
              <a:lumMod val="9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bIns="180000" anchor="ctr"/>
          <a:lstStyle/>
          <a:p>
            <a:pPr algn="ctr" eaLnBrk="1" fontAlgn="auto" hangingPunct="1">
              <a:spcBef>
                <a:spcPts val="0"/>
              </a:spcBef>
              <a:spcAft>
                <a:spcPts val="0"/>
              </a:spcAft>
              <a:defRPr/>
            </a:pPr>
            <a:endParaRPr lang="zh-CN" altLang="en-US" sz="3600">
              <a:solidFill>
                <a:srgbClr val="FFFFFF"/>
              </a:solidFill>
              <a:latin typeface="微软雅黑" panose="020B0503020204020204" pitchFamily="34" charset="-122"/>
              <a:ea typeface="微软雅黑" panose="020B0503020204020204" pitchFamily="34" charset="-122"/>
              <a:cs typeface="+mn-ea"/>
              <a:sym typeface="+mn-lt"/>
            </a:endParaRPr>
          </a:p>
        </p:txBody>
      </p:sp>
      <p:sp>
        <p:nvSpPr>
          <p:cNvPr id="56" name="TextBox 11"/>
          <p:cNvSpPr txBox="1">
            <a:spLocks noChangeArrowheads="1"/>
          </p:cNvSpPr>
          <p:nvPr/>
        </p:nvSpPr>
        <p:spPr bwMode="auto">
          <a:xfrm flipH="1">
            <a:off x="853965" y="4363790"/>
            <a:ext cx="5040688" cy="156966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50000"/>
              </a:lnSpc>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请输入文字信息，请输入文字信息请输入文字信息请输入文字信息请输入文字信息请输入文字信息请输入文字信息请输入文字信息请输入文字信息请输入文字信息请输入文字信息请输入文字信息请输入文字信息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7" name="TextBox 11"/>
          <p:cNvSpPr txBox="1">
            <a:spLocks noChangeArrowheads="1"/>
          </p:cNvSpPr>
          <p:nvPr/>
        </p:nvSpPr>
        <p:spPr bwMode="auto">
          <a:xfrm flipH="1">
            <a:off x="2234138" y="3769162"/>
            <a:ext cx="2280343" cy="400110"/>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ctr" eaLnBrk="1" fontAlgn="auto" hangingPunct="1">
              <a:spcBef>
                <a:spcPts val="0"/>
              </a:spcBef>
              <a:spcAft>
                <a:spcPts val="0"/>
              </a:spcAft>
              <a:buClr>
                <a:schemeClr val="accent1"/>
              </a:buClr>
              <a:buFont typeface="Wingdings" panose="05000000000000000000" pitchFamily="2" charset="2"/>
              <a:buChar char="n"/>
              <a:defRPr/>
            </a:pPr>
            <a:r>
              <a:rPr lang="en-US" altLang="zh-CN" sz="2000" b="1" kern="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XXX</a:t>
            </a:r>
            <a:endPar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8" name="TextBox 11"/>
          <p:cNvSpPr txBox="1">
            <a:spLocks noChangeArrowheads="1"/>
          </p:cNvSpPr>
          <p:nvPr/>
        </p:nvSpPr>
        <p:spPr bwMode="auto">
          <a:xfrm flipH="1">
            <a:off x="6297908" y="4363790"/>
            <a:ext cx="5040127" cy="1569660"/>
          </a:xfrm>
          <a:prstGeom prst="rect">
            <a:avLst/>
          </a:prstGeom>
          <a:noFill/>
          <a:ln>
            <a:noFill/>
          </a:ln>
          <a:effec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0" eaLnBrk="1" hangingPunct="1">
              <a:lnSpc>
                <a:spcPct val="150000"/>
              </a:lnSpc>
              <a:defRPr/>
            </a:pPr>
            <a:r>
              <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请输入文字信息，请输入文字信息请输入文字信息请输入文字信息请输入文字信息请输入文字信息请输入文字信息请输入文字信息请输入文字信息请输入文字信息请输入文字信息请输入文字信息请输入文字信息</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59" name="TextBox 11"/>
          <p:cNvSpPr txBox="1">
            <a:spLocks noChangeArrowheads="1"/>
          </p:cNvSpPr>
          <p:nvPr/>
        </p:nvSpPr>
        <p:spPr bwMode="auto">
          <a:xfrm flipH="1">
            <a:off x="7677800" y="3750918"/>
            <a:ext cx="2280343" cy="400110"/>
          </a:xfrm>
          <a:prstGeom prst="rect">
            <a:avLst/>
          </a:prstGeom>
          <a:no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ctr" eaLnBrk="1" fontAlgn="auto" hangingPunct="1">
              <a:spcBef>
                <a:spcPts val="0"/>
              </a:spcBef>
              <a:spcAft>
                <a:spcPts val="0"/>
              </a:spcAft>
              <a:buClr>
                <a:schemeClr val="tx2">
                  <a:lumMod val="20000"/>
                  <a:lumOff val="80000"/>
                </a:schemeClr>
              </a:buClr>
              <a:buFont typeface="Wingdings" panose="05000000000000000000" pitchFamily="2" charset="2"/>
              <a:buChar char="n"/>
              <a:defRPr/>
            </a:pPr>
            <a:r>
              <a:rPr lang="en-US" altLang="zh-CN" sz="2000" b="1" kern="0"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XXX</a:t>
            </a:r>
            <a:endParaRPr lang="zh-CN" altLang="en-US" sz="2000" b="1" kern="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6413500" y="1707409"/>
            <a:ext cx="5080763" cy="1875403"/>
          </a:xfrm>
          <a:prstGeom prst="rect">
            <a:avLst/>
          </a:prstGeom>
          <a:solidFill>
            <a:sysClr val="window" lastClr="FFFFFF"/>
          </a:solidFill>
          <a:ln w="6350" cap="flat" cmpd="sng" algn="ctr">
            <a:noFill/>
            <a:prstDash val="solid"/>
            <a:miter lim="800000"/>
            <a:headEnd/>
            <a:tailEnd/>
          </a:ln>
          <a:effectLst>
            <a:outerShdw blurRad="762000" algn="ctr" rotWithShape="0">
              <a:prstClr val="black">
                <a:alpha val="15000"/>
              </a:prstClr>
            </a:outerShdw>
          </a:effectLst>
        </p:spPr>
      </p:pic>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6413501" y="3701908"/>
            <a:ext cx="5080764" cy="1848368"/>
          </a:xfrm>
          <a:prstGeom prst="rect">
            <a:avLst/>
          </a:prstGeom>
          <a:solidFill>
            <a:sysClr val="window" lastClr="FFFFFF"/>
          </a:solidFill>
          <a:ln w="6350" cap="flat" cmpd="sng" algn="ctr">
            <a:noFill/>
            <a:prstDash val="solid"/>
            <a:miter lim="800000"/>
            <a:headEnd/>
            <a:tailEnd/>
          </a:ln>
          <a:effectLst>
            <a:outerShdw blurRad="762000" algn="ctr" rotWithShape="0">
              <a:prstClr val="black">
                <a:alpha val="15000"/>
              </a:prstClr>
            </a:outerShdw>
          </a:effectLst>
        </p:spPr>
      </p:pic>
      <p:sp>
        <p:nvSpPr>
          <p:cNvPr id="6" name="TextBox 11"/>
          <p:cNvSpPr txBox="1"/>
          <p:nvPr/>
        </p:nvSpPr>
        <p:spPr>
          <a:xfrm flipH="1">
            <a:off x="1112699" y="2002781"/>
            <a:ext cx="4230072" cy="1122743"/>
          </a:xfrm>
          <a:prstGeom prst="rect">
            <a:avLst/>
          </a:prstGeom>
          <a:noFill/>
        </p:spPr>
        <p:txBody>
          <a:bodyPr wrap="square" lIns="0" tIns="0" rIns="0" bIns="0" rtlCol="0">
            <a:spAutoFit/>
          </a:bodyPr>
          <a:lstStyle/>
          <a:p>
            <a:pPr>
              <a:lnSpc>
                <a:spcPct val="150000"/>
              </a:lnSpc>
              <a:spcAft>
                <a:spcPct val="0"/>
              </a:spcAft>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a:lnSpc>
                <a:spcPct val="150000"/>
              </a:lnSpc>
              <a:spcAft>
                <a:spcPct val="0"/>
              </a:spcAft>
            </a:pPr>
            <a:r>
              <a:rPr lang="zh-CN" altLang="en-US" sz="12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请输入文字信息，请输入文字信息请输入文字信息请输入文字信息请输入文字信息请输入文字信息请输入文字信息请输入文字信息请输入文字信息请输入文字信息</a:t>
            </a:r>
            <a:endParaRPr lang="en-US" altLang="zh-CN" sz="12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 name="TextBox 11"/>
          <p:cNvSpPr txBox="1"/>
          <p:nvPr/>
        </p:nvSpPr>
        <p:spPr>
          <a:xfrm flipH="1">
            <a:off x="1112699" y="3852561"/>
            <a:ext cx="4230072" cy="1122743"/>
          </a:xfrm>
          <a:prstGeom prst="rect">
            <a:avLst/>
          </a:prstGeom>
          <a:noFill/>
        </p:spPr>
        <p:txBody>
          <a:bodyPr wrap="square" lIns="0" tIns="0" rIns="0" bIns="0" rtlCol="0">
            <a:spAutoFit/>
          </a:bodyPr>
          <a:lstStyle/>
          <a:p>
            <a:pPr>
              <a:lnSpc>
                <a:spcPct val="150000"/>
              </a:lnSpc>
              <a:spcAft>
                <a:spcPct val="0"/>
              </a:spcAft>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a:lnSpc>
                <a:spcPct val="150000"/>
              </a:lnSpc>
              <a:spcAft>
                <a:spcPct val="0"/>
              </a:spcAft>
            </a:pPr>
            <a:r>
              <a:rPr lang="zh-CN" altLang="en-US" sz="12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请输入文字信息，请输入文字信息请输入文字信息请输入文字信息请输入文字信息请输入文字信息请输入文字信息请输入文字信息请输入文字信息请输入文字信息</a:t>
            </a:r>
            <a:endParaRPr lang="en-US" altLang="zh-CN" sz="12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 name="TextBox 11"/>
          <p:cNvSpPr txBox="1"/>
          <p:nvPr/>
        </p:nvSpPr>
        <p:spPr>
          <a:xfrm flipH="1">
            <a:off x="5959462" y="2153987"/>
            <a:ext cx="2245754" cy="989438"/>
          </a:xfrm>
          <a:prstGeom prst="rect">
            <a:avLst/>
          </a:prstGeom>
          <a:noFill/>
        </p:spPr>
        <p:txBody>
          <a:bodyPr wrap="square" lIns="0" tIns="0" rIns="0" bIns="0" rtlCol="0">
            <a:spAutoFit/>
          </a:bodyPr>
          <a:lstStyle/>
          <a:p>
            <a:pPr lvl="0" algn="ctr">
              <a:lnSpc>
                <a:spcPct val="150000"/>
              </a:lnSpc>
              <a:spcAft>
                <a:spcPct val="0"/>
              </a:spcAft>
            </a:pPr>
            <a:r>
              <a:rPr lang="zh-CN" altLang="en-US" sz="1400" b="1" dirty="0">
                <a:solidFill>
                  <a:schemeClr val="bg1"/>
                </a:solidFill>
                <a:latin typeface="微软雅黑" panose="020B0503020204020204" pitchFamily="34" charset="-122"/>
                <a:ea typeface="微软雅黑" panose="020B0503020204020204" pitchFamily="34" charset="-122"/>
                <a:cs typeface="+mn-ea"/>
              </a:rPr>
              <a:t>添加标题</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bg1"/>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bg1"/>
              </a:solidFill>
              <a:latin typeface="微软雅黑 Light" panose="020B0502040204020203" pitchFamily="34" charset="-122"/>
              <a:ea typeface="微软雅黑 Light" panose="020B0502040204020203" pitchFamily="34" charset="-122"/>
            </a:endParaRPr>
          </a:p>
        </p:txBody>
      </p:sp>
      <p:sp>
        <p:nvSpPr>
          <p:cNvPr id="9" name="TextBox 11"/>
          <p:cNvSpPr txBox="1"/>
          <p:nvPr/>
        </p:nvSpPr>
        <p:spPr>
          <a:xfrm flipH="1">
            <a:off x="5959462" y="3975910"/>
            <a:ext cx="2245754" cy="989438"/>
          </a:xfrm>
          <a:prstGeom prst="rect">
            <a:avLst/>
          </a:prstGeom>
          <a:noFill/>
        </p:spPr>
        <p:txBody>
          <a:bodyPr wrap="square" lIns="0" tIns="0" rIns="0" bIns="0" rtlCol="0">
            <a:spAutoFit/>
          </a:bodyPr>
          <a:lstStyle/>
          <a:p>
            <a:pPr lvl="0" algn="ctr">
              <a:lnSpc>
                <a:spcPct val="150000"/>
              </a:lnSpc>
              <a:spcAft>
                <a:spcPct val="0"/>
              </a:spcAft>
            </a:pPr>
            <a:r>
              <a:rPr lang="zh-CN" altLang="en-US" sz="1400" b="1" dirty="0">
                <a:solidFill>
                  <a:schemeClr val="bg1"/>
                </a:solidFill>
                <a:latin typeface="微软雅黑" panose="020B0503020204020204" pitchFamily="34" charset="-122"/>
                <a:ea typeface="微软雅黑" panose="020B0503020204020204" pitchFamily="34" charset="-122"/>
                <a:cs typeface="+mn-ea"/>
              </a:rPr>
              <a:t>添加标题</a:t>
            </a:r>
            <a:endParaRPr lang="en-US" altLang="zh-CN" sz="1400" b="1" dirty="0">
              <a:solidFill>
                <a:schemeClr val="bg1"/>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bg1"/>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bg1"/>
              </a:solidFill>
              <a:latin typeface="微软雅黑 Light" panose="020B0502040204020203" pitchFamily="34" charset="-122"/>
              <a:ea typeface="微软雅黑 Light" panose="020B0502040204020203" pitchFamily="34" charset="-122"/>
            </a:endParaRPr>
          </a:p>
        </p:txBody>
      </p:sp>
      <p:grpSp>
        <p:nvGrpSpPr>
          <p:cNvPr id="10" name="组合 9"/>
          <p:cNvGrpSpPr/>
          <p:nvPr/>
        </p:nvGrpSpPr>
        <p:grpSpPr>
          <a:xfrm>
            <a:off x="583501" y="471624"/>
            <a:ext cx="2177776" cy="553998"/>
            <a:chOff x="592429" y="482522"/>
            <a:chExt cx="2177776" cy="553998"/>
          </a:xfrm>
        </p:grpSpPr>
        <p:grpSp>
          <p:nvGrpSpPr>
            <p:cNvPr id="11" name="组合 10"/>
            <p:cNvGrpSpPr/>
            <p:nvPr/>
          </p:nvGrpSpPr>
          <p:grpSpPr>
            <a:xfrm>
              <a:off x="592429" y="584272"/>
              <a:ext cx="433087" cy="360490"/>
              <a:chOff x="2770053" y="2524936"/>
              <a:chExt cx="433087" cy="317447"/>
            </a:xfrm>
            <a:solidFill>
              <a:srgbClr val="2F5EB2"/>
            </a:solidFill>
          </p:grpSpPr>
          <p:sp>
            <p:nvSpPr>
              <p:cNvPr id="13"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4"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5"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12"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两</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12"/>
          <p:cNvSpPr/>
          <p:nvPr/>
        </p:nvSpPr>
        <p:spPr bwMode="auto">
          <a:xfrm>
            <a:off x="5148582" y="6155189"/>
            <a:ext cx="45719" cy="793361807"/>
          </a:xfrm>
          <a:custGeom>
            <a:avLst/>
            <a:gdLst>
              <a:gd name="T0" fmla="*/ 3 h 3"/>
              <a:gd name="T1" fmla="*/ 0 h 3"/>
              <a:gd name="T2" fmla="*/ 3 h 3"/>
            </a:gdLst>
            <a:ahLst/>
            <a:cxnLst>
              <a:cxn ang="0">
                <a:pos x="0" y="T0"/>
              </a:cxn>
              <a:cxn ang="0">
                <a:pos x="0" y="T1"/>
              </a:cxn>
              <a:cxn ang="0">
                <a:pos x="0" y="T2"/>
              </a:cxn>
            </a:cxnLst>
            <a:rect l="0" t="0" r="r" b="b"/>
            <a:pathLst>
              <a:path h="3">
                <a:moveTo>
                  <a:pt x="0" y="3"/>
                </a:moveTo>
                <a:cubicBezTo>
                  <a:pt x="0" y="0"/>
                  <a:pt x="0" y="0"/>
                  <a:pt x="0" y="0"/>
                </a:cubicBezTo>
                <a:cubicBezTo>
                  <a:pt x="0" y="0"/>
                  <a:pt x="0" y="1"/>
                  <a:pt x="0" y="3"/>
                </a:cubicBez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 name="Freeform 13"/>
          <p:cNvSpPr/>
          <p:nvPr/>
        </p:nvSpPr>
        <p:spPr bwMode="auto">
          <a:xfrm>
            <a:off x="5508664" y="6155189"/>
            <a:ext cx="45719" cy="793361807"/>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3"/>
                  <a:pt x="0" y="3"/>
                  <a:pt x="0" y="3"/>
                </a:cubicBezTo>
                <a:cubicBezTo>
                  <a:pt x="0" y="1"/>
                  <a:pt x="0" y="0"/>
                  <a:pt x="0" y="0"/>
                </a:cubicBez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3" name="Rectangle 65"/>
          <p:cNvSpPr>
            <a:spLocks noChangeArrowheads="1"/>
          </p:cNvSpPr>
          <p:nvPr/>
        </p:nvSpPr>
        <p:spPr bwMode="auto">
          <a:xfrm rot="360000">
            <a:off x="-11903410" y="1978242"/>
            <a:ext cx="45719" cy="25977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200"/>
            <a:endParaRPr lang="en-US" altLang="en-US" sz="2400"/>
          </a:p>
        </p:txBody>
      </p:sp>
      <p:sp>
        <p:nvSpPr>
          <p:cNvPr id="44" name="Rectangle 67"/>
          <p:cNvSpPr>
            <a:spLocks noChangeArrowheads="1"/>
          </p:cNvSpPr>
          <p:nvPr/>
        </p:nvSpPr>
        <p:spPr bwMode="auto">
          <a:xfrm>
            <a:off x="3094810" y="1396014"/>
            <a:ext cx="45719" cy="25977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200"/>
            <a:endParaRPr lang="en-US" altLang="en-US" sz="2400"/>
          </a:p>
        </p:txBody>
      </p:sp>
      <p:grpSp>
        <p:nvGrpSpPr>
          <p:cNvPr id="75" name="组合 74"/>
          <p:cNvGrpSpPr/>
          <p:nvPr/>
        </p:nvGrpSpPr>
        <p:grpSpPr>
          <a:xfrm>
            <a:off x="6511784" y="1800254"/>
            <a:ext cx="4849589" cy="4748185"/>
            <a:chOff x="704794" y="1224247"/>
            <a:chExt cx="5406774" cy="5293719"/>
          </a:xfrm>
        </p:grpSpPr>
        <p:sp>
          <p:nvSpPr>
            <p:cNvPr id="2" name="Freeform 9"/>
            <p:cNvSpPr/>
            <p:nvPr/>
          </p:nvSpPr>
          <p:spPr bwMode="auto">
            <a:xfrm>
              <a:off x="4774753" y="4590945"/>
              <a:ext cx="1050249" cy="1462319"/>
            </a:xfrm>
            <a:custGeom>
              <a:avLst/>
              <a:gdLst>
                <a:gd name="T0" fmla="*/ 180 w 186"/>
                <a:gd name="T1" fmla="*/ 183 h 259"/>
                <a:gd name="T2" fmla="*/ 172 w 186"/>
                <a:gd name="T3" fmla="*/ 155 h 259"/>
                <a:gd name="T4" fmla="*/ 173 w 186"/>
                <a:gd name="T5" fmla="*/ 134 h 259"/>
                <a:gd name="T6" fmla="*/ 166 w 186"/>
                <a:gd name="T7" fmla="*/ 116 h 259"/>
                <a:gd name="T8" fmla="*/ 171 w 186"/>
                <a:gd name="T9" fmla="*/ 109 h 259"/>
                <a:gd name="T10" fmla="*/ 167 w 186"/>
                <a:gd name="T11" fmla="*/ 84 h 259"/>
                <a:gd name="T12" fmla="*/ 160 w 186"/>
                <a:gd name="T13" fmla="*/ 65 h 259"/>
                <a:gd name="T14" fmla="*/ 160 w 186"/>
                <a:gd name="T15" fmla="*/ 65 h 259"/>
                <a:gd name="T16" fmla="*/ 93 w 186"/>
                <a:gd name="T17" fmla="*/ 0 h 259"/>
                <a:gd name="T18" fmla="*/ 27 w 186"/>
                <a:gd name="T19" fmla="*/ 65 h 259"/>
                <a:gd name="T20" fmla="*/ 27 w 186"/>
                <a:gd name="T21" fmla="*/ 65 h 259"/>
                <a:gd name="T22" fmla="*/ 20 w 186"/>
                <a:gd name="T23" fmla="*/ 84 h 259"/>
                <a:gd name="T24" fmla="*/ 16 w 186"/>
                <a:gd name="T25" fmla="*/ 109 h 259"/>
                <a:gd name="T26" fmla="*/ 21 w 186"/>
                <a:gd name="T27" fmla="*/ 116 h 259"/>
                <a:gd name="T28" fmla="*/ 14 w 186"/>
                <a:gd name="T29" fmla="*/ 134 h 259"/>
                <a:gd name="T30" fmla="*/ 15 w 186"/>
                <a:gd name="T31" fmla="*/ 155 h 259"/>
                <a:gd name="T32" fmla="*/ 7 w 186"/>
                <a:gd name="T33" fmla="*/ 183 h 259"/>
                <a:gd name="T34" fmla="*/ 0 w 186"/>
                <a:gd name="T35" fmla="*/ 198 h 259"/>
                <a:gd name="T36" fmla="*/ 15 w 186"/>
                <a:gd name="T37" fmla="*/ 217 h 259"/>
                <a:gd name="T38" fmla="*/ 32 w 186"/>
                <a:gd name="T39" fmla="*/ 217 h 259"/>
                <a:gd name="T40" fmla="*/ 93 w 186"/>
                <a:gd name="T41" fmla="*/ 259 h 259"/>
                <a:gd name="T42" fmla="*/ 155 w 186"/>
                <a:gd name="T43" fmla="*/ 217 h 259"/>
                <a:gd name="T44" fmla="*/ 172 w 186"/>
                <a:gd name="T45" fmla="*/ 217 h 259"/>
                <a:gd name="T46" fmla="*/ 186 w 186"/>
                <a:gd name="T47" fmla="*/ 198 h 259"/>
                <a:gd name="T48" fmla="*/ 180 w 186"/>
                <a:gd name="T49" fmla="*/ 18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6" h="259">
                  <a:moveTo>
                    <a:pt x="180" y="183"/>
                  </a:moveTo>
                  <a:cubicBezTo>
                    <a:pt x="184" y="176"/>
                    <a:pt x="181" y="160"/>
                    <a:pt x="172" y="155"/>
                  </a:cubicBezTo>
                  <a:cubicBezTo>
                    <a:pt x="163" y="151"/>
                    <a:pt x="169" y="143"/>
                    <a:pt x="173" y="134"/>
                  </a:cubicBezTo>
                  <a:cubicBezTo>
                    <a:pt x="177" y="125"/>
                    <a:pt x="166" y="116"/>
                    <a:pt x="166" y="116"/>
                  </a:cubicBezTo>
                  <a:cubicBezTo>
                    <a:pt x="169" y="114"/>
                    <a:pt x="171" y="109"/>
                    <a:pt x="171" y="109"/>
                  </a:cubicBezTo>
                  <a:cubicBezTo>
                    <a:pt x="164" y="108"/>
                    <a:pt x="160" y="97"/>
                    <a:pt x="167" y="84"/>
                  </a:cubicBezTo>
                  <a:cubicBezTo>
                    <a:pt x="174" y="71"/>
                    <a:pt x="160" y="65"/>
                    <a:pt x="160" y="65"/>
                  </a:cubicBezTo>
                  <a:cubicBezTo>
                    <a:pt x="160" y="65"/>
                    <a:pt x="160" y="65"/>
                    <a:pt x="160" y="65"/>
                  </a:cubicBezTo>
                  <a:cubicBezTo>
                    <a:pt x="159" y="29"/>
                    <a:pt x="129" y="0"/>
                    <a:pt x="93" y="0"/>
                  </a:cubicBezTo>
                  <a:cubicBezTo>
                    <a:pt x="57" y="0"/>
                    <a:pt x="28" y="29"/>
                    <a:pt x="27" y="65"/>
                  </a:cubicBezTo>
                  <a:cubicBezTo>
                    <a:pt x="27" y="65"/>
                    <a:pt x="27" y="65"/>
                    <a:pt x="27" y="65"/>
                  </a:cubicBezTo>
                  <a:cubicBezTo>
                    <a:pt x="27" y="65"/>
                    <a:pt x="13" y="71"/>
                    <a:pt x="20" y="84"/>
                  </a:cubicBezTo>
                  <a:cubicBezTo>
                    <a:pt x="27" y="97"/>
                    <a:pt x="23" y="108"/>
                    <a:pt x="16" y="109"/>
                  </a:cubicBezTo>
                  <a:cubicBezTo>
                    <a:pt x="16" y="109"/>
                    <a:pt x="17" y="114"/>
                    <a:pt x="21" y="116"/>
                  </a:cubicBezTo>
                  <a:cubicBezTo>
                    <a:pt x="21" y="116"/>
                    <a:pt x="10" y="125"/>
                    <a:pt x="14" y="134"/>
                  </a:cubicBezTo>
                  <a:cubicBezTo>
                    <a:pt x="17" y="143"/>
                    <a:pt x="24" y="151"/>
                    <a:pt x="15" y="155"/>
                  </a:cubicBezTo>
                  <a:cubicBezTo>
                    <a:pt x="6" y="160"/>
                    <a:pt x="3" y="176"/>
                    <a:pt x="7" y="183"/>
                  </a:cubicBezTo>
                  <a:cubicBezTo>
                    <a:pt x="11" y="191"/>
                    <a:pt x="7" y="201"/>
                    <a:pt x="0" y="198"/>
                  </a:cubicBezTo>
                  <a:cubicBezTo>
                    <a:pt x="0" y="198"/>
                    <a:pt x="4" y="214"/>
                    <a:pt x="15" y="217"/>
                  </a:cubicBezTo>
                  <a:cubicBezTo>
                    <a:pt x="32" y="217"/>
                    <a:pt x="32" y="217"/>
                    <a:pt x="32" y="217"/>
                  </a:cubicBezTo>
                  <a:cubicBezTo>
                    <a:pt x="41" y="242"/>
                    <a:pt x="65" y="259"/>
                    <a:pt x="93" y="259"/>
                  </a:cubicBezTo>
                  <a:cubicBezTo>
                    <a:pt x="121" y="259"/>
                    <a:pt x="145" y="242"/>
                    <a:pt x="155" y="217"/>
                  </a:cubicBezTo>
                  <a:cubicBezTo>
                    <a:pt x="172" y="217"/>
                    <a:pt x="172" y="217"/>
                    <a:pt x="172" y="217"/>
                  </a:cubicBezTo>
                  <a:cubicBezTo>
                    <a:pt x="183" y="214"/>
                    <a:pt x="186" y="198"/>
                    <a:pt x="186" y="198"/>
                  </a:cubicBezTo>
                  <a:cubicBezTo>
                    <a:pt x="180" y="201"/>
                    <a:pt x="176" y="191"/>
                    <a:pt x="180" y="183"/>
                  </a:cubicBezTo>
                  <a:close/>
                </a:path>
              </a:pathLst>
            </a:custGeom>
            <a:solidFill>
              <a:schemeClr val="tx1">
                <a:lumMod val="65000"/>
                <a:lumOff val="35000"/>
              </a:schemeClr>
            </a:solidFill>
            <a:ln>
              <a:noFill/>
            </a:ln>
          </p:spPr>
          <p:txBody>
            <a:bodyPr vert="horz" wrap="square" lIns="121920" tIns="60960" rIns="121920" bIns="60960" numCol="1" anchor="t" anchorCtr="0" compatLnSpc="1"/>
            <a:lstStyle/>
            <a:p>
              <a:endParaRPr lang="en-US" sz="2400"/>
            </a:p>
          </p:txBody>
        </p:sp>
        <p:sp>
          <p:nvSpPr>
            <p:cNvPr id="3" name="Freeform 10"/>
            <p:cNvSpPr/>
            <p:nvPr/>
          </p:nvSpPr>
          <p:spPr bwMode="auto">
            <a:xfrm>
              <a:off x="4996008" y="5478136"/>
              <a:ext cx="625500" cy="942477"/>
            </a:xfrm>
            <a:custGeom>
              <a:avLst/>
              <a:gdLst>
                <a:gd name="T0" fmla="*/ 80 w 111"/>
                <a:gd name="T1" fmla="*/ 0 h 167"/>
                <a:gd name="T2" fmla="*/ 30 w 111"/>
                <a:gd name="T3" fmla="*/ 0 h 167"/>
                <a:gd name="T4" fmla="*/ 0 w 111"/>
                <a:gd name="T5" fmla="*/ 54 h 167"/>
                <a:gd name="T6" fmla="*/ 55 w 111"/>
                <a:gd name="T7" fmla="*/ 167 h 167"/>
                <a:gd name="T8" fmla="*/ 111 w 111"/>
                <a:gd name="T9" fmla="*/ 54 h 167"/>
                <a:gd name="T10" fmla="*/ 80 w 111"/>
                <a:gd name="T11" fmla="*/ 0 h 167"/>
              </a:gdLst>
              <a:ahLst/>
              <a:cxnLst>
                <a:cxn ang="0">
                  <a:pos x="T0" y="T1"/>
                </a:cxn>
                <a:cxn ang="0">
                  <a:pos x="T2" y="T3"/>
                </a:cxn>
                <a:cxn ang="0">
                  <a:pos x="T4" y="T5"/>
                </a:cxn>
                <a:cxn ang="0">
                  <a:pos x="T6" y="T7"/>
                </a:cxn>
                <a:cxn ang="0">
                  <a:pos x="T8" y="T9"/>
                </a:cxn>
                <a:cxn ang="0">
                  <a:pos x="T10" y="T11"/>
                </a:cxn>
              </a:cxnLst>
              <a:rect l="0" t="0" r="r" b="b"/>
              <a:pathLst>
                <a:path w="111" h="167">
                  <a:moveTo>
                    <a:pt x="80" y="0"/>
                  </a:moveTo>
                  <a:cubicBezTo>
                    <a:pt x="30" y="0"/>
                    <a:pt x="30" y="0"/>
                    <a:pt x="30" y="0"/>
                  </a:cubicBezTo>
                  <a:cubicBezTo>
                    <a:pt x="30" y="50"/>
                    <a:pt x="0" y="54"/>
                    <a:pt x="0" y="54"/>
                  </a:cubicBezTo>
                  <a:cubicBezTo>
                    <a:pt x="0" y="101"/>
                    <a:pt x="55" y="167"/>
                    <a:pt x="55" y="167"/>
                  </a:cubicBezTo>
                  <a:cubicBezTo>
                    <a:pt x="55" y="167"/>
                    <a:pt x="111" y="101"/>
                    <a:pt x="111" y="54"/>
                  </a:cubicBezTo>
                  <a:cubicBezTo>
                    <a:pt x="111" y="54"/>
                    <a:pt x="80" y="50"/>
                    <a:pt x="80" y="0"/>
                  </a:cubicBezTo>
                  <a:close/>
                </a:path>
              </a:pathLst>
            </a:custGeom>
            <a:solidFill>
              <a:srgbClr val="EDD0A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 name="Freeform 11"/>
            <p:cNvSpPr/>
            <p:nvPr/>
          </p:nvSpPr>
          <p:spPr bwMode="auto">
            <a:xfrm>
              <a:off x="4612066" y="5755791"/>
              <a:ext cx="1367225" cy="756517"/>
            </a:xfrm>
            <a:custGeom>
              <a:avLst/>
              <a:gdLst>
                <a:gd name="T0" fmla="*/ 206 w 242"/>
                <a:gd name="T1" fmla="*/ 7 h 134"/>
                <a:gd name="T2" fmla="*/ 157 w 242"/>
                <a:gd name="T3" fmla="*/ 3 h 134"/>
                <a:gd name="T4" fmla="*/ 152 w 242"/>
                <a:gd name="T5" fmla="*/ 34 h 134"/>
                <a:gd name="T6" fmla="*/ 152 w 242"/>
                <a:gd name="T7" fmla="*/ 16 h 134"/>
                <a:gd name="T8" fmla="*/ 121 w 242"/>
                <a:gd name="T9" fmla="*/ 69 h 134"/>
                <a:gd name="T10" fmla="*/ 90 w 242"/>
                <a:gd name="T11" fmla="*/ 16 h 134"/>
                <a:gd name="T12" fmla="*/ 90 w 242"/>
                <a:gd name="T13" fmla="*/ 31 h 134"/>
                <a:gd name="T14" fmla="*/ 86 w 242"/>
                <a:gd name="T15" fmla="*/ 3 h 134"/>
                <a:gd name="T16" fmla="*/ 37 w 242"/>
                <a:gd name="T17" fmla="*/ 7 h 134"/>
                <a:gd name="T18" fmla="*/ 0 w 242"/>
                <a:gd name="T19" fmla="*/ 44 h 134"/>
                <a:gd name="T20" fmla="*/ 0 w 242"/>
                <a:gd name="T21" fmla="*/ 70 h 134"/>
                <a:gd name="T22" fmla="*/ 0 w 242"/>
                <a:gd name="T23" fmla="*/ 134 h 134"/>
                <a:gd name="T24" fmla="*/ 45 w 242"/>
                <a:gd name="T25" fmla="*/ 134 h 134"/>
                <a:gd name="T26" fmla="*/ 90 w 242"/>
                <a:gd name="T27" fmla="*/ 134 h 134"/>
                <a:gd name="T28" fmla="*/ 121 w 242"/>
                <a:gd name="T29" fmla="*/ 134 h 134"/>
                <a:gd name="T30" fmla="*/ 152 w 242"/>
                <a:gd name="T31" fmla="*/ 134 h 134"/>
                <a:gd name="T32" fmla="*/ 198 w 242"/>
                <a:gd name="T33" fmla="*/ 134 h 134"/>
                <a:gd name="T34" fmla="*/ 242 w 242"/>
                <a:gd name="T35" fmla="*/ 134 h 134"/>
                <a:gd name="T36" fmla="*/ 242 w 242"/>
                <a:gd name="T37" fmla="*/ 70 h 134"/>
                <a:gd name="T38" fmla="*/ 242 w 242"/>
                <a:gd name="T39" fmla="*/ 44 h 134"/>
                <a:gd name="T40" fmla="*/ 206 w 242"/>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2" h="134">
                  <a:moveTo>
                    <a:pt x="206" y="7"/>
                  </a:moveTo>
                  <a:cubicBezTo>
                    <a:pt x="199" y="7"/>
                    <a:pt x="162" y="0"/>
                    <a:pt x="157" y="3"/>
                  </a:cubicBezTo>
                  <a:cubicBezTo>
                    <a:pt x="157" y="12"/>
                    <a:pt x="155" y="23"/>
                    <a:pt x="152" y="34"/>
                  </a:cubicBezTo>
                  <a:cubicBezTo>
                    <a:pt x="152" y="16"/>
                    <a:pt x="152" y="16"/>
                    <a:pt x="152" y="16"/>
                  </a:cubicBezTo>
                  <a:cubicBezTo>
                    <a:pt x="151" y="27"/>
                    <a:pt x="149" y="69"/>
                    <a:pt x="121" y="69"/>
                  </a:cubicBezTo>
                  <a:cubicBezTo>
                    <a:pt x="93" y="69"/>
                    <a:pt x="90" y="27"/>
                    <a:pt x="90" y="16"/>
                  </a:cubicBezTo>
                  <a:cubicBezTo>
                    <a:pt x="90" y="31"/>
                    <a:pt x="90" y="31"/>
                    <a:pt x="90" y="31"/>
                  </a:cubicBezTo>
                  <a:cubicBezTo>
                    <a:pt x="88" y="23"/>
                    <a:pt x="87" y="13"/>
                    <a:pt x="86" y="3"/>
                  </a:cubicBezTo>
                  <a:cubicBezTo>
                    <a:pt x="80" y="0"/>
                    <a:pt x="44" y="7"/>
                    <a:pt x="37" y="7"/>
                  </a:cubicBezTo>
                  <a:cubicBezTo>
                    <a:pt x="17" y="7"/>
                    <a:pt x="0" y="23"/>
                    <a:pt x="0" y="44"/>
                  </a:cubicBezTo>
                  <a:cubicBezTo>
                    <a:pt x="0" y="70"/>
                    <a:pt x="0" y="70"/>
                    <a:pt x="0" y="70"/>
                  </a:cubicBezTo>
                  <a:cubicBezTo>
                    <a:pt x="0" y="134"/>
                    <a:pt x="0" y="134"/>
                    <a:pt x="0" y="134"/>
                  </a:cubicBezTo>
                  <a:cubicBezTo>
                    <a:pt x="45" y="134"/>
                    <a:pt x="45" y="134"/>
                    <a:pt x="45" y="134"/>
                  </a:cubicBezTo>
                  <a:cubicBezTo>
                    <a:pt x="90" y="134"/>
                    <a:pt x="90" y="134"/>
                    <a:pt x="90" y="134"/>
                  </a:cubicBezTo>
                  <a:cubicBezTo>
                    <a:pt x="121" y="134"/>
                    <a:pt x="121" y="134"/>
                    <a:pt x="121" y="134"/>
                  </a:cubicBezTo>
                  <a:cubicBezTo>
                    <a:pt x="152" y="134"/>
                    <a:pt x="152" y="134"/>
                    <a:pt x="152" y="134"/>
                  </a:cubicBezTo>
                  <a:cubicBezTo>
                    <a:pt x="198" y="134"/>
                    <a:pt x="198" y="134"/>
                    <a:pt x="198" y="134"/>
                  </a:cubicBezTo>
                  <a:cubicBezTo>
                    <a:pt x="242" y="134"/>
                    <a:pt x="242" y="134"/>
                    <a:pt x="242" y="134"/>
                  </a:cubicBezTo>
                  <a:cubicBezTo>
                    <a:pt x="242" y="70"/>
                    <a:pt x="242" y="70"/>
                    <a:pt x="242" y="70"/>
                  </a:cubicBezTo>
                  <a:cubicBezTo>
                    <a:pt x="242" y="44"/>
                    <a:pt x="242" y="44"/>
                    <a:pt x="242" y="44"/>
                  </a:cubicBezTo>
                  <a:cubicBezTo>
                    <a:pt x="242" y="23"/>
                    <a:pt x="226" y="7"/>
                    <a:pt x="206" y="7"/>
                  </a:cubicBezTo>
                  <a:close/>
                </a:path>
              </a:pathLst>
            </a:custGeom>
            <a:solidFill>
              <a:schemeClr val="tx2">
                <a:lumMod val="40000"/>
                <a:lumOff val="60000"/>
              </a:schemeClr>
            </a:solidFill>
            <a:ln>
              <a:noFill/>
            </a:ln>
          </p:spPr>
          <p:txBody>
            <a:bodyPr vert="horz" wrap="square" lIns="121920" tIns="60960" rIns="121920" bIns="60960" numCol="1" anchor="t" anchorCtr="0" compatLnSpc="1"/>
            <a:lstStyle/>
            <a:p>
              <a:endParaRPr lang="en-US" sz="2400" dirty="0"/>
            </a:p>
          </p:txBody>
        </p:sp>
        <p:sp>
          <p:nvSpPr>
            <p:cNvPr id="7" name="Freeform 14"/>
            <p:cNvSpPr/>
            <p:nvPr/>
          </p:nvSpPr>
          <p:spPr bwMode="auto">
            <a:xfrm>
              <a:off x="4612066" y="5797005"/>
              <a:ext cx="226111" cy="716368"/>
            </a:xfrm>
            <a:custGeom>
              <a:avLst/>
              <a:gdLst>
                <a:gd name="T0" fmla="*/ 40 w 40"/>
                <a:gd name="T1" fmla="*/ 0 h 127"/>
                <a:gd name="T2" fmla="*/ 37 w 40"/>
                <a:gd name="T3" fmla="*/ 0 h 127"/>
                <a:gd name="T4" fmla="*/ 0 w 40"/>
                <a:gd name="T5" fmla="*/ 37 h 127"/>
                <a:gd name="T6" fmla="*/ 0 w 40"/>
                <a:gd name="T7" fmla="*/ 127 h 127"/>
                <a:gd name="T8" fmla="*/ 40 w 40"/>
                <a:gd name="T9" fmla="*/ 127 h 127"/>
                <a:gd name="T10" fmla="*/ 40 w 40"/>
                <a:gd name="T11" fmla="*/ 0 h 127"/>
              </a:gdLst>
              <a:ahLst/>
              <a:cxnLst>
                <a:cxn ang="0">
                  <a:pos x="T0" y="T1"/>
                </a:cxn>
                <a:cxn ang="0">
                  <a:pos x="T2" y="T3"/>
                </a:cxn>
                <a:cxn ang="0">
                  <a:pos x="T4" y="T5"/>
                </a:cxn>
                <a:cxn ang="0">
                  <a:pos x="T6" y="T7"/>
                </a:cxn>
                <a:cxn ang="0">
                  <a:pos x="T8" y="T9"/>
                </a:cxn>
                <a:cxn ang="0">
                  <a:pos x="T10" y="T11"/>
                </a:cxn>
              </a:cxnLst>
              <a:rect l="0" t="0" r="r" b="b"/>
              <a:pathLst>
                <a:path w="40" h="127">
                  <a:moveTo>
                    <a:pt x="40" y="0"/>
                  </a:moveTo>
                  <a:cubicBezTo>
                    <a:pt x="39" y="0"/>
                    <a:pt x="38" y="0"/>
                    <a:pt x="37" y="0"/>
                  </a:cubicBezTo>
                  <a:cubicBezTo>
                    <a:pt x="17" y="0"/>
                    <a:pt x="0" y="16"/>
                    <a:pt x="0" y="37"/>
                  </a:cubicBezTo>
                  <a:cubicBezTo>
                    <a:pt x="0" y="127"/>
                    <a:pt x="0" y="127"/>
                    <a:pt x="0" y="127"/>
                  </a:cubicBezTo>
                  <a:cubicBezTo>
                    <a:pt x="40" y="127"/>
                    <a:pt x="40" y="127"/>
                    <a:pt x="40" y="127"/>
                  </a:cubicBezTo>
                  <a:lnTo>
                    <a:pt x="40" y="0"/>
                  </a:lnTo>
                  <a:close/>
                </a:path>
              </a:pathLst>
            </a:custGeom>
            <a:solidFill>
              <a:srgbClr val="EDD0A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8" name="Freeform 15"/>
            <p:cNvSpPr/>
            <p:nvPr/>
          </p:nvSpPr>
          <p:spPr bwMode="auto">
            <a:xfrm>
              <a:off x="5789926" y="5797005"/>
              <a:ext cx="219771" cy="716368"/>
            </a:xfrm>
            <a:custGeom>
              <a:avLst/>
              <a:gdLst>
                <a:gd name="T0" fmla="*/ 0 w 39"/>
                <a:gd name="T1" fmla="*/ 0 h 127"/>
                <a:gd name="T2" fmla="*/ 3 w 39"/>
                <a:gd name="T3" fmla="*/ 0 h 127"/>
                <a:gd name="T4" fmla="*/ 39 w 39"/>
                <a:gd name="T5" fmla="*/ 37 h 127"/>
                <a:gd name="T6" fmla="*/ 39 w 39"/>
                <a:gd name="T7" fmla="*/ 127 h 127"/>
                <a:gd name="T8" fmla="*/ 0 w 39"/>
                <a:gd name="T9" fmla="*/ 127 h 127"/>
                <a:gd name="T10" fmla="*/ 0 w 39"/>
                <a:gd name="T11" fmla="*/ 0 h 127"/>
              </a:gdLst>
              <a:ahLst/>
              <a:cxnLst>
                <a:cxn ang="0">
                  <a:pos x="T0" y="T1"/>
                </a:cxn>
                <a:cxn ang="0">
                  <a:pos x="T2" y="T3"/>
                </a:cxn>
                <a:cxn ang="0">
                  <a:pos x="T4" y="T5"/>
                </a:cxn>
                <a:cxn ang="0">
                  <a:pos x="T6" y="T7"/>
                </a:cxn>
                <a:cxn ang="0">
                  <a:pos x="T8" y="T9"/>
                </a:cxn>
                <a:cxn ang="0">
                  <a:pos x="T10" y="T11"/>
                </a:cxn>
              </a:cxnLst>
              <a:rect l="0" t="0" r="r" b="b"/>
              <a:pathLst>
                <a:path w="39" h="127">
                  <a:moveTo>
                    <a:pt x="0" y="0"/>
                  </a:moveTo>
                  <a:cubicBezTo>
                    <a:pt x="1" y="0"/>
                    <a:pt x="2" y="0"/>
                    <a:pt x="3" y="0"/>
                  </a:cubicBezTo>
                  <a:cubicBezTo>
                    <a:pt x="23" y="0"/>
                    <a:pt x="39" y="16"/>
                    <a:pt x="39" y="37"/>
                  </a:cubicBezTo>
                  <a:cubicBezTo>
                    <a:pt x="39" y="127"/>
                    <a:pt x="39" y="127"/>
                    <a:pt x="39" y="127"/>
                  </a:cubicBezTo>
                  <a:cubicBezTo>
                    <a:pt x="0" y="127"/>
                    <a:pt x="0" y="127"/>
                    <a:pt x="0" y="127"/>
                  </a:cubicBezTo>
                  <a:lnTo>
                    <a:pt x="0" y="0"/>
                  </a:lnTo>
                  <a:close/>
                </a:path>
              </a:pathLst>
            </a:custGeom>
            <a:solidFill>
              <a:srgbClr val="EDD0A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9" name="Freeform 16"/>
            <p:cNvSpPr/>
            <p:nvPr/>
          </p:nvSpPr>
          <p:spPr bwMode="auto">
            <a:xfrm>
              <a:off x="5041562" y="5692886"/>
              <a:ext cx="118337" cy="338108"/>
            </a:xfrm>
            <a:custGeom>
              <a:avLst/>
              <a:gdLst>
                <a:gd name="T0" fmla="*/ 8 w 21"/>
                <a:gd name="T1" fmla="*/ 0 h 60"/>
                <a:gd name="T2" fmla="*/ 21 w 21"/>
                <a:gd name="T3" fmla="*/ 37 h 60"/>
                <a:gd name="T4" fmla="*/ 14 w 21"/>
                <a:gd name="T5" fmla="*/ 60 h 60"/>
                <a:gd name="T6" fmla="*/ 0 w 21"/>
                <a:gd name="T7" fmla="*/ 14 h 60"/>
                <a:gd name="T8" fmla="*/ 8 w 21"/>
                <a:gd name="T9" fmla="*/ 0 h 60"/>
              </a:gdLst>
              <a:ahLst/>
              <a:cxnLst>
                <a:cxn ang="0">
                  <a:pos x="T0" y="T1"/>
                </a:cxn>
                <a:cxn ang="0">
                  <a:pos x="T2" y="T3"/>
                </a:cxn>
                <a:cxn ang="0">
                  <a:pos x="T4" y="T5"/>
                </a:cxn>
                <a:cxn ang="0">
                  <a:pos x="T6" y="T7"/>
                </a:cxn>
                <a:cxn ang="0">
                  <a:pos x="T8" y="T9"/>
                </a:cxn>
              </a:cxnLst>
              <a:rect l="0" t="0" r="r" b="b"/>
              <a:pathLst>
                <a:path w="21" h="60">
                  <a:moveTo>
                    <a:pt x="8" y="0"/>
                  </a:moveTo>
                  <a:cubicBezTo>
                    <a:pt x="8" y="0"/>
                    <a:pt x="17" y="14"/>
                    <a:pt x="21" y="37"/>
                  </a:cubicBezTo>
                  <a:cubicBezTo>
                    <a:pt x="21" y="37"/>
                    <a:pt x="14" y="50"/>
                    <a:pt x="14" y="60"/>
                  </a:cubicBezTo>
                  <a:cubicBezTo>
                    <a:pt x="14" y="60"/>
                    <a:pt x="0" y="26"/>
                    <a:pt x="0" y="14"/>
                  </a:cubicBezTo>
                  <a:cubicBezTo>
                    <a:pt x="0" y="14"/>
                    <a:pt x="6" y="1"/>
                    <a:pt x="8" y="0"/>
                  </a:cubicBez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 name="Freeform 17"/>
            <p:cNvSpPr/>
            <p:nvPr/>
          </p:nvSpPr>
          <p:spPr bwMode="auto">
            <a:xfrm>
              <a:off x="5460212" y="5692886"/>
              <a:ext cx="128904" cy="338108"/>
            </a:xfrm>
            <a:custGeom>
              <a:avLst/>
              <a:gdLst>
                <a:gd name="T0" fmla="*/ 14 w 23"/>
                <a:gd name="T1" fmla="*/ 0 h 60"/>
                <a:gd name="T2" fmla="*/ 0 w 23"/>
                <a:gd name="T3" fmla="*/ 39 h 60"/>
                <a:gd name="T4" fmla="*/ 9 w 23"/>
                <a:gd name="T5" fmla="*/ 60 h 60"/>
                <a:gd name="T6" fmla="*/ 23 w 23"/>
                <a:gd name="T7" fmla="*/ 14 h 60"/>
                <a:gd name="T8" fmla="*/ 14 w 23"/>
                <a:gd name="T9" fmla="*/ 0 h 60"/>
              </a:gdLst>
              <a:ahLst/>
              <a:cxnLst>
                <a:cxn ang="0">
                  <a:pos x="T0" y="T1"/>
                </a:cxn>
                <a:cxn ang="0">
                  <a:pos x="T2" y="T3"/>
                </a:cxn>
                <a:cxn ang="0">
                  <a:pos x="T4" y="T5"/>
                </a:cxn>
                <a:cxn ang="0">
                  <a:pos x="T6" y="T7"/>
                </a:cxn>
                <a:cxn ang="0">
                  <a:pos x="T8" y="T9"/>
                </a:cxn>
              </a:cxnLst>
              <a:rect l="0" t="0" r="r" b="b"/>
              <a:pathLst>
                <a:path w="23" h="60">
                  <a:moveTo>
                    <a:pt x="14" y="0"/>
                  </a:moveTo>
                  <a:cubicBezTo>
                    <a:pt x="14" y="0"/>
                    <a:pt x="6" y="18"/>
                    <a:pt x="0" y="39"/>
                  </a:cubicBezTo>
                  <a:cubicBezTo>
                    <a:pt x="0" y="39"/>
                    <a:pt x="9" y="50"/>
                    <a:pt x="9" y="60"/>
                  </a:cubicBezTo>
                  <a:cubicBezTo>
                    <a:pt x="9" y="60"/>
                    <a:pt x="23" y="26"/>
                    <a:pt x="23" y="14"/>
                  </a:cubicBezTo>
                  <a:cubicBezTo>
                    <a:pt x="23" y="14"/>
                    <a:pt x="17" y="1"/>
                    <a:pt x="14" y="0"/>
                  </a:cubicBez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 name="Freeform 18"/>
            <p:cNvSpPr/>
            <p:nvPr/>
          </p:nvSpPr>
          <p:spPr bwMode="auto">
            <a:xfrm>
              <a:off x="4961301" y="5159268"/>
              <a:ext cx="101432" cy="179621"/>
            </a:xfrm>
            <a:custGeom>
              <a:avLst/>
              <a:gdLst>
                <a:gd name="T0" fmla="*/ 17 w 18"/>
                <a:gd name="T1" fmla="*/ 24 h 32"/>
                <a:gd name="T2" fmla="*/ 12 w 18"/>
                <a:gd name="T3" fmla="*/ 32 h 32"/>
                <a:gd name="T4" fmla="*/ 4 w 18"/>
                <a:gd name="T5" fmla="*/ 26 h 32"/>
                <a:gd name="T6" fmla="*/ 0 w 18"/>
                <a:gd name="T7" fmla="*/ 9 h 32"/>
                <a:gd name="T8" fmla="*/ 6 w 18"/>
                <a:gd name="T9" fmla="*/ 1 h 32"/>
                <a:gd name="T10" fmla="*/ 14 w 18"/>
                <a:gd name="T11" fmla="*/ 6 h 32"/>
                <a:gd name="T12" fmla="*/ 17 w 18"/>
                <a:gd name="T13" fmla="*/ 24 h 32"/>
              </a:gdLst>
              <a:ahLst/>
              <a:cxnLst>
                <a:cxn ang="0">
                  <a:pos x="T0" y="T1"/>
                </a:cxn>
                <a:cxn ang="0">
                  <a:pos x="T2" y="T3"/>
                </a:cxn>
                <a:cxn ang="0">
                  <a:pos x="T4" y="T5"/>
                </a:cxn>
                <a:cxn ang="0">
                  <a:pos x="T6" y="T7"/>
                </a:cxn>
                <a:cxn ang="0">
                  <a:pos x="T8" y="T9"/>
                </a:cxn>
                <a:cxn ang="0">
                  <a:pos x="T10" y="T11"/>
                </a:cxn>
                <a:cxn ang="0">
                  <a:pos x="T12" y="T13"/>
                </a:cxn>
              </a:cxnLst>
              <a:rect l="0" t="0" r="r" b="b"/>
              <a:pathLst>
                <a:path w="18" h="32">
                  <a:moveTo>
                    <a:pt x="17" y="24"/>
                  </a:moveTo>
                  <a:cubicBezTo>
                    <a:pt x="18" y="27"/>
                    <a:pt x="15" y="31"/>
                    <a:pt x="12" y="32"/>
                  </a:cubicBezTo>
                  <a:cubicBezTo>
                    <a:pt x="8" y="32"/>
                    <a:pt x="5" y="30"/>
                    <a:pt x="4" y="26"/>
                  </a:cubicBezTo>
                  <a:cubicBezTo>
                    <a:pt x="0" y="9"/>
                    <a:pt x="0" y="9"/>
                    <a:pt x="0" y="9"/>
                  </a:cubicBezTo>
                  <a:cubicBezTo>
                    <a:pt x="0" y="5"/>
                    <a:pt x="2" y="1"/>
                    <a:pt x="6" y="1"/>
                  </a:cubicBezTo>
                  <a:cubicBezTo>
                    <a:pt x="9" y="0"/>
                    <a:pt x="13" y="2"/>
                    <a:pt x="14" y="6"/>
                  </a:cubicBezTo>
                  <a:lnTo>
                    <a:pt x="17" y="24"/>
                  </a:lnTo>
                  <a:close/>
                </a:path>
              </a:pathLst>
            </a:custGeom>
            <a:solidFill>
              <a:srgbClr val="EDD0A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 name="Freeform 19"/>
            <p:cNvSpPr/>
            <p:nvPr/>
          </p:nvSpPr>
          <p:spPr bwMode="auto">
            <a:xfrm>
              <a:off x="5564332" y="5159268"/>
              <a:ext cx="101432" cy="179621"/>
            </a:xfrm>
            <a:custGeom>
              <a:avLst/>
              <a:gdLst>
                <a:gd name="T0" fmla="*/ 1 w 18"/>
                <a:gd name="T1" fmla="*/ 24 h 32"/>
                <a:gd name="T2" fmla="*/ 6 w 18"/>
                <a:gd name="T3" fmla="*/ 32 h 32"/>
                <a:gd name="T4" fmla="*/ 14 w 18"/>
                <a:gd name="T5" fmla="*/ 26 h 32"/>
                <a:gd name="T6" fmla="*/ 17 w 18"/>
                <a:gd name="T7" fmla="*/ 9 h 32"/>
                <a:gd name="T8" fmla="*/ 12 w 18"/>
                <a:gd name="T9" fmla="*/ 1 h 32"/>
                <a:gd name="T10" fmla="*/ 4 w 18"/>
                <a:gd name="T11" fmla="*/ 6 h 32"/>
                <a:gd name="T12" fmla="*/ 1 w 18"/>
                <a:gd name="T13" fmla="*/ 24 h 32"/>
              </a:gdLst>
              <a:ahLst/>
              <a:cxnLst>
                <a:cxn ang="0">
                  <a:pos x="T0" y="T1"/>
                </a:cxn>
                <a:cxn ang="0">
                  <a:pos x="T2" y="T3"/>
                </a:cxn>
                <a:cxn ang="0">
                  <a:pos x="T4" y="T5"/>
                </a:cxn>
                <a:cxn ang="0">
                  <a:pos x="T6" y="T7"/>
                </a:cxn>
                <a:cxn ang="0">
                  <a:pos x="T8" y="T9"/>
                </a:cxn>
                <a:cxn ang="0">
                  <a:pos x="T10" y="T11"/>
                </a:cxn>
                <a:cxn ang="0">
                  <a:pos x="T12" y="T13"/>
                </a:cxn>
              </a:cxnLst>
              <a:rect l="0" t="0" r="r" b="b"/>
              <a:pathLst>
                <a:path w="18" h="32">
                  <a:moveTo>
                    <a:pt x="1" y="24"/>
                  </a:moveTo>
                  <a:cubicBezTo>
                    <a:pt x="0" y="27"/>
                    <a:pt x="2" y="31"/>
                    <a:pt x="6" y="32"/>
                  </a:cubicBezTo>
                  <a:cubicBezTo>
                    <a:pt x="10" y="32"/>
                    <a:pt x="13" y="30"/>
                    <a:pt x="14" y="26"/>
                  </a:cubicBezTo>
                  <a:cubicBezTo>
                    <a:pt x="17" y="9"/>
                    <a:pt x="17" y="9"/>
                    <a:pt x="17" y="9"/>
                  </a:cubicBezTo>
                  <a:cubicBezTo>
                    <a:pt x="18" y="5"/>
                    <a:pt x="16" y="1"/>
                    <a:pt x="12" y="1"/>
                  </a:cubicBezTo>
                  <a:cubicBezTo>
                    <a:pt x="8" y="0"/>
                    <a:pt x="5" y="2"/>
                    <a:pt x="4" y="6"/>
                  </a:cubicBezTo>
                  <a:lnTo>
                    <a:pt x="1" y="24"/>
                  </a:lnTo>
                  <a:close/>
                </a:path>
              </a:pathLst>
            </a:custGeom>
            <a:solidFill>
              <a:srgbClr val="EDD0A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 name="Freeform 20"/>
            <p:cNvSpPr/>
            <p:nvPr/>
          </p:nvSpPr>
          <p:spPr bwMode="auto">
            <a:xfrm>
              <a:off x="4989501" y="4643004"/>
              <a:ext cx="638179" cy="919232"/>
            </a:xfrm>
            <a:custGeom>
              <a:avLst/>
              <a:gdLst>
                <a:gd name="T0" fmla="*/ 56 w 113"/>
                <a:gd name="T1" fmla="*/ 163 h 163"/>
                <a:gd name="T2" fmla="*/ 12 w 113"/>
                <a:gd name="T3" fmla="*/ 132 h 163"/>
                <a:gd name="T4" fmla="*/ 15 w 113"/>
                <a:gd name="T5" fmla="*/ 21 h 163"/>
                <a:gd name="T6" fmla="*/ 56 w 113"/>
                <a:gd name="T7" fmla="*/ 2 h 163"/>
                <a:gd name="T8" fmla="*/ 97 w 113"/>
                <a:gd name="T9" fmla="*/ 21 h 163"/>
                <a:gd name="T10" fmla="*/ 101 w 113"/>
                <a:gd name="T11" fmla="*/ 132 h 163"/>
                <a:gd name="T12" fmla="*/ 56 w 113"/>
                <a:gd name="T13" fmla="*/ 163 h 163"/>
              </a:gdLst>
              <a:ahLst/>
              <a:cxnLst>
                <a:cxn ang="0">
                  <a:pos x="T0" y="T1"/>
                </a:cxn>
                <a:cxn ang="0">
                  <a:pos x="T2" y="T3"/>
                </a:cxn>
                <a:cxn ang="0">
                  <a:pos x="T4" y="T5"/>
                </a:cxn>
                <a:cxn ang="0">
                  <a:pos x="T6" y="T7"/>
                </a:cxn>
                <a:cxn ang="0">
                  <a:pos x="T8" y="T9"/>
                </a:cxn>
                <a:cxn ang="0">
                  <a:pos x="T10" y="T11"/>
                </a:cxn>
                <a:cxn ang="0">
                  <a:pos x="T12" y="T13"/>
                </a:cxn>
              </a:cxnLst>
              <a:rect l="0" t="0" r="r" b="b"/>
              <a:pathLst>
                <a:path w="113" h="163">
                  <a:moveTo>
                    <a:pt x="56" y="163"/>
                  </a:moveTo>
                  <a:cubicBezTo>
                    <a:pt x="35" y="163"/>
                    <a:pt x="19" y="145"/>
                    <a:pt x="12" y="132"/>
                  </a:cubicBezTo>
                  <a:cubicBezTo>
                    <a:pt x="5" y="118"/>
                    <a:pt x="0" y="42"/>
                    <a:pt x="15" y="21"/>
                  </a:cubicBezTo>
                  <a:cubicBezTo>
                    <a:pt x="31" y="0"/>
                    <a:pt x="56" y="2"/>
                    <a:pt x="56" y="2"/>
                  </a:cubicBezTo>
                  <a:cubicBezTo>
                    <a:pt x="56" y="2"/>
                    <a:pt x="82" y="0"/>
                    <a:pt x="97" y="21"/>
                  </a:cubicBezTo>
                  <a:cubicBezTo>
                    <a:pt x="113" y="42"/>
                    <a:pt x="108" y="118"/>
                    <a:pt x="101" y="132"/>
                  </a:cubicBezTo>
                  <a:cubicBezTo>
                    <a:pt x="94" y="145"/>
                    <a:pt x="77" y="163"/>
                    <a:pt x="56" y="163"/>
                  </a:cubicBezTo>
                  <a:close/>
                </a:path>
              </a:pathLst>
            </a:custGeom>
            <a:solidFill>
              <a:srgbClr val="FCE5C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4" name="Freeform 21"/>
            <p:cNvSpPr/>
            <p:nvPr/>
          </p:nvSpPr>
          <p:spPr bwMode="auto">
            <a:xfrm>
              <a:off x="4937441" y="4584435"/>
              <a:ext cx="756517" cy="509276"/>
            </a:xfrm>
            <a:custGeom>
              <a:avLst/>
              <a:gdLst>
                <a:gd name="T0" fmla="*/ 117 w 134"/>
                <a:gd name="T1" fmla="*/ 89 h 90"/>
                <a:gd name="T2" fmla="*/ 57 w 134"/>
                <a:gd name="T3" fmla="*/ 69 h 90"/>
                <a:gd name="T4" fmla="*/ 38 w 134"/>
                <a:gd name="T5" fmla="*/ 49 h 90"/>
                <a:gd name="T6" fmla="*/ 30 w 134"/>
                <a:gd name="T7" fmla="*/ 70 h 90"/>
                <a:gd name="T8" fmla="*/ 15 w 134"/>
                <a:gd name="T9" fmla="*/ 90 h 90"/>
                <a:gd name="T10" fmla="*/ 24 w 134"/>
                <a:gd name="T11" fmla="*/ 23 h 90"/>
                <a:gd name="T12" fmla="*/ 111 w 134"/>
                <a:gd name="T13" fmla="*/ 26 h 90"/>
                <a:gd name="T14" fmla="*/ 117 w 134"/>
                <a:gd name="T15" fmla="*/ 89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4" h="90">
                  <a:moveTo>
                    <a:pt x="117" y="89"/>
                  </a:moveTo>
                  <a:cubicBezTo>
                    <a:pt x="81" y="84"/>
                    <a:pt x="68" y="78"/>
                    <a:pt x="57" y="69"/>
                  </a:cubicBezTo>
                  <a:cubicBezTo>
                    <a:pt x="48" y="61"/>
                    <a:pt x="38" y="49"/>
                    <a:pt x="38" y="49"/>
                  </a:cubicBezTo>
                  <a:cubicBezTo>
                    <a:pt x="38" y="49"/>
                    <a:pt x="35" y="58"/>
                    <a:pt x="30" y="70"/>
                  </a:cubicBezTo>
                  <a:cubicBezTo>
                    <a:pt x="26" y="76"/>
                    <a:pt x="23" y="84"/>
                    <a:pt x="15" y="90"/>
                  </a:cubicBezTo>
                  <a:cubicBezTo>
                    <a:pt x="15" y="90"/>
                    <a:pt x="0" y="47"/>
                    <a:pt x="24" y="23"/>
                  </a:cubicBezTo>
                  <a:cubicBezTo>
                    <a:pt x="48" y="0"/>
                    <a:pt x="87" y="0"/>
                    <a:pt x="111" y="26"/>
                  </a:cubicBezTo>
                  <a:cubicBezTo>
                    <a:pt x="134" y="51"/>
                    <a:pt x="117" y="89"/>
                    <a:pt x="117" y="89"/>
                  </a:cubicBezTo>
                  <a:close/>
                </a:path>
              </a:pathLst>
            </a:custGeom>
            <a:solidFill>
              <a:schemeClr val="tx1">
                <a:lumMod val="65000"/>
                <a:lumOff val="35000"/>
              </a:schemeClr>
            </a:solidFill>
            <a:ln>
              <a:noFill/>
            </a:ln>
          </p:spPr>
          <p:txBody>
            <a:bodyPr vert="horz" wrap="square" lIns="121920" tIns="60960" rIns="121920" bIns="60960" numCol="1" anchor="t" anchorCtr="0" compatLnSpc="1"/>
            <a:lstStyle/>
            <a:p>
              <a:endParaRPr lang="en-US" sz="2400"/>
            </a:p>
          </p:txBody>
        </p:sp>
        <p:sp>
          <p:nvSpPr>
            <p:cNvPr id="15" name="Freeform 22"/>
            <p:cNvSpPr/>
            <p:nvPr/>
          </p:nvSpPr>
          <p:spPr bwMode="auto">
            <a:xfrm>
              <a:off x="1507614" y="5228681"/>
              <a:ext cx="97207" cy="175395"/>
            </a:xfrm>
            <a:custGeom>
              <a:avLst/>
              <a:gdLst>
                <a:gd name="T0" fmla="*/ 17 w 17"/>
                <a:gd name="T1" fmla="*/ 23 h 31"/>
                <a:gd name="T2" fmla="*/ 12 w 17"/>
                <a:gd name="T3" fmla="*/ 31 h 31"/>
                <a:gd name="T4" fmla="*/ 5 w 17"/>
                <a:gd name="T5" fmla="*/ 26 h 31"/>
                <a:gd name="T6" fmla="*/ 1 w 17"/>
                <a:gd name="T7" fmla="*/ 8 h 31"/>
                <a:gd name="T8" fmla="*/ 6 w 17"/>
                <a:gd name="T9" fmla="*/ 0 h 31"/>
                <a:gd name="T10" fmla="*/ 13 w 17"/>
                <a:gd name="T11" fmla="*/ 5 h 31"/>
                <a:gd name="T12" fmla="*/ 17 w 17"/>
                <a:gd name="T13" fmla="*/ 23 h 31"/>
              </a:gdLst>
              <a:ahLst/>
              <a:cxnLst>
                <a:cxn ang="0">
                  <a:pos x="T0" y="T1"/>
                </a:cxn>
                <a:cxn ang="0">
                  <a:pos x="T2" y="T3"/>
                </a:cxn>
                <a:cxn ang="0">
                  <a:pos x="T4" y="T5"/>
                </a:cxn>
                <a:cxn ang="0">
                  <a:pos x="T6" y="T7"/>
                </a:cxn>
                <a:cxn ang="0">
                  <a:pos x="T8" y="T9"/>
                </a:cxn>
                <a:cxn ang="0">
                  <a:pos x="T10" y="T11"/>
                </a:cxn>
                <a:cxn ang="0">
                  <a:pos x="T12" y="T13"/>
                </a:cxn>
              </a:cxnLst>
              <a:rect l="0" t="0" r="r" b="b"/>
              <a:pathLst>
                <a:path w="17" h="31">
                  <a:moveTo>
                    <a:pt x="17" y="23"/>
                  </a:moveTo>
                  <a:cubicBezTo>
                    <a:pt x="17" y="27"/>
                    <a:pt x="15" y="30"/>
                    <a:pt x="12" y="31"/>
                  </a:cubicBezTo>
                  <a:cubicBezTo>
                    <a:pt x="8" y="31"/>
                    <a:pt x="5" y="29"/>
                    <a:pt x="5" y="26"/>
                  </a:cubicBezTo>
                  <a:cubicBezTo>
                    <a:pt x="1" y="8"/>
                    <a:pt x="1" y="8"/>
                    <a:pt x="1" y="8"/>
                  </a:cubicBezTo>
                  <a:cubicBezTo>
                    <a:pt x="0" y="4"/>
                    <a:pt x="2" y="1"/>
                    <a:pt x="6" y="0"/>
                  </a:cubicBezTo>
                  <a:cubicBezTo>
                    <a:pt x="9" y="0"/>
                    <a:pt x="13" y="2"/>
                    <a:pt x="13" y="5"/>
                  </a:cubicBezTo>
                  <a:lnTo>
                    <a:pt x="17" y="23"/>
                  </a:lnTo>
                  <a:close/>
                </a:path>
              </a:pathLst>
            </a:custGeom>
            <a:solidFill>
              <a:srgbClr val="EDC18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6" name="Freeform 23"/>
            <p:cNvSpPr/>
            <p:nvPr/>
          </p:nvSpPr>
          <p:spPr bwMode="auto">
            <a:xfrm>
              <a:off x="2186566" y="5228681"/>
              <a:ext cx="101432" cy="175395"/>
            </a:xfrm>
            <a:custGeom>
              <a:avLst/>
              <a:gdLst>
                <a:gd name="T0" fmla="*/ 1 w 18"/>
                <a:gd name="T1" fmla="*/ 23 h 31"/>
                <a:gd name="T2" fmla="*/ 6 w 18"/>
                <a:gd name="T3" fmla="*/ 31 h 31"/>
                <a:gd name="T4" fmla="*/ 13 w 18"/>
                <a:gd name="T5" fmla="*/ 26 h 31"/>
                <a:gd name="T6" fmla="*/ 17 w 18"/>
                <a:gd name="T7" fmla="*/ 8 h 31"/>
                <a:gd name="T8" fmla="*/ 12 w 18"/>
                <a:gd name="T9" fmla="*/ 0 h 31"/>
                <a:gd name="T10" fmla="*/ 5 w 18"/>
                <a:gd name="T11" fmla="*/ 5 h 31"/>
                <a:gd name="T12" fmla="*/ 1 w 18"/>
                <a:gd name="T13" fmla="*/ 23 h 31"/>
              </a:gdLst>
              <a:ahLst/>
              <a:cxnLst>
                <a:cxn ang="0">
                  <a:pos x="T0" y="T1"/>
                </a:cxn>
                <a:cxn ang="0">
                  <a:pos x="T2" y="T3"/>
                </a:cxn>
                <a:cxn ang="0">
                  <a:pos x="T4" y="T5"/>
                </a:cxn>
                <a:cxn ang="0">
                  <a:pos x="T6" y="T7"/>
                </a:cxn>
                <a:cxn ang="0">
                  <a:pos x="T8" y="T9"/>
                </a:cxn>
                <a:cxn ang="0">
                  <a:pos x="T10" y="T11"/>
                </a:cxn>
                <a:cxn ang="0">
                  <a:pos x="T12" y="T13"/>
                </a:cxn>
              </a:cxnLst>
              <a:rect l="0" t="0" r="r" b="b"/>
              <a:pathLst>
                <a:path w="18" h="31">
                  <a:moveTo>
                    <a:pt x="1" y="23"/>
                  </a:moveTo>
                  <a:cubicBezTo>
                    <a:pt x="0" y="27"/>
                    <a:pt x="3" y="30"/>
                    <a:pt x="6" y="31"/>
                  </a:cubicBezTo>
                  <a:cubicBezTo>
                    <a:pt x="9" y="31"/>
                    <a:pt x="13" y="29"/>
                    <a:pt x="13" y="26"/>
                  </a:cubicBezTo>
                  <a:cubicBezTo>
                    <a:pt x="17" y="8"/>
                    <a:pt x="17" y="8"/>
                    <a:pt x="17" y="8"/>
                  </a:cubicBezTo>
                  <a:cubicBezTo>
                    <a:pt x="18" y="4"/>
                    <a:pt x="15" y="1"/>
                    <a:pt x="12" y="0"/>
                  </a:cubicBezTo>
                  <a:cubicBezTo>
                    <a:pt x="9" y="0"/>
                    <a:pt x="5" y="2"/>
                    <a:pt x="5" y="5"/>
                  </a:cubicBezTo>
                  <a:lnTo>
                    <a:pt x="1" y="23"/>
                  </a:lnTo>
                  <a:close/>
                </a:path>
              </a:pathLst>
            </a:custGeom>
            <a:solidFill>
              <a:srgbClr val="EDC18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 name="Freeform 24"/>
            <p:cNvSpPr/>
            <p:nvPr/>
          </p:nvSpPr>
          <p:spPr bwMode="auto">
            <a:xfrm>
              <a:off x="1577027" y="5478137"/>
              <a:ext cx="627615" cy="614935"/>
            </a:xfrm>
            <a:custGeom>
              <a:avLst/>
              <a:gdLst>
                <a:gd name="T0" fmla="*/ 80 w 111"/>
                <a:gd name="T1" fmla="*/ 0 h 109"/>
                <a:gd name="T2" fmla="*/ 31 w 111"/>
                <a:gd name="T3" fmla="*/ 0 h 109"/>
                <a:gd name="T4" fmla="*/ 0 w 111"/>
                <a:gd name="T5" fmla="*/ 54 h 109"/>
                <a:gd name="T6" fmla="*/ 55 w 111"/>
                <a:gd name="T7" fmla="*/ 109 h 109"/>
                <a:gd name="T8" fmla="*/ 111 w 111"/>
                <a:gd name="T9" fmla="*/ 54 h 109"/>
                <a:gd name="T10" fmla="*/ 80 w 111"/>
                <a:gd name="T11" fmla="*/ 0 h 109"/>
              </a:gdLst>
              <a:ahLst/>
              <a:cxnLst>
                <a:cxn ang="0">
                  <a:pos x="T0" y="T1"/>
                </a:cxn>
                <a:cxn ang="0">
                  <a:pos x="T2" y="T3"/>
                </a:cxn>
                <a:cxn ang="0">
                  <a:pos x="T4" y="T5"/>
                </a:cxn>
                <a:cxn ang="0">
                  <a:pos x="T6" y="T7"/>
                </a:cxn>
                <a:cxn ang="0">
                  <a:pos x="T8" y="T9"/>
                </a:cxn>
                <a:cxn ang="0">
                  <a:pos x="T10" y="T11"/>
                </a:cxn>
              </a:cxnLst>
              <a:rect l="0" t="0" r="r" b="b"/>
              <a:pathLst>
                <a:path w="111" h="109">
                  <a:moveTo>
                    <a:pt x="80" y="0"/>
                  </a:moveTo>
                  <a:cubicBezTo>
                    <a:pt x="31" y="0"/>
                    <a:pt x="31" y="0"/>
                    <a:pt x="31" y="0"/>
                  </a:cubicBezTo>
                  <a:cubicBezTo>
                    <a:pt x="31" y="50"/>
                    <a:pt x="0" y="54"/>
                    <a:pt x="0" y="54"/>
                  </a:cubicBezTo>
                  <a:cubicBezTo>
                    <a:pt x="0" y="101"/>
                    <a:pt x="55" y="109"/>
                    <a:pt x="55" y="109"/>
                  </a:cubicBezTo>
                  <a:cubicBezTo>
                    <a:pt x="55" y="109"/>
                    <a:pt x="111" y="101"/>
                    <a:pt x="111" y="54"/>
                  </a:cubicBezTo>
                  <a:cubicBezTo>
                    <a:pt x="111" y="54"/>
                    <a:pt x="80" y="50"/>
                    <a:pt x="80" y="0"/>
                  </a:cubicBezTo>
                  <a:close/>
                </a:path>
              </a:pathLst>
            </a:custGeom>
            <a:solidFill>
              <a:srgbClr val="EDC18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 name="Freeform 25"/>
            <p:cNvSpPr/>
            <p:nvPr/>
          </p:nvSpPr>
          <p:spPr bwMode="auto">
            <a:xfrm>
              <a:off x="1195253" y="5755791"/>
              <a:ext cx="1367225" cy="756517"/>
            </a:xfrm>
            <a:custGeom>
              <a:avLst/>
              <a:gdLst>
                <a:gd name="T0" fmla="*/ 206 w 242"/>
                <a:gd name="T1" fmla="*/ 7 h 134"/>
                <a:gd name="T2" fmla="*/ 157 w 242"/>
                <a:gd name="T3" fmla="*/ 3 h 134"/>
                <a:gd name="T4" fmla="*/ 121 w 242"/>
                <a:gd name="T5" fmla="*/ 44 h 134"/>
                <a:gd name="T6" fmla="*/ 86 w 242"/>
                <a:gd name="T7" fmla="*/ 3 h 134"/>
                <a:gd name="T8" fmla="*/ 37 w 242"/>
                <a:gd name="T9" fmla="*/ 7 h 134"/>
                <a:gd name="T10" fmla="*/ 0 w 242"/>
                <a:gd name="T11" fmla="*/ 44 h 134"/>
                <a:gd name="T12" fmla="*/ 0 w 242"/>
                <a:gd name="T13" fmla="*/ 70 h 134"/>
                <a:gd name="T14" fmla="*/ 0 w 242"/>
                <a:gd name="T15" fmla="*/ 134 h 134"/>
                <a:gd name="T16" fmla="*/ 45 w 242"/>
                <a:gd name="T17" fmla="*/ 134 h 134"/>
                <a:gd name="T18" fmla="*/ 121 w 242"/>
                <a:gd name="T19" fmla="*/ 134 h 134"/>
                <a:gd name="T20" fmla="*/ 198 w 242"/>
                <a:gd name="T21" fmla="*/ 134 h 134"/>
                <a:gd name="T22" fmla="*/ 242 w 242"/>
                <a:gd name="T23" fmla="*/ 134 h 134"/>
                <a:gd name="T24" fmla="*/ 242 w 242"/>
                <a:gd name="T25" fmla="*/ 70 h 134"/>
                <a:gd name="T26" fmla="*/ 242 w 242"/>
                <a:gd name="T27" fmla="*/ 44 h 134"/>
                <a:gd name="T28" fmla="*/ 206 w 242"/>
                <a:gd name="T29"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2" h="134">
                  <a:moveTo>
                    <a:pt x="206" y="7"/>
                  </a:moveTo>
                  <a:cubicBezTo>
                    <a:pt x="199" y="7"/>
                    <a:pt x="162" y="0"/>
                    <a:pt x="157" y="3"/>
                  </a:cubicBezTo>
                  <a:cubicBezTo>
                    <a:pt x="146" y="9"/>
                    <a:pt x="121" y="30"/>
                    <a:pt x="121" y="44"/>
                  </a:cubicBezTo>
                  <a:cubicBezTo>
                    <a:pt x="121" y="30"/>
                    <a:pt x="97" y="9"/>
                    <a:pt x="86" y="3"/>
                  </a:cubicBezTo>
                  <a:cubicBezTo>
                    <a:pt x="80" y="0"/>
                    <a:pt x="44" y="7"/>
                    <a:pt x="37" y="7"/>
                  </a:cubicBezTo>
                  <a:cubicBezTo>
                    <a:pt x="17" y="7"/>
                    <a:pt x="0" y="23"/>
                    <a:pt x="0" y="44"/>
                  </a:cubicBezTo>
                  <a:cubicBezTo>
                    <a:pt x="0" y="70"/>
                    <a:pt x="0" y="70"/>
                    <a:pt x="0" y="70"/>
                  </a:cubicBezTo>
                  <a:cubicBezTo>
                    <a:pt x="0" y="134"/>
                    <a:pt x="0" y="134"/>
                    <a:pt x="0" y="134"/>
                  </a:cubicBezTo>
                  <a:cubicBezTo>
                    <a:pt x="45" y="134"/>
                    <a:pt x="45" y="134"/>
                    <a:pt x="45" y="134"/>
                  </a:cubicBezTo>
                  <a:cubicBezTo>
                    <a:pt x="121" y="134"/>
                    <a:pt x="121" y="134"/>
                    <a:pt x="121" y="134"/>
                  </a:cubicBezTo>
                  <a:cubicBezTo>
                    <a:pt x="198" y="134"/>
                    <a:pt x="198" y="134"/>
                    <a:pt x="198" y="134"/>
                  </a:cubicBezTo>
                  <a:cubicBezTo>
                    <a:pt x="242" y="134"/>
                    <a:pt x="242" y="134"/>
                    <a:pt x="242" y="134"/>
                  </a:cubicBezTo>
                  <a:cubicBezTo>
                    <a:pt x="242" y="70"/>
                    <a:pt x="242" y="70"/>
                    <a:pt x="242" y="70"/>
                  </a:cubicBezTo>
                  <a:cubicBezTo>
                    <a:pt x="242" y="44"/>
                    <a:pt x="242" y="44"/>
                    <a:pt x="242" y="44"/>
                  </a:cubicBezTo>
                  <a:cubicBezTo>
                    <a:pt x="242" y="23"/>
                    <a:pt x="226" y="7"/>
                    <a:pt x="206" y="7"/>
                  </a:cubicBezTo>
                  <a:close/>
                </a:path>
              </a:pathLst>
            </a:custGeom>
            <a:solidFill>
              <a:srgbClr val="015BAB"/>
            </a:solidFill>
            <a:ln>
              <a:noFill/>
            </a:ln>
          </p:spPr>
          <p:txBody>
            <a:bodyPr vert="horz" wrap="square" lIns="121920" tIns="60960" rIns="121920" bIns="60960" numCol="1" anchor="t" anchorCtr="0" compatLnSpc="1"/>
            <a:lstStyle/>
            <a:p>
              <a:endParaRPr lang="en-US" sz="2400"/>
            </a:p>
          </p:txBody>
        </p:sp>
        <p:sp>
          <p:nvSpPr>
            <p:cNvPr id="19" name="Freeform 26"/>
            <p:cNvSpPr/>
            <p:nvPr/>
          </p:nvSpPr>
          <p:spPr bwMode="auto">
            <a:xfrm>
              <a:off x="1507613" y="5773145"/>
              <a:ext cx="204979" cy="739612"/>
            </a:xfrm>
            <a:custGeom>
              <a:avLst/>
              <a:gdLst>
                <a:gd name="T0" fmla="*/ 20 w 36"/>
                <a:gd name="T1" fmla="*/ 0 h 131"/>
                <a:gd name="T2" fmla="*/ 8 w 36"/>
                <a:gd name="T3" fmla="*/ 68 h 131"/>
                <a:gd name="T4" fmla="*/ 24 w 36"/>
                <a:gd name="T5" fmla="*/ 81 h 131"/>
                <a:gd name="T6" fmla="*/ 15 w 36"/>
                <a:gd name="T7" fmla="*/ 93 h 131"/>
                <a:gd name="T8" fmla="*/ 24 w 36"/>
                <a:gd name="T9" fmla="*/ 131 h 131"/>
                <a:gd name="T10" fmla="*/ 36 w 36"/>
                <a:gd name="T11" fmla="*/ 131 h 131"/>
                <a:gd name="T12" fmla="*/ 36 w 36"/>
                <a:gd name="T13" fmla="*/ 17 h 131"/>
                <a:gd name="T14" fmla="*/ 20 w 36"/>
                <a:gd name="T15" fmla="*/ 0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131">
                  <a:moveTo>
                    <a:pt x="20" y="0"/>
                  </a:moveTo>
                  <a:cubicBezTo>
                    <a:pt x="20" y="0"/>
                    <a:pt x="0" y="29"/>
                    <a:pt x="8" y="68"/>
                  </a:cubicBezTo>
                  <a:cubicBezTo>
                    <a:pt x="24" y="81"/>
                    <a:pt x="24" y="81"/>
                    <a:pt x="24" y="81"/>
                  </a:cubicBezTo>
                  <a:cubicBezTo>
                    <a:pt x="15" y="93"/>
                    <a:pt x="15" y="93"/>
                    <a:pt x="15" y="93"/>
                  </a:cubicBezTo>
                  <a:cubicBezTo>
                    <a:pt x="15" y="93"/>
                    <a:pt x="17" y="122"/>
                    <a:pt x="24" y="131"/>
                  </a:cubicBezTo>
                  <a:cubicBezTo>
                    <a:pt x="36" y="131"/>
                    <a:pt x="36" y="131"/>
                    <a:pt x="36" y="131"/>
                  </a:cubicBezTo>
                  <a:cubicBezTo>
                    <a:pt x="36" y="17"/>
                    <a:pt x="36" y="17"/>
                    <a:pt x="36" y="17"/>
                  </a:cubicBezTo>
                  <a:lnTo>
                    <a:pt x="20" y="0"/>
                  </a:lnTo>
                  <a:close/>
                </a:path>
              </a:pathLst>
            </a:custGeom>
            <a:solidFill>
              <a:schemeClr val="tx2">
                <a:lumMod val="40000"/>
                <a:lumOff val="60000"/>
              </a:schemeClr>
            </a:solidFill>
            <a:ln>
              <a:noFill/>
            </a:ln>
          </p:spPr>
          <p:txBody>
            <a:bodyPr vert="horz" wrap="square" lIns="121920" tIns="60960" rIns="121920" bIns="60960" numCol="1" anchor="t" anchorCtr="0" compatLnSpc="1"/>
            <a:lstStyle/>
            <a:p>
              <a:endParaRPr lang="en-US" sz="2400"/>
            </a:p>
          </p:txBody>
        </p:sp>
        <p:sp>
          <p:nvSpPr>
            <p:cNvPr id="20" name="Freeform 27"/>
            <p:cNvSpPr/>
            <p:nvPr/>
          </p:nvSpPr>
          <p:spPr bwMode="auto">
            <a:xfrm>
              <a:off x="2075938" y="5773145"/>
              <a:ext cx="202865" cy="739612"/>
            </a:xfrm>
            <a:custGeom>
              <a:avLst/>
              <a:gdLst>
                <a:gd name="T0" fmla="*/ 16 w 36"/>
                <a:gd name="T1" fmla="*/ 0 h 131"/>
                <a:gd name="T2" fmla="*/ 28 w 36"/>
                <a:gd name="T3" fmla="*/ 68 h 131"/>
                <a:gd name="T4" fmla="*/ 12 w 36"/>
                <a:gd name="T5" fmla="*/ 81 h 131"/>
                <a:gd name="T6" fmla="*/ 21 w 36"/>
                <a:gd name="T7" fmla="*/ 93 h 131"/>
                <a:gd name="T8" fmla="*/ 12 w 36"/>
                <a:gd name="T9" fmla="*/ 131 h 131"/>
                <a:gd name="T10" fmla="*/ 0 w 36"/>
                <a:gd name="T11" fmla="*/ 131 h 131"/>
                <a:gd name="T12" fmla="*/ 0 w 36"/>
                <a:gd name="T13" fmla="*/ 17 h 131"/>
                <a:gd name="T14" fmla="*/ 16 w 36"/>
                <a:gd name="T15" fmla="*/ 0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131">
                  <a:moveTo>
                    <a:pt x="16" y="0"/>
                  </a:moveTo>
                  <a:cubicBezTo>
                    <a:pt x="16" y="0"/>
                    <a:pt x="36" y="29"/>
                    <a:pt x="28" y="68"/>
                  </a:cubicBezTo>
                  <a:cubicBezTo>
                    <a:pt x="12" y="81"/>
                    <a:pt x="12" y="81"/>
                    <a:pt x="12" y="81"/>
                  </a:cubicBezTo>
                  <a:cubicBezTo>
                    <a:pt x="21" y="93"/>
                    <a:pt x="21" y="93"/>
                    <a:pt x="21" y="93"/>
                  </a:cubicBezTo>
                  <a:cubicBezTo>
                    <a:pt x="21" y="93"/>
                    <a:pt x="19" y="122"/>
                    <a:pt x="12" y="131"/>
                  </a:cubicBezTo>
                  <a:cubicBezTo>
                    <a:pt x="0" y="131"/>
                    <a:pt x="0" y="131"/>
                    <a:pt x="0" y="131"/>
                  </a:cubicBezTo>
                  <a:cubicBezTo>
                    <a:pt x="0" y="17"/>
                    <a:pt x="0" y="17"/>
                    <a:pt x="0" y="17"/>
                  </a:cubicBezTo>
                  <a:lnTo>
                    <a:pt x="16" y="0"/>
                  </a:lnTo>
                  <a:close/>
                </a:path>
              </a:pathLst>
            </a:custGeom>
            <a:solidFill>
              <a:schemeClr val="accent1">
                <a:lumMod val="60000"/>
                <a:lumOff val="40000"/>
              </a:schemeClr>
            </a:solidFill>
            <a:ln>
              <a:noFill/>
            </a:ln>
          </p:spPr>
          <p:txBody>
            <a:bodyPr vert="horz" wrap="square" lIns="121920" tIns="60960" rIns="121920" bIns="60960" numCol="1" anchor="t" anchorCtr="0" compatLnSpc="1"/>
            <a:lstStyle/>
            <a:p>
              <a:endParaRPr lang="en-US" sz="2400"/>
            </a:p>
          </p:txBody>
        </p:sp>
        <p:sp>
          <p:nvSpPr>
            <p:cNvPr id="21" name="Freeform 28"/>
            <p:cNvSpPr/>
            <p:nvPr/>
          </p:nvSpPr>
          <p:spPr bwMode="auto">
            <a:xfrm>
              <a:off x="1537982" y="4643004"/>
              <a:ext cx="705801" cy="1010099"/>
            </a:xfrm>
            <a:custGeom>
              <a:avLst/>
              <a:gdLst>
                <a:gd name="T0" fmla="*/ 62 w 125"/>
                <a:gd name="T1" fmla="*/ 179 h 179"/>
                <a:gd name="T2" fmla="*/ 14 w 125"/>
                <a:gd name="T3" fmla="*/ 144 h 179"/>
                <a:gd name="T4" fmla="*/ 17 w 125"/>
                <a:gd name="T5" fmla="*/ 23 h 179"/>
                <a:gd name="T6" fmla="*/ 62 w 125"/>
                <a:gd name="T7" fmla="*/ 3 h 179"/>
                <a:gd name="T8" fmla="*/ 107 w 125"/>
                <a:gd name="T9" fmla="*/ 23 h 179"/>
                <a:gd name="T10" fmla="*/ 111 w 125"/>
                <a:gd name="T11" fmla="*/ 144 h 179"/>
                <a:gd name="T12" fmla="*/ 62 w 125"/>
                <a:gd name="T13" fmla="*/ 179 h 179"/>
              </a:gdLst>
              <a:ahLst/>
              <a:cxnLst>
                <a:cxn ang="0">
                  <a:pos x="T0" y="T1"/>
                </a:cxn>
                <a:cxn ang="0">
                  <a:pos x="T2" y="T3"/>
                </a:cxn>
                <a:cxn ang="0">
                  <a:pos x="T4" y="T5"/>
                </a:cxn>
                <a:cxn ang="0">
                  <a:pos x="T6" y="T7"/>
                </a:cxn>
                <a:cxn ang="0">
                  <a:pos x="T8" y="T9"/>
                </a:cxn>
                <a:cxn ang="0">
                  <a:pos x="T10" y="T11"/>
                </a:cxn>
                <a:cxn ang="0">
                  <a:pos x="T12" y="T13"/>
                </a:cxn>
              </a:cxnLst>
              <a:rect l="0" t="0" r="r" b="b"/>
              <a:pathLst>
                <a:path w="125" h="179">
                  <a:moveTo>
                    <a:pt x="62" y="179"/>
                  </a:moveTo>
                  <a:cubicBezTo>
                    <a:pt x="39" y="179"/>
                    <a:pt x="22" y="159"/>
                    <a:pt x="14" y="144"/>
                  </a:cubicBezTo>
                  <a:cubicBezTo>
                    <a:pt x="6" y="130"/>
                    <a:pt x="0" y="46"/>
                    <a:pt x="17" y="23"/>
                  </a:cubicBezTo>
                  <a:cubicBezTo>
                    <a:pt x="34" y="0"/>
                    <a:pt x="62" y="3"/>
                    <a:pt x="62" y="3"/>
                  </a:cubicBezTo>
                  <a:cubicBezTo>
                    <a:pt x="62" y="3"/>
                    <a:pt x="91" y="0"/>
                    <a:pt x="107" y="23"/>
                  </a:cubicBezTo>
                  <a:cubicBezTo>
                    <a:pt x="125" y="46"/>
                    <a:pt x="119" y="130"/>
                    <a:pt x="111" y="144"/>
                  </a:cubicBezTo>
                  <a:cubicBezTo>
                    <a:pt x="103" y="159"/>
                    <a:pt x="86" y="179"/>
                    <a:pt x="62" y="179"/>
                  </a:cubicBezTo>
                  <a:close/>
                </a:path>
              </a:pathLst>
            </a:custGeom>
            <a:solidFill>
              <a:srgbClr val="FCD6AA"/>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 name="Rectangle 29"/>
            <p:cNvSpPr>
              <a:spLocks noChangeArrowheads="1"/>
            </p:cNvSpPr>
            <p:nvPr/>
          </p:nvSpPr>
          <p:spPr bwMode="auto">
            <a:xfrm>
              <a:off x="1718024" y="5831712"/>
              <a:ext cx="348675" cy="682557"/>
            </a:xfrm>
            <a:prstGeom prst="rect">
              <a:avLst/>
            </a:prstGeom>
            <a:solidFill>
              <a:srgbClr val="E5E5E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3" name="Freeform 30"/>
            <p:cNvSpPr/>
            <p:nvPr/>
          </p:nvSpPr>
          <p:spPr bwMode="auto">
            <a:xfrm>
              <a:off x="1624749" y="5692886"/>
              <a:ext cx="185960" cy="338108"/>
            </a:xfrm>
            <a:custGeom>
              <a:avLst/>
              <a:gdLst>
                <a:gd name="T0" fmla="*/ 8 w 33"/>
                <a:gd name="T1" fmla="*/ 0 h 60"/>
                <a:gd name="T2" fmla="*/ 33 w 33"/>
                <a:gd name="T3" fmla="*/ 24 h 60"/>
                <a:gd name="T4" fmla="*/ 14 w 33"/>
                <a:gd name="T5" fmla="*/ 60 h 60"/>
                <a:gd name="T6" fmla="*/ 0 w 33"/>
                <a:gd name="T7" fmla="*/ 14 h 60"/>
                <a:gd name="T8" fmla="*/ 8 w 33"/>
                <a:gd name="T9" fmla="*/ 0 h 60"/>
              </a:gdLst>
              <a:ahLst/>
              <a:cxnLst>
                <a:cxn ang="0">
                  <a:pos x="T0" y="T1"/>
                </a:cxn>
                <a:cxn ang="0">
                  <a:pos x="T2" y="T3"/>
                </a:cxn>
                <a:cxn ang="0">
                  <a:pos x="T4" y="T5"/>
                </a:cxn>
                <a:cxn ang="0">
                  <a:pos x="T6" y="T7"/>
                </a:cxn>
                <a:cxn ang="0">
                  <a:pos x="T8" y="T9"/>
                </a:cxn>
              </a:cxnLst>
              <a:rect l="0" t="0" r="r" b="b"/>
              <a:pathLst>
                <a:path w="33" h="60">
                  <a:moveTo>
                    <a:pt x="8" y="0"/>
                  </a:moveTo>
                  <a:cubicBezTo>
                    <a:pt x="8" y="0"/>
                    <a:pt x="16" y="13"/>
                    <a:pt x="33" y="24"/>
                  </a:cubicBezTo>
                  <a:cubicBezTo>
                    <a:pt x="33" y="24"/>
                    <a:pt x="14" y="50"/>
                    <a:pt x="14" y="60"/>
                  </a:cubicBezTo>
                  <a:cubicBezTo>
                    <a:pt x="14" y="60"/>
                    <a:pt x="0" y="26"/>
                    <a:pt x="0" y="14"/>
                  </a:cubicBezTo>
                  <a:cubicBezTo>
                    <a:pt x="0" y="14"/>
                    <a:pt x="6" y="1"/>
                    <a:pt x="8" y="0"/>
                  </a:cubicBez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 name="Freeform 31"/>
            <p:cNvSpPr/>
            <p:nvPr/>
          </p:nvSpPr>
          <p:spPr bwMode="auto">
            <a:xfrm>
              <a:off x="1982665" y="5692886"/>
              <a:ext cx="188073" cy="338108"/>
            </a:xfrm>
            <a:custGeom>
              <a:avLst/>
              <a:gdLst>
                <a:gd name="T0" fmla="*/ 24 w 33"/>
                <a:gd name="T1" fmla="*/ 0 h 60"/>
                <a:gd name="T2" fmla="*/ 0 w 33"/>
                <a:gd name="T3" fmla="*/ 24 h 60"/>
                <a:gd name="T4" fmla="*/ 19 w 33"/>
                <a:gd name="T5" fmla="*/ 60 h 60"/>
                <a:gd name="T6" fmla="*/ 33 w 33"/>
                <a:gd name="T7" fmla="*/ 14 h 60"/>
                <a:gd name="T8" fmla="*/ 24 w 33"/>
                <a:gd name="T9" fmla="*/ 0 h 60"/>
              </a:gdLst>
              <a:ahLst/>
              <a:cxnLst>
                <a:cxn ang="0">
                  <a:pos x="T0" y="T1"/>
                </a:cxn>
                <a:cxn ang="0">
                  <a:pos x="T2" y="T3"/>
                </a:cxn>
                <a:cxn ang="0">
                  <a:pos x="T4" y="T5"/>
                </a:cxn>
                <a:cxn ang="0">
                  <a:pos x="T6" y="T7"/>
                </a:cxn>
                <a:cxn ang="0">
                  <a:pos x="T8" y="T9"/>
                </a:cxn>
              </a:cxnLst>
              <a:rect l="0" t="0" r="r" b="b"/>
              <a:pathLst>
                <a:path w="33" h="60">
                  <a:moveTo>
                    <a:pt x="24" y="0"/>
                  </a:moveTo>
                  <a:cubicBezTo>
                    <a:pt x="24" y="0"/>
                    <a:pt x="17" y="13"/>
                    <a:pt x="0" y="24"/>
                  </a:cubicBezTo>
                  <a:cubicBezTo>
                    <a:pt x="0" y="24"/>
                    <a:pt x="19" y="50"/>
                    <a:pt x="19" y="60"/>
                  </a:cubicBezTo>
                  <a:cubicBezTo>
                    <a:pt x="19" y="60"/>
                    <a:pt x="33" y="26"/>
                    <a:pt x="33" y="14"/>
                  </a:cubicBezTo>
                  <a:cubicBezTo>
                    <a:pt x="33" y="14"/>
                    <a:pt x="27" y="1"/>
                    <a:pt x="24" y="0"/>
                  </a:cubicBez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 name="Freeform 32"/>
            <p:cNvSpPr/>
            <p:nvPr/>
          </p:nvSpPr>
          <p:spPr bwMode="auto">
            <a:xfrm>
              <a:off x="1815636" y="5831712"/>
              <a:ext cx="162715" cy="139469"/>
            </a:xfrm>
            <a:custGeom>
              <a:avLst/>
              <a:gdLst>
                <a:gd name="T0" fmla="*/ 0 w 77"/>
                <a:gd name="T1" fmla="*/ 0 h 66"/>
                <a:gd name="T2" fmla="*/ 77 w 77"/>
                <a:gd name="T3" fmla="*/ 0 h 66"/>
                <a:gd name="T4" fmla="*/ 77 w 77"/>
                <a:gd name="T5" fmla="*/ 40 h 66"/>
                <a:gd name="T6" fmla="*/ 59 w 77"/>
                <a:gd name="T7" fmla="*/ 66 h 66"/>
                <a:gd name="T8" fmla="*/ 21 w 77"/>
                <a:gd name="T9" fmla="*/ 66 h 66"/>
                <a:gd name="T10" fmla="*/ 0 w 77"/>
                <a:gd name="T11" fmla="*/ 37 h 66"/>
                <a:gd name="T12" fmla="*/ 0 w 77"/>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77" h="66">
                  <a:moveTo>
                    <a:pt x="0" y="0"/>
                  </a:moveTo>
                  <a:lnTo>
                    <a:pt x="77" y="0"/>
                  </a:lnTo>
                  <a:lnTo>
                    <a:pt x="77" y="40"/>
                  </a:lnTo>
                  <a:lnTo>
                    <a:pt x="59" y="66"/>
                  </a:lnTo>
                  <a:lnTo>
                    <a:pt x="21" y="66"/>
                  </a:lnTo>
                  <a:lnTo>
                    <a:pt x="0" y="37"/>
                  </a:lnTo>
                  <a:lnTo>
                    <a:pt x="0" y="0"/>
                  </a:lnTo>
                  <a:close/>
                </a:path>
              </a:pathLst>
            </a:custGeom>
            <a:solidFill>
              <a:schemeClr val="accent3"/>
            </a:solidFill>
            <a:ln>
              <a:noFill/>
            </a:ln>
          </p:spPr>
          <p:txBody>
            <a:bodyPr vert="horz" wrap="square" lIns="121920" tIns="60960" rIns="121920" bIns="60960" numCol="1" anchor="t" anchorCtr="0" compatLnSpc="1"/>
            <a:lstStyle/>
            <a:p>
              <a:endParaRPr lang="en-US" sz="2400"/>
            </a:p>
          </p:txBody>
        </p:sp>
        <p:sp>
          <p:nvSpPr>
            <p:cNvPr id="26" name="Freeform 33"/>
            <p:cNvSpPr/>
            <p:nvPr/>
          </p:nvSpPr>
          <p:spPr bwMode="auto">
            <a:xfrm>
              <a:off x="1815636" y="5974879"/>
              <a:ext cx="162715" cy="543087"/>
            </a:xfrm>
            <a:custGeom>
              <a:avLst/>
              <a:gdLst>
                <a:gd name="T0" fmla="*/ 21 w 77"/>
                <a:gd name="T1" fmla="*/ 0 h 257"/>
                <a:gd name="T2" fmla="*/ 0 w 77"/>
                <a:gd name="T3" fmla="*/ 257 h 257"/>
                <a:gd name="T4" fmla="*/ 77 w 77"/>
                <a:gd name="T5" fmla="*/ 257 h 257"/>
                <a:gd name="T6" fmla="*/ 59 w 77"/>
                <a:gd name="T7" fmla="*/ 0 h 257"/>
                <a:gd name="T8" fmla="*/ 21 w 77"/>
                <a:gd name="T9" fmla="*/ 0 h 257"/>
              </a:gdLst>
              <a:ahLst/>
              <a:cxnLst>
                <a:cxn ang="0">
                  <a:pos x="T0" y="T1"/>
                </a:cxn>
                <a:cxn ang="0">
                  <a:pos x="T2" y="T3"/>
                </a:cxn>
                <a:cxn ang="0">
                  <a:pos x="T4" y="T5"/>
                </a:cxn>
                <a:cxn ang="0">
                  <a:pos x="T6" y="T7"/>
                </a:cxn>
                <a:cxn ang="0">
                  <a:pos x="T8" y="T9"/>
                </a:cxn>
              </a:cxnLst>
              <a:rect l="0" t="0" r="r" b="b"/>
              <a:pathLst>
                <a:path w="77" h="257">
                  <a:moveTo>
                    <a:pt x="21" y="0"/>
                  </a:moveTo>
                  <a:lnTo>
                    <a:pt x="0" y="257"/>
                  </a:lnTo>
                  <a:lnTo>
                    <a:pt x="77" y="257"/>
                  </a:lnTo>
                  <a:lnTo>
                    <a:pt x="59" y="0"/>
                  </a:lnTo>
                  <a:lnTo>
                    <a:pt x="21" y="0"/>
                  </a:lnTo>
                  <a:close/>
                </a:path>
              </a:pathLst>
            </a:custGeom>
            <a:solidFill>
              <a:schemeClr val="accent3"/>
            </a:solidFill>
            <a:ln>
              <a:noFill/>
            </a:ln>
          </p:spPr>
          <p:txBody>
            <a:bodyPr vert="horz" wrap="square" lIns="121920" tIns="60960" rIns="121920" bIns="60960" numCol="1" anchor="t" anchorCtr="0" compatLnSpc="1"/>
            <a:lstStyle/>
            <a:p>
              <a:endParaRPr lang="en-US" sz="2400"/>
            </a:p>
          </p:txBody>
        </p:sp>
        <p:sp>
          <p:nvSpPr>
            <p:cNvPr id="27" name="Freeform 34"/>
            <p:cNvSpPr/>
            <p:nvPr/>
          </p:nvSpPr>
          <p:spPr bwMode="auto">
            <a:xfrm>
              <a:off x="1427354" y="4636496"/>
              <a:ext cx="925571" cy="598029"/>
            </a:xfrm>
            <a:custGeom>
              <a:avLst/>
              <a:gdLst>
                <a:gd name="T0" fmla="*/ 137 w 164"/>
                <a:gd name="T1" fmla="*/ 106 h 106"/>
                <a:gd name="T2" fmla="*/ 129 w 164"/>
                <a:gd name="T3" fmla="*/ 68 h 106"/>
                <a:gd name="T4" fmla="*/ 112 w 164"/>
                <a:gd name="T5" fmla="*/ 44 h 106"/>
                <a:gd name="T6" fmla="*/ 94 w 164"/>
                <a:gd name="T7" fmla="*/ 64 h 106"/>
                <a:gd name="T8" fmla="*/ 40 w 164"/>
                <a:gd name="T9" fmla="*/ 64 h 106"/>
                <a:gd name="T10" fmla="*/ 32 w 164"/>
                <a:gd name="T11" fmla="*/ 80 h 106"/>
                <a:gd name="T12" fmla="*/ 25 w 164"/>
                <a:gd name="T13" fmla="*/ 104 h 106"/>
                <a:gd name="T14" fmla="*/ 82 w 164"/>
                <a:gd name="T15" fmla="*/ 0 h 106"/>
                <a:gd name="T16" fmla="*/ 137 w 164"/>
                <a:gd name="T17"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06">
                  <a:moveTo>
                    <a:pt x="137" y="106"/>
                  </a:moveTo>
                  <a:cubicBezTo>
                    <a:pt x="129" y="68"/>
                    <a:pt x="129" y="68"/>
                    <a:pt x="129" y="68"/>
                  </a:cubicBezTo>
                  <a:cubicBezTo>
                    <a:pt x="129" y="68"/>
                    <a:pt x="115" y="66"/>
                    <a:pt x="112" y="44"/>
                  </a:cubicBezTo>
                  <a:cubicBezTo>
                    <a:pt x="112" y="44"/>
                    <a:pt x="107" y="60"/>
                    <a:pt x="94" y="64"/>
                  </a:cubicBezTo>
                  <a:cubicBezTo>
                    <a:pt x="80" y="67"/>
                    <a:pt x="40" y="64"/>
                    <a:pt x="40" y="64"/>
                  </a:cubicBezTo>
                  <a:cubicBezTo>
                    <a:pt x="40" y="64"/>
                    <a:pt x="38" y="75"/>
                    <a:pt x="32" y="80"/>
                  </a:cubicBezTo>
                  <a:cubicBezTo>
                    <a:pt x="25" y="104"/>
                    <a:pt x="25" y="104"/>
                    <a:pt x="25" y="104"/>
                  </a:cubicBezTo>
                  <a:cubicBezTo>
                    <a:pt x="25" y="104"/>
                    <a:pt x="0" y="0"/>
                    <a:pt x="82" y="0"/>
                  </a:cubicBezTo>
                  <a:cubicBezTo>
                    <a:pt x="164" y="0"/>
                    <a:pt x="137" y="106"/>
                    <a:pt x="137" y="10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 name="Freeform 44"/>
            <p:cNvSpPr/>
            <p:nvPr/>
          </p:nvSpPr>
          <p:spPr bwMode="auto">
            <a:xfrm>
              <a:off x="704794" y="1366145"/>
              <a:ext cx="1111739" cy="1162356"/>
            </a:xfrm>
            <a:custGeom>
              <a:avLst/>
              <a:gdLst>
                <a:gd name="T0" fmla="*/ 162 w 222"/>
                <a:gd name="T1" fmla="*/ 0 h 232"/>
                <a:gd name="T2" fmla="*/ 0 w 222"/>
                <a:gd name="T3" fmla="*/ 83 h 232"/>
                <a:gd name="T4" fmla="*/ 60 w 222"/>
                <a:gd name="T5" fmla="*/ 199 h 232"/>
                <a:gd name="T6" fmla="*/ 82 w 222"/>
                <a:gd name="T7" fmla="*/ 188 h 232"/>
                <a:gd name="T8" fmla="*/ 101 w 222"/>
                <a:gd name="T9" fmla="*/ 232 h 232"/>
                <a:gd name="T10" fmla="*/ 115 w 222"/>
                <a:gd name="T11" fmla="*/ 171 h 232"/>
                <a:gd name="T12" fmla="*/ 222 w 222"/>
                <a:gd name="T13" fmla="*/ 116 h 232"/>
                <a:gd name="T14" fmla="*/ 162 w 222"/>
                <a:gd name="T15" fmla="*/ 0 h 2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232">
                  <a:moveTo>
                    <a:pt x="162" y="0"/>
                  </a:moveTo>
                  <a:cubicBezTo>
                    <a:pt x="0" y="83"/>
                    <a:pt x="0" y="83"/>
                    <a:pt x="0" y="83"/>
                  </a:cubicBezTo>
                  <a:cubicBezTo>
                    <a:pt x="60" y="199"/>
                    <a:pt x="60" y="199"/>
                    <a:pt x="60" y="199"/>
                  </a:cubicBezTo>
                  <a:cubicBezTo>
                    <a:pt x="82" y="188"/>
                    <a:pt x="82" y="188"/>
                    <a:pt x="82" y="188"/>
                  </a:cubicBezTo>
                  <a:cubicBezTo>
                    <a:pt x="99" y="201"/>
                    <a:pt x="101" y="232"/>
                    <a:pt x="101" y="232"/>
                  </a:cubicBezTo>
                  <a:cubicBezTo>
                    <a:pt x="125" y="208"/>
                    <a:pt x="120" y="183"/>
                    <a:pt x="115" y="171"/>
                  </a:cubicBezTo>
                  <a:cubicBezTo>
                    <a:pt x="222" y="116"/>
                    <a:pt x="222" y="116"/>
                    <a:pt x="222" y="116"/>
                  </a:cubicBezTo>
                  <a:lnTo>
                    <a:pt x="162" y="0"/>
                  </a:lnTo>
                  <a:close/>
                </a:path>
              </a:pathLst>
            </a:custGeom>
            <a:solidFill>
              <a:schemeClr val="bg2"/>
            </a:solidFill>
            <a:ln>
              <a:noFill/>
            </a:ln>
          </p:spPr>
          <p:txBody>
            <a:bodyPr vert="horz" wrap="square" lIns="121920" tIns="60960" rIns="121920" bIns="60960" numCol="1" anchor="t" anchorCtr="0" compatLnSpc="1"/>
            <a:lstStyle/>
            <a:p>
              <a:endParaRPr lang="en-US" sz="2400"/>
            </a:p>
          </p:txBody>
        </p:sp>
        <p:sp>
          <p:nvSpPr>
            <p:cNvPr id="29" name="Freeform 45"/>
            <p:cNvSpPr/>
            <p:nvPr/>
          </p:nvSpPr>
          <p:spPr bwMode="auto">
            <a:xfrm>
              <a:off x="1023665" y="1546934"/>
              <a:ext cx="485566" cy="451820"/>
            </a:xfrm>
            <a:custGeom>
              <a:avLst/>
              <a:gdLst>
                <a:gd name="T0" fmla="*/ 58 w 97"/>
                <a:gd name="T1" fmla="*/ 6 h 90"/>
                <a:gd name="T2" fmla="*/ 45 w 97"/>
                <a:gd name="T3" fmla="*/ 24 h 90"/>
                <a:gd name="T4" fmla="*/ 43 w 97"/>
                <a:gd name="T5" fmla="*/ 28 h 90"/>
                <a:gd name="T6" fmla="*/ 39 w 97"/>
                <a:gd name="T7" fmla="*/ 27 h 90"/>
                <a:gd name="T8" fmla="*/ 16 w 97"/>
                <a:gd name="T9" fmla="*/ 27 h 90"/>
                <a:gd name="T10" fmla="*/ 6 w 97"/>
                <a:gd name="T11" fmla="*/ 60 h 90"/>
                <a:gd name="T12" fmla="*/ 12 w 97"/>
                <a:gd name="T13" fmla="*/ 67 h 90"/>
                <a:gd name="T14" fmla="*/ 73 w 97"/>
                <a:gd name="T15" fmla="*/ 87 h 90"/>
                <a:gd name="T16" fmla="*/ 93 w 97"/>
                <a:gd name="T17" fmla="*/ 25 h 90"/>
                <a:gd name="T18" fmla="*/ 90 w 97"/>
                <a:gd name="T19" fmla="*/ 16 h 90"/>
                <a:gd name="T20" fmla="*/ 58 w 97"/>
                <a:gd name="T21" fmla="*/ 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90">
                  <a:moveTo>
                    <a:pt x="58" y="6"/>
                  </a:moveTo>
                  <a:cubicBezTo>
                    <a:pt x="51" y="10"/>
                    <a:pt x="46" y="16"/>
                    <a:pt x="45" y="24"/>
                  </a:cubicBezTo>
                  <a:cubicBezTo>
                    <a:pt x="45" y="24"/>
                    <a:pt x="45" y="27"/>
                    <a:pt x="43" y="28"/>
                  </a:cubicBezTo>
                  <a:cubicBezTo>
                    <a:pt x="41" y="29"/>
                    <a:pt x="39" y="27"/>
                    <a:pt x="39" y="27"/>
                  </a:cubicBezTo>
                  <a:cubicBezTo>
                    <a:pt x="32" y="24"/>
                    <a:pt x="24" y="24"/>
                    <a:pt x="16" y="27"/>
                  </a:cubicBezTo>
                  <a:cubicBezTo>
                    <a:pt x="5" y="33"/>
                    <a:pt x="0" y="48"/>
                    <a:pt x="6" y="60"/>
                  </a:cubicBezTo>
                  <a:cubicBezTo>
                    <a:pt x="8" y="62"/>
                    <a:pt x="9" y="65"/>
                    <a:pt x="12" y="67"/>
                  </a:cubicBezTo>
                  <a:cubicBezTo>
                    <a:pt x="27" y="82"/>
                    <a:pt x="65" y="90"/>
                    <a:pt x="73" y="87"/>
                  </a:cubicBezTo>
                  <a:cubicBezTo>
                    <a:pt x="81" y="82"/>
                    <a:pt x="97" y="46"/>
                    <a:pt x="93" y="25"/>
                  </a:cubicBezTo>
                  <a:cubicBezTo>
                    <a:pt x="93" y="22"/>
                    <a:pt x="92" y="19"/>
                    <a:pt x="90" y="16"/>
                  </a:cubicBezTo>
                  <a:cubicBezTo>
                    <a:pt x="84" y="4"/>
                    <a:pt x="70" y="0"/>
                    <a:pt x="58" y="6"/>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 name="Freeform 47"/>
            <p:cNvSpPr/>
            <p:nvPr/>
          </p:nvSpPr>
          <p:spPr bwMode="auto">
            <a:xfrm>
              <a:off x="5537720" y="2377011"/>
              <a:ext cx="251218" cy="275591"/>
            </a:xfrm>
            <a:custGeom>
              <a:avLst/>
              <a:gdLst>
                <a:gd name="T0" fmla="*/ 1 w 50"/>
                <a:gd name="T1" fmla="*/ 18 h 55"/>
                <a:gd name="T2" fmla="*/ 25 w 50"/>
                <a:gd name="T3" fmla="*/ 3 h 55"/>
                <a:gd name="T4" fmla="*/ 41 w 50"/>
                <a:gd name="T5" fmla="*/ 27 h 55"/>
                <a:gd name="T6" fmla="*/ 41 w 50"/>
                <a:gd name="T7" fmla="*/ 27 h 55"/>
                <a:gd name="T8" fmla="*/ 49 w 50"/>
                <a:gd name="T9" fmla="*/ 43 h 55"/>
                <a:gd name="T10" fmla="*/ 32 w 50"/>
                <a:gd name="T11" fmla="*/ 54 h 55"/>
                <a:gd name="T12" fmla="*/ 24 w 50"/>
                <a:gd name="T13" fmla="*/ 49 h 55"/>
                <a:gd name="T14" fmla="*/ 17 w 50"/>
                <a:gd name="T15" fmla="*/ 50 h 55"/>
                <a:gd name="T16" fmla="*/ 7 w 50"/>
                <a:gd name="T17" fmla="*/ 37 h 55"/>
                <a:gd name="T18" fmla="*/ 1 w 50"/>
                <a:gd name="T19" fmla="*/ 1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5">
                  <a:moveTo>
                    <a:pt x="1" y="18"/>
                  </a:moveTo>
                  <a:cubicBezTo>
                    <a:pt x="4" y="7"/>
                    <a:pt x="14" y="0"/>
                    <a:pt x="25" y="3"/>
                  </a:cubicBezTo>
                  <a:cubicBezTo>
                    <a:pt x="36" y="5"/>
                    <a:pt x="43" y="16"/>
                    <a:pt x="41" y="27"/>
                  </a:cubicBezTo>
                  <a:cubicBezTo>
                    <a:pt x="41" y="27"/>
                    <a:pt x="41" y="27"/>
                    <a:pt x="41" y="27"/>
                  </a:cubicBezTo>
                  <a:cubicBezTo>
                    <a:pt x="47" y="30"/>
                    <a:pt x="50" y="36"/>
                    <a:pt x="49" y="43"/>
                  </a:cubicBezTo>
                  <a:cubicBezTo>
                    <a:pt x="47" y="51"/>
                    <a:pt x="39" y="55"/>
                    <a:pt x="32" y="54"/>
                  </a:cubicBezTo>
                  <a:cubicBezTo>
                    <a:pt x="29" y="53"/>
                    <a:pt x="26" y="51"/>
                    <a:pt x="24" y="49"/>
                  </a:cubicBezTo>
                  <a:cubicBezTo>
                    <a:pt x="22" y="50"/>
                    <a:pt x="19" y="50"/>
                    <a:pt x="17" y="50"/>
                  </a:cubicBezTo>
                  <a:cubicBezTo>
                    <a:pt x="10" y="48"/>
                    <a:pt x="6" y="43"/>
                    <a:pt x="7" y="37"/>
                  </a:cubicBezTo>
                  <a:cubicBezTo>
                    <a:pt x="2" y="32"/>
                    <a:pt x="0" y="25"/>
                    <a:pt x="1" y="18"/>
                  </a:cubicBezTo>
                  <a:close/>
                </a:path>
              </a:pathLst>
            </a:custGeom>
            <a:solidFill>
              <a:srgbClr val="F1913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 name="Freeform 48"/>
            <p:cNvSpPr/>
            <p:nvPr/>
          </p:nvSpPr>
          <p:spPr bwMode="auto">
            <a:xfrm>
              <a:off x="5422754" y="2636975"/>
              <a:ext cx="119985" cy="170605"/>
            </a:xfrm>
            <a:custGeom>
              <a:avLst/>
              <a:gdLst>
                <a:gd name="T0" fmla="*/ 1 w 24"/>
                <a:gd name="T1" fmla="*/ 7 h 34"/>
                <a:gd name="T2" fmla="*/ 9 w 24"/>
                <a:gd name="T3" fmla="*/ 1 h 34"/>
                <a:gd name="T4" fmla="*/ 15 w 24"/>
                <a:gd name="T5" fmla="*/ 10 h 34"/>
                <a:gd name="T6" fmla="*/ 14 w 24"/>
                <a:gd name="T7" fmla="*/ 12 h 34"/>
                <a:gd name="T8" fmla="*/ 15 w 24"/>
                <a:gd name="T9" fmla="*/ 12 h 34"/>
                <a:gd name="T10" fmla="*/ 23 w 24"/>
                <a:gd name="T11" fmla="*/ 24 h 34"/>
                <a:gd name="T12" fmla="*/ 10 w 24"/>
                <a:gd name="T13" fmla="*/ 33 h 34"/>
                <a:gd name="T14" fmla="*/ 2 w 24"/>
                <a:gd name="T15" fmla="*/ 20 h 34"/>
                <a:gd name="T16" fmla="*/ 4 w 24"/>
                <a:gd name="T17" fmla="*/ 15 h 34"/>
                <a:gd name="T18" fmla="*/ 1 w 24"/>
                <a:gd name="T19"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4">
                  <a:moveTo>
                    <a:pt x="1" y="7"/>
                  </a:moveTo>
                  <a:cubicBezTo>
                    <a:pt x="1" y="3"/>
                    <a:pt x="5" y="0"/>
                    <a:pt x="9" y="1"/>
                  </a:cubicBezTo>
                  <a:cubicBezTo>
                    <a:pt x="13" y="2"/>
                    <a:pt x="16" y="6"/>
                    <a:pt x="15" y="10"/>
                  </a:cubicBezTo>
                  <a:cubicBezTo>
                    <a:pt x="15" y="10"/>
                    <a:pt x="15" y="11"/>
                    <a:pt x="14" y="12"/>
                  </a:cubicBezTo>
                  <a:cubicBezTo>
                    <a:pt x="15" y="12"/>
                    <a:pt x="15" y="12"/>
                    <a:pt x="15" y="12"/>
                  </a:cubicBezTo>
                  <a:cubicBezTo>
                    <a:pt x="21" y="13"/>
                    <a:pt x="24" y="19"/>
                    <a:pt x="23" y="24"/>
                  </a:cubicBezTo>
                  <a:cubicBezTo>
                    <a:pt x="22" y="30"/>
                    <a:pt x="16" y="34"/>
                    <a:pt x="10" y="33"/>
                  </a:cubicBezTo>
                  <a:cubicBezTo>
                    <a:pt x="4" y="32"/>
                    <a:pt x="0" y="26"/>
                    <a:pt x="2" y="20"/>
                  </a:cubicBezTo>
                  <a:cubicBezTo>
                    <a:pt x="2" y="18"/>
                    <a:pt x="3" y="16"/>
                    <a:pt x="4" y="15"/>
                  </a:cubicBezTo>
                  <a:cubicBezTo>
                    <a:pt x="1" y="13"/>
                    <a:pt x="0" y="10"/>
                    <a:pt x="1" y="7"/>
                  </a:cubicBezTo>
                  <a:close/>
                </a:path>
              </a:pathLst>
            </a:custGeom>
            <a:solidFill>
              <a:srgbClr val="F1913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 name="Freeform 50"/>
            <p:cNvSpPr/>
            <p:nvPr/>
          </p:nvSpPr>
          <p:spPr bwMode="auto">
            <a:xfrm>
              <a:off x="3852271" y="1224247"/>
              <a:ext cx="1456696" cy="1462319"/>
            </a:xfrm>
            <a:custGeom>
              <a:avLst/>
              <a:gdLst>
                <a:gd name="T0" fmla="*/ 265 w 291"/>
                <a:gd name="T1" fmla="*/ 188 h 292"/>
                <a:gd name="T2" fmla="*/ 191 w 291"/>
                <a:gd name="T3" fmla="*/ 34 h 292"/>
                <a:gd name="T4" fmla="*/ 23 w 291"/>
                <a:gd name="T5" fmla="*/ 64 h 292"/>
                <a:gd name="T6" fmla="*/ 73 w 291"/>
                <a:gd name="T7" fmla="*/ 203 h 292"/>
                <a:gd name="T8" fmla="*/ 100 w 291"/>
                <a:gd name="T9" fmla="*/ 292 h 292"/>
                <a:gd name="T10" fmla="*/ 122 w 291"/>
                <a:gd name="T11" fmla="*/ 229 h 292"/>
                <a:gd name="T12" fmla="*/ 265 w 291"/>
                <a:gd name="T13" fmla="*/ 188 h 292"/>
              </a:gdLst>
              <a:ahLst/>
              <a:cxnLst>
                <a:cxn ang="0">
                  <a:pos x="T0" y="T1"/>
                </a:cxn>
                <a:cxn ang="0">
                  <a:pos x="T2" y="T3"/>
                </a:cxn>
                <a:cxn ang="0">
                  <a:pos x="T4" y="T5"/>
                </a:cxn>
                <a:cxn ang="0">
                  <a:pos x="T6" y="T7"/>
                </a:cxn>
                <a:cxn ang="0">
                  <a:pos x="T8" y="T9"/>
                </a:cxn>
                <a:cxn ang="0">
                  <a:pos x="T10" y="T11"/>
                </a:cxn>
                <a:cxn ang="0">
                  <a:pos x="T12" y="T13"/>
                </a:cxn>
              </a:cxnLst>
              <a:rect l="0" t="0" r="r" b="b"/>
              <a:pathLst>
                <a:path w="291" h="292">
                  <a:moveTo>
                    <a:pt x="265" y="188"/>
                  </a:moveTo>
                  <a:cubicBezTo>
                    <a:pt x="291" y="138"/>
                    <a:pt x="258" y="69"/>
                    <a:pt x="191" y="34"/>
                  </a:cubicBezTo>
                  <a:cubicBezTo>
                    <a:pt x="124" y="0"/>
                    <a:pt x="49" y="13"/>
                    <a:pt x="23" y="64"/>
                  </a:cubicBezTo>
                  <a:cubicBezTo>
                    <a:pt x="0" y="108"/>
                    <a:pt x="22" y="166"/>
                    <a:pt x="73" y="203"/>
                  </a:cubicBezTo>
                  <a:cubicBezTo>
                    <a:pt x="67" y="225"/>
                    <a:pt x="66" y="259"/>
                    <a:pt x="100" y="292"/>
                  </a:cubicBezTo>
                  <a:cubicBezTo>
                    <a:pt x="100" y="292"/>
                    <a:pt x="102" y="252"/>
                    <a:pt x="122" y="229"/>
                  </a:cubicBezTo>
                  <a:cubicBezTo>
                    <a:pt x="182" y="249"/>
                    <a:pt x="242" y="233"/>
                    <a:pt x="265" y="188"/>
                  </a:cubicBezTo>
                  <a:close/>
                </a:path>
              </a:pathLst>
            </a:custGeom>
            <a:solidFill>
              <a:schemeClr val="accent5">
                <a:lumMod val="20000"/>
                <a:lumOff val="80000"/>
              </a:schemeClr>
            </a:solidFill>
            <a:ln>
              <a:noFill/>
            </a:ln>
          </p:spPr>
          <p:txBody>
            <a:bodyPr vert="horz" wrap="square" lIns="121920" tIns="60960" rIns="121920" bIns="60960" numCol="1" anchor="t" anchorCtr="0" compatLnSpc="1"/>
            <a:lstStyle/>
            <a:p>
              <a:endParaRPr lang="en-US" sz="2400" dirty="0"/>
            </a:p>
          </p:txBody>
        </p:sp>
        <p:sp>
          <p:nvSpPr>
            <p:cNvPr id="33" name="Freeform 51"/>
            <p:cNvSpPr>
              <a:spLocks noEditPoints="1"/>
            </p:cNvSpPr>
            <p:nvPr/>
          </p:nvSpPr>
          <p:spPr bwMode="auto">
            <a:xfrm>
              <a:off x="4611482" y="1493038"/>
              <a:ext cx="350583" cy="386203"/>
            </a:xfrm>
            <a:custGeom>
              <a:avLst/>
              <a:gdLst>
                <a:gd name="T0" fmla="*/ 16 w 70"/>
                <a:gd name="T1" fmla="*/ 53 h 77"/>
                <a:gd name="T2" fmla="*/ 17 w 70"/>
                <a:gd name="T3" fmla="*/ 54 h 77"/>
                <a:gd name="T4" fmla="*/ 62 w 70"/>
                <a:gd name="T5" fmla="*/ 77 h 77"/>
                <a:gd name="T6" fmla="*/ 64 w 70"/>
                <a:gd name="T7" fmla="*/ 77 h 77"/>
                <a:gd name="T8" fmla="*/ 65 w 70"/>
                <a:gd name="T9" fmla="*/ 76 h 77"/>
                <a:gd name="T10" fmla="*/ 65 w 70"/>
                <a:gd name="T11" fmla="*/ 36 h 77"/>
                <a:gd name="T12" fmla="*/ 38 w 70"/>
                <a:gd name="T13" fmla="*/ 7 h 77"/>
                <a:gd name="T14" fmla="*/ 2 w 70"/>
                <a:gd name="T15" fmla="*/ 2 h 77"/>
                <a:gd name="T16" fmla="*/ 1 w 70"/>
                <a:gd name="T17" fmla="*/ 3 h 77"/>
                <a:gd name="T18" fmla="*/ 1 w 70"/>
                <a:gd name="T19" fmla="*/ 4 h 77"/>
                <a:gd name="T20" fmla="*/ 16 w 70"/>
                <a:gd name="T21" fmla="*/ 53 h 77"/>
                <a:gd name="T22" fmla="*/ 19 w 70"/>
                <a:gd name="T23" fmla="*/ 32 h 77"/>
                <a:gd name="T24" fmla="*/ 42 w 70"/>
                <a:gd name="T25" fmla="*/ 20 h 77"/>
                <a:gd name="T26" fmla="*/ 46 w 70"/>
                <a:gd name="T27" fmla="*/ 23 h 77"/>
                <a:gd name="T28" fmla="*/ 20 w 70"/>
                <a:gd name="T29" fmla="*/ 37 h 77"/>
                <a:gd name="T30" fmla="*/ 19 w 70"/>
                <a:gd name="T31" fmla="*/ 32 h 77"/>
                <a:gd name="T32" fmla="*/ 34 w 70"/>
                <a:gd name="T33" fmla="*/ 15 h 77"/>
                <a:gd name="T34" fmla="*/ 35 w 70"/>
                <a:gd name="T35" fmla="*/ 16 h 77"/>
                <a:gd name="T36" fmla="*/ 17 w 70"/>
                <a:gd name="T37" fmla="*/ 26 h 77"/>
                <a:gd name="T38" fmla="*/ 15 w 70"/>
                <a:gd name="T39" fmla="*/ 21 h 77"/>
                <a:gd name="T40" fmla="*/ 30 w 70"/>
                <a:gd name="T41" fmla="*/ 13 h 77"/>
                <a:gd name="T42" fmla="*/ 34 w 70"/>
                <a:gd name="T43" fmla="*/ 15 h 77"/>
                <a:gd name="T44" fmla="*/ 20 w 70"/>
                <a:gd name="T45" fmla="*/ 10 h 77"/>
                <a:gd name="T46" fmla="*/ 13 w 70"/>
                <a:gd name="T47" fmla="*/ 14 h 77"/>
                <a:gd name="T48" fmla="*/ 12 w 70"/>
                <a:gd name="T49" fmla="*/ 10 h 77"/>
                <a:gd name="T50" fmla="*/ 19 w 70"/>
                <a:gd name="T51" fmla="*/ 10 h 77"/>
                <a:gd name="T52" fmla="*/ 20 w 70"/>
                <a:gd name="T53" fmla="*/ 10 h 77"/>
                <a:gd name="T54" fmla="*/ 44 w 70"/>
                <a:gd name="T55" fmla="*/ 58 h 77"/>
                <a:gd name="T56" fmla="*/ 59 w 70"/>
                <a:gd name="T57" fmla="*/ 50 h 77"/>
                <a:gd name="T58" fmla="*/ 59 w 70"/>
                <a:gd name="T59" fmla="*/ 53 h 77"/>
                <a:gd name="T60" fmla="*/ 47 w 70"/>
                <a:gd name="T61" fmla="*/ 59 h 77"/>
                <a:gd name="T62" fmla="*/ 44 w 70"/>
                <a:gd name="T63" fmla="*/ 58 h 77"/>
                <a:gd name="T64" fmla="*/ 55 w 70"/>
                <a:gd name="T65" fmla="*/ 63 h 77"/>
                <a:gd name="T66" fmla="*/ 59 w 70"/>
                <a:gd name="T67" fmla="*/ 61 h 77"/>
                <a:gd name="T68" fmla="*/ 59 w 70"/>
                <a:gd name="T69" fmla="*/ 65 h 77"/>
                <a:gd name="T70" fmla="*/ 55 w 70"/>
                <a:gd name="T71" fmla="*/ 63 h 77"/>
                <a:gd name="T72" fmla="*/ 32 w 70"/>
                <a:gd name="T73" fmla="*/ 52 h 77"/>
                <a:gd name="T74" fmla="*/ 56 w 70"/>
                <a:gd name="T75" fmla="*/ 38 h 77"/>
                <a:gd name="T76" fmla="*/ 57 w 70"/>
                <a:gd name="T77" fmla="*/ 40 h 77"/>
                <a:gd name="T78" fmla="*/ 58 w 70"/>
                <a:gd name="T79" fmla="*/ 43 h 77"/>
                <a:gd name="T80" fmla="*/ 37 w 70"/>
                <a:gd name="T81" fmla="*/ 54 h 77"/>
                <a:gd name="T82" fmla="*/ 32 w 70"/>
                <a:gd name="T83" fmla="*/ 52 h 77"/>
                <a:gd name="T84" fmla="*/ 25 w 70"/>
                <a:gd name="T85" fmla="*/ 48 h 77"/>
                <a:gd name="T86" fmla="*/ 24 w 70"/>
                <a:gd name="T87" fmla="*/ 47 h 77"/>
                <a:gd name="T88" fmla="*/ 23 w 70"/>
                <a:gd name="T89" fmla="*/ 44 h 77"/>
                <a:gd name="T90" fmla="*/ 50 w 70"/>
                <a:gd name="T91" fmla="*/ 28 h 77"/>
                <a:gd name="T92" fmla="*/ 53 w 70"/>
                <a:gd name="T93" fmla="*/ 32 h 77"/>
                <a:gd name="T94" fmla="*/ 25 w 70"/>
                <a:gd name="T95"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0" h="77">
                  <a:moveTo>
                    <a:pt x="16" y="53"/>
                  </a:moveTo>
                  <a:cubicBezTo>
                    <a:pt x="16" y="53"/>
                    <a:pt x="17" y="53"/>
                    <a:pt x="17" y="54"/>
                  </a:cubicBezTo>
                  <a:cubicBezTo>
                    <a:pt x="62" y="77"/>
                    <a:pt x="62" y="77"/>
                    <a:pt x="62" y="77"/>
                  </a:cubicBezTo>
                  <a:cubicBezTo>
                    <a:pt x="63" y="77"/>
                    <a:pt x="63" y="77"/>
                    <a:pt x="64" y="77"/>
                  </a:cubicBezTo>
                  <a:cubicBezTo>
                    <a:pt x="64" y="77"/>
                    <a:pt x="65" y="76"/>
                    <a:pt x="65" y="76"/>
                  </a:cubicBezTo>
                  <a:cubicBezTo>
                    <a:pt x="70" y="63"/>
                    <a:pt x="70" y="49"/>
                    <a:pt x="65" y="36"/>
                  </a:cubicBezTo>
                  <a:cubicBezTo>
                    <a:pt x="60" y="24"/>
                    <a:pt x="51" y="13"/>
                    <a:pt x="38" y="7"/>
                  </a:cubicBezTo>
                  <a:cubicBezTo>
                    <a:pt x="27" y="1"/>
                    <a:pt x="14" y="0"/>
                    <a:pt x="2" y="2"/>
                  </a:cubicBezTo>
                  <a:cubicBezTo>
                    <a:pt x="1" y="2"/>
                    <a:pt x="1" y="3"/>
                    <a:pt x="1" y="3"/>
                  </a:cubicBezTo>
                  <a:cubicBezTo>
                    <a:pt x="1" y="3"/>
                    <a:pt x="0" y="4"/>
                    <a:pt x="1" y="4"/>
                  </a:cubicBezTo>
                  <a:lnTo>
                    <a:pt x="16" y="53"/>
                  </a:lnTo>
                  <a:close/>
                  <a:moveTo>
                    <a:pt x="19" y="32"/>
                  </a:moveTo>
                  <a:cubicBezTo>
                    <a:pt x="42" y="20"/>
                    <a:pt x="42" y="20"/>
                    <a:pt x="42" y="20"/>
                  </a:cubicBezTo>
                  <a:cubicBezTo>
                    <a:pt x="43" y="21"/>
                    <a:pt x="44" y="22"/>
                    <a:pt x="46" y="23"/>
                  </a:cubicBezTo>
                  <a:cubicBezTo>
                    <a:pt x="20" y="37"/>
                    <a:pt x="20" y="37"/>
                    <a:pt x="20" y="37"/>
                  </a:cubicBezTo>
                  <a:lnTo>
                    <a:pt x="19" y="32"/>
                  </a:lnTo>
                  <a:close/>
                  <a:moveTo>
                    <a:pt x="34" y="15"/>
                  </a:moveTo>
                  <a:cubicBezTo>
                    <a:pt x="35" y="15"/>
                    <a:pt x="35" y="15"/>
                    <a:pt x="35" y="16"/>
                  </a:cubicBezTo>
                  <a:cubicBezTo>
                    <a:pt x="17" y="26"/>
                    <a:pt x="17" y="26"/>
                    <a:pt x="17" y="26"/>
                  </a:cubicBezTo>
                  <a:cubicBezTo>
                    <a:pt x="15" y="21"/>
                    <a:pt x="15" y="21"/>
                    <a:pt x="15" y="21"/>
                  </a:cubicBezTo>
                  <a:cubicBezTo>
                    <a:pt x="30" y="13"/>
                    <a:pt x="30" y="13"/>
                    <a:pt x="30" y="13"/>
                  </a:cubicBezTo>
                  <a:cubicBezTo>
                    <a:pt x="31" y="13"/>
                    <a:pt x="33" y="14"/>
                    <a:pt x="34" y="15"/>
                  </a:cubicBezTo>
                  <a:close/>
                  <a:moveTo>
                    <a:pt x="20" y="10"/>
                  </a:moveTo>
                  <a:cubicBezTo>
                    <a:pt x="13" y="14"/>
                    <a:pt x="13" y="14"/>
                    <a:pt x="13" y="14"/>
                  </a:cubicBezTo>
                  <a:cubicBezTo>
                    <a:pt x="12" y="10"/>
                    <a:pt x="12" y="10"/>
                    <a:pt x="12" y="10"/>
                  </a:cubicBezTo>
                  <a:cubicBezTo>
                    <a:pt x="14" y="10"/>
                    <a:pt x="16" y="10"/>
                    <a:pt x="19" y="10"/>
                  </a:cubicBezTo>
                  <a:cubicBezTo>
                    <a:pt x="19" y="10"/>
                    <a:pt x="20" y="10"/>
                    <a:pt x="20" y="10"/>
                  </a:cubicBezTo>
                  <a:close/>
                  <a:moveTo>
                    <a:pt x="44" y="58"/>
                  </a:moveTo>
                  <a:cubicBezTo>
                    <a:pt x="59" y="50"/>
                    <a:pt x="59" y="50"/>
                    <a:pt x="59" y="50"/>
                  </a:cubicBezTo>
                  <a:cubicBezTo>
                    <a:pt x="59" y="51"/>
                    <a:pt x="59" y="52"/>
                    <a:pt x="59" y="53"/>
                  </a:cubicBezTo>
                  <a:cubicBezTo>
                    <a:pt x="47" y="59"/>
                    <a:pt x="47" y="59"/>
                    <a:pt x="47" y="59"/>
                  </a:cubicBezTo>
                  <a:lnTo>
                    <a:pt x="44" y="58"/>
                  </a:lnTo>
                  <a:close/>
                  <a:moveTo>
                    <a:pt x="55" y="63"/>
                  </a:moveTo>
                  <a:cubicBezTo>
                    <a:pt x="59" y="61"/>
                    <a:pt x="59" y="61"/>
                    <a:pt x="59" y="61"/>
                  </a:cubicBezTo>
                  <a:cubicBezTo>
                    <a:pt x="59" y="62"/>
                    <a:pt x="59" y="64"/>
                    <a:pt x="59" y="65"/>
                  </a:cubicBezTo>
                  <a:lnTo>
                    <a:pt x="55" y="63"/>
                  </a:lnTo>
                  <a:close/>
                  <a:moveTo>
                    <a:pt x="32" y="52"/>
                  </a:moveTo>
                  <a:cubicBezTo>
                    <a:pt x="56" y="38"/>
                    <a:pt x="56" y="38"/>
                    <a:pt x="56" y="38"/>
                  </a:cubicBezTo>
                  <a:cubicBezTo>
                    <a:pt x="56" y="39"/>
                    <a:pt x="56" y="39"/>
                    <a:pt x="57" y="40"/>
                  </a:cubicBezTo>
                  <a:cubicBezTo>
                    <a:pt x="57" y="41"/>
                    <a:pt x="57" y="42"/>
                    <a:pt x="58" y="43"/>
                  </a:cubicBezTo>
                  <a:cubicBezTo>
                    <a:pt x="37" y="54"/>
                    <a:pt x="37" y="54"/>
                    <a:pt x="37" y="54"/>
                  </a:cubicBezTo>
                  <a:lnTo>
                    <a:pt x="32" y="52"/>
                  </a:lnTo>
                  <a:close/>
                  <a:moveTo>
                    <a:pt x="25" y="48"/>
                  </a:moveTo>
                  <a:cubicBezTo>
                    <a:pt x="24" y="47"/>
                    <a:pt x="24" y="47"/>
                    <a:pt x="24" y="47"/>
                  </a:cubicBezTo>
                  <a:cubicBezTo>
                    <a:pt x="23" y="44"/>
                    <a:pt x="23" y="44"/>
                    <a:pt x="23" y="44"/>
                  </a:cubicBezTo>
                  <a:cubicBezTo>
                    <a:pt x="50" y="28"/>
                    <a:pt x="50" y="28"/>
                    <a:pt x="50" y="28"/>
                  </a:cubicBezTo>
                  <a:cubicBezTo>
                    <a:pt x="51" y="30"/>
                    <a:pt x="52" y="31"/>
                    <a:pt x="53" y="32"/>
                  </a:cubicBezTo>
                  <a:lnTo>
                    <a:pt x="25" y="48"/>
                  </a:lnTo>
                  <a:close/>
                </a:path>
              </a:pathLst>
            </a:custGeom>
            <a:solidFill>
              <a:schemeClr val="bg1"/>
            </a:solidFill>
            <a:ln>
              <a:noFill/>
            </a:ln>
          </p:spPr>
          <p:txBody>
            <a:bodyPr vert="horz" wrap="square" lIns="121920" tIns="60960" rIns="121920" bIns="60960" numCol="1" anchor="t" anchorCtr="0" compatLnSpc="1"/>
            <a:lstStyle/>
            <a:p>
              <a:endParaRPr lang="en-US" sz="2400"/>
            </a:p>
          </p:txBody>
        </p:sp>
        <p:sp>
          <p:nvSpPr>
            <p:cNvPr id="34" name="Freeform 52"/>
            <p:cNvSpPr>
              <a:spLocks noEditPoints="1"/>
            </p:cNvSpPr>
            <p:nvPr/>
          </p:nvSpPr>
          <p:spPr bwMode="auto">
            <a:xfrm>
              <a:off x="4355520" y="1526314"/>
              <a:ext cx="260593" cy="374953"/>
            </a:xfrm>
            <a:custGeom>
              <a:avLst/>
              <a:gdLst>
                <a:gd name="T0" fmla="*/ 52 w 52"/>
                <a:gd name="T1" fmla="*/ 47 h 75"/>
                <a:gd name="T2" fmla="*/ 37 w 52"/>
                <a:gd name="T3" fmla="*/ 1 h 75"/>
                <a:gd name="T4" fmla="*/ 36 w 52"/>
                <a:gd name="T5" fmla="*/ 0 h 75"/>
                <a:gd name="T6" fmla="*/ 35 w 52"/>
                <a:gd name="T7" fmla="*/ 0 h 75"/>
                <a:gd name="T8" fmla="*/ 8 w 52"/>
                <a:gd name="T9" fmla="*/ 25 h 75"/>
                <a:gd name="T10" fmla="*/ 7 w 52"/>
                <a:gd name="T11" fmla="*/ 74 h 75"/>
                <a:gd name="T12" fmla="*/ 8 w 52"/>
                <a:gd name="T13" fmla="*/ 74 h 75"/>
                <a:gd name="T14" fmla="*/ 8 w 52"/>
                <a:gd name="T15" fmla="*/ 75 h 75"/>
                <a:gd name="T16" fmla="*/ 9 w 52"/>
                <a:gd name="T17" fmla="*/ 74 h 75"/>
                <a:gd name="T18" fmla="*/ 51 w 52"/>
                <a:gd name="T19" fmla="*/ 49 h 75"/>
                <a:gd name="T20" fmla="*/ 52 w 52"/>
                <a:gd name="T21" fmla="*/ 47 h 75"/>
                <a:gd name="T22" fmla="*/ 42 w 52"/>
                <a:gd name="T23" fmla="*/ 45 h 75"/>
                <a:gd name="T24" fmla="*/ 12 w 52"/>
                <a:gd name="T25" fmla="*/ 62 h 75"/>
                <a:gd name="T26" fmla="*/ 11 w 52"/>
                <a:gd name="T27" fmla="*/ 50 h 75"/>
                <a:gd name="T28" fmla="*/ 16 w 52"/>
                <a:gd name="T29" fmla="*/ 29 h 75"/>
                <a:gd name="T30" fmla="*/ 26 w 52"/>
                <a:gd name="T31" fmla="*/ 16 h 75"/>
                <a:gd name="T32" fmla="*/ 31 w 52"/>
                <a:gd name="T33" fmla="*/ 12 h 75"/>
                <a:gd name="T34" fmla="*/ 42 w 52"/>
                <a:gd name="T35" fmla="*/ 4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2" h="75">
                  <a:moveTo>
                    <a:pt x="52" y="47"/>
                  </a:moveTo>
                  <a:cubicBezTo>
                    <a:pt x="37" y="1"/>
                    <a:pt x="37" y="1"/>
                    <a:pt x="37" y="1"/>
                  </a:cubicBezTo>
                  <a:cubicBezTo>
                    <a:pt x="37" y="0"/>
                    <a:pt x="36" y="0"/>
                    <a:pt x="36" y="0"/>
                  </a:cubicBezTo>
                  <a:cubicBezTo>
                    <a:pt x="36" y="0"/>
                    <a:pt x="35" y="0"/>
                    <a:pt x="35" y="0"/>
                  </a:cubicBezTo>
                  <a:cubicBezTo>
                    <a:pt x="23" y="5"/>
                    <a:pt x="14" y="14"/>
                    <a:pt x="8" y="25"/>
                  </a:cubicBezTo>
                  <a:cubicBezTo>
                    <a:pt x="0" y="40"/>
                    <a:pt x="0" y="58"/>
                    <a:pt x="7" y="74"/>
                  </a:cubicBezTo>
                  <a:cubicBezTo>
                    <a:pt x="7" y="74"/>
                    <a:pt x="7" y="74"/>
                    <a:pt x="8" y="74"/>
                  </a:cubicBezTo>
                  <a:cubicBezTo>
                    <a:pt x="8" y="75"/>
                    <a:pt x="8" y="75"/>
                    <a:pt x="8" y="75"/>
                  </a:cubicBezTo>
                  <a:cubicBezTo>
                    <a:pt x="9" y="75"/>
                    <a:pt x="9" y="75"/>
                    <a:pt x="9" y="74"/>
                  </a:cubicBezTo>
                  <a:cubicBezTo>
                    <a:pt x="51" y="49"/>
                    <a:pt x="51" y="49"/>
                    <a:pt x="51" y="49"/>
                  </a:cubicBezTo>
                  <a:cubicBezTo>
                    <a:pt x="52" y="49"/>
                    <a:pt x="52" y="48"/>
                    <a:pt x="52" y="47"/>
                  </a:cubicBezTo>
                  <a:close/>
                  <a:moveTo>
                    <a:pt x="42" y="45"/>
                  </a:moveTo>
                  <a:cubicBezTo>
                    <a:pt x="12" y="62"/>
                    <a:pt x="12" y="62"/>
                    <a:pt x="12" y="62"/>
                  </a:cubicBezTo>
                  <a:cubicBezTo>
                    <a:pt x="11" y="58"/>
                    <a:pt x="11" y="54"/>
                    <a:pt x="11" y="50"/>
                  </a:cubicBezTo>
                  <a:cubicBezTo>
                    <a:pt x="11" y="43"/>
                    <a:pt x="12" y="36"/>
                    <a:pt x="16" y="29"/>
                  </a:cubicBezTo>
                  <a:cubicBezTo>
                    <a:pt x="18" y="24"/>
                    <a:pt x="22" y="20"/>
                    <a:pt x="26" y="16"/>
                  </a:cubicBezTo>
                  <a:cubicBezTo>
                    <a:pt x="27" y="14"/>
                    <a:pt x="29" y="13"/>
                    <a:pt x="31" y="12"/>
                  </a:cubicBezTo>
                  <a:lnTo>
                    <a:pt x="42" y="45"/>
                  </a:lnTo>
                  <a:close/>
                </a:path>
              </a:pathLst>
            </a:custGeom>
            <a:solidFill>
              <a:schemeClr val="bg1"/>
            </a:solidFill>
            <a:ln>
              <a:noFill/>
            </a:ln>
          </p:spPr>
          <p:txBody>
            <a:bodyPr vert="horz" wrap="square" lIns="121920" tIns="60960" rIns="121920" bIns="60960" numCol="1" anchor="t" anchorCtr="0" compatLnSpc="1"/>
            <a:lstStyle/>
            <a:p>
              <a:endParaRPr lang="en-US" sz="2400"/>
            </a:p>
          </p:txBody>
        </p:sp>
        <p:sp>
          <p:nvSpPr>
            <p:cNvPr id="35" name="Freeform 53"/>
            <p:cNvSpPr/>
            <p:nvPr/>
          </p:nvSpPr>
          <p:spPr bwMode="auto">
            <a:xfrm>
              <a:off x="4431440" y="1830639"/>
              <a:ext cx="455569" cy="260593"/>
            </a:xfrm>
            <a:custGeom>
              <a:avLst/>
              <a:gdLst>
                <a:gd name="T0" fmla="*/ 90 w 91"/>
                <a:gd name="T1" fmla="*/ 23 h 52"/>
                <a:gd name="T2" fmla="*/ 45 w 91"/>
                <a:gd name="T3" fmla="*/ 0 h 52"/>
                <a:gd name="T4" fmla="*/ 43 w 91"/>
                <a:gd name="T5" fmla="*/ 0 h 52"/>
                <a:gd name="T6" fmla="*/ 1 w 91"/>
                <a:gd name="T7" fmla="*/ 26 h 52"/>
                <a:gd name="T8" fmla="*/ 0 w 91"/>
                <a:gd name="T9" fmla="*/ 27 h 52"/>
                <a:gd name="T10" fmla="*/ 0 w 91"/>
                <a:gd name="T11" fmla="*/ 29 h 52"/>
                <a:gd name="T12" fmla="*/ 19 w 91"/>
                <a:gd name="T13" fmla="*/ 44 h 52"/>
                <a:gd name="T14" fmla="*/ 58 w 91"/>
                <a:gd name="T15" fmla="*/ 49 h 52"/>
                <a:gd name="T16" fmla="*/ 90 w 91"/>
                <a:gd name="T17" fmla="*/ 26 h 52"/>
                <a:gd name="T18" fmla="*/ 90 w 91"/>
                <a:gd name="T19" fmla="*/ 24 h 52"/>
                <a:gd name="T20" fmla="*/ 90 w 91"/>
                <a:gd name="T21" fmla="*/ 2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1" h="52">
                  <a:moveTo>
                    <a:pt x="90" y="23"/>
                  </a:moveTo>
                  <a:cubicBezTo>
                    <a:pt x="45" y="0"/>
                    <a:pt x="45" y="0"/>
                    <a:pt x="45" y="0"/>
                  </a:cubicBezTo>
                  <a:cubicBezTo>
                    <a:pt x="45" y="0"/>
                    <a:pt x="44" y="0"/>
                    <a:pt x="43" y="0"/>
                  </a:cubicBezTo>
                  <a:cubicBezTo>
                    <a:pt x="1" y="26"/>
                    <a:pt x="1" y="26"/>
                    <a:pt x="1" y="26"/>
                  </a:cubicBezTo>
                  <a:cubicBezTo>
                    <a:pt x="0" y="27"/>
                    <a:pt x="0" y="27"/>
                    <a:pt x="0" y="27"/>
                  </a:cubicBezTo>
                  <a:cubicBezTo>
                    <a:pt x="0" y="28"/>
                    <a:pt x="0" y="28"/>
                    <a:pt x="0" y="29"/>
                  </a:cubicBezTo>
                  <a:cubicBezTo>
                    <a:pt x="5" y="35"/>
                    <a:pt x="11" y="41"/>
                    <a:pt x="19" y="44"/>
                  </a:cubicBezTo>
                  <a:cubicBezTo>
                    <a:pt x="31" y="51"/>
                    <a:pt x="45" y="52"/>
                    <a:pt x="58" y="49"/>
                  </a:cubicBezTo>
                  <a:cubicBezTo>
                    <a:pt x="71" y="45"/>
                    <a:pt x="83" y="37"/>
                    <a:pt x="90" y="26"/>
                  </a:cubicBezTo>
                  <a:cubicBezTo>
                    <a:pt x="91" y="25"/>
                    <a:pt x="91" y="25"/>
                    <a:pt x="90" y="24"/>
                  </a:cubicBezTo>
                  <a:cubicBezTo>
                    <a:pt x="90" y="24"/>
                    <a:pt x="90" y="23"/>
                    <a:pt x="90" y="23"/>
                  </a:cubicBezTo>
                  <a:close/>
                </a:path>
              </a:pathLst>
            </a:custGeom>
            <a:solidFill>
              <a:schemeClr val="bg1"/>
            </a:solidFill>
            <a:ln>
              <a:noFill/>
            </a:ln>
          </p:spPr>
          <p:txBody>
            <a:bodyPr vert="horz" wrap="square" lIns="121920" tIns="60960" rIns="121920" bIns="60960" numCol="1" anchor="t" anchorCtr="0" compatLnSpc="1"/>
            <a:lstStyle/>
            <a:p>
              <a:endParaRPr lang="en-US" sz="2400"/>
            </a:p>
          </p:txBody>
        </p:sp>
        <p:sp>
          <p:nvSpPr>
            <p:cNvPr id="36" name="Freeform 54"/>
            <p:cNvSpPr/>
            <p:nvPr/>
          </p:nvSpPr>
          <p:spPr bwMode="auto">
            <a:xfrm>
              <a:off x="4808878" y="2250573"/>
              <a:ext cx="1016124" cy="1242973"/>
            </a:xfrm>
            <a:custGeom>
              <a:avLst/>
              <a:gdLst>
                <a:gd name="T0" fmla="*/ 187 w 203"/>
                <a:gd name="T1" fmla="*/ 0 h 248"/>
                <a:gd name="T2" fmla="*/ 17 w 203"/>
                <a:gd name="T3" fmla="*/ 0 h 248"/>
                <a:gd name="T4" fmla="*/ 0 w 203"/>
                <a:gd name="T5" fmla="*/ 16 h 248"/>
                <a:gd name="T6" fmla="*/ 0 w 203"/>
                <a:gd name="T7" fmla="*/ 183 h 248"/>
                <a:gd name="T8" fmla="*/ 17 w 203"/>
                <a:gd name="T9" fmla="*/ 200 h 248"/>
                <a:gd name="T10" fmla="*/ 37 w 203"/>
                <a:gd name="T11" fmla="*/ 200 h 248"/>
                <a:gd name="T12" fmla="*/ 32 w 203"/>
                <a:gd name="T13" fmla="*/ 248 h 248"/>
                <a:gd name="T14" fmla="*/ 77 w 203"/>
                <a:gd name="T15" fmla="*/ 200 h 248"/>
                <a:gd name="T16" fmla="*/ 187 w 203"/>
                <a:gd name="T17" fmla="*/ 200 h 248"/>
                <a:gd name="T18" fmla="*/ 203 w 203"/>
                <a:gd name="T19" fmla="*/ 183 h 248"/>
                <a:gd name="T20" fmla="*/ 203 w 203"/>
                <a:gd name="T21" fmla="*/ 16 h 248"/>
                <a:gd name="T22" fmla="*/ 187 w 203"/>
                <a:gd name="T23"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3" h="248">
                  <a:moveTo>
                    <a:pt x="187" y="0"/>
                  </a:moveTo>
                  <a:cubicBezTo>
                    <a:pt x="17" y="0"/>
                    <a:pt x="17" y="0"/>
                    <a:pt x="17" y="0"/>
                  </a:cubicBezTo>
                  <a:cubicBezTo>
                    <a:pt x="8" y="0"/>
                    <a:pt x="0" y="7"/>
                    <a:pt x="0" y="16"/>
                  </a:cubicBezTo>
                  <a:cubicBezTo>
                    <a:pt x="0" y="183"/>
                    <a:pt x="0" y="183"/>
                    <a:pt x="0" y="183"/>
                  </a:cubicBezTo>
                  <a:cubicBezTo>
                    <a:pt x="0" y="192"/>
                    <a:pt x="8" y="200"/>
                    <a:pt x="17" y="200"/>
                  </a:cubicBezTo>
                  <a:cubicBezTo>
                    <a:pt x="37" y="200"/>
                    <a:pt x="37" y="200"/>
                    <a:pt x="37" y="200"/>
                  </a:cubicBezTo>
                  <a:cubicBezTo>
                    <a:pt x="44" y="221"/>
                    <a:pt x="32" y="248"/>
                    <a:pt x="32" y="248"/>
                  </a:cubicBezTo>
                  <a:cubicBezTo>
                    <a:pt x="64" y="238"/>
                    <a:pt x="74" y="215"/>
                    <a:pt x="77" y="200"/>
                  </a:cubicBezTo>
                  <a:cubicBezTo>
                    <a:pt x="187" y="200"/>
                    <a:pt x="187" y="200"/>
                    <a:pt x="187" y="200"/>
                  </a:cubicBezTo>
                  <a:cubicBezTo>
                    <a:pt x="196" y="200"/>
                    <a:pt x="203" y="192"/>
                    <a:pt x="203" y="183"/>
                  </a:cubicBezTo>
                  <a:cubicBezTo>
                    <a:pt x="203" y="16"/>
                    <a:pt x="203" y="16"/>
                    <a:pt x="203" y="16"/>
                  </a:cubicBezTo>
                  <a:cubicBezTo>
                    <a:pt x="203" y="7"/>
                    <a:pt x="196" y="0"/>
                    <a:pt x="187" y="0"/>
                  </a:cubicBezTo>
                  <a:close/>
                </a:path>
              </a:pathLst>
            </a:custGeom>
            <a:solidFill>
              <a:srgbClr val="015BAB"/>
            </a:solidFill>
            <a:ln>
              <a:noFill/>
            </a:ln>
          </p:spPr>
          <p:txBody>
            <a:bodyPr vert="horz" wrap="square" lIns="121920" tIns="60960" rIns="121920" bIns="60960" numCol="1" anchor="t" anchorCtr="0" compatLnSpc="1"/>
            <a:lstStyle/>
            <a:p>
              <a:endParaRPr lang="en-US" sz="2400"/>
            </a:p>
          </p:txBody>
        </p:sp>
        <p:sp>
          <p:nvSpPr>
            <p:cNvPr id="37" name="Freeform 55"/>
            <p:cNvSpPr>
              <a:spLocks noEditPoints="1"/>
            </p:cNvSpPr>
            <p:nvPr/>
          </p:nvSpPr>
          <p:spPr bwMode="auto">
            <a:xfrm>
              <a:off x="5110393" y="2332731"/>
              <a:ext cx="500564" cy="746158"/>
            </a:xfrm>
            <a:custGeom>
              <a:avLst/>
              <a:gdLst>
                <a:gd name="T0" fmla="*/ 50 w 100"/>
                <a:gd name="T1" fmla="*/ 1 h 149"/>
                <a:gd name="T2" fmla="*/ 10 w 100"/>
                <a:gd name="T3" fmla="*/ 80 h 149"/>
                <a:gd name="T4" fmla="*/ 23 w 100"/>
                <a:gd name="T5" fmla="*/ 130 h 149"/>
                <a:gd name="T6" fmla="*/ 34 w 100"/>
                <a:gd name="T7" fmla="*/ 136 h 149"/>
                <a:gd name="T8" fmla="*/ 44 w 100"/>
                <a:gd name="T9" fmla="*/ 149 h 149"/>
                <a:gd name="T10" fmla="*/ 64 w 100"/>
                <a:gd name="T11" fmla="*/ 138 h 149"/>
                <a:gd name="T12" fmla="*/ 69 w 100"/>
                <a:gd name="T13" fmla="*/ 136 h 149"/>
                <a:gd name="T14" fmla="*/ 75 w 100"/>
                <a:gd name="T15" fmla="*/ 101 h 149"/>
                <a:gd name="T16" fmla="*/ 99 w 100"/>
                <a:gd name="T17" fmla="*/ 51 h 149"/>
                <a:gd name="T18" fmla="*/ 34 w 100"/>
                <a:gd name="T19" fmla="*/ 57 h 149"/>
                <a:gd name="T20" fmla="*/ 45 w 100"/>
                <a:gd name="T21" fmla="*/ 60 h 149"/>
                <a:gd name="T22" fmla="*/ 49 w 100"/>
                <a:gd name="T23" fmla="*/ 59 h 149"/>
                <a:gd name="T24" fmla="*/ 58 w 100"/>
                <a:gd name="T25" fmla="*/ 59 h 149"/>
                <a:gd name="T26" fmla="*/ 61 w 100"/>
                <a:gd name="T27" fmla="*/ 60 h 149"/>
                <a:gd name="T28" fmla="*/ 56 w 100"/>
                <a:gd name="T29" fmla="*/ 94 h 149"/>
                <a:gd name="T30" fmla="*/ 65 w 100"/>
                <a:gd name="T31" fmla="*/ 104 h 149"/>
                <a:gd name="T32" fmla="*/ 34 w 100"/>
                <a:gd name="T33" fmla="*/ 112 h 149"/>
                <a:gd name="T34" fmla="*/ 65 w 100"/>
                <a:gd name="T35" fmla="*/ 104 h 149"/>
                <a:gd name="T36" fmla="*/ 33 w 100"/>
                <a:gd name="T37" fmla="*/ 117 h 149"/>
                <a:gd name="T38" fmla="*/ 64 w 100"/>
                <a:gd name="T39" fmla="*/ 126 h 149"/>
                <a:gd name="T40" fmla="*/ 67 w 100"/>
                <a:gd name="T41" fmla="*/ 94 h 149"/>
                <a:gd name="T42" fmla="*/ 74 w 100"/>
                <a:gd name="T43" fmla="*/ 54 h 149"/>
                <a:gd name="T44" fmla="*/ 67 w 100"/>
                <a:gd name="T45" fmla="*/ 52 h 149"/>
                <a:gd name="T46" fmla="*/ 61 w 100"/>
                <a:gd name="T47" fmla="*/ 55 h 149"/>
                <a:gd name="T48" fmla="*/ 55 w 100"/>
                <a:gd name="T49" fmla="*/ 46 h 149"/>
                <a:gd name="T50" fmla="*/ 47 w 100"/>
                <a:gd name="T51" fmla="*/ 54 h 149"/>
                <a:gd name="T52" fmla="*/ 38 w 100"/>
                <a:gd name="T53" fmla="*/ 48 h 149"/>
                <a:gd name="T54" fmla="*/ 33 w 100"/>
                <a:gd name="T55" fmla="*/ 51 h 149"/>
                <a:gd name="T56" fmla="*/ 26 w 100"/>
                <a:gd name="T57" fmla="*/ 53 h 149"/>
                <a:gd name="T58" fmla="*/ 32 w 100"/>
                <a:gd name="T59" fmla="*/ 94 h 149"/>
                <a:gd name="T60" fmla="*/ 10 w 100"/>
                <a:gd name="T61" fmla="*/ 50 h 149"/>
                <a:gd name="T62" fmla="*/ 89 w 100"/>
                <a:gd name="T63" fmla="*/ 51 h 149"/>
                <a:gd name="T64" fmla="*/ 67 w 100"/>
                <a:gd name="T65" fmla="*/ 9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149">
                  <a:moveTo>
                    <a:pt x="99" y="51"/>
                  </a:moveTo>
                  <a:cubicBezTo>
                    <a:pt x="100" y="23"/>
                    <a:pt x="78" y="1"/>
                    <a:pt x="50" y="1"/>
                  </a:cubicBezTo>
                  <a:cubicBezTo>
                    <a:pt x="23" y="0"/>
                    <a:pt x="1" y="22"/>
                    <a:pt x="0" y="50"/>
                  </a:cubicBezTo>
                  <a:cubicBezTo>
                    <a:pt x="0" y="61"/>
                    <a:pt x="4" y="71"/>
                    <a:pt x="10" y="80"/>
                  </a:cubicBezTo>
                  <a:cubicBezTo>
                    <a:pt x="15" y="87"/>
                    <a:pt x="20" y="93"/>
                    <a:pt x="24" y="100"/>
                  </a:cubicBezTo>
                  <a:cubicBezTo>
                    <a:pt x="23" y="130"/>
                    <a:pt x="23" y="130"/>
                    <a:pt x="23" y="130"/>
                  </a:cubicBezTo>
                  <a:cubicBezTo>
                    <a:pt x="23" y="133"/>
                    <a:pt x="26" y="135"/>
                    <a:pt x="28" y="135"/>
                  </a:cubicBezTo>
                  <a:cubicBezTo>
                    <a:pt x="34" y="136"/>
                    <a:pt x="34" y="136"/>
                    <a:pt x="34" y="136"/>
                  </a:cubicBezTo>
                  <a:cubicBezTo>
                    <a:pt x="34" y="138"/>
                    <a:pt x="34" y="138"/>
                    <a:pt x="34" y="138"/>
                  </a:cubicBezTo>
                  <a:cubicBezTo>
                    <a:pt x="34" y="144"/>
                    <a:pt x="38" y="148"/>
                    <a:pt x="44" y="149"/>
                  </a:cubicBezTo>
                  <a:cubicBezTo>
                    <a:pt x="53" y="149"/>
                    <a:pt x="53" y="149"/>
                    <a:pt x="53" y="149"/>
                  </a:cubicBezTo>
                  <a:cubicBezTo>
                    <a:pt x="59" y="149"/>
                    <a:pt x="64" y="144"/>
                    <a:pt x="64" y="138"/>
                  </a:cubicBezTo>
                  <a:cubicBezTo>
                    <a:pt x="64" y="136"/>
                    <a:pt x="64" y="136"/>
                    <a:pt x="64" y="136"/>
                  </a:cubicBezTo>
                  <a:cubicBezTo>
                    <a:pt x="69" y="136"/>
                    <a:pt x="69" y="136"/>
                    <a:pt x="69" y="136"/>
                  </a:cubicBezTo>
                  <a:cubicBezTo>
                    <a:pt x="72" y="136"/>
                    <a:pt x="74" y="134"/>
                    <a:pt x="74" y="131"/>
                  </a:cubicBezTo>
                  <a:cubicBezTo>
                    <a:pt x="75" y="101"/>
                    <a:pt x="75" y="101"/>
                    <a:pt x="75" y="101"/>
                  </a:cubicBezTo>
                  <a:cubicBezTo>
                    <a:pt x="79" y="94"/>
                    <a:pt x="83" y="88"/>
                    <a:pt x="88" y="81"/>
                  </a:cubicBezTo>
                  <a:cubicBezTo>
                    <a:pt x="95" y="73"/>
                    <a:pt x="99" y="62"/>
                    <a:pt x="99" y="51"/>
                  </a:cubicBezTo>
                  <a:close/>
                  <a:moveTo>
                    <a:pt x="42" y="94"/>
                  </a:moveTo>
                  <a:cubicBezTo>
                    <a:pt x="34" y="57"/>
                    <a:pt x="34" y="57"/>
                    <a:pt x="34" y="57"/>
                  </a:cubicBezTo>
                  <a:cubicBezTo>
                    <a:pt x="39" y="53"/>
                    <a:pt x="39" y="53"/>
                    <a:pt x="39" y="53"/>
                  </a:cubicBezTo>
                  <a:cubicBezTo>
                    <a:pt x="45" y="60"/>
                    <a:pt x="45" y="60"/>
                    <a:pt x="45" y="60"/>
                  </a:cubicBezTo>
                  <a:cubicBezTo>
                    <a:pt x="46" y="60"/>
                    <a:pt x="47" y="60"/>
                    <a:pt x="47" y="60"/>
                  </a:cubicBezTo>
                  <a:cubicBezTo>
                    <a:pt x="48" y="60"/>
                    <a:pt x="49" y="60"/>
                    <a:pt x="49" y="59"/>
                  </a:cubicBezTo>
                  <a:cubicBezTo>
                    <a:pt x="55" y="53"/>
                    <a:pt x="55" y="53"/>
                    <a:pt x="55" y="53"/>
                  </a:cubicBezTo>
                  <a:cubicBezTo>
                    <a:pt x="58" y="59"/>
                    <a:pt x="58" y="59"/>
                    <a:pt x="58" y="59"/>
                  </a:cubicBezTo>
                  <a:cubicBezTo>
                    <a:pt x="58" y="60"/>
                    <a:pt x="59" y="60"/>
                    <a:pt x="60" y="60"/>
                  </a:cubicBezTo>
                  <a:cubicBezTo>
                    <a:pt x="60" y="60"/>
                    <a:pt x="61" y="60"/>
                    <a:pt x="61" y="60"/>
                  </a:cubicBezTo>
                  <a:cubicBezTo>
                    <a:pt x="65" y="59"/>
                    <a:pt x="65" y="59"/>
                    <a:pt x="65" y="59"/>
                  </a:cubicBezTo>
                  <a:cubicBezTo>
                    <a:pt x="56" y="94"/>
                    <a:pt x="56" y="94"/>
                    <a:pt x="56" y="94"/>
                  </a:cubicBezTo>
                  <a:lnTo>
                    <a:pt x="42" y="94"/>
                  </a:lnTo>
                  <a:close/>
                  <a:moveTo>
                    <a:pt x="65" y="104"/>
                  </a:moveTo>
                  <a:cubicBezTo>
                    <a:pt x="65" y="113"/>
                    <a:pt x="65" y="113"/>
                    <a:pt x="65" y="113"/>
                  </a:cubicBezTo>
                  <a:cubicBezTo>
                    <a:pt x="34" y="112"/>
                    <a:pt x="34" y="112"/>
                    <a:pt x="34" y="112"/>
                  </a:cubicBezTo>
                  <a:cubicBezTo>
                    <a:pt x="34" y="104"/>
                    <a:pt x="34" y="104"/>
                    <a:pt x="34" y="104"/>
                  </a:cubicBezTo>
                  <a:lnTo>
                    <a:pt x="65" y="104"/>
                  </a:lnTo>
                  <a:close/>
                  <a:moveTo>
                    <a:pt x="33" y="126"/>
                  </a:moveTo>
                  <a:cubicBezTo>
                    <a:pt x="33" y="117"/>
                    <a:pt x="33" y="117"/>
                    <a:pt x="33" y="117"/>
                  </a:cubicBezTo>
                  <a:cubicBezTo>
                    <a:pt x="64" y="118"/>
                    <a:pt x="64" y="118"/>
                    <a:pt x="64" y="118"/>
                  </a:cubicBezTo>
                  <a:cubicBezTo>
                    <a:pt x="64" y="126"/>
                    <a:pt x="64" y="126"/>
                    <a:pt x="64" y="126"/>
                  </a:cubicBezTo>
                  <a:lnTo>
                    <a:pt x="33" y="126"/>
                  </a:lnTo>
                  <a:close/>
                  <a:moveTo>
                    <a:pt x="67" y="94"/>
                  </a:moveTo>
                  <a:cubicBezTo>
                    <a:pt x="64" y="94"/>
                    <a:pt x="64" y="94"/>
                    <a:pt x="64" y="94"/>
                  </a:cubicBezTo>
                  <a:cubicBezTo>
                    <a:pt x="74" y="54"/>
                    <a:pt x="74" y="54"/>
                    <a:pt x="74" y="54"/>
                  </a:cubicBezTo>
                  <a:cubicBezTo>
                    <a:pt x="74" y="52"/>
                    <a:pt x="73" y="49"/>
                    <a:pt x="71" y="49"/>
                  </a:cubicBezTo>
                  <a:cubicBezTo>
                    <a:pt x="69" y="49"/>
                    <a:pt x="67" y="50"/>
                    <a:pt x="67" y="52"/>
                  </a:cubicBezTo>
                  <a:cubicBezTo>
                    <a:pt x="67" y="53"/>
                    <a:pt x="67" y="53"/>
                    <a:pt x="67" y="53"/>
                  </a:cubicBezTo>
                  <a:cubicBezTo>
                    <a:pt x="61" y="55"/>
                    <a:pt x="61" y="55"/>
                    <a:pt x="61" y="55"/>
                  </a:cubicBezTo>
                  <a:cubicBezTo>
                    <a:pt x="57" y="47"/>
                    <a:pt x="57" y="47"/>
                    <a:pt x="57" y="47"/>
                  </a:cubicBezTo>
                  <a:cubicBezTo>
                    <a:pt x="57" y="46"/>
                    <a:pt x="56" y="46"/>
                    <a:pt x="55" y="46"/>
                  </a:cubicBezTo>
                  <a:cubicBezTo>
                    <a:pt x="55" y="46"/>
                    <a:pt x="54" y="46"/>
                    <a:pt x="53" y="47"/>
                  </a:cubicBezTo>
                  <a:cubicBezTo>
                    <a:pt x="47" y="54"/>
                    <a:pt x="47" y="54"/>
                    <a:pt x="47" y="54"/>
                  </a:cubicBezTo>
                  <a:cubicBezTo>
                    <a:pt x="41" y="49"/>
                    <a:pt x="41" y="49"/>
                    <a:pt x="41" y="49"/>
                  </a:cubicBezTo>
                  <a:cubicBezTo>
                    <a:pt x="40" y="48"/>
                    <a:pt x="39" y="48"/>
                    <a:pt x="38" y="48"/>
                  </a:cubicBezTo>
                  <a:cubicBezTo>
                    <a:pt x="33" y="51"/>
                    <a:pt x="33" y="51"/>
                    <a:pt x="33" y="51"/>
                  </a:cubicBezTo>
                  <a:cubicBezTo>
                    <a:pt x="33" y="51"/>
                    <a:pt x="33" y="51"/>
                    <a:pt x="33" y="51"/>
                  </a:cubicBezTo>
                  <a:cubicBezTo>
                    <a:pt x="32" y="49"/>
                    <a:pt x="30" y="48"/>
                    <a:pt x="28" y="48"/>
                  </a:cubicBezTo>
                  <a:cubicBezTo>
                    <a:pt x="26" y="49"/>
                    <a:pt x="25" y="51"/>
                    <a:pt x="26" y="53"/>
                  </a:cubicBezTo>
                  <a:cubicBezTo>
                    <a:pt x="34" y="94"/>
                    <a:pt x="34" y="94"/>
                    <a:pt x="34" y="94"/>
                  </a:cubicBezTo>
                  <a:cubicBezTo>
                    <a:pt x="32" y="94"/>
                    <a:pt x="32" y="94"/>
                    <a:pt x="32" y="94"/>
                  </a:cubicBezTo>
                  <a:cubicBezTo>
                    <a:pt x="28" y="87"/>
                    <a:pt x="23" y="80"/>
                    <a:pt x="18" y="74"/>
                  </a:cubicBezTo>
                  <a:cubicBezTo>
                    <a:pt x="13" y="67"/>
                    <a:pt x="10" y="59"/>
                    <a:pt x="10" y="50"/>
                  </a:cubicBezTo>
                  <a:cubicBezTo>
                    <a:pt x="10" y="28"/>
                    <a:pt x="28" y="10"/>
                    <a:pt x="50" y="11"/>
                  </a:cubicBezTo>
                  <a:cubicBezTo>
                    <a:pt x="72" y="11"/>
                    <a:pt x="90" y="29"/>
                    <a:pt x="89" y="51"/>
                  </a:cubicBezTo>
                  <a:cubicBezTo>
                    <a:pt x="89" y="60"/>
                    <a:pt x="86" y="68"/>
                    <a:pt x="81" y="75"/>
                  </a:cubicBezTo>
                  <a:cubicBezTo>
                    <a:pt x="76" y="81"/>
                    <a:pt x="71" y="88"/>
                    <a:pt x="67" y="94"/>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 name="Freeform 58"/>
            <p:cNvSpPr/>
            <p:nvPr/>
          </p:nvSpPr>
          <p:spPr bwMode="auto">
            <a:xfrm>
              <a:off x="4216692" y="3976072"/>
              <a:ext cx="146232" cy="176229"/>
            </a:xfrm>
            <a:custGeom>
              <a:avLst/>
              <a:gdLst>
                <a:gd name="T0" fmla="*/ 29 w 29"/>
                <a:gd name="T1" fmla="*/ 9 h 35"/>
                <a:gd name="T2" fmla="*/ 21 w 29"/>
                <a:gd name="T3" fmla="*/ 0 h 35"/>
                <a:gd name="T4" fmla="*/ 12 w 29"/>
                <a:gd name="T5" fmla="*/ 9 h 35"/>
                <a:gd name="T6" fmla="*/ 13 w 29"/>
                <a:gd name="T7" fmla="*/ 11 h 35"/>
                <a:gd name="T8" fmla="*/ 12 w 29"/>
                <a:gd name="T9" fmla="*/ 11 h 35"/>
                <a:gd name="T10" fmla="*/ 0 w 29"/>
                <a:gd name="T11" fmla="*/ 23 h 35"/>
                <a:gd name="T12" fmla="*/ 12 w 29"/>
                <a:gd name="T13" fmla="*/ 35 h 35"/>
                <a:gd name="T14" fmla="*/ 24 w 29"/>
                <a:gd name="T15" fmla="*/ 23 h 35"/>
                <a:gd name="T16" fmla="*/ 23 w 29"/>
                <a:gd name="T17" fmla="*/ 16 h 35"/>
                <a:gd name="T18" fmla="*/ 29 w 29"/>
                <a:gd name="T19" fmla="*/ 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35">
                  <a:moveTo>
                    <a:pt x="29" y="9"/>
                  </a:moveTo>
                  <a:cubicBezTo>
                    <a:pt x="29" y="4"/>
                    <a:pt x="25" y="0"/>
                    <a:pt x="21" y="0"/>
                  </a:cubicBezTo>
                  <a:cubicBezTo>
                    <a:pt x="16" y="0"/>
                    <a:pt x="12" y="4"/>
                    <a:pt x="12" y="9"/>
                  </a:cubicBezTo>
                  <a:cubicBezTo>
                    <a:pt x="12" y="9"/>
                    <a:pt x="13" y="10"/>
                    <a:pt x="13" y="11"/>
                  </a:cubicBezTo>
                  <a:cubicBezTo>
                    <a:pt x="12" y="11"/>
                    <a:pt x="12" y="11"/>
                    <a:pt x="12" y="11"/>
                  </a:cubicBezTo>
                  <a:cubicBezTo>
                    <a:pt x="6" y="11"/>
                    <a:pt x="0" y="16"/>
                    <a:pt x="0" y="23"/>
                  </a:cubicBezTo>
                  <a:cubicBezTo>
                    <a:pt x="0" y="29"/>
                    <a:pt x="6" y="35"/>
                    <a:pt x="12" y="35"/>
                  </a:cubicBezTo>
                  <a:cubicBezTo>
                    <a:pt x="19" y="35"/>
                    <a:pt x="24" y="29"/>
                    <a:pt x="24" y="23"/>
                  </a:cubicBezTo>
                  <a:cubicBezTo>
                    <a:pt x="24" y="20"/>
                    <a:pt x="24" y="18"/>
                    <a:pt x="23" y="16"/>
                  </a:cubicBezTo>
                  <a:cubicBezTo>
                    <a:pt x="26" y="16"/>
                    <a:pt x="29" y="12"/>
                    <a:pt x="29" y="9"/>
                  </a:cubicBezTo>
                  <a:close/>
                </a:path>
              </a:pathLst>
            </a:custGeom>
            <a:solidFill>
              <a:srgbClr val="3DC5C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 name="Freeform 60"/>
            <p:cNvSpPr/>
            <p:nvPr/>
          </p:nvSpPr>
          <p:spPr bwMode="auto">
            <a:xfrm>
              <a:off x="1435807" y="1450885"/>
              <a:ext cx="1396703" cy="1231723"/>
            </a:xfrm>
            <a:custGeom>
              <a:avLst/>
              <a:gdLst>
                <a:gd name="T0" fmla="*/ 274 w 279"/>
                <a:gd name="T1" fmla="*/ 92 h 246"/>
                <a:gd name="T2" fmla="*/ 252 w 279"/>
                <a:gd name="T3" fmla="*/ 70 h 246"/>
                <a:gd name="T4" fmla="*/ 258 w 279"/>
                <a:gd name="T5" fmla="*/ 50 h 246"/>
                <a:gd name="T6" fmla="*/ 236 w 279"/>
                <a:gd name="T7" fmla="*/ 38 h 246"/>
                <a:gd name="T8" fmla="*/ 231 w 279"/>
                <a:gd name="T9" fmla="*/ 40 h 246"/>
                <a:gd name="T10" fmla="*/ 231 w 279"/>
                <a:gd name="T11" fmla="*/ 27 h 246"/>
                <a:gd name="T12" fmla="*/ 195 w 279"/>
                <a:gd name="T13" fmla="*/ 6 h 246"/>
                <a:gd name="T14" fmla="*/ 185 w 279"/>
                <a:gd name="T15" fmla="*/ 11 h 246"/>
                <a:gd name="T16" fmla="*/ 156 w 279"/>
                <a:gd name="T17" fmla="*/ 3 h 246"/>
                <a:gd name="T18" fmla="*/ 139 w 279"/>
                <a:gd name="T19" fmla="*/ 16 h 246"/>
                <a:gd name="T20" fmla="*/ 104 w 279"/>
                <a:gd name="T21" fmla="*/ 3 h 246"/>
                <a:gd name="T22" fmla="*/ 81 w 279"/>
                <a:gd name="T23" fmla="*/ 26 h 246"/>
                <a:gd name="T24" fmla="*/ 68 w 279"/>
                <a:gd name="T25" fmla="*/ 27 h 246"/>
                <a:gd name="T26" fmla="*/ 42 w 279"/>
                <a:gd name="T27" fmla="*/ 67 h 246"/>
                <a:gd name="T28" fmla="*/ 37 w 279"/>
                <a:gd name="T29" fmla="*/ 68 h 246"/>
                <a:gd name="T30" fmla="*/ 19 w 279"/>
                <a:gd name="T31" fmla="*/ 100 h 246"/>
                <a:gd name="T32" fmla="*/ 20 w 279"/>
                <a:gd name="T33" fmla="*/ 103 h 246"/>
                <a:gd name="T34" fmla="*/ 12 w 279"/>
                <a:gd name="T35" fmla="*/ 120 h 246"/>
                <a:gd name="T36" fmla="*/ 14 w 279"/>
                <a:gd name="T37" fmla="*/ 124 h 246"/>
                <a:gd name="T38" fmla="*/ 3 w 279"/>
                <a:gd name="T39" fmla="*/ 150 h 246"/>
                <a:gd name="T40" fmla="*/ 25 w 279"/>
                <a:gd name="T41" fmla="*/ 168 h 246"/>
                <a:gd name="T42" fmla="*/ 24 w 279"/>
                <a:gd name="T43" fmla="*/ 177 h 246"/>
                <a:gd name="T44" fmla="*/ 29 w 279"/>
                <a:gd name="T45" fmla="*/ 185 h 246"/>
                <a:gd name="T46" fmla="*/ 29 w 279"/>
                <a:gd name="T47" fmla="*/ 202 h 246"/>
                <a:gd name="T48" fmla="*/ 58 w 279"/>
                <a:gd name="T49" fmla="*/ 221 h 246"/>
                <a:gd name="T50" fmla="*/ 59 w 279"/>
                <a:gd name="T51" fmla="*/ 224 h 246"/>
                <a:gd name="T52" fmla="*/ 89 w 279"/>
                <a:gd name="T53" fmla="*/ 241 h 246"/>
                <a:gd name="T54" fmla="*/ 102 w 279"/>
                <a:gd name="T55" fmla="*/ 232 h 246"/>
                <a:gd name="T56" fmla="*/ 121 w 279"/>
                <a:gd name="T57" fmla="*/ 235 h 246"/>
                <a:gd name="T58" fmla="*/ 125 w 279"/>
                <a:gd name="T59" fmla="*/ 234 h 246"/>
                <a:gd name="T60" fmla="*/ 148 w 279"/>
                <a:gd name="T61" fmla="*/ 243 h 246"/>
                <a:gd name="T62" fmla="*/ 163 w 279"/>
                <a:gd name="T63" fmla="*/ 225 h 246"/>
                <a:gd name="T64" fmla="*/ 174 w 279"/>
                <a:gd name="T65" fmla="*/ 224 h 246"/>
                <a:gd name="T66" fmla="*/ 189 w 279"/>
                <a:gd name="T67" fmla="*/ 215 h 246"/>
                <a:gd name="T68" fmla="*/ 214 w 279"/>
                <a:gd name="T69" fmla="*/ 223 h 246"/>
                <a:gd name="T70" fmla="*/ 231 w 279"/>
                <a:gd name="T71" fmla="*/ 193 h 246"/>
                <a:gd name="T72" fmla="*/ 231 w 279"/>
                <a:gd name="T73" fmla="*/ 193 h 246"/>
                <a:gd name="T74" fmla="*/ 239 w 279"/>
                <a:gd name="T75" fmla="*/ 176 h 246"/>
                <a:gd name="T76" fmla="*/ 251 w 279"/>
                <a:gd name="T77" fmla="*/ 176 h 246"/>
                <a:gd name="T78" fmla="*/ 274 w 279"/>
                <a:gd name="T79" fmla="*/ 135 h 246"/>
                <a:gd name="T80" fmla="*/ 267 w 279"/>
                <a:gd name="T81" fmla="*/ 122 h 246"/>
                <a:gd name="T82" fmla="*/ 274 w 279"/>
                <a:gd name="T83" fmla="*/ 92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9" h="246">
                  <a:moveTo>
                    <a:pt x="274" y="92"/>
                  </a:moveTo>
                  <a:cubicBezTo>
                    <a:pt x="271" y="81"/>
                    <a:pt x="262" y="72"/>
                    <a:pt x="252" y="70"/>
                  </a:cubicBezTo>
                  <a:cubicBezTo>
                    <a:pt x="257" y="65"/>
                    <a:pt x="260" y="58"/>
                    <a:pt x="258" y="50"/>
                  </a:cubicBezTo>
                  <a:cubicBezTo>
                    <a:pt x="256" y="41"/>
                    <a:pt x="246" y="35"/>
                    <a:pt x="236" y="38"/>
                  </a:cubicBezTo>
                  <a:cubicBezTo>
                    <a:pt x="234" y="38"/>
                    <a:pt x="233" y="39"/>
                    <a:pt x="231" y="40"/>
                  </a:cubicBezTo>
                  <a:cubicBezTo>
                    <a:pt x="232" y="35"/>
                    <a:pt x="232" y="31"/>
                    <a:pt x="231" y="27"/>
                  </a:cubicBezTo>
                  <a:cubicBezTo>
                    <a:pt x="227" y="11"/>
                    <a:pt x="210" y="2"/>
                    <a:pt x="195" y="6"/>
                  </a:cubicBezTo>
                  <a:cubicBezTo>
                    <a:pt x="191" y="7"/>
                    <a:pt x="188" y="9"/>
                    <a:pt x="185" y="11"/>
                  </a:cubicBezTo>
                  <a:cubicBezTo>
                    <a:pt x="177" y="4"/>
                    <a:pt x="167" y="0"/>
                    <a:pt x="156" y="3"/>
                  </a:cubicBezTo>
                  <a:cubicBezTo>
                    <a:pt x="148" y="5"/>
                    <a:pt x="142" y="10"/>
                    <a:pt x="139" y="16"/>
                  </a:cubicBezTo>
                  <a:cubicBezTo>
                    <a:pt x="131" y="5"/>
                    <a:pt x="117" y="0"/>
                    <a:pt x="104" y="3"/>
                  </a:cubicBezTo>
                  <a:cubicBezTo>
                    <a:pt x="92" y="7"/>
                    <a:pt x="84" y="16"/>
                    <a:pt x="81" y="26"/>
                  </a:cubicBezTo>
                  <a:cubicBezTo>
                    <a:pt x="77" y="26"/>
                    <a:pt x="72" y="26"/>
                    <a:pt x="68" y="27"/>
                  </a:cubicBezTo>
                  <a:cubicBezTo>
                    <a:pt x="50" y="32"/>
                    <a:pt x="39" y="49"/>
                    <a:pt x="42" y="67"/>
                  </a:cubicBezTo>
                  <a:cubicBezTo>
                    <a:pt x="40" y="67"/>
                    <a:pt x="39" y="67"/>
                    <a:pt x="37" y="68"/>
                  </a:cubicBezTo>
                  <a:cubicBezTo>
                    <a:pt x="23" y="72"/>
                    <a:pt x="15" y="86"/>
                    <a:pt x="19" y="100"/>
                  </a:cubicBezTo>
                  <a:cubicBezTo>
                    <a:pt x="19" y="101"/>
                    <a:pt x="19" y="102"/>
                    <a:pt x="20" y="103"/>
                  </a:cubicBezTo>
                  <a:cubicBezTo>
                    <a:pt x="14" y="106"/>
                    <a:pt x="10" y="113"/>
                    <a:pt x="12" y="120"/>
                  </a:cubicBezTo>
                  <a:cubicBezTo>
                    <a:pt x="12" y="121"/>
                    <a:pt x="13" y="122"/>
                    <a:pt x="14" y="124"/>
                  </a:cubicBezTo>
                  <a:cubicBezTo>
                    <a:pt x="5" y="129"/>
                    <a:pt x="0" y="140"/>
                    <a:pt x="3" y="150"/>
                  </a:cubicBezTo>
                  <a:cubicBezTo>
                    <a:pt x="6" y="161"/>
                    <a:pt x="15" y="167"/>
                    <a:pt x="25" y="168"/>
                  </a:cubicBezTo>
                  <a:cubicBezTo>
                    <a:pt x="24" y="171"/>
                    <a:pt x="24" y="174"/>
                    <a:pt x="24" y="177"/>
                  </a:cubicBezTo>
                  <a:cubicBezTo>
                    <a:pt x="25" y="180"/>
                    <a:pt x="27" y="183"/>
                    <a:pt x="29" y="185"/>
                  </a:cubicBezTo>
                  <a:cubicBezTo>
                    <a:pt x="28" y="190"/>
                    <a:pt x="27" y="196"/>
                    <a:pt x="29" y="202"/>
                  </a:cubicBezTo>
                  <a:cubicBezTo>
                    <a:pt x="32" y="215"/>
                    <a:pt x="45" y="223"/>
                    <a:pt x="58" y="221"/>
                  </a:cubicBezTo>
                  <a:cubicBezTo>
                    <a:pt x="58" y="222"/>
                    <a:pt x="58" y="223"/>
                    <a:pt x="59" y="224"/>
                  </a:cubicBezTo>
                  <a:cubicBezTo>
                    <a:pt x="62" y="237"/>
                    <a:pt x="76" y="245"/>
                    <a:pt x="89" y="241"/>
                  </a:cubicBezTo>
                  <a:cubicBezTo>
                    <a:pt x="94" y="240"/>
                    <a:pt x="99" y="236"/>
                    <a:pt x="102" y="232"/>
                  </a:cubicBezTo>
                  <a:cubicBezTo>
                    <a:pt x="108" y="236"/>
                    <a:pt x="114" y="237"/>
                    <a:pt x="121" y="235"/>
                  </a:cubicBezTo>
                  <a:cubicBezTo>
                    <a:pt x="122" y="235"/>
                    <a:pt x="124" y="234"/>
                    <a:pt x="125" y="234"/>
                  </a:cubicBezTo>
                  <a:cubicBezTo>
                    <a:pt x="129" y="241"/>
                    <a:pt x="139" y="246"/>
                    <a:pt x="148" y="243"/>
                  </a:cubicBezTo>
                  <a:cubicBezTo>
                    <a:pt x="156" y="241"/>
                    <a:pt x="162" y="233"/>
                    <a:pt x="163" y="225"/>
                  </a:cubicBezTo>
                  <a:cubicBezTo>
                    <a:pt x="167" y="225"/>
                    <a:pt x="170" y="225"/>
                    <a:pt x="174" y="224"/>
                  </a:cubicBezTo>
                  <a:cubicBezTo>
                    <a:pt x="180" y="223"/>
                    <a:pt x="185" y="219"/>
                    <a:pt x="189" y="215"/>
                  </a:cubicBezTo>
                  <a:cubicBezTo>
                    <a:pt x="195" y="222"/>
                    <a:pt x="205" y="225"/>
                    <a:pt x="214" y="223"/>
                  </a:cubicBezTo>
                  <a:cubicBezTo>
                    <a:pt x="227" y="219"/>
                    <a:pt x="234" y="206"/>
                    <a:pt x="231" y="193"/>
                  </a:cubicBezTo>
                  <a:cubicBezTo>
                    <a:pt x="231" y="193"/>
                    <a:pt x="231" y="193"/>
                    <a:pt x="231" y="193"/>
                  </a:cubicBezTo>
                  <a:cubicBezTo>
                    <a:pt x="235" y="189"/>
                    <a:pt x="238" y="183"/>
                    <a:pt x="239" y="176"/>
                  </a:cubicBezTo>
                  <a:cubicBezTo>
                    <a:pt x="243" y="177"/>
                    <a:pt x="247" y="177"/>
                    <a:pt x="251" y="176"/>
                  </a:cubicBezTo>
                  <a:cubicBezTo>
                    <a:pt x="269" y="171"/>
                    <a:pt x="279" y="153"/>
                    <a:pt x="274" y="135"/>
                  </a:cubicBezTo>
                  <a:cubicBezTo>
                    <a:pt x="273" y="130"/>
                    <a:pt x="270" y="126"/>
                    <a:pt x="267" y="122"/>
                  </a:cubicBezTo>
                  <a:cubicBezTo>
                    <a:pt x="274" y="114"/>
                    <a:pt x="277" y="103"/>
                    <a:pt x="274" y="92"/>
                  </a:cubicBezTo>
                  <a:close/>
                </a:path>
              </a:pathLst>
            </a:custGeom>
            <a:solidFill>
              <a:schemeClr val="accent5">
                <a:lumMod val="20000"/>
                <a:lumOff val="80000"/>
              </a:schemeClr>
            </a:solidFill>
            <a:ln>
              <a:noFill/>
            </a:ln>
          </p:spPr>
          <p:txBody>
            <a:bodyPr vert="horz" wrap="square" lIns="121920" tIns="60960" rIns="121920" bIns="60960" numCol="1" anchor="t" anchorCtr="0" compatLnSpc="1"/>
            <a:lstStyle/>
            <a:p>
              <a:endParaRPr lang="en-US" sz="2400"/>
            </a:p>
          </p:txBody>
        </p:sp>
        <p:sp>
          <p:nvSpPr>
            <p:cNvPr id="40" name="Freeform 61"/>
            <p:cNvSpPr/>
            <p:nvPr/>
          </p:nvSpPr>
          <p:spPr bwMode="auto">
            <a:xfrm>
              <a:off x="2351200" y="2713878"/>
              <a:ext cx="296213" cy="331835"/>
            </a:xfrm>
            <a:custGeom>
              <a:avLst/>
              <a:gdLst>
                <a:gd name="T0" fmla="*/ 56 w 59"/>
                <a:gd name="T1" fmla="*/ 20 h 66"/>
                <a:gd name="T2" fmla="*/ 27 w 59"/>
                <a:gd name="T3" fmla="*/ 3 h 66"/>
                <a:gd name="T4" fmla="*/ 10 w 59"/>
                <a:gd name="T5" fmla="*/ 33 h 66"/>
                <a:gd name="T6" fmla="*/ 10 w 59"/>
                <a:gd name="T7" fmla="*/ 33 h 66"/>
                <a:gd name="T8" fmla="*/ 2 w 59"/>
                <a:gd name="T9" fmla="*/ 52 h 66"/>
                <a:gd name="T10" fmla="*/ 23 w 59"/>
                <a:gd name="T11" fmla="*/ 64 h 66"/>
                <a:gd name="T12" fmla="*/ 32 w 59"/>
                <a:gd name="T13" fmla="*/ 58 h 66"/>
                <a:gd name="T14" fmla="*/ 40 w 59"/>
                <a:gd name="T15" fmla="*/ 58 h 66"/>
                <a:gd name="T16" fmla="*/ 51 w 59"/>
                <a:gd name="T17" fmla="*/ 42 h 66"/>
                <a:gd name="T18" fmla="*/ 56 w 59"/>
                <a:gd name="T19"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6">
                  <a:moveTo>
                    <a:pt x="56" y="20"/>
                  </a:moveTo>
                  <a:cubicBezTo>
                    <a:pt x="53" y="7"/>
                    <a:pt x="40" y="0"/>
                    <a:pt x="27" y="3"/>
                  </a:cubicBezTo>
                  <a:cubicBezTo>
                    <a:pt x="14" y="7"/>
                    <a:pt x="7" y="20"/>
                    <a:pt x="10" y="33"/>
                  </a:cubicBezTo>
                  <a:cubicBezTo>
                    <a:pt x="10" y="33"/>
                    <a:pt x="10" y="33"/>
                    <a:pt x="10" y="33"/>
                  </a:cubicBezTo>
                  <a:cubicBezTo>
                    <a:pt x="4" y="37"/>
                    <a:pt x="0" y="44"/>
                    <a:pt x="2" y="52"/>
                  </a:cubicBezTo>
                  <a:cubicBezTo>
                    <a:pt x="5" y="61"/>
                    <a:pt x="14" y="66"/>
                    <a:pt x="23" y="64"/>
                  </a:cubicBezTo>
                  <a:cubicBezTo>
                    <a:pt x="26" y="63"/>
                    <a:pt x="29" y="61"/>
                    <a:pt x="32" y="58"/>
                  </a:cubicBezTo>
                  <a:cubicBezTo>
                    <a:pt x="34" y="59"/>
                    <a:pt x="37" y="59"/>
                    <a:pt x="40" y="58"/>
                  </a:cubicBezTo>
                  <a:cubicBezTo>
                    <a:pt x="47" y="56"/>
                    <a:pt x="52" y="49"/>
                    <a:pt x="51" y="42"/>
                  </a:cubicBezTo>
                  <a:cubicBezTo>
                    <a:pt x="56" y="37"/>
                    <a:pt x="59" y="28"/>
                    <a:pt x="56" y="20"/>
                  </a:cubicBezTo>
                  <a:close/>
                </a:path>
              </a:pathLst>
            </a:custGeom>
            <a:solidFill>
              <a:srgbClr val="F0E08A"/>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 name="Freeform 62"/>
            <p:cNvSpPr/>
            <p:nvPr/>
          </p:nvSpPr>
          <p:spPr bwMode="auto">
            <a:xfrm>
              <a:off x="2676576" y="3005928"/>
              <a:ext cx="144357" cy="206224"/>
            </a:xfrm>
            <a:custGeom>
              <a:avLst/>
              <a:gdLst>
                <a:gd name="T0" fmla="*/ 27 w 29"/>
                <a:gd name="T1" fmla="*/ 7 h 41"/>
                <a:gd name="T2" fmla="*/ 16 w 29"/>
                <a:gd name="T3" fmla="*/ 1 h 41"/>
                <a:gd name="T4" fmla="*/ 10 w 29"/>
                <a:gd name="T5" fmla="*/ 12 h 41"/>
                <a:gd name="T6" fmla="*/ 11 w 29"/>
                <a:gd name="T7" fmla="*/ 14 h 41"/>
                <a:gd name="T8" fmla="*/ 11 w 29"/>
                <a:gd name="T9" fmla="*/ 14 h 41"/>
                <a:gd name="T10" fmla="*/ 2 w 29"/>
                <a:gd name="T11" fmla="*/ 30 h 41"/>
                <a:gd name="T12" fmla="*/ 18 w 29"/>
                <a:gd name="T13" fmla="*/ 39 h 41"/>
                <a:gd name="T14" fmla="*/ 27 w 29"/>
                <a:gd name="T15" fmla="*/ 23 h 41"/>
                <a:gd name="T16" fmla="*/ 23 w 29"/>
                <a:gd name="T17" fmla="*/ 17 h 41"/>
                <a:gd name="T18" fmla="*/ 27 w 29"/>
                <a:gd name="T19" fmla="*/ 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41">
                  <a:moveTo>
                    <a:pt x="27" y="7"/>
                  </a:moveTo>
                  <a:cubicBezTo>
                    <a:pt x="26" y="3"/>
                    <a:pt x="21" y="0"/>
                    <a:pt x="16" y="1"/>
                  </a:cubicBezTo>
                  <a:cubicBezTo>
                    <a:pt x="12" y="3"/>
                    <a:pt x="9" y="7"/>
                    <a:pt x="10" y="12"/>
                  </a:cubicBezTo>
                  <a:cubicBezTo>
                    <a:pt x="10" y="13"/>
                    <a:pt x="11" y="13"/>
                    <a:pt x="11" y="14"/>
                  </a:cubicBezTo>
                  <a:cubicBezTo>
                    <a:pt x="11" y="14"/>
                    <a:pt x="11" y="14"/>
                    <a:pt x="11" y="14"/>
                  </a:cubicBezTo>
                  <a:cubicBezTo>
                    <a:pt x="4" y="16"/>
                    <a:pt x="0" y="23"/>
                    <a:pt x="2" y="30"/>
                  </a:cubicBezTo>
                  <a:cubicBezTo>
                    <a:pt x="4" y="37"/>
                    <a:pt x="11" y="41"/>
                    <a:pt x="18" y="39"/>
                  </a:cubicBezTo>
                  <a:cubicBezTo>
                    <a:pt x="25" y="37"/>
                    <a:pt x="29" y="30"/>
                    <a:pt x="27" y="23"/>
                  </a:cubicBezTo>
                  <a:cubicBezTo>
                    <a:pt x="26" y="21"/>
                    <a:pt x="25" y="19"/>
                    <a:pt x="23" y="17"/>
                  </a:cubicBezTo>
                  <a:cubicBezTo>
                    <a:pt x="26" y="15"/>
                    <a:pt x="28" y="11"/>
                    <a:pt x="27" y="7"/>
                  </a:cubicBezTo>
                  <a:close/>
                </a:path>
              </a:pathLst>
            </a:custGeom>
            <a:solidFill>
              <a:srgbClr val="F0E08A"/>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2" name="Freeform 63"/>
            <p:cNvSpPr>
              <a:spLocks noEditPoints="1"/>
            </p:cNvSpPr>
            <p:nvPr/>
          </p:nvSpPr>
          <p:spPr bwMode="auto">
            <a:xfrm>
              <a:off x="1863134" y="1744687"/>
              <a:ext cx="646797" cy="539934"/>
            </a:xfrm>
            <a:custGeom>
              <a:avLst/>
              <a:gdLst>
                <a:gd name="T0" fmla="*/ 128 w 129"/>
                <a:gd name="T1" fmla="*/ 66 h 108"/>
                <a:gd name="T2" fmla="*/ 128 w 129"/>
                <a:gd name="T3" fmla="*/ 74 h 108"/>
                <a:gd name="T4" fmla="*/ 82 w 129"/>
                <a:gd name="T5" fmla="*/ 44 h 108"/>
                <a:gd name="T6" fmla="*/ 109 w 129"/>
                <a:gd name="T7" fmla="*/ 4 h 108"/>
                <a:gd name="T8" fmla="*/ 113 w 129"/>
                <a:gd name="T9" fmla="*/ 10 h 108"/>
                <a:gd name="T10" fmla="*/ 128 w 129"/>
                <a:gd name="T11" fmla="*/ 66 h 108"/>
                <a:gd name="T12" fmla="*/ 65 w 129"/>
                <a:gd name="T13" fmla="*/ 56 h 108"/>
                <a:gd name="T14" fmla="*/ 102 w 129"/>
                <a:gd name="T15" fmla="*/ 0 h 108"/>
                <a:gd name="T16" fmla="*/ 95 w 129"/>
                <a:gd name="T17" fmla="*/ 0 h 108"/>
                <a:gd name="T18" fmla="*/ 11 w 129"/>
                <a:gd name="T19" fmla="*/ 23 h 108"/>
                <a:gd name="T20" fmla="*/ 5 w 129"/>
                <a:gd name="T21" fmla="*/ 27 h 108"/>
                <a:gd name="T22" fmla="*/ 65 w 129"/>
                <a:gd name="T23" fmla="*/ 56 h 108"/>
                <a:gd name="T24" fmla="*/ 78 w 129"/>
                <a:gd name="T25" fmla="*/ 50 h 108"/>
                <a:gd name="T26" fmla="*/ 69 w 129"/>
                <a:gd name="T27" fmla="*/ 63 h 108"/>
                <a:gd name="T28" fmla="*/ 67 w 129"/>
                <a:gd name="T29" fmla="*/ 64 h 108"/>
                <a:gd name="T30" fmla="*/ 65 w 129"/>
                <a:gd name="T31" fmla="*/ 64 h 108"/>
                <a:gd name="T32" fmla="*/ 51 w 129"/>
                <a:gd name="T33" fmla="*/ 57 h 108"/>
                <a:gd name="T34" fmla="*/ 26 w 129"/>
                <a:gd name="T35" fmla="*/ 107 h 108"/>
                <a:gd name="T36" fmla="*/ 34 w 129"/>
                <a:gd name="T37" fmla="*/ 107 h 108"/>
                <a:gd name="T38" fmla="*/ 118 w 129"/>
                <a:gd name="T39" fmla="*/ 84 h 108"/>
                <a:gd name="T40" fmla="*/ 125 w 129"/>
                <a:gd name="T41" fmla="*/ 80 h 108"/>
                <a:gd name="T42" fmla="*/ 78 w 129"/>
                <a:gd name="T43" fmla="*/ 50 h 108"/>
                <a:gd name="T44" fmla="*/ 1 w 129"/>
                <a:gd name="T45" fmla="*/ 33 h 108"/>
                <a:gd name="T46" fmla="*/ 1 w 129"/>
                <a:gd name="T47" fmla="*/ 41 h 108"/>
                <a:gd name="T48" fmla="*/ 16 w 129"/>
                <a:gd name="T49" fmla="*/ 97 h 108"/>
                <a:gd name="T50" fmla="*/ 20 w 129"/>
                <a:gd name="T51" fmla="*/ 103 h 108"/>
                <a:gd name="T52" fmla="*/ 44 w 129"/>
                <a:gd name="T53" fmla="*/ 54 h 108"/>
                <a:gd name="T54" fmla="*/ 1 w 129"/>
                <a:gd name="T55" fmla="*/ 33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9" h="108">
                  <a:moveTo>
                    <a:pt x="128" y="66"/>
                  </a:moveTo>
                  <a:cubicBezTo>
                    <a:pt x="129" y="69"/>
                    <a:pt x="129" y="71"/>
                    <a:pt x="128" y="74"/>
                  </a:cubicBezTo>
                  <a:cubicBezTo>
                    <a:pt x="82" y="44"/>
                    <a:pt x="82" y="44"/>
                    <a:pt x="82" y="44"/>
                  </a:cubicBezTo>
                  <a:cubicBezTo>
                    <a:pt x="109" y="4"/>
                    <a:pt x="109" y="4"/>
                    <a:pt x="109" y="4"/>
                  </a:cubicBezTo>
                  <a:cubicBezTo>
                    <a:pt x="111" y="5"/>
                    <a:pt x="112" y="8"/>
                    <a:pt x="113" y="10"/>
                  </a:cubicBezTo>
                  <a:lnTo>
                    <a:pt x="128" y="66"/>
                  </a:lnTo>
                  <a:close/>
                  <a:moveTo>
                    <a:pt x="65" y="56"/>
                  </a:moveTo>
                  <a:cubicBezTo>
                    <a:pt x="102" y="0"/>
                    <a:pt x="102" y="0"/>
                    <a:pt x="102" y="0"/>
                  </a:cubicBezTo>
                  <a:cubicBezTo>
                    <a:pt x="100" y="0"/>
                    <a:pt x="97" y="0"/>
                    <a:pt x="95" y="0"/>
                  </a:cubicBezTo>
                  <a:cubicBezTo>
                    <a:pt x="11" y="23"/>
                    <a:pt x="11" y="23"/>
                    <a:pt x="11" y="23"/>
                  </a:cubicBezTo>
                  <a:cubicBezTo>
                    <a:pt x="8" y="24"/>
                    <a:pt x="6" y="25"/>
                    <a:pt x="5" y="27"/>
                  </a:cubicBezTo>
                  <a:lnTo>
                    <a:pt x="65" y="56"/>
                  </a:lnTo>
                  <a:close/>
                  <a:moveTo>
                    <a:pt x="78" y="50"/>
                  </a:moveTo>
                  <a:cubicBezTo>
                    <a:pt x="69" y="63"/>
                    <a:pt x="69" y="63"/>
                    <a:pt x="69" y="63"/>
                  </a:cubicBezTo>
                  <a:cubicBezTo>
                    <a:pt x="69" y="64"/>
                    <a:pt x="68" y="64"/>
                    <a:pt x="67" y="64"/>
                  </a:cubicBezTo>
                  <a:cubicBezTo>
                    <a:pt x="67" y="65"/>
                    <a:pt x="66" y="64"/>
                    <a:pt x="65" y="64"/>
                  </a:cubicBezTo>
                  <a:cubicBezTo>
                    <a:pt x="51" y="57"/>
                    <a:pt x="51" y="57"/>
                    <a:pt x="51" y="57"/>
                  </a:cubicBezTo>
                  <a:cubicBezTo>
                    <a:pt x="26" y="107"/>
                    <a:pt x="26" y="107"/>
                    <a:pt x="26" y="107"/>
                  </a:cubicBezTo>
                  <a:cubicBezTo>
                    <a:pt x="28" y="108"/>
                    <a:pt x="31" y="108"/>
                    <a:pt x="34" y="107"/>
                  </a:cubicBezTo>
                  <a:cubicBezTo>
                    <a:pt x="118" y="84"/>
                    <a:pt x="118" y="84"/>
                    <a:pt x="118" y="84"/>
                  </a:cubicBezTo>
                  <a:cubicBezTo>
                    <a:pt x="121" y="84"/>
                    <a:pt x="123" y="82"/>
                    <a:pt x="125" y="80"/>
                  </a:cubicBezTo>
                  <a:lnTo>
                    <a:pt x="78" y="50"/>
                  </a:lnTo>
                  <a:close/>
                  <a:moveTo>
                    <a:pt x="1" y="33"/>
                  </a:moveTo>
                  <a:cubicBezTo>
                    <a:pt x="0" y="36"/>
                    <a:pt x="0" y="38"/>
                    <a:pt x="1" y="41"/>
                  </a:cubicBezTo>
                  <a:cubicBezTo>
                    <a:pt x="16" y="97"/>
                    <a:pt x="16" y="97"/>
                    <a:pt x="16" y="97"/>
                  </a:cubicBezTo>
                  <a:cubicBezTo>
                    <a:pt x="17" y="100"/>
                    <a:pt x="18" y="102"/>
                    <a:pt x="20" y="103"/>
                  </a:cubicBezTo>
                  <a:cubicBezTo>
                    <a:pt x="44" y="54"/>
                    <a:pt x="44" y="54"/>
                    <a:pt x="44" y="54"/>
                  </a:cubicBezTo>
                  <a:lnTo>
                    <a:pt x="1" y="33"/>
                  </a:lnTo>
                  <a:close/>
                </a:path>
              </a:pathLst>
            </a:custGeom>
            <a:solidFill>
              <a:schemeClr val="bg1"/>
            </a:solidFill>
            <a:ln>
              <a:noFill/>
            </a:ln>
          </p:spPr>
          <p:txBody>
            <a:bodyPr vert="horz" wrap="square" lIns="121920" tIns="60960" rIns="121920" bIns="60960" numCol="1" anchor="t" anchorCtr="0" compatLnSpc="1"/>
            <a:lstStyle/>
            <a:p>
              <a:endParaRPr lang="en-US" sz="2400" dirty="0"/>
            </a:p>
          </p:txBody>
        </p:sp>
        <p:sp>
          <p:nvSpPr>
            <p:cNvPr id="45" name="Freeform 68"/>
            <p:cNvSpPr/>
            <p:nvPr/>
          </p:nvSpPr>
          <p:spPr bwMode="auto">
            <a:xfrm>
              <a:off x="2090899" y="2408472"/>
              <a:ext cx="1246722" cy="1392954"/>
            </a:xfrm>
            <a:custGeom>
              <a:avLst/>
              <a:gdLst>
                <a:gd name="T0" fmla="*/ 85 w 249"/>
                <a:gd name="T1" fmla="*/ 5 h 278"/>
                <a:gd name="T2" fmla="*/ 230 w 249"/>
                <a:gd name="T3" fmla="*/ 54 h 278"/>
                <a:gd name="T4" fmla="*/ 245 w 249"/>
                <a:gd name="T5" fmla="*/ 85 h 278"/>
                <a:gd name="T6" fmla="*/ 196 w 249"/>
                <a:gd name="T7" fmla="*/ 230 h 278"/>
                <a:gd name="T8" fmla="*/ 164 w 249"/>
                <a:gd name="T9" fmla="*/ 245 h 278"/>
                <a:gd name="T10" fmla="*/ 88 w 249"/>
                <a:gd name="T11" fmla="*/ 219 h 278"/>
                <a:gd name="T12" fmla="*/ 79 w 249"/>
                <a:gd name="T13" fmla="*/ 278 h 278"/>
                <a:gd name="T14" fmla="*/ 38 w 249"/>
                <a:gd name="T15" fmla="*/ 202 h 278"/>
                <a:gd name="T16" fmla="*/ 20 w 249"/>
                <a:gd name="T17" fmla="*/ 196 h 278"/>
                <a:gd name="T18" fmla="*/ 5 w 249"/>
                <a:gd name="T19" fmla="*/ 164 h 278"/>
                <a:gd name="T20" fmla="*/ 54 w 249"/>
                <a:gd name="T21" fmla="*/ 20 h 278"/>
                <a:gd name="T22" fmla="*/ 85 w 249"/>
                <a:gd name="T23" fmla="*/ 5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9" h="278">
                  <a:moveTo>
                    <a:pt x="85" y="5"/>
                  </a:moveTo>
                  <a:cubicBezTo>
                    <a:pt x="230" y="54"/>
                    <a:pt x="230" y="54"/>
                    <a:pt x="230" y="54"/>
                  </a:cubicBezTo>
                  <a:cubicBezTo>
                    <a:pt x="242" y="59"/>
                    <a:pt x="249" y="73"/>
                    <a:pt x="245" y="85"/>
                  </a:cubicBezTo>
                  <a:cubicBezTo>
                    <a:pt x="196" y="230"/>
                    <a:pt x="196" y="230"/>
                    <a:pt x="196" y="230"/>
                  </a:cubicBezTo>
                  <a:cubicBezTo>
                    <a:pt x="191" y="243"/>
                    <a:pt x="177" y="249"/>
                    <a:pt x="164" y="245"/>
                  </a:cubicBezTo>
                  <a:cubicBezTo>
                    <a:pt x="88" y="219"/>
                    <a:pt x="88" y="219"/>
                    <a:pt x="88" y="219"/>
                  </a:cubicBezTo>
                  <a:cubicBezTo>
                    <a:pt x="76" y="245"/>
                    <a:pt x="79" y="278"/>
                    <a:pt x="79" y="278"/>
                  </a:cubicBezTo>
                  <a:cubicBezTo>
                    <a:pt x="46" y="253"/>
                    <a:pt x="38" y="224"/>
                    <a:pt x="38" y="202"/>
                  </a:cubicBezTo>
                  <a:cubicBezTo>
                    <a:pt x="20" y="196"/>
                    <a:pt x="20" y="196"/>
                    <a:pt x="20" y="196"/>
                  </a:cubicBezTo>
                  <a:cubicBezTo>
                    <a:pt x="7" y="191"/>
                    <a:pt x="0" y="177"/>
                    <a:pt x="5" y="164"/>
                  </a:cubicBezTo>
                  <a:cubicBezTo>
                    <a:pt x="54" y="20"/>
                    <a:pt x="54" y="20"/>
                    <a:pt x="54" y="20"/>
                  </a:cubicBezTo>
                  <a:cubicBezTo>
                    <a:pt x="58" y="7"/>
                    <a:pt x="72" y="0"/>
                    <a:pt x="85" y="5"/>
                  </a:cubicBezTo>
                  <a:close/>
                </a:path>
              </a:pathLst>
            </a:custGeom>
            <a:solidFill>
              <a:srgbClr val="015BAB"/>
            </a:solidFill>
            <a:ln>
              <a:noFill/>
            </a:ln>
          </p:spPr>
          <p:txBody>
            <a:bodyPr vert="horz" wrap="square" lIns="121920" tIns="60960" rIns="121920" bIns="60960" numCol="1" anchor="t" anchorCtr="0" compatLnSpc="1"/>
            <a:lstStyle/>
            <a:p>
              <a:endParaRPr lang="en-US" sz="2400"/>
            </a:p>
          </p:txBody>
        </p:sp>
        <p:sp>
          <p:nvSpPr>
            <p:cNvPr id="46" name="Freeform 69"/>
            <p:cNvSpPr>
              <a:spLocks noEditPoints="1"/>
            </p:cNvSpPr>
            <p:nvPr/>
          </p:nvSpPr>
          <p:spPr bwMode="auto">
            <a:xfrm>
              <a:off x="2385907" y="2654817"/>
              <a:ext cx="721786" cy="686166"/>
            </a:xfrm>
            <a:custGeom>
              <a:avLst/>
              <a:gdLst>
                <a:gd name="T0" fmla="*/ 105 w 144"/>
                <a:gd name="T1" fmla="*/ 47 h 137"/>
                <a:gd name="T2" fmla="*/ 100 w 144"/>
                <a:gd name="T3" fmla="*/ 3 h 137"/>
                <a:gd name="T4" fmla="*/ 60 w 144"/>
                <a:gd name="T5" fmla="*/ 32 h 137"/>
                <a:gd name="T6" fmla="*/ 56 w 144"/>
                <a:gd name="T7" fmla="*/ 33 h 137"/>
                <a:gd name="T8" fmla="*/ 38 w 144"/>
                <a:gd name="T9" fmla="*/ 24 h 137"/>
                <a:gd name="T10" fmla="*/ 2 w 144"/>
                <a:gd name="T11" fmla="*/ 91 h 137"/>
                <a:gd name="T12" fmla="*/ 21 w 144"/>
                <a:gd name="T13" fmla="*/ 111 h 137"/>
                <a:gd name="T14" fmla="*/ 33 w 144"/>
                <a:gd name="T15" fmla="*/ 108 h 137"/>
                <a:gd name="T16" fmla="*/ 34 w 144"/>
                <a:gd name="T17" fmla="*/ 108 h 137"/>
                <a:gd name="T18" fmla="*/ 70 w 144"/>
                <a:gd name="T19" fmla="*/ 127 h 137"/>
                <a:gd name="T20" fmla="*/ 107 w 144"/>
                <a:gd name="T21" fmla="*/ 132 h 137"/>
                <a:gd name="T22" fmla="*/ 112 w 144"/>
                <a:gd name="T23" fmla="*/ 122 h 137"/>
                <a:gd name="T24" fmla="*/ 125 w 144"/>
                <a:gd name="T25" fmla="*/ 104 h 137"/>
                <a:gd name="T26" fmla="*/ 135 w 144"/>
                <a:gd name="T27" fmla="*/ 86 h 137"/>
                <a:gd name="T28" fmla="*/ 142 w 144"/>
                <a:gd name="T29" fmla="*/ 78 h 137"/>
                <a:gd name="T30" fmla="*/ 136 w 144"/>
                <a:gd name="T31" fmla="*/ 59 h 137"/>
                <a:gd name="T32" fmla="*/ 23 w 144"/>
                <a:gd name="T33" fmla="*/ 103 h 137"/>
                <a:gd name="T34" fmla="*/ 10 w 144"/>
                <a:gd name="T35" fmla="*/ 94 h 137"/>
                <a:gd name="T36" fmla="*/ 35 w 144"/>
                <a:gd name="T37" fmla="*/ 31 h 137"/>
                <a:gd name="T38" fmla="*/ 49 w 144"/>
                <a:gd name="T39" fmla="*/ 40 h 137"/>
                <a:gd name="T40" fmla="*/ 134 w 144"/>
                <a:gd name="T41" fmla="*/ 76 h 137"/>
                <a:gd name="T42" fmla="*/ 117 w 144"/>
                <a:gd name="T43" fmla="*/ 76 h 137"/>
                <a:gd name="T44" fmla="*/ 116 w 144"/>
                <a:gd name="T45" fmla="*/ 80 h 137"/>
                <a:gd name="T46" fmla="*/ 127 w 144"/>
                <a:gd name="T47" fmla="*/ 91 h 137"/>
                <a:gd name="T48" fmla="*/ 107 w 144"/>
                <a:gd name="T49" fmla="*/ 94 h 137"/>
                <a:gd name="T50" fmla="*/ 105 w 144"/>
                <a:gd name="T51" fmla="*/ 97 h 137"/>
                <a:gd name="T52" fmla="*/ 115 w 144"/>
                <a:gd name="T53" fmla="*/ 109 h 137"/>
                <a:gd name="T54" fmla="*/ 97 w 144"/>
                <a:gd name="T55" fmla="*/ 111 h 137"/>
                <a:gd name="T56" fmla="*/ 95 w 144"/>
                <a:gd name="T57" fmla="*/ 115 h 137"/>
                <a:gd name="T58" fmla="*/ 103 w 144"/>
                <a:gd name="T59" fmla="*/ 124 h 137"/>
                <a:gd name="T60" fmla="*/ 93 w 144"/>
                <a:gd name="T61" fmla="*/ 127 h 137"/>
                <a:gd name="T62" fmla="*/ 53 w 144"/>
                <a:gd name="T63" fmla="*/ 110 h 137"/>
                <a:gd name="T64" fmla="*/ 34 w 144"/>
                <a:gd name="T65" fmla="*/ 96 h 137"/>
                <a:gd name="T66" fmla="*/ 57 w 144"/>
                <a:gd name="T67" fmla="*/ 41 h 137"/>
                <a:gd name="T68" fmla="*/ 92 w 144"/>
                <a:gd name="T69" fmla="*/ 13 h 137"/>
                <a:gd name="T70" fmla="*/ 102 w 144"/>
                <a:gd name="T71" fmla="*/ 32 h 137"/>
                <a:gd name="T72" fmla="*/ 132 w 144"/>
                <a:gd name="T73" fmla="*/ 66 h 137"/>
                <a:gd name="T74" fmla="*/ 134 w 144"/>
                <a:gd name="T75" fmla="*/ 76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4" h="137">
                  <a:moveTo>
                    <a:pt x="136" y="59"/>
                  </a:moveTo>
                  <a:cubicBezTo>
                    <a:pt x="132" y="56"/>
                    <a:pt x="121" y="52"/>
                    <a:pt x="105" y="47"/>
                  </a:cubicBezTo>
                  <a:cubicBezTo>
                    <a:pt x="107" y="43"/>
                    <a:pt x="108" y="40"/>
                    <a:pt x="110" y="34"/>
                  </a:cubicBezTo>
                  <a:cubicBezTo>
                    <a:pt x="114" y="21"/>
                    <a:pt x="109" y="6"/>
                    <a:pt x="100" y="3"/>
                  </a:cubicBezTo>
                  <a:cubicBezTo>
                    <a:pt x="94" y="0"/>
                    <a:pt x="87" y="4"/>
                    <a:pt x="85" y="10"/>
                  </a:cubicBezTo>
                  <a:cubicBezTo>
                    <a:pt x="82" y="18"/>
                    <a:pt x="75" y="30"/>
                    <a:pt x="60" y="32"/>
                  </a:cubicBezTo>
                  <a:cubicBezTo>
                    <a:pt x="59" y="32"/>
                    <a:pt x="56" y="33"/>
                    <a:pt x="56" y="33"/>
                  </a:cubicBezTo>
                  <a:cubicBezTo>
                    <a:pt x="56" y="33"/>
                    <a:pt x="56" y="33"/>
                    <a:pt x="56" y="33"/>
                  </a:cubicBezTo>
                  <a:cubicBezTo>
                    <a:pt x="54" y="31"/>
                    <a:pt x="52" y="28"/>
                    <a:pt x="49" y="27"/>
                  </a:cubicBezTo>
                  <a:cubicBezTo>
                    <a:pt x="38" y="24"/>
                    <a:pt x="38" y="24"/>
                    <a:pt x="38" y="24"/>
                  </a:cubicBezTo>
                  <a:cubicBezTo>
                    <a:pt x="32" y="21"/>
                    <a:pt x="25" y="25"/>
                    <a:pt x="23" y="31"/>
                  </a:cubicBezTo>
                  <a:cubicBezTo>
                    <a:pt x="2" y="91"/>
                    <a:pt x="2" y="91"/>
                    <a:pt x="2" y="91"/>
                  </a:cubicBezTo>
                  <a:cubicBezTo>
                    <a:pt x="0" y="98"/>
                    <a:pt x="3" y="105"/>
                    <a:pt x="9" y="107"/>
                  </a:cubicBezTo>
                  <a:cubicBezTo>
                    <a:pt x="21" y="111"/>
                    <a:pt x="21" y="111"/>
                    <a:pt x="21" y="111"/>
                  </a:cubicBezTo>
                  <a:cubicBezTo>
                    <a:pt x="25" y="112"/>
                    <a:pt x="30" y="111"/>
                    <a:pt x="33" y="107"/>
                  </a:cubicBezTo>
                  <a:cubicBezTo>
                    <a:pt x="33" y="108"/>
                    <a:pt x="33" y="108"/>
                    <a:pt x="33" y="108"/>
                  </a:cubicBezTo>
                  <a:cubicBezTo>
                    <a:pt x="34" y="108"/>
                    <a:pt x="34" y="108"/>
                    <a:pt x="34" y="108"/>
                  </a:cubicBezTo>
                  <a:cubicBezTo>
                    <a:pt x="34" y="108"/>
                    <a:pt x="34" y="108"/>
                    <a:pt x="34" y="108"/>
                  </a:cubicBezTo>
                  <a:cubicBezTo>
                    <a:pt x="36" y="110"/>
                    <a:pt x="40" y="112"/>
                    <a:pt x="48" y="117"/>
                  </a:cubicBezTo>
                  <a:cubicBezTo>
                    <a:pt x="50" y="118"/>
                    <a:pt x="60" y="124"/>
                    <a:pt x="70" y="127"/>
                  </a:cubicBezTo>
                  <a:cubicBezTo>
                    <a:pt x="91" y="134"/>
                    <a:pt x="91" y="134"/>
                    <a:pt x="91" y="134"/>
                  </a:cubicBezTo>
                  <a:cubicBezTo>
                    <a:pt x="97" y="137"/>
                    <a:pt x="102" y="136"/>
                    <a:pt x="107" y="132"/>
                  </a:cubicBezTo>
                  <a:cubicBezTo>
                    <a:pt x="107" y="132"/>
                    <a:pt x="108" y="130"/>
                    <a:pt x="110" y="128"/>
                  </a:cubicBezTo>
                  <a:cubicBezTo>
                    <a:pt x="111" y="127"/>
                    <a:pt x="112" y="124"/>
                    <a:pt x="112" y="122"/>
                  </a:cubicBezTo>
                  <a:cubicBezTo>
                    <a:pt x="117" y="120"/>
                    <a:pt x="120" y="116"/>
                    <a:pt x="122" y="114"/>
                  </a:cubicBezTo>
                  <a:cubicBezTo>
                    <a:pt x="125" y="110"/>
                    <a:pt x="125" y="106"/>
                    <a:pt x="125" y="104"/>
                  </a:cubicBezTo>
                  <a:cubicBezTo>
                    <a:pt x="128" y="102"/>
                    <a:pt x="131" y="100"/>
                    <a:pt x="134" y="95"/>
                  </a:cubicBezTo>
                  <a:cubicBezTo>
                    <a:pt x="135" y="92"/>
                    <a:pt x="136" y="89"/>
                    <a:pt x="135" y="86"/>
                  </a:cubicBezTo>
                  <a:cubicBezTo>
                    <a:pt x="138" y="84"/>
                    <a:pt x="140" y="81"/>
                    <a:pt x="141" y="78"/>
                  </a:cubicBezTo>
                  <a:cubicBezTo>
                    <a:pt x="142" y="78"/>
                    <a:pt x="142" y="78"/>
                    <a:pt x="142" y="78"/>
                  </a:cubicBezTo>
                  <a:cubicBezTo>
                    <a:pt x="142" y="77"/>
                    <a:pt x="142" y="77"/>
                    <a:pt x="142" y="76"/>
                  </a:cubicBezTo>
                  <a:cubicBezTo>
                    <a:pt x="144" y="71"/>
                    <a:pt x="143" y="64"/>
                    <a:pt x="136" y="59"/>
                  </a:cubicBezTo>
                  <a:close/>
                  <a:moveTo>
                    <a:pt x="28" y="101"/>
                  </a:moveTo>
                  <a:cubicBezTo>
                    <a:pt x="28" y="103"/>
                    <a:pt x="25" y="104"/>
                    <a:pt x="23" y="103"/>
                  </a:cubicBezTo>
                  <a:cubicBezTo>
                    <a:pt x="12" y="99"/>
                    <a:pt x="12" y="99"/>
                    <a:pt x="12" y="99"/>
                  </a:cubicBezTo>
                  <a:cubicBezTo>
                    <a:pt x="10" y="98"/>
                    <a:pt x="9" y="96"/>
                    <a:pt x="10" y="94"/>
                  </a:cubicBezTo>
                  <a:cubicBezTo>
                    <a:pt x="30" y="34"/>
                    <a:pt x="30" y="34"/>
                    <a:pt x="30" y="34"/>
                  </a:cubicBezTo>
                  <a:cubicBezTo>
                    <a:pt x="31" y="32"/>
                    <a:pt x="33" y="30"/>
                    <a:pt x="35" y="31"/>
                  </a:cubicBezTo>
                  <a:cubicBezTo>
                    <a:pt x="47" y="35"/>
                    <a:pt x="47" y="35"/>
                    <a:pt x="47" y="35"/>
                  </a:cubicBezTo>
                  <a:cubicBezTo>
                    <a:pt x="49" y="36"/>
                    <a:pt x="50" y="38"/>
                    <a:pt x="49" y="40"/>
                  </a:cubicBezTo>
                  <a:lnTo>
                    <a:pt x="28" y="101"/>
                  </a:lnTo>
                  <a:close/>
                  <a:moveTo>
                    <a:pt x="134" y="76"/>
                  </a:moveTo>
                  <a:cubicBezTo>
                    <a:pt x="133" y="77"/>
                    <a:pt x="131" y="81"/>
                    <a:pt x="125" y="79"/>
                  </a:cubicBezTo>
                  <a:cubicBezTo>
                    <a:pt x="117" y="76"/>
                    <a:pt x="117" y="76"/>
                    <a:pt x="117" y="76"/>
                  </a:cubicBezTo>
                  <a:cubicBezTo>
                    <a:pt x="116" y="76"/>
                    <a:pt x="115" y="76"/>
                    <a:pt x="114" y="77"/>
                  </a:cubicBezTo>
                  <a:cubicBezTo>
                    <a:pt x="114" y="78"/>
                    <a:pt x="115" y="79"/>
                    <a:pt x="116" y="80"/>
                  </a:cubicBezTo>
                  <a:cubicBezTo>
                    <a:pt x="123" y="82"/>
                    <a:pt x="123" y="82"/>
                    <a:pt x="123" y="82"/>
                  </a:cubicBezTo>
                  <a:cubicBezTo>
                    <a:pt x="129" y="84"/>
                    <a:pt x="128" y="89"/>
                    <a:pt x="127" y="91"/>
                  </a:cubicBezTo>
                  <a:cubicBezTo>
                    <a:pt x="125" y="94"/>
                    <a:pt x="122" y="99"/>
                    <a:pt x="116" y="97"/>
                  </a:cubicBezTo>
                  <a:cubicBezTo>
                    <a:pt x="107" y="94"/>
                    <a:pt x="107" y="94"/>
                    <a:pt x="107" y="94"/>
                  </a:cubicBezTo>
                  <a:cubicBezTo>
                    <a:pt x="106" y="93"/>
                    <a:pt x="105" y="94"/>
                    <a:pt x="104" y="95"/>
                  </a:cubicBezTo>
                  <a:cubicBezTo>
                    <a:pt x="104" y="96"/>
                    <a:pt x="104" y="97"/>
                    <a:pt x="105" y="97"/>
                  </a:cubicBezTo>
                  <a:cubicBezTo>
                    <a:pt x="113" y="100"/>
                    <a:pt x="113" y="100"/>
                    <a:pt x="113" y="100"/>
                  </a:cubicBezTo>
                  <a:cubicBezTo>
                    <a:pt x="119" y="102"/>
                    <a:pt x="117" y="107"/>
                    <a:pt x="115" y="109"/>
                  </a:cubicBezTo>
                  <a:cubicBezTo>
                    <a:pt x="113" y="113"/>
                    <a:pt x="111" y="116"/>
                    <a:pt x="103" y="113"/>
                  </a:cubicBezTo>
                  <a:cubicBezTo>
                    <a:pt x="97" y="111"/>
                    <a:pt x="97" y="111"/>
                    <a:pt x="97" y="111"/>
                  </a:cubicBezTo>
                  <a:cubicBezTo>
                    <a:pt x="95" y="111"/>
                    <a:pt x="94" y="111"/>
                    <a:pt x="94" y="112"/>
                  </a:cubicBezTo>
                  <a:cubicBezTo>
                    <a:pt x="94" y="113"/>
                    <a:pt x="94" y="115"/>
                    <a:pt x="95" y="115"/>
                  </a:cubicBezTo>
                  <a:cubicBezTo>
                    <a:pt x="101" y="117"/>
                    <a:pt x="101" y="117"/>
                    <a:pt x="101" y="117"/>
                  </a:cubicBezTo>
                  <a:cubicBezTo>
                    <a:pt x="105" y="118"/>
                    <a:pt x="104" y="122"/>
                    <a:pt x="103" y="124"/>
                  </a:cubicBezTo>
                  <a:cubicBezTo>
                    <a:pt x="102" y="125"/>
                    <a:pt x="101" y="126"/>
                    <a:pt x="101" y="126"/>
                  </a:cubicBezTo>
                  <a:cubicBezTo>
                    <a:pt x="99" y="128"/>
                    <a:pt x="97" y="128"/>
                    <a:pt x="93" y="127"/>
                  </a:cubicBezTo>
                  <a:cubicBezTo>
                    <a:pt x="73" y="120"/>
                    <a:pt x="73" y="120"/>
                    <a:pt x="73" y="120"/>
                  </a:cubicBezTo>
                  <a:cubicBezTo>
                    <a:pt x="62" y="116"/>
                    <a:pt x="53" y="110"/>
                    <a:pt x="53" y="110"/>
                  </a:cubicBezTo>
                  <a:cubicBezTo>
                    <a:pt x="38" y="101"/>
                    <a:pt x="37" y="101"/>
                    <a:pt x="36" y="100"/>
                  </a:cubicBezTo>
                  <a:cubicBezTo>
                    <a:pt x="36" y="100"/>
                    <a:pt x="33" y="98"/>
                    <a:pt x="34" y="96"/>
                  </a:cubicBezTo>
                  <a:cubicBezTo>
                    <a:pt x="52" y="43"/>
                    <a:pt x="52" y="43"/>
                    <a:pt x="52" y="43"/>
                  </a:cubicBezTo>
                  <a:cubicBezTo>
                    <a:pt x="53" y="42"/>
                    <a:pt x="54" y="41"/>
                    <a:pt x="57" y="41"/>
                  </a:cubicBezTo>
                  <a:cubicBezTo>
                    <a:pt x="57" y="41"/>
                    <a:pt x="57" y="41"/>
                    <a:pt x="57" y="41"/>
                  </a:cubicBezTo>
                  <a:cubicBezTo>
                    <a:pt x="77" y="39"/>
                    <a:pt x="88" y="25"/>
                    <a:pt x="92" y="13"/>
                  </a:cubicBezTo>
                  <a:cubicBezTo>
                    <a:pt x="93" y="11"/>
                    <a:pt x="95" y="9"/>
                    <a:pt x="97" y="10"/>
                  </a:cubicBezTo>
                  <a:cubicBezTo>
                    <a:pt x="101" y="12"/>
                    <a:pt x="106" y="22"/>
                    <a:pt x="102" y="32"/>
                  </a:cubicBezTo>
                  <a:cubicBezTo>
                    <a:pt x="99" y="41"/>
                    <a:pt x="98" y="42"/>
                    <a:pt x="92" y="51"/>
                  </a:cubicBezTo>
                  <a:cubicBezTo>
                    <a:pt x="130" y="63"/>
                    <a:pt x="129" y="64"/>
                    <a:pt x="132" y="66"/>
                  </a:cubicBezTo>
                  <a:cubicBezTo>
                    <a:pt x="136" y="68"/>
                    <a:pt x="135" y="72"/>
                    <a:pt x="135" y="73"/>
                  </a:cubicBezTo>
                  <a:cubicBezTo>
                    <a:pt x="134" y="74"/>
                    <a:pt x="134" y="74"/>
                    <a:pt x="134" y="76"/>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7" name="Freeform 70"/>
            <p:cNvSpPr>
              <a:spLocks noEditPoints="1"/>
            </p:cNvSpPr>
            <p:nvPr/>
          </p:nvSpPr>
          <p:spPr bwMode="auto">
            <a:xfrm>
              <a:off x="2466167" y="3068305"/>
              <a:ext cx="71242" cy="65617"/>
            </a:xfrm>
            <a:custGeom>
              <a:avLst/>
              <a:gdLst>
                <a:gd name="T0" fmla="*/ 9 w 14"/>
                <a:gd name="T1" fmla="*/ 1 h 13"/>
                <a:gd name="T2" fmla="*/ 1 w 14"/>
                <a:gd name="T3" fmla="*/ 5 h 13"/>
                <a:gd name="T4" fmla="*/ 5 w 14"/>
                <a:gd name="T5" fmla="*/ 12 h 13"/>
                <a:gd name="T6" fmla="*/ 13 w 14"/>
                <a:gd name="T7" fmla="*/ 9 h 13"/>
                <a:gd name="T8" fmla="*/ 9 w 14"/>
                <a:gd name="T9" fmla="*/ 1 h 13"/>
                <a:gd name="T10" fmla="*/ 6 w 14"/>
                <a:gd name="T11" fmla="*/ 8 h 13"/>
                <a:gd name="T12" fmla="*/ 5 w 14"/>
                <a:gd name="T13" fmla="*/ 6 h 13"/>
                <a:gd name="T14" fmla="*/ 8 w 14"/>
                <a:gd name="T15" fmla="*/ 5 h 13"/>
                <a:gd name="T16" fmla="*/ 9 w 14"/>
                <a:gd name="T17" fmla="*/ 7 h 13"/>
                <a:gd name="T18" fmla="*/ 6 w 14"/>
                <a:gd name="T19" fmla="*/ 8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3">
                  <a:moveTo>
                    <a:pt x="9" y="1"/>
                  </a:moveTo>
                  <a:cubicBezTo>
                    <a:pt x="6" y="0"/>
                    <a:pt x="2" y="2"/>
                    <a:pt x="1" y="5"/>
                  </a:cubicBezTo>
                  <a:cubicBezTo>
                    <a:pt x="0" y="8"/>
                    <a:pt x="2" y="11"/>
                    <a:pt x="5" y="12"/>
                  </a:cubicBezTo>
                  <a:cubicBezTo>
                    <a:pt x="8" y="13"/>
                    <a:pt x="12" y="12"/>
                    <a:pt x="13" y="9"/>
                  </a:cubicBezTo>
                  <a:cubicBezTo>
                    <a:pt x="14" y="5"/>
                    <a:pt x="12" y="2"/>
                    <a:pt x="9" y="1"/>
                  </a:cubicBezTo>
                  <a:close/>
                  <a:moveTo>
                    <a:pt x="6" y="8"/>
                  </a:moveTo>
                  <a:cubicBezTo>
                    <a:pt x="5" y="8"/>
                    <a:pt x="5" y="7"/>
                    <a:pt x="5" y="6"/>
                  </a:cubicBezTo>
                  <a:cubicBezTo>
                    <a:pt x="5" y="5"/>
                    <a:pt x="7" y="4"/>
                    <a:pt x="8" y="5"/>
                  </a:cubicBezTo>
                  <a:cubicBezTo>
                    <a:pt x="9" y="5"/>
                    <a:pt x="9" y="6"/>
                    <a:pt x="9" y="7"/>
                  </a:cubicBezTo>
                  <a:cubicBezTo>
                    <a:pt x="9" y="8"/>
                    <a:pt x="7" y="9"/>
                    <a:pt x="6" y="8"/>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8" name="Freeform 71"/>
            <p:cNvSpPr/>
            <p:nvPr/>
          </p:nvSpPr>
          <p:spPr bwMode="auto">
            <a:xfrm>
              <a:off x="2101744" y="3509021"/>
              <a:ext cx="952382" cy="836147"/>
            </a:xfrm>
            <a:custGeom>
              <a:avLst/>
              <a:gdLst>
                <a:gd name="T0" fmla="*/ 190 w 190"/>
                <a:gd name="T1" fmla="*/ 90 h 167"/>
                <a:gd name="T2" fmla="*/ 179 w 190"/>
                <a:gd name="T3" fmla="*/ 71 h 167"/>
                <a:gd name="T4" fmla="*/ 187 w 190"/>
                <a:gd name="T5" fmla="*/ 59 h 167"/>
                <a:gd name="T6" fmla="*/ 175 w 190"/>
                <a:gd name="T7" fmla="*/ 47 h 167"/>
                <a:gd name="T8" fmla="*/ 171 w 190"/>
                <a:gd name="T9" fmla="*/ 47 h 167"/>
                <a:gd name="T10" fmla="*/ 173 w 190"/>
                <a:gd name="T11" fmla="*/ 38 h 167"/>
                <a:gd name="T12" fmla="*/ 153 w 190"/>
                <a:gd name="T13" fmla="*/ 18 h 167"/>
                <a:gd name="T14" fmla="*/ 146 w 190"/>
                <a:gd name="T15" fmla="*/ 19 h 167"/>
                <a:gd name="T16" fmla="*/ 128 w 190"/>
                <a:gd name="T17" fmla="*/ 9 h 167"/>
                <a:gd name="T18" fmla="*/ 114 w 190"/>
                <a:gd name="T19" fmla="*/ 15 h 167"/>
                <a:gd name="T20" fmla="*/ 93 w 190"/>
                <a:gd name="T21" fmla="*/ 0 h 167"/>
                <a:gd name="T22" fmla="*/ 74 w 190"/>
                <a:gd name="T23" fmla="*/ 11 h 167"/>
                <a:gd name="T24" fmla="*/ 65 w 190"/>
                <a:gd name="T25" fmla="*/ 9 h 167"/>
                <a:gd name="T26" fmla="*/ 41 w 190"/>
                <a:gd name="T27" fmla="*/ 31 h 167"/>
                <a:gd name="T28" fmla="*/ 38 w 190"/>
                <a:gd name="T29" fmla="*/ 31 h 167"/>
                <a:gd name="T30" fmla="*/ 20 w 190"/>
                <a:gd name="T31" fmla="*/ 49 h 167"/>
                <a:gd name="T32" fmla="*/ 20 w 190"/>
                <a:gd name="T33" fmla="*/ 51 h 167"/>
                <a:gd name="T34" fmla="*/ 11 w 190"/>
                <a:gd name="T35" fmla="*/ 60 h 167"/>
                <a:gd name="T36" fmla="*/ 12 w 190"/>
                <a:gd name="T37" fmla="*/ 63 h 167"/>
                <a:gd name="T38" fmla="*/ 0 w 190"/>
                <a:gd name="T39" fmla="*/ 79 h 167"/>
                <a:gd name="T40" fmla="*/ 11 w 190"/>
                <a:gd name="T41" fmla="*/ 95 h 167"/>
                <a:gd name="T42" fmla="*/ 9 w 190"/>
                <a:gd name="T43" fmla="*/ 101 h 167"/>
                <a:gd name="T44" fmla="*/ 11 w 190"/>
                <a:gd name="T45" fmla="*/ 107 h 167"/>
                <a:gd name="T46" fmla="*/ 8 w 190"/>
                <a:gd name="T47" fmla="*/ 118 h 167"/>
                <a:gd name="T48" fmla="*/ 24 w 190"/>
                <a:gd name="T49" fmla="*/ 136 h 167"/>
                <a:gd name="T50" fmla="*/ 23 w 190"/>
                <a:gd name="T51" fmla="*/ 138 h 167"/>
                <a:gd name="T52" fmla="*/ 40 w 190"/>
                <a:gd name="T53" fmla="*/ 155 h 167"/>
                <a:gd name="T54" fmla="*/ 51 w 190"/>
                <a:gd name="T55" fmla="*/ 151 h 167"/>
                <a:gd name="T56" fmla="*/ 63 w 190"/>
                <a:gd name="T57" fmla="*/ 156 h 167"/>
                <a:gd name="T58" fmla="*/ 66 w 190"/>
                <a:gd name="T59" fmla="*/ 156 h 167"/>
                <a:gd name="T60" fmla="*/ 79 w 190"/>
                <a:gd name="T61" fmla="*/ 167 h 167"/>
                <a:gd name="T62" fmla="*/ 92 w 190"/>
                <a:gd name="T63" fmla="*/ 157 h 167"/>
                <a:gd name="T64" fmla="*/ 100 w 190"/>
                <a:gd name="T65" fmla="*/ 159 h 167"/>
                <a:gd name="T66" fmla="*/ 111 w 190"/>
                <a:gd name="T67" fmla="*/ 155 h 167"/>
                <a:gd name="T68" fmla="*/ 127 w 190"/>
                <a:gd name="T69" fmla="*/ 165 h 167"/>
                <a:gd name="T70" fmla="*/ 143 w 190"/>
                <a:gd name="T71" fmla="*/ 149 h 167"/>
                <a:gd name="T72" fmla="*/ 143 w 190"/>
                <a:gd name="T73" fmla="*/ 149 h 167"/>
                <a:gd name="T74" fmla="*/ 152 w 190"/>
                <a:gd name="T75" fmla="*/ 139 h 167"/>
                <a:gd name="T76" fmla="*/ 160 w 190"/>
                <a:gd name="T77" fmla="*/ 141 h 167"/>
                <a:gd name="T78" fmla="*/ 182 w 190"/>
                <a:gd name="T79" fmla="*/ 118 h 167"/>
                <a:gd name="T80" fmla="*/ 180 w 190"/>
                <a:gd name="T81" fmla="*/ 108 h 167"/>
                <a:gd name="T82" fmla="*/ 190 w 190"/>
                <a:gd name="T83" fmla="*/ 9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0" h="167">
                  <a:moveTo>
                    <a:pt x="190" y="90"/>
                  </a:moveTo>
                  <a:cubicBezTo>
                    <a:pt x="190" y="82"/>
                    <a:pt x="186" y="74"/>
                    <a:pt x="179" y="71"/>
                  </a:cubicBezTo>
                  <a:cubicBezTo>
                    <a:pt x="184" y="69"/>
                    <a:pt x="187" y="64"/>
                    <a:pt x="187" y="59"/>
                  </a:cubicBezTo>
                  <a:cubicBezTo>
                    <a:pt x="187" y="52"/>
                    <a:pt x="182" y="47"/>
                    <a:pt x="175" y="47"/>
                  </a:cubicBezTo>
                  <a:cubicBezTo>
                    <a:pt x="174" y="47"/>
                    <a:pt x="172" y="47"/>
                    <a:pt x="171" y="47"/>
                  </a:cubicBezTo>
                  <a:cubicBezTo>
                    <a:pt x="173" y="45"/>
                    <a:pt x="173" y="42"/>
                    <a:pt x="173" y="38"/>
                  </a:cubicBezTo>
                  <a:cubicBezTo>
                    <a:pt x="173" y="27"/>
                    <a:pt x="164" y="18"/>
                    <a:pt x="153" y="18"/>
                  </a:cubicBezTo>
                  <a:cubicBezTo>
                    <a:pt x="150" y="18"/>
                    <a:pt x="148" y="19"/>
                    <a:pt x="146" y="19"/>
                  </a:cubicBezTo>
                  <a:cubicBezTo>
                    <a:pt x="142" y="13"/>
                    <a:pt x="135" y="9"/>
                    <a:pt x="128" y="9"/>
                  </a:cubicBezTo>
                  <a:cubicBezTo>
                    <a:pt x="123" y="9"/>
                    <a:pt x="118" y="11"/>
                    <a:pt x="114" y="15"/>
                  </a:cubicBezTo>
                  <a:cubicBezTo>
                    <a:pt x="111" y="6"/>
                    <a:pt x="103" y="0"/>
                    <a:pt x="93" y="0"/>
                  </a:cubicBezTo>
                  <a:cubicBezTo>
                    <a:pt x="85" y="0"/>
                    <a:pt x="78" y="4"/>
                    <a:pt x="74" y="11"/>
                  </a:cubicBezTo>
                  <a:cubicBezTo>
                    <a:pt x="71" y="10"/>
                    <a:pt x="68" y="9"/>
                    <a:pt x="65" y="9"/>
                  </a:cubicBezTo>
                  <a:cubicBezTo>
                    <a:pt x="53" y="9"/>
                    <a:pt x="42" y="19"/>
                    <a:pt x="41" y="31"/>
                  </a:cubicBezTo>
                  <a:cubicBezTo>
                    <a:pt x="40" y="31"/>
                    <a:pt x="39" y="31"/>
                    <a:pt x="38" y="31"/>
                  </a:cubicBezTo>
                  <a:cubicBezTo>
                    <a:pt x="28" y="31"/>
                    <a:pt x="20" y="39"/>
                    <a:pt x="20" y="49"/>
                  </a:cubicBezTo>
                  <a:cubicBezTo>
                    <a:pt x="20" y="49"/>
                    <a:pt x="20" y="50"/>
                    <a:pt x="20" y="51"/>
                  </a:cubicBezTo>
                  <a:cubicBezTo>
                    <a:pt x="15" y="51"/>
                    <a:pt x="11" y="56"/>
                    <a:pt x="11" y="60"/>
                  </a:cubicBezTo>
                  <a:cubicBezTo>
                    <a:pt x="11" y="61"/>
                    <a:pt x="12" y="62"/>
                    <a:pt x="12" y="63"/>
                  </a:cubicBezTo>
                  <a:cubicBezTo>
                    <a:pt x="5" y="65"/>
                    <a:pt x="0" y="72"/>
                    <a:pt x="0" y="79"/>
                  </a:cubicBezTo>
                  <a:cubicBezTo>
                    <a:pt x="0" y="86"/>
                    <a:pt x="5" y="92"/>
                    <a:pt x="11" y="95"/>
                  </a:cubicBezTo>
                  <a:cubicBezTo>
                    <a:pt x="10" y="97"/>
                    <a:pt x="9" y="99"/>
                    <a:pt x="9" y="101"/>
                  </a:cubicBezTo>
                  <a:cubicBezTo>
                    <a:pt x="9" y="103"/>
                    <a:pt x="10" y="105"/>
                    <a:pt x="11" y="107"/>
                  </a:cubicBezTo>
                  <a:cubicBezTo>
                    <a:pt x="9" y="110"/>
                    <a:pt x="8" y="114"/>
                    <a:pt x="8" y="118"/>
                  </a:cubicBezTo>
                  <a:cubicBezTo>
                    <a:pt x="8" y="127"/>
                    <a:pt x="15" y="135"/>
                    <a:pt x="24" y="136"/>
                  </a:cubicBezTo>
                  <a:cubicBezTo>
                    <a:pt x="24" y="137"/>
                    <a:pt x="23" y="137"/>
                    <a:pt x="23" y="138"/>
                  </a:cubicBezTo>
                  <a:cubicBezTo>
                    <a:pt x="23" y="147"/>
                    <a:pt x="31" y="155"/>
                    <a:pt x="40" y="155"/>
                  </a:cubicBezTo>
                  <a:cubicBezTo>
                    <a:pt x="44" y="155"/>
                    <a:pt x="48" y="153"/>
                    <a:pt x="51" y="151"/>
                  </a:cubicBezTo>
                  <a:cubicBezTo>
                    <a:pt x="54" y="154"/>
                    <a:pt x="58" y="156"/>
                    <a:pt x="63" y="156"/>
                  </a:cubicBezTo>
                  <a:cubicBezTo>
                    <a:pt x="64" y="156"/>
                    <a:pt x="65" y="156"/>
                    <a:pt x="66" y="156"/>
                  </a:cubicBezTo>
                  <a:cubicBezTo>
                    <a:pt x="67" y="162"/>
                    <a:pt x="73" y="167"/>
                    <a:pt x="79" y="167"/>
                  </a:cubicBezTo>
                  <a:cubicBezTo>
                    <a:pt x="85" y="167"/>
                    <a:pt x="90" y="163"/>
                    <a:pt x="92" y="157"/>
                  </a:cubicBezTo>
                  <a:cubicBezTo>
                    <a:pt x="95" y="158"/>
                    <a:pt x="97" y="159"/>
                    <a:pt x="100" y="159"/>
                  </a:cubicBezTo>
                  <a:cubicBezTo>
                    <a:pt x="104" y="159"/>
                    <a:pt x="108" y="158"/>
                    <a:pt x="111" y="155"/>
                  </a:cubicBezTo>
                  <a:cubicBezTo>
                    <a:pt x="114" y="161"/>
                    <a:pt x="120" y="165"/>
                    <a:pt x="127" y="165"/>
                  </a:cubicBezTo>
                  <a:cubicBezTo>
                    <a:pt x="136" y="165"/>
                    <a:pt x="143" y="158"/>
                    <a:pt x="143" y="149"/>
                  </a:cubicBezTo>
                  <a:cubicBezTo>
                    <a:pt x="143" y="149"/>
                    <a:pt x="143" y="149"/>
                    <a:pt x="143" y="149"/>
                  </a:cubicBezTo>
                  <a:cubicBezTo>
                    <a:pt x="147" y="147"/>
                    <a:pt x="150" y="143"/>
                    <a:pt x="152" y="139"/>
                  </a:cubicBezTo>
                  <a:cubicBezTo>
                    <a:pt x="154" y="140"/>
                    <a:pt x="157" y="141"/>
                    <a:pt x="160" y="141"/>
                  </a:cubicBezTo>
                  <a:cubicBezTo>
                    <a:pt x="172" y="141"/>
                    <a:pt x="182" y="131"/>
                    <a:pt x="182" y="118"/>
                  </a:cubicBezTo>
                  <a:cubicBezTo>
                    <a:pt x="182" y="115"/>
                    <a:pt x="181" y="111"/>
                    <a:pt x="180" y="108"/>
                  </a:cubicBezTo>
                  <a:cubicBezTo>
                    <a:pt x="186" y="104"/>
                    <a:pt x="190" y="98"/>
                    <a:pt x="190" y="90"/>
                  </a:cubicBezTo>
                  <a:close/>
                </a:path>
              </a:pathLst>
            </a:cu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49" name="Freeform 72"/>
            <p:cNvSpPr/>
            <p:nvPr/>
          </p:nvSpPr>
          <p:spPr bwMode="auto">
            <a:xfrm>
              <a:off x="2559442" y="4426023"/>
              <a:ext cx="206224" cy="200601"/>
            </a:xfrm>
            <a:custGeom>
              <a:avLst/>
              <a:gdLst>
                <a:gd name="T0" fmla="*/ 41 w 41"/>
                <a:gd name="T1" fmla="*/ 17 h 40"/>
                <a:gd name="T2" fmla="*/ 25 w 41"/>
                <a:gd name="T3" fmla="*/ 0 h 40"/>
                <a:gd name="T4" fmla="*/ 9 w 41"/>
                <a:gd name="T5" fmla="*/ 17 h 40"/>
                <a:gd name="T6" fmla="*/ 9 w 41"/>
                <a:gd name="T7" fmla="*/ 17 h 40"/>
                <a:gd name="T8" fmla="*/ 0 w 41"/>
                <a:gd name="T9" fmla="*/ 28 h 40"/>
                <a:gd name="T10" fmla="*/ 11 w 41"/>
                <a:gd name="T11" fmla="*/ 40 h 40"/>
                <a:gd name="T12" fmla="*/ 18 w 41"/>
                <a:gd name="T13" fmla="*/ 37 h 40"/>
                <a:gd name="T14" fmla="*/ 24 w 41"/>
                <a:gd name="T15" fmla="*/ 39 h 40"/>
                <a:gd name="T16" fmla="*/ 34 w 41"/>
                <a:gd name="T17" fmla="*/ 30 h 40"/>
                <a:gd name="T18" fmla="*/ 41 w 41"/>
                <a:gd name="T19"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40">
                  <a:moveTo>
                    <a:pt x="41" y="17"/>
                  </a:moveTo>
                  <a:cubicBezTo>
                    <a:pt x="41" y="8"/>
                    <a:pt x="34" y="0"/>
                    <a:pt x="25" y="0"/>
                  </a:cubicBezTo>
                  <a:cubicBezTo>
                    <a:pt x="16" y="0"/>
                    <a:pt x="9" y="8"/>
                    <a:pt x="9" y="17"/>
                  </a:cubicBezTo>
                  <a:cubicBezTo>
                    <a:pt x="9" y="17"/>
                    <a:pt x="9" y="17"/>
                    <a:pt x="9" y="17"/>
                  </a:cubicBezTo>
                  <a:cubicBezTo>
                    <a:pt x="3" y="18"/>
                    <a:pt x="0" y="23"/>
                    <a:pt x="0" y="28"/>
                  </a:cubicBezTo>
                  <a:cubicBezTo>
                    <a:pt x="0" y="34"/>
                    <a:pt x="5" y="40"/>
                    <a:pt x="11" y="40"/>
                  </a:cubicBezTo>
                  <a:cubicBezTo>
                    <a:pt x="14" y="40"/>
                    <a:pt x="16" y="39"/>
                    <a:pt x="18" y="37"/>
                  </a:cubicBezTo>
                  <a:cubicBezTo>
                    <a:pt x="20" y="38"/>
                    <a:pt x="22" y="39"/>
                    <a:pt x="24" y="39"/>
                  </a:cubicBezTo>
                  <a:cubicBezTo>
                    <a:pt x="29" y="39"/>
                    <a:pt x="33" y="35"/>
                    <a:pt x="34" y="30"/>
                  </a:cubicBezTo>
                  <a:cubicBezTo>
                    <a:pt x="38" y="28"/>
                    <a:pt x="41" y="22"/>
                    <a:pt x="41" y="17"/>
                  </a:cubicBezTo>
                  <a:close/>
                </a:path>
              </a:pathLst>
            </a:cu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50" name="Freeform 73"/>
            <p:cNvSpPr/>
            <p:nvPr/>
          </p:nvSpPr>
          <p:spPr bwMode="auto">
            <a:xfrm>
              <a:off x="2326595" y="4718652"/>
              <a:ext cx="104987" cy="125611"/>
            </a:xfrm>
            <a:custGeom>
              <a:avLst/>
              <a:gdLst>
                <a:gd name="T0" fmla="*/ 21 w 21"/>
                <a:gd name="T1" fmla="*/ 6 h 25"/>
                <a:gd name="T2" fmla="*/ 15 w 21"/>
                <a:gd name="T3" fmla="*/ 0 h 25"/>
                <a:gd name="T4" fmla="*/ 9 w 21"/>
                <a:gd name="T5" fmla="*/ 6 h 25"/>
                <a:gd name="T6" fmla="*/ 9 w 21"/>
                <a:gd name="T7" fmla="*/ 8 h 25"/>
                <a:gd name="T8" fmla="*/ 9 w 21"/>
                <a:gd name="T9" fmla="*/ 8 h 25"/>
                <a:gd name="T10" fmla="*/ 0 w 21"/>
                <a:gd name="T11" fmla="*/ 17 h 25"/>
                <a:gd name="T12" fmla="*/ 9 w 21"/>
                <a:gd name="T13" fmla="*/ 25 h 25"/>
                <a:gd name="T14" fmla="*/ 18 w 21"/>
                <a:gd name="T15" fmla="*/ 17 h 25"/>
                <a:gd name="T16" fmla="*/ 16 w 21"/>
                <a:gd name="T17" fmla="*/ 12 h 25"/>
                <a:gd name="T18" fmla="*/ 21 w 21"/>
                <a:gd name="T19" fmla="*/ 6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5">
                  <a:moveTo>
                    <a:pt x="21" y="6"/>
                  </a:moveTo>
                  <a:cubicBezTo>
                    <a:pt x="21" y="3"/>
                    <a:pt x="18" y="0"/>
                    <a:pt x="15" y="0"/>
                  </a:cubicBezTo>
                  <a:cubicBezTo>
                    <a:pt x="11" y="0"/>
                    <a:pt x="9" y="3"/>
                    <a:pt x="9" y="6"/>
                  </a:cubicBezTo>
                  <a:cubicBezTo>
                    <a:pt x="9" y="7"/>
                    <a:pt x="9" y="7"/>
                    <a:pt x="9" y="8"/>
                  </a:cubicBezTo>
                  <a:cubicBezTo>
                    <a:pt x="9" y="8"/>
                    <a:pt x="9" y="8"/>
                    <a:pt x="9" y="8"/>
                  </a:cubicBezTo>
                  <a:cubicBezTo>
                    <a:pt x="4" y="8"/>
                    <a:pt x="0" y="12"/>
                    <a:pt x="0" y="17"/>
                  </a:cubicBezTo>
                  <a:cubicBezTo>
                    <a:pt x="0" y="21"/>
                    <a:pt x="4" y="25"/>
                    <a:pt x="9" y="25"/>
                  </a:cubicBezTo>
                  <a:cubicBezTo>
                    <a:pt x="14" y="25"/>
                    <a:pt x="18" y="21"/>
                    <a:pt x="18" y="17"/>
                  </a:cubicBezTo>
                  <a:cubicBezTo>
                    <a:pt x="18" y="15"/>
                    <a:pt x="17" y="13"/>
                    <a:pt x="16" y="12"/>
                  </a:cubicBezTo>
                  <a:cubicBezTo>
                    <a:pt x="19" y="11"/>
                    <a:pt x="21" y="9"/>
                    <a:pt x="21" y="6"/>
                  </a:cubicBezTo>
                  <a:close/>
                </a:path>
              </a:pathLst>
            </a:cu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51" name="Oval 74"/>
            <p:cNvSpPr>
              <a:spLocks noChangeArrowheads="1"/>
            </p:cNvSpPr>
            <p:nvPr/>
          </p:nvSpPr>
          <p:spPr bwMode="auto">
            <a:xfrm>
              <a:off x="2431460" y="4016620"/>
              <a:ext cx="140608" cy="136859"/>
            </a:xfrm>
            <a:prstGeom prst="ellipse">
              <a:avLst/>
            </a:pr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2" name="Freeform 75"/>
            <p:cNvSpPr/>
            <p:nvPr/>
          </p:nvSpPr>
          <p:spPr bwMode="auto">
            <a:xfrm>
              <a:off x="2431459" y="3852504"/>
              <a:ext cx="301840" cy="296213"/>
            </a:xfrm>
            <a:custGeom>
              <a:avLst/>
              <a:gdLst>
                <a:gd name="T0" fmla="*/ 46 w 60"/>
                <a:gd name="T1" fmla="*/ 52 h 59"/>
                <a:gd name="T2" fmla="*/ 53 w 60"/>
                <a:gd name="T3" fmla="*/ 59 h 59"/>
                <a:gd name="T4" fmla="*/ 60 w 60"/>
                <a:gd name="T5" fmla="*/ 52 h 59"/>
                <a:gd name="T6" fmla="*/ 7 w 60"/>
                <a:gd name="T7" fmla="*/ 0 h 59"/>
                <a:gd name="T8" fmla="*/ 0 w 60"/>
                <a:gd name="T9" fmla="*/ 6 h 59"/>
                <a:gd name="T10" fmla="*/ 7 w 60"/>
                <a:gd name="T11" fmla="*/ 13 h 59"/>
                <a:gd name="T12" fmla="*/ 46 w 60"/>
                <a:gd name="T13" fmla="*/ 52 h 59"/>
              </a:gdLst>
              <a:ahLst/>
              <a:cxnLst>
                <a:cxn ang="0">
                  <a:pos x="T0" y="T1"/>
                </a:cxn>
                <a:cxn ang="0">
                  <a:pos x="T2" y="T3"/>
                </a:cxn>
                <a:cxn ang="0">
                  <a:pos x="T4" y="T5"/>
                </a:cxn>
                <a:cxn ang="0">
                  <a:pos x="T6" y="T7"/>
                </a:cxn>
                <a:cxn ang="0">
                  <a:pos x="T8" y="T9"/>
                </a:cxn>
                <a:cxn ang="0">
                  <a:pos x="T10" y="T11"/>
                </a:cxn>
                <a:cxn ang="0">
                  <a:pos x="T12" y="T13"/>
                </a:cxn>
              </a:cxnLst>
              <a:rect l="0" t="0" r="r" b="b"/>
              <a:pathLst>
                <a:path w="60" h="59">
                  <a:moveTo>
                    <a:pt x="46" y="52"/>
                  </a:moveTo>
                  <a:cubicBezTo>
                    <a:pt x="46" y="56"/>
                    <a:pt x="49" y="59"/>
                    <a:pt x="53" y="59"/>
                  </a:cubicBezTo>
                  <a:cubicBezTo>
                    <a:pt x="56" y="59"/>
                    <a:pt x="60" y="56"/>
                    <a:pt x="60" y="52"/>
                  </a:cubicBezTo>
                  <a:cubicBezTo>
                    <a:pt x="60" y="23"/>
                    <a:pt x="36" y="0"/>
                    <a:pt x="7" y="0"/>
                  </a:cubicBezTo>
                  <a:cubicBezTo>
                    <a:pt x="3" y="0"/>
                    <a:pt x="0" y="3"/>
                    <a:pt x="0" y="6"/>
                  </a:cubicBezTo>
                  <a:cubicBezTo>
                    <a:pt x="0" y="10"/>
                    <a:pt x="3" y="13"/>
                    <a:pt x="7" y="13"/>
                  </a:cubicBezTo>
                  <a:cubicBezTo>
                    <a:pt x="29" y="13"/>
                    <a:pt x="46" y="31"/>
                    <a:pt x="46" y="52"/>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3" name="Freeform 76"/>
            <p:cNvSpPr/>
            <p:nvPr/>
          </p:nvSpPr>
          <p:spPr bwMode="auto">
            <a:xfrm>
              <a:off x="2431458" y="3717349"/>
              <a:ext cx="425573" cy="427447"/>
            </a:xfrm>
            <a:custGeom>
              <a:avLst/>
              <a:gdLst>
                <a:gd name="T0" fmla="*/ 78 w 85"/>
                <a:gd name="T1" fmla="*/ 85 h 85"/>
                <a:gd name="T2" fmla="*/ 85 w 85"/>
                <a:gd name="T3" fmla="*/ 78 h 85"/>
                <a:gd name="T4" fmla="*/ 7 w 85"/>
                <a:gd name="T5" fmla="*/ 0 h 85"/>
                <a:gd name="T6" fmla="*/ 0 w 85"/>
                <a:gd name="T7" fmla="*/ 7 h 85"/>
                <a:gd name="T8" fmla="*/ 7 w 85"/>
                <a:gd name="T9" fmla="*/ 14 h 85"/>
                <a:gd name="T10" fmla="*/ 71 w 85"/>
                <a:gd name="T11" fmla="*/ 78 h 85"/>
                <a:gd name="T12" fmla="*/ 78 w 85"/>
                <a:gd name="T13" fmla="*/ 85 h 85"/>
              </a:gdLst>
              <a:ahLst/>
              <a:cxnLst>
                <a:cxn ang="0">
                  <a:pos x="T0" y="T1"/>
                </a:cxn>
                <a:cxn ang="0">
                  <a:pos x="T2" y="T3"/>
                </a:cxn>
                <a:cxn ang="0">
                  <a:pos x="T4" y="T5"/>
                </a:cxn>
                <a:cxn ang="0">
                  <a:pos x="T6" y="T7"/>
                </a:cxn>
                <a:cxn ang="0">
                  <a:pos x="T8" y="T9"/>
                </a:cxn>
                <a:cxn ang="0">
                  <a:pos x="T10" y="T11"/>
                </a:cxn>
                <a:cxn ang="0">
                  <a:pos x="T12" y="T13"/>
                </a:cxn>
              </a:cxnLst>
              <a:rect l="0" t="0" r="r" b="b"/>
              <a:pathLst>
                <a:path w="85" h="85">
                  <a:moveTo>
                    <a:pt x="78" y="85"/>
                  </a:moveTo>
                  <a:cubicBezTo>
                    <a:pt x="82" y="85"/>
                    <a:pt x="85" y="82"/>
                    <a:pt x="85" y="78"/>
                  </a:cubicBezTo>
                  <a:cubicBezTo>
                    <a:pt x="85" y="35"/>
                    <a:pt x="50" y="0"/>
                    <a:pt x="7" y="0"/>
                  </a:cubicBezTo>
                  <a:cubicBezTo>
                    <a:pt x="3" y="0"/>
                    <a:pt x="0" y="3"/>
                    <a:pt x="0" y="7"/>
                  </a:cubicBezTo>
                  <a:cubicBezTo>
                    <a:pt x="0" y="11"/>
                    <a:pt x="3" y="14"/>
                    <a:pt x="7" y="14"/>
                  </a:cubicBezTo>
                  <a:cubicBezTo>
                    <a:pt x="42" y="14"/>
                    <a:pt x="71" y="43"/>
                    <a:pt x="71" y="78"/>
                  </a:cubicBezTo>
                  <a:cubicBezTo>
                    <a:pt x="71" y="82"/>
                    <a:pt x="74" y="85"/>
                    <a:pt x="78" y="85"/>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4" name="Freeform 77"/>
            <p:cNvSpPr/>
            <p:nvPr/>
          </p:nvSpPr>
          <p:spPr bwMode="auto">
            <a:xfrm flipH="1">
              <a:off x="999802" y="3267199"/>
              <a:ext cx="1098614" cy="1066745"/>
            </a:xfrm>
            <a:custGeom>
              <a:avLst/>
              <a:gdLst>
                <a:gd name="T0" fmla="*/ 212 w 219"/>
                <a:gd name="T1" fmla="*/ 60 h 213"/>
                <a:gd name="T2" fmla="*/ 57 w 219"/>
                <a:gd name="T3" fmla="*/ 2 h 213"/>
                <a:gd name="T4" fmla="*/ 45 w 219"/>
                <a:gd name="T5" fmla="*/ 7 h 213"/>
                <a:gd name="T6" fmla="*/ 2 w 219"/>
                <a:gd name="T7" fmla="*/ 123 h 213"/>
                <a:gd name="T8" fmla="*/ 7 w 219"/>
                <a:gd name="T9" fmla="*/ 135 h 213"/>
                <a:gd name="T10" fmla="*/ 112 w 219"/>
                <a:gd name="T11" fmla="*/ 174 h 213"/>
                <a:gd name="T12" fmla="*/ 94 w 219"/>
                <a:gd name="T13" fmla="*/ 211 h 213"/>
                <a:gd name="T14" fmla="*/ 143 w 219"/>
                <a:gd name="T15" fmla="*/ 186 h 213"/>
                <a:gd name="T16" fmla="*/ 162 w 219"/>
                <a:gd name="T17" fmla="*/ 193 h 213"/>
                <a:gd name="T18" fmla="*/ 174 w 219"/>
                <a:gd name="T19" fmla="*/ 188 h 213"/>
                <a:gd name="T20" fmla="*/ 218 w 219"/>
                <a:gd name="T21" fmla="*/ 72 h 213"/>
                <a:gd name="T22" fmla="*/ 212 w 219"/>
                <a:gd name="T23" fmla="*/ 6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9" h="213">
                  <a:moveTo>
                    <a:pt x="212" y="60"/>
                  </a:moveTo>
                  <a:cubicBezTo>
                    <a:pt x="57" y="2"/>
                    <a:pt x="57" y="2"/>
                    <a:pt x="57" y="2"/>
                  </a:cubicBezTo>
                  <a:cubicBezTo>
                    <a:pt x="52" y="0"/>
                    <a:pt x="47" y="2"/>
                    <a:pt x="45" y="7"/>
                  </a:cubicBezTo>
                  <a:cubicBezTo>
                    <a:pt x="2" y="123"/>
                    <a:pt x="2" y="123"/>
                    <a:pt x="2" y="123"/>
                  </a:cubicBezTo>
                  <a:cubicBezTo>
                    <a:pt x="0" y="128"/>
                    <a:pt x="2" y="133"/>
                    <a:pt x="7" y="135"/>
                  </a:cubicBezTo>
                  <a:cubicBezTo>
                    <a:pt x="112" y="174"/>
                    <a:pt x="112" y="174"/>
                    <a:pt x="112" y="174"/>
                  </a:cubicBezTo>
                  <a:cubicBezTo>
                    <a:pt x="112" y="193"/>
                    <a:pt x="94" y="211"/>
                    <a:pt x="94" y="211"/>
                  </a:cubicBezTo>
                  <a:cubicBezTo>
                    <a:pt x="123" y="213"/>
                    <a:pt x="137" y="196"/>
                    <a:pt x="143" y="186"/>
                  </a:cubicBezTo>
                  <a:cubicBezTo>
                    <a:pt x="162" y="193"/>
                    <a:pt x="162" y="193"/>
                    <a:pt x="162" y="193"/>
                  </a:cubicBezTo>
                  <a:cubicBezTo>
                    <a:pt x="167" y="195"/>
                    <a:pt x="172" y="193"/>
                    <a:pt x="174" y="188"/>
                  </a:cubicBezTo>
                  <a:cubicBezTo>
                    <a:pt x="218" y="72"/>
                    <a:pt x="218" y="72"/>
                    <a:pt x="218" y="72"/>
                  </a:cubicBezTo>
                  <a:cubicBezTo>
                    <a:pt x="219" y="67"/>
                    <a:pt x="217" y="62"/>
                    <a:pt x="212" y="60"/>
                  </a:cubicBezTo>
                  <a:close/>
                </a:path>
              </a:pathLst>
            </a:custGeom>
            <a:solidFill>
              <a:srgbClr val="48BAF8"/>
            </a:solidFill>
            <a:ln>
              <a:noFill/>
            </a:ln>
          </p:spPr>
          <p:txBody>
            <a:bodyPr vert="horz" wrap="square" lIns="121920" tIns="60960" rIns="121920" bIns="60960" numCol="1" anchor="t" anchorCtr="0" compatLnSpc="1"/>
            <a:lstStyle/>
            <a:p>
              <a:endParaRPr lang="en-US" sz="2400"/>
            </a:p>
          </p:txBody>
        </p:sp>
        <p:sp>
          <p:nvSpPr>
            <p:cNvPr id="55" name="Freeform 78"/>
            <p:cNvSpPr>
              <a:spLocks noEditPoints="1"/>
            </p:cNvSpPr>
            <p:nvPr/>
          </p:nvSpPr>
          <p:spPr bwMode="auto">
            <a:xfrm>
              <a:off x="1359887" y="3474809"/>
              <a:ext cx="481816" cy="481816"/>
            </a:xfrm>
            <a:custGeom>
              <a:avLst/>
              <a:gdLst>
                <a:gd name="T0" fmla="*/ 60 w 96"/>
                <a:gd name="T1" fmla="*/ 16 h 96"/>
                <a:gd name="T2" fmla="*/ 80 w 96"/>
                <a:gd name="T3" fmla="*/ 60 h 96"/>
                <a:gd name="T4" fmla="*/ 36 w 96"/>
                <a:gd name="T5" fmla="*/ 80 h 96"/>
                <a:gd name="T6" fmla="*/ 16 w 96"/>
                <a:gd name="T7" fmla="*/ 36 h 96"/>
                <a:gd name="T8" fmla="*/ 60 w 96"/>
                <a:gd name="T9" fmla="*/ 16 h 96"/>
                <a:gd name="T10" fmla="*/ 63 w 96"/>
                <a:gd name="T11" fmla="*/ 8 h 96"/>
                <a:gd name="T12" fmla="*/ 8 w 96"/>
                <a:gd name="T13" fmla="*/ 33 h 96"/>
                <a:gd name="T14" fmla="*/ 33 w 96"/>
                <a:gd name="T15" fmla="*/ 88 h 96"/>
                <a:gd name="T16" fmla="*/ 87 w 96"/>
                <a:gd name="T17" fmla="*/ 63 h 96"/>
                <a:gd name="T18" fmla="*/ 63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60" y="16"/>
                  </a:moveTo>
                  <a:cubicBezTo>
                    <a:pt x="77" y="23"/>
                    <a:pt x="86" y="42"/>
                    <a:pt x="80" y="60"/>
                  </a:cubicBezTo>
                  <a:cubicBezTo>
                    <a:pt x="73" y="77"/>
                    <a:pt x="53" y="86"/>
                    <a:pt x="36" y="80"/>
                  </a:cubicBezTo>
                  <a:cubicBezTo>
                    <a:pt x="18" y="73"/>
                    <a:pt x="10" y="54"/>
                    <a:pt x="16" y="36"/>
                  </a:cubicBezTo>
                  <a:cubicBezTo>
                    <a:pt x="23" y="19"/>
                    <a:pt x="42" y="10"/>
                    <a:pt x="60" y="16"/>
                  </a:cubicBezTo>
                  <a:moveTo>
                    <a:pt x="63" y="8"/>
                  </a:moveTo>
                  <a:cubicBezTo>
                    <a:pt x="41" y="0"/>
                    <a:pt x="16" y="11"/>
                    <a:pt x="8" y="33"/>
                  </a:cubicBezTo>
                  <a:cubicBezTo>
                    <a:pt x="0" y="55"/>
                    <a:pt x="11" y="79"/>
                    <a:pt x="33" y="88"/>
                  </a:cubicBezTo>
                  <a:cubicBezTo>
                    <a:pt x="55" y="96"/>
                    <a:pt x="79" y="85"/>
                    <a:pt x="87" y="63"/>
                  </a:cubicBezTo>
                  <a:cubicBezTo>
                    <a:pt x="96" y="41"/>
                    <a:pt x="85" y="17"/>
                    <a:pt x="63" y="8"/>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6" name="Freeform 79"/>
            <p:cNvSpPr/>
            <p:nvPr/>
          </p:nvSpPr>
          <p:spPr bwMode="auto">
            <a:xfrm>
              <a:off x="1609342" y="3536090"/>
              <a:ext cx="99363" cy="264343"/>
            </a:xfrm>
            <a:custGeom>
              <a:avLst/>
              <a:gdLst>
                <a:gd name="T0" fmla="*/ 9 w 20"/>
                <a:gd name="T1" fmla="*/ 52 h 53"/>
                <a:gd name="T2" fmla="*/ 7 w 20"/>
                <a:gd name="T3" fmla="*/ 50 h 53"/>
                <a:gd name="T4" fmla="*/ 0 w 20"/>
                <a:gd name="T5" fmla="*/ 35 h 53"/>
                <a:gd name="T6" fmla="*/ 11 w 20"/>
                <a:gd name="T7" fmla="*/ 3 h 53"/>
                <a:gd name="T8" fmla="*/ 17 w 20"/>
                <a:gd name="T9" fmla="*/ 1 h 53"/>
                <a:gd name="T10" fmla="*/ 19 w 20"/>
                <a:gd name="T11" fmla="*/ 6 h 53"/>
                <a:gd name="T12" fmla="*/ 9 w 20"/>
                <a:gd name="T13" fmla="*/ 34 h 53"/>
                <a:gd name="T14" fmla="*/ 15 w 20"/>
                <a:gd name="T15" fmla="*/ 47 h 53"/>
                <a:gd name="T16" fmla="*/ 12 w 20"/>
                <a:gd name="T17" fmla="*/ 52 h 53"/>
                <a:gd name="T18" fmla="*/ 9 w 20"/>
                <a:gd name="T19" fmla="*/ 5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53">
                  <a:moveTo>
                    <a:pt x="9" y="52"/>
                  </a:moveTo>
                  <a:cubicBezTo>
                    <a:pt x="8" y="52"/>
                    <a:pt x="7" y="51"/>
                    <a:pt x="7" y="50"/>
                  </a:cubicBezTo>
                  <a:cubicBezTo>
                    <a:pt x="0" y="35"/>
                    <a:pt x="0" y="35"/>
                    <a:pt x="0" y="35"/>
                  </a:cubicBezTo>
                  <a:cubicBezTo>
                    <a:pt x="11" y="3"/>
                    <a:pt x="11" y="3"/>
                    <a:pt x="11" y="3"/>
                  </a:cubicBezTo>
                  <a:cubicBezTo>
                    <a:pt x="12" y="1"/>
                    <a:pt x="15" y="0"/>
                    <a:pt x="17" y="1"/>
                  </a:cubicBezTo>
                  <a:cubicBezTo>
                    <a:pt x="19" y="2"/>
                    <a:pt x="20" y="4"/>
                    <a:pt x="19" y="6"/>
                  </a:cubicBezTo>
                  <a:cubicBezTo>
                    <a:pt x="9" y="34"/>
                    <a:pt x="9" y="34"/>
                    <a:pt x="9" y="34"/>
                  </a:cubicBezTo>
                  <a:cubicBezTo>
                    <a:pt x="15" y="47"/>
                    <a:pt x="15" y="47"/>
                    <a:pt x="15" y="47"/>
                  </a:cubicBezTo>
                  <a:cubicBezTo>
                    <a:pt x="16" y="49"/>
                    <a:pt x="15" y="51"/>
                    <a:pt x="12" y="52"/>
                  </a:cubicBezTo>
                  <a:cubicBezTo>
                    <a:pt x="11" y="53"/>
                    <a:pt x="10" y="53"/>
                    <a:pt x="9" y="52"/>
                  </a:cubicBez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7" name="Freeform 86"/>
            <p:cNvSpPr/>
            <p:nvPr/>
          </p:nvSpPr>
          <p:spPr bwMode="auto">
            <a:xfrm>
              <a:off x="3939037" y="3380901"/>
              <a:ext cx="1186729" cy="1107989"/>
            </a:xfrm>
            <a:custGeom>
              <a:avLst/>
              <a:gdLst>
                <a:gd name="T0" fmla="*/ 227 w 237"/>
                <a:gd name="T1" fmla="*/ 68 h 221"/>
                <a:gd name="T2" fmla="*/ 97 w 237"/>
                <a:gd name="T3" fmla="*/ 15 h 221"/>
                <a:gd name="T4" fmla="*/ 12 w 237"/>
                <a:gd name="T5" fmla="*/ 126 h 221"/>
                <a:gd name="T6" fmla="*/ 118 w 237"/>
                <a:gd name="T7" fmla="*/ 182 h 221"/>
                <a:gd name="T8" fmla="*/ 183 w 237"/>
                <a:gd name="T9" fmla="*/ 221 h 221"/>
                <a:gd name="T10" fmla="*/ 162 w 237"/>
                <a:gd name="T11" fmla="*/ 171 h 221"/>
                <a:gd name="T12" fmla="*/ 227 w 237"/>
                <a:gd name="T13" fmla="*/ 68 h 221"/>
              </a:gdLst>
              <a:ahLst/>
              <a:cxnLst>
                <a:cxn ang="0">
                  <a:pos x="T0" y="T1"/>
                </a:cxn>
                <a:cxn ang="0">
                  <a:pos x="T2" y="T3"/>
                </a:cxn>
                <a:cxn ang="0">
                  <a:pos x="T4" y="T5"/>
                </a:cxn>
                <a:cxn ang="0">
                  <a:pos x="T6" y="T7"/>
                </a:cxn>
                <a:cxn ang="0">
                  <a:pos x="T8" y="T9"/>
                </a:cxn>
                <a:cxn ang="0">
                  <a:pos x="T10" y="T11"/>
                </a:cxn>
                <a:cxn ang="0">
                  <a:pos x="T12" y="T13"/>
                </a:cxn>
              </a:cxnLst>
              <a:rect l="0" t="0" r="r" b="b"/>
              <a:pathLst>
                <a:path w="237" h="221">
                  <a:moveTo>
                    <a:pt x="227" y="68"/>
                  </a:moveTo>
                  <a:cubicBezTo>
                    <a:pt x="214" y="23"/>
                    <a:pt x="157" y="0"/>
                    <a:pt x="97" y="15"/>
                  </a:cubicBezTo>
                  <a:cubicBezTo>
                    <a:pt x="38" y="31"/>
                    <a:pt x="0" y="81"/>
                    <a:pt x="12" y="126"/>
                  </a:cubicBezTo>
                  <a:cubicBezTo>
                    <a:pt x="22" y="165"/>
                    <a:pt x="68" y="188"/>
                    <a:pt x="118" y="182"/>
                  </a:cubicBezTo>
                  <a:cubicBezTo>
                    <a:pt x="127" y="198"/>
                    <a:pt x="145" y="220"/>
                    <a:pt x="183" y="221"/>
                  </a:cubicBezTo>
                  <a:cubicBezTo>
                    <a:pt x="183" y="221"/>
                    <a:pt x="163" y="196"/>
                    <a:pt x="162" y="171"/>
                  </a:cubicBezTo>
                  <a:cubicBezTo>
                    <a:pt x="209" y="150"/>
                    <a:pt x="237" y="108"/>
                    <a:pt x="227" y="68"/>
                  </a:cubicBezTo>
                  <a:close/>
                </a:path>
              </a:pathLst>
            </a:custGeom>
            <a:solidFill>
              <a:srgbClr val="48BAF8"/>
            </a:solidFill>
            <a:ln>
              <a:noFill/>
            </a:ln>
          </p:spPr>
          <p:txBody>
            <a:bodyPr vert="horz" wrap="square" lIns="121920" tIns="60960" rIns="121920" bIns="60960" numCol="1" anchor="t" anchorCtr="0" compatLnSpc="1"/>
            <a:lstStyle/>
            <a:p>
              <a:endParaRPr lang="en-US" sz="2400"/>
            </a:p>
          </p:txBody>
        </p:sp>
        <p:sp>
          <p:nvSpPr>
            <p:cNvPr id="58" name="Freeform 87"/>
            <p:cNvSpPr/>
            <p:nvPr/>
          </p:nvSpPr>
          <p:spPr bwMode="auto">
            <a:xfrm>
              <a:off x="4420594" y="3699758"/>
              <a:ext cx="431197" cy="425573"/>
            </a:xfrm>
            <a:custGeom>
              <a:avLst/>
              <a:gdLst>
                <a:gd name="T0" fmla="*/ 11 w 86"/>
                <a:gd name="T1" fmla="*/ 82 h 85"/>
                <a:gd name="T2" fmla="*/ 14 w 86"/>
                <a:gd name="T3" fmla="*/ 84 h 85"/>
                <a:gd name="T4" fmla="*/ 40 w 86"/>
                <a:gd name="T5" fmla="*/ 77 h 85"/>
                <a:gd name="T6" fmla="*/ 34 w 86"/>
                <a:gd name="T7" fmla="*/ 56 h 85"/>
                <a:gd name="T8" fmla="*/ 36 w 86"/>
                <a:gd name="T9" fmla="*/ 51 h 85"/>
                <a:gd name="T10" fmla="*/ 47 w 86"/>
                <a:gd name="T11" fmla="*/ 48 h 85"/>
                <a:gd name="T12" fmla="*/ 52 w 86"/>
                <a:gd name="T13" fmla="*/ 51 h 85"/>
                <a:gd name="T14" fmla="*/ 57 w 86"/>
                <a:gd name="T15" fmla="*/ 72 h 85"/>
                <a:gd name="T16" fmla="*/ 83 w 86"/>
                <a:gd name="T17" fmla="*/ 65 h 85"/>
                <a:gd name="T18" fmla="*/ 85 w 86"/>
                <a:gd name="T19" fmla="*/ 62 h 85"/>
                <a:gd name="T20" fmla="*/ 74 w 86"/>
                <a:gd name="T21" fmla="*/ 22 h 85"/>
                <a:gd name="T22" fmla="*/ 30 w 86"/>
                <a:gd name="T23" fmla="*/ 0 h 85"/>
                <a:gd name="T24" fmla="*/ 0 w 86"/>
                <a:gd name="T25" fmla="*/ 42 h 85"/>
                <a:gd name="T26" fmla="*/ 11 w 86"/>
                <a:gd name="T27" fmla="*/ 8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85">
                  <a:moveTo>
                    <a:pt x="11" y="82"/>
                  </a:moveTo>
                  <a:cubicBezTo>
                    <a:pt x="11" y="82"/>
                    <a:pt x="11" y="85"/>
                    <a:pt x="14" y="84"/>
                  </a:cubicBezTo>
                  <a:cubicBezTo>
                    <a:pt x="16" y="83"/>
                    <a:pt x="40" y="77"/>
                    <a:pt x="40" y="77"/>
                  </a:cubicBezTo>
                  <a:cubicBezTo>
                    <a:pt x="34" y="56"/>
                    <a:pt x="34" y="56"/>
                    <a:pt x="34" y="56"/>
                  </a:cubicBezTo>
                  <a:cubicBezTo>
                    <a:pt x="34" y="56"/>
                    <a:pt x="33" y="52"/>
                    <a:pt x="36" y="51"/>
                  </a:cubicBezTo>
                  <a:cubicBezTo>
                    <a:pt x="47" y="48"/>
                    <a:pt x="47" y="48"/>
                    <a:pt x="47" y="48"/>
                  </a:cubicBezTo>
                  <a:cubicBezTo>
                    <a:pt x="51" y="47"/>
                    <a:pt x="52" y="51"/>
                    <a:pt x="52" y="51"/>
                  </a:cubicBezTo>
                  <a:cubicBezTo>
                    <a:pt x="57" y="72"/>
                    <a:pt x="57" y="72"/>
                    <a:pt x="57" y="72"/>
                  </a:cubicBezTo>
                  <a:cubicBezTo>
                    <a:pt x="83" y="65"/>
                    <a:pt x="83" y="65"/>
                    <a:pt x="83" y="65"/>
                  </a:cubicBezTo>
                  <a:cubicBezTo>
                    <a:pt x="86" y="65"/>
                    <a:pt x="85" y="62"/>
                    <a:pt x="85" y="62"/>
                  </a:cubicBezTo>
                  <a:cubicBezTo>
                    <a:pt x="74" y="22"/>
                    <a:pt x="74" y="22"/>
                    <a:pt x="74" y="22"/>
                  </a:cubicBezTo>
                  <a:cubicBezTo>
                    <a:pt x="30" y="0"/>
                    <a:pt x="30" y="0"/>
                    <a:pt x="30" y="0"/>
                  </a:cubicBezTo>
                  <a:cubicBezTo>
                    <a:pt x="0" y="42"/>
                    <a:pt x="0" y="42"/>
                    <a:pt x="0" y="42"/>
                  </a:cubicBezTo>
                  <a:lnTo>
                    <a:pt x="11" y="82"/>
                  </a:ln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9" name="Freeform 88"/>
            <p:cNvSpPr/>
            <p:nvPr/>
          </p:nvSpPr>
          <p:spPr bwMode="auto">
            <a:xfrm>
              <a:off x="4333828" y="3589510"/>
              <a:ext cx="515562" cy="326210"/>
            </a:xfrm>
            <a:custGeom>
              <a:avLst/>
              <a:gdLst>
                <a:gd name="T0" fmla="*/ 0 w 103"/>
                <a:gd name="T1" fmla="*/ 60 h 65"/>
                <a:gd name="T2" fmla="*/ 10 w 103"/>
                <a:gd name="T3" fmla="*/ 57 h 65"/>
                <a:gd name="T4" fmla="*/ 43 w 103"/>
                <a:gd name="T5" fmla="*/ 10 h 65"/>
                <a:gd name="T6" fmla="*/ 92 w 103"/>
                <a:gd name="T7" fmla="*/ 35 h 65"/>
                <a:gd name="T8" fmla="*/ 103 w 103"/>
                <a:gd name="T9" fmla="*/ 32 h 65"/>
                <a:gd name="T10" fmla="*/ 40 w 103"/>
                <a:gd name="T11" fmla="*/ 0 h 65"/>
                <a:gd name="T12" fmla="*/ 0 w 103"/>
                <a:gd name="T13" fmla="*/ 60 h 65"/>
              </a:gdLst>
              <a:ahLst/>
              <a:cxnLst>
                <a:cxn ang="0">
                  <a:pos x="T0" y="T1"/>
                </a:cxn>
                <a:cxn ang="0">
                  <a:pos x="T2" y="T3"/>
                </a:cxn>
                <a:cxn ang="0">
                  <a:pos x="T4" y="T5"/>
                </a:cxn>
                <a:cxn ang="0">
                  <a:pos x="T6" y="T7"/>
                </a:cxn>
                <a:cxn ang="0">
                  <a:pos x="T8" y="T9"/>
                </a:cxn>
                <a:cxn ang="0">
                  <a:pos x="T10" y="T11"/>
                </a:cxn>
                <a:cxn ang="0">
                  <a:pos x="T12" y="T13"/>
                </a:cxn>
              </a:cxnLst>
              <a:rect l="0" t="0" r="r" b="b"/>
              <a:pathLst>
                <a:path w="103" h="65">
                  <a:moveTo>
                    <a:pt x="0" y="60"/>
                  </a:moveTo>
                  <a:cubicBezTo>
                    <a:pt x="0" y="60"/>
                    <a:pt x="5" y="65"/>
                    <a:pt x="10" y="57"/>
                  </a:cubicBezTo>
                  <a:cubicBezTo>
                    <a:pt x="43" y="10"/>
                    <a:pt x="43" y="10"/>
                    <a:pt x="43" y="10"/>
                  </a:cubicBezTo>
                  <a:cubicBezTo>
                    <a:pt x="92" y="35"/>
                    <a:pt x="92" y="35"/>
                    <a:pt x="92" y="35"/>
                  </a:cubicBezTo>
                  <a:cubicBezTo>
                    <a:pt x="102" y="39"/>
                    <a:pt x="103" y="32"/>
                    <a:pt x="103" y="32"/>
                  </a:cubicBezTo>
                  <a:cubicBezTo>
                    <a:pt x="40" y="0"/>
                    <a:pt x="40" y="0"/>
                    <a:pt x="40" y="0"/>
                  </a:cubicBezTo>
                  <a:lnTo>
                    <a:pt x="0" y="60"/>
                  </a:ln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0" name="Freeform 89"/>
            <p:cNvSpPr/>
            <p:nvPr/>
          </p:nvSpPr>
          <p:spPr bwMode="auto">
            <a:xfrm>
              <a:off x="4750309" y="3561379"/>
              <a:ext cx="74991" cy="104986"/>
            </a:xfrm>
            <a:custGeom>
              <a:avLst/>
              <a:gdLst>
                <a:gd name="T0" fmla="*/ 27 w 40"/>
                <a:gd name="T1" fmla="*/ 0 h 56"/>
                <a:gd name="T2" fmla="*/ 0 w 40"/>
                <a:gd name="T3" fmla="*/ 8 h 56"/>
                <a:gd name="T4" fmla="*/ 8 w 40"/>
                <a:gd name="T5" fmla="*/ 40 h 56"/>
                <a:gd name="T6" fmla="*/ 40 w 40"/>
                <a:gd name="T7" fmla="*/ 56 h 56"/>
                <a:gd name="T8" fmla="*/ 27 w 40"/>
                <a:gd name="T9" fmla="*/ 0 h 56"/>
              </a:gdLst>
              <a:ahLst/>
              <a:cxnLst>
                <a:cxn ang="0">
                  <a:pos x="T0" y="T1"/>
                </a:cxn>
                <a:cxn ang="0">
                  <a:pos x="T2" y="T3"/>
                </a:cxn>
                <a:cxn ang="0">
                  <a:pos x="T4" y="T5"/>
                </a:cxn>
                <a:cxn ang="0">
                  <a:pos x="T6" y="T7"/>
                </a:cxn>
                <a:cxn ang="0">
                  <a:pos x="T8" y="T9"/>
                </a:cxn>
              </a:cxnLst>
              <a:rect l="0" t="0" r="r" b="b"/>
              <a:pathLst>
                <a:path w="40" h="56">
                  <a:moveTo>
                    <a:pt x="27" y="0"/>
                  </a:moveTo>
                  <a:lnTo>
                    <a:pt x="0" y="8"/>
                  </a:lnTo>
                  <a:lnTo>
                    <a:pt x="8" y="40"/>
                  </a:lnTo>
                  <a:lnTo>
                    <a:pt x="40" y="56"/>
                  </a:lnTo>
                  <a:lnTo>
                    <a:pt x="27" y="0"/>
                  </a:lnTo>
                  <a:close/>
                </a:path>
              </a:pathLst>
            </a:custGeom>
            <a:solidFill>
              <a:srgbClr val="F1F1F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1" name="Freeform 90"/>
            <p:cNvSpPr/>
            <p:nvPr/>
          </p:nvSpPr>
          <p:spPr bwMode="auto">
            <a:xfrm>
              <a:off x="5179808" y="3309243"/>
              <a:ext cx="931760" cy="817399"/>
            </a:xfrm>
            <a:custGeom>
              <a:avLst/>
              <a:gdLst>
                <a:gd name="T0" fmla="*/ 0 w 186"/>
                <a:gd name="T1" fmla="*/ 88 h 163"/>
                <a:gd name="T2" fmla="*/ 11 w 186"/>
                <a:gd name="T3" fmla="*/ 69 h 163"/>
                <a:gd name="T4" fmla="*/ 3 w 186"/>
                <a:gd name="T5" fmla="*/ 58 h 163"/>
                <a:gd name="T6" fmla="*/ 15 w 186"/>
                <a:gd name="T7" fmla="*/ 46 h 163"/>
                <a:gd name="T8" fmla="*/ 19 w 186"/>
                <a:gd name="T9" fmla="*/ 46 h 163"/>
                <a:gd name="T10" fmla="*/ 17 w 186"/>
                <a:gd name="T11" fmla="*/ 38 h 163"/>
                <a:gd name="T12" fmla="*/ 37 w 186"/>
                <a:gd name="T13" fmla="*/ 18 h 163"/>
                <a:gd name="T14" fmla="*/ 44 w 186"/>
                <a:gd name="T15" fmla="*/ 19 h 163"/>
                <a:gd name="T16" fmla="*/ 61 w 186"/>
                <a:gd name="T17" fmla="*/ 9 h 163"/>
                <a:gd name="T18" fmla="*/ 75 w 186"/>
                <a:gd name="T19" fmla="*/ 15 h 163"/>
                <a:gd name="T20" fmla="*/ 95 w 186"/>
                <a:gd name="T21" fmla="*/ 0 h 163"/>
                <a:gd name="T22" fmla="*/ 114 w 186"/>
                <a:gd name="T23" fmla="*/ 11 h 163"/>
                <a:gd name="T24" fmla="*/ 122 w 186"/>
                <a:gd name="T25" fmla="*/ 9 h 163"/>
                <a:gd name="T26" fmla="*/ 146 w 186"/>
                <a:gd name="T27" fmla="*/ 30 h 163"/>
                <a:gd name="T28" fmla="*/ 149 w 186"/>
                <a:gd name="T29" fmla="*/ 30 h 163"/>
                <a:gd name="T30" fmla="*/ 167 w 186"/>
                <a:gd name="T31" fmla="*/ 48 h 163"/>
                <a:gd name="T32" fmla="*/ 167 w 186"/>
                <a:gd name="T33" fmla="*/ 50 h 163"/>
                <a:gd name="T34" fmla="*/ 175 w 186"/>
                <a:gd name="T35" fmla="*/ 59 h 163"/>
                <a:gd name="T36" fmla="*/ 174 w 186"/>
                <a:gd name="T37" fmla="*/ 62 h 163"/>
                <a:gd name="T38" fmla="*/ 186 w 186"/>
                <a:gd name="T39" fmla="*/ 78 h 163"/>
                <a:gd name="T40" fmla="*/ 175 w 186"/>
                <a:gd name="T41" fmla="*/ 93 h 163"/>
                <a:gd name="T42" fmla="*/ 177 w 186"/>
                <a:gd name="T43" fmla="*/ 99 h 163"/>
                <a:gd name="T44" fmla="*/ 175 w 186"/>
                <a:gd name="T45" fmla="*/ 105 h 163"/>
                <a:gd name="T46" fmla="*/ 178 w 186"/>
                <a:gd name="T47" fmla="*/ 115 h 163"/>
                <a:gd name="T48" fmla="*/ 163 w 186"/>
                <a:gd name="T49" fmla="*/ 133 h 163"/>
                <a:gd name="T50" fmla="*/ 163 w 186"/>
                <a:gd name="T51" fmla="*/ 135 h 163"/>
                <a:gd name="T52" fmla="*/ 146 w 186"/>
                <a:gd name="T53" fmla="*/ 151 h 163"/>
                <a:gd name="T54" fmla="*/ 136 w 186"/>
                <a:gd name="T55" fmla="*/ 148 h 163"/>
                <a:gd name="T56" fmla="*/ 125 w 186"/>
                <a:gd name="T57" fmla="*/ 153 h 163"/>
                <a:gd name="T58" fmla="*/ 122 w 186"/>
                <a:gd name="T59" fmla="*/ 153 h 163"/>
                <a:gd name="T60" fmla="*/ 109 w 186"/>
                <a:gd name="T61" fmla="*/ 163 h 163"/>
                <a:gd name="T62" fmla="*/ 96 w 186"/>
                <a:gd name="T63" fmla="*/ 154 h 163"/>
                <a:gd name="T64" fmla="*/ 88 w 186"/>
                <a:gd name="T65" fmla="*/ 156 h 163"/>
                <a:gd name="T66" fmla="*/ 77 w 186"/>
                <a:gd name="T67" fmla="*/ 152 h 163"/>
                <a:gd name="T68" fmla="*/ 62 w 186"/>
                <a:gd name="T69" fmla="*/ 162 h 163"/>
                <a:gd name="T70" fmla="*/ 46 w 186"/>
                <a:gd name="T71" fmla="*/ 145 h 163"/>
                <a:gd name="T72" fmla="*/ 46 w 186"/>
                <a:gd name="T73" fmla="*/ 145 h 163"/>
                <a:gd name="T74" fmla="*/ 38 w 186"/>
                <a:gd name="T75" fmla="*/ 136 h 163"/>
                <a:gd name="T76" fmla="*/ 30 w 186"/>
                <a:gd name="T77" fmla="*/ 138 h 163"/>
                <a:gd name="T78" fmla="*/ 8 w 186"/>
                <a:gd name="T79" fmla="*/ 116 h 163"/>
                <a:gd name="T80" fmla="*/ 10 w 186"/>
                <a:gd name="T81" fmla="*/ 106 h 163"/>
                <a:gd name="T82" fmla="*/ 0 w 186"/>
                <a:gd name="T83" fmla="*/ 8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6" h="163">
                  <a:moveTo>
                    <a:pt x="0" y="88"/>
                  </a:moveTo>
                  <a:cubicBezTo>
                    <a:pt x="0" y="80"/>
                    <a:pt x="4" y="73"/>
                    <a:pt x="11" y="69"/>
                  </a:cubicBezTo>
                  <a:cubicBezTo>
                    <a:pt x="6" y="68"/>
                    <a:pt x="3" y="63"/>
                    <a:pt x="3" y="58"/>
                  </a:cubicBezTo>
                  <a:cubicBezTo>
                    <a:pt x="3" y="51"/>
                    <a:pt x="9" y="46"/>
                    <a:pt x="15" y="46"/>
                  </a:cubicBezTo>
                  <a:cubicBezTo>
                    <a:pt x="16" y="46"/>
                    <a:pt x="18" y="46"/>
                    <a:pt x="19" y="46"/>
                  </a:cubicBezTo>
                  <a:cubicBezTo>
                    <a:pt x="17" y="44"/>
                    <a:pt x="17" y="41"/>
                    <a:pt x="17" y="38"/>
                  </a:cubicBezTo>
                  <a:cubicBezTo>
                    <a:pt x="17" y="27"/>
                    <a:pt x="26" y="18"/>
                    <a:pt x="37" y="18"/>
                  </a:cubicBezTo>
                  <a:cubicBezTo>
                    <a:pt x="39" y="18"/>
                    <a:pt x="42" y="18"/>
                    <a:pt x="44" y="19"/>
                  </a:cubicBezTo>
                  <a:cubicBezTo>
                    <a:pt x="47" y="13"/>
                    <a:pt x="54" y="9"/>
                    <a:pt x="61" y="9"/>
                  </a:cubicBezTo>
                  <a:cubicBezTo>
                    <a:pt x="66" y="9"/>
                    <a:pt x="71" y="11"/>
                    <a:pt x="75" y="15"/>
                  </a:cubicBezTo>
                  <a:cubicBezTo>
                    <a:pt x="78" y="6"/>
                    <a:pt x="86" y="0"/>
                    <a:pt x="95" y="0"/>
                  </a:cubicBezTo>
                  <a:cubicBezTo>
                    <a:pt x="103" y="0"/>
                    <a:pt x="110" y="5"/>
                    <a:pt x="114" y="11"/>
                  </a:cubicBezTo>
                  <a:cubicBezTo>
                    <a:pt x="116" y="10"/>
                    <a:pt x="119" y="9"/>
                    <a:pt x="122" y="9"/>
                  </a:cubicBezTo>
                  <a:cubicBezTo>
                    <a:pt x="135" y="9"/>
                    <a:pt x="145" y="19"/>
                    <a:pt x="146" y="30"/>
                  </a:cubicBezTo>
                  <a:cubicBezTo>
                    <a:pt x="147" y="30"/>
                    <a:pt x="148" y="30"/>
                    <a:pt x="149" y="30"/>
                  </a:cubicBezTo>
                  <a:cubicBezTo>
                    <a:pt x="159" y="30"/>
                    <a:pt x="167" y="38"/>
                    <a:pt x="167" y="48"/>
                  </a:cubicBezTo>
                  <a:cubicBezTo>
                    <a:pt x="167" y="49"/>
                    <a:pt x="167" y="49"/>
                    <a:pt x="167" y="50"/>
                  </a:cubicBezTo>
                  <a:cubicBezTo>
                    <a:pt x="171" y="51"/>
                    <a:pt x="175" y="55"/>
                    <a:pt x="175" y="59"/>
                  </a:cubicBezTo>
                  <a:cubicBezTo>
                    <a:pt x="175" y="60"/>
                    <a:pt x="175" y="61"/>
                    <a:pt x="174" y="62"/>
                  </a:cubicBezTo>
                  <a:cubicBezTo>
                    <a:pt x="181" y="64"/>
                    <a:pt x="186" y="70"/>
                    <a:pt x="186" y="78"/>
                  </a:cubicBezTo>
                  <a:cubicBezTo>
                    <a:pt x="186" y="85"/>
                    <a:pt x="181" y="91"/>
                    <a:pt x="175" y="93"/>
                  </a:cubicBezTo>
                  <a:cubicBezTo>
                    <a:pt x="176" y="95"/>
                    <a:pt x="177" y="97"/>
                    <a:pt x="177" y="99"/>
                  </a:cubicBezTo>
                  <a:cubicBezTo>
                    <a:pt x="177" y="101"/>
                    <a:pt x="176" y="103"/>
                    <a:pt x="175" y="105"/>
                  </a:cubicBezTo>
                  <a:cubicBezTo>
                    <a:pt x="177" y="108"/>
                    <a:pt x="178" y="111"/>
                    <a:pt x="178" y="115"/>
                  </a:cubicBezTo>
                  <a:cubicBezTo>
                    <a:pt x="178" y="124"/>
                    <a:pt x="172" y="132"/>
                    <a:pt x="163" y="133"/>
                  </a:cubicBezTo>
                  <a:cubicBezTo>
                    <a:pt x="163" y="134"/>
                    <a:pt x="163" y="134"/>
                    <a:pt x="163" y="135"/>
                  </a:cubicBezTo>
                  <a:cubicBezTo>
                    <a:pt x="163" y="144"/>
                    <a:pt x="156" y="151"/>
                    <a:pt x="146" y="151"/>
                  </a:cubicBezTo>
                  <a:cubicBezTo>
                    <a:pt x="143" y="151"/>
                    <a:pt x="139" y="150"/>
                    <a:pt x="136" y="148"/>
                  </a:cubicBezTo>
                  <a:cubicBezTo>
                    <a:pt x="133" y="151"/>
                    <a:pt x="129" y="153"/>
                    <a:pt x="125" y="153"/>
                  </a:cubicBezTo>
                  <a:cubicBezTo>
                    <a:pt x="124" y="153"/>
                    <a:pt x="123" y="153"/>
                    <a:pt x="122" y="153"/>
                  </a:cubicBezTo>
                  <a:cubicBezTo>
                    <a:pt x="120" y="159"/>
                    <a:pt x="115" y="163"/>
                    <a:pt x="109" y="163"/>
                  </a:cubicBezTo>
                  <a:cubicBezTo>
                    <a:pt x="103" y="163"/>
                    <a:pt x="98" y="159"/>
                    <a:pt x="96" y="154"/>
                  </a:cubicBezTo>
                  <a:cubicBezTo>
                    <a:pt x="94" y="155"/>
                    <a:pt x="91" y="156"/>
                    <a:pt x="88" y="156"/>
                  </a:cubicBezTo>
                  <a:cubicBezTo>
                    <a:pt x="84" y="156"/>
                    <a:pt x="80" y="154"/>
                    <a:pt x="77" y="152"/>
                  </a:cubicBezTo>
                  <a:cubicBezTo>
                    <a:pt x="75" y="158"/>
                    <a:pt x="69" y="162"/>
                    <a:pt x="62" y="162"/>
                  </a:cubicBezTo>
                  <a:cubicBezTo>
                    <a:pt x="53" y="162"/>
                    <a:pt x="46" y="154"/>
                    <a:pt x="46" y="145"/>
                  </a:cubicBezTo>
                  <a:cubicBezTo>
                    <a:pt x="46" y="145"/>
                    <a:pt x="46" y="145"/>
                    <a:pt x="46" y="145"/>
                  </a:cubicBezTo>
                  <a:cubicBezTo>
                    <a:pt x="42" y="143"/>
                    <a:pt x="39" y="140"/>
                    <a:pt x="38" y="136"/>
                  </a:cubicBezTo>
                  <a:cubicBezTo>
                    <a:pt x="35" y="137"/>
                    <a:pt x="33" y="138"/>
                    <a:pt x="30" y="138"/>
                  </a:cubicBezTo>
                  <a:cubicBezTo>
                    <a:pt x="18" y="138"/>
                    <a:pt x="8" y="128"/>
                    <a:pt x="8" y="116"/>
                  </a:cubicBezTo>
                  <a:cubicBezTo>
                    <a:pt x="8" y="112"/>
                    <a:pt x="9" y="109"/>
                    <a:pt x="10" y="106"/>
                  </a:cubicBezTo>
                  <a:cubicBezTo>
                    <a:pt x="4" y="102"/>
                    <a:pt x="0" y="96"/>
                    <a:pt x="0" y="88"/>
                  </a:cubicBezTo>
                  <a:close/>
                </a:path>
              </a:pathLst>
            </a:cu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62" name="Freeform 91"/>
            <p:cNvSpPr/>
            <p:nvPr/>
          </p:nvSpPr>
          <p:spPr bwMode="auto">
            <a:xfrm>
              <a:off x="5572427" y="4209842"/>
              <a:ext cx="206225" cy="189353"/>
            </a:xfrm>
            <a:custGeom>
              <a:avLst/>
              <a:gdLst>
                <a:gd name="T0" fmla="*/ 0 w 41"/>
                <a:gd name="T1" fmla="*/ 16 h 38"/>
                <a:gd name="T2" fmla="*/ 16 w 41"/>
                <a:gd name="T3" fmla="*/ 0 h 38"/>
                <a:gd name="T4" fmla="*/ 32 w 41"/>
                <a:gd name="T5" fmla="*/ 16 h 38"/>
                <a:gd name="T6" fmla="*/ 32 w 41"/>
                <a:gd name="T7" fmla="*/ 16 h 38"/>
                <a:gd name="T8" fmla="*/ 41 w 41"/>
                <a:gd name="T9" fmla="*/ 27 h 38"/>
                <a:gd name="T10" fmla="*/ 30 w 41"/>
                <a:gd name="T11" fmla="*/ 38 h 38"/>
                <a:gd name="T12" fmla="*/ 23 w 41"/>
                <a:gd name="T13" fmla="*/ 36 h 38"/>
                <a:gd name="T14" fmla="*/ 17 w 41"/>
                <a:gd name="T15" fmla="*/ 37 h 38"/>
                <a:gd name="T16" fmla="*/ 8 w 41"/>
                <a:gd name="T17" fmla="*/ 29 h 38"/>
                <a:gd name="T18" fmla="*/ 0 w 41"/>
                <a:gd name="T19" fmla="*/ 16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8">
                  <a:moveTo>
                    <a:pt x="0" y="16"/>
                  </a:moveTo>
                  <a:cubicBezTo>
                    <a:pt x="0" y="7"/>
                    <a:pt x="7" y="0"/>
                    <a:pt x="16" y="0"/>
                  </a:cubicBezTo>
                  <a:cubicBezTo>
                    <a:pt x="25" y="0"/>
                    <a:pt x="32" y="7"/>
                    <a:pt x="32" y="16"/>
                  </a:cubicBezTo>
                  <a:cubicBezTo>
                    <a:pt x="32" y="16"/>
                    <a:pt x="32" y="16"/>
                    <a:pt x="32" y="16"/>
                  </a:cubicBezTo>
                  <a:cubicBezTo>
                    <a:pt x="37" y="17"/>
                    <a:pt x="41" y="21"/>
                    <a:pt x="41" y="27"/>
                  </a:cubicBezTo>
                  <a:cubicBezTo>
                    <a:pt x="41" y="33"/>
                    <a:pt x="36" y="38"/>
                    <a:pt x="30" y="38"/>
                  </a:cubicBezTo>
                  <a:cubicBezTo>
                    <a:pt x="27" y="38"/>
                    <a:pt x="25" y="37"/>
                    <a:pt x="23" y="36"/>
                  </a:cubicBezTo>
                  <a:cubicBezTo>
                    <a:pt x="21" y="37"/>
                    <a:pt x="20" y="37"/>
                    <a:pt x="17" y="37"/>
                  </a:cubicBezTo>
                  <a:cubicBezTo>
                    <a:pt x="13" y="37"/>
                    <a:pt x="8" y="34"/>
                    <a:pt x="8" y="29"/>
                  </a:cubicBezTo>
                  <a:cubicBezTo>
                    <a:pt x="3" y="26"/>
                    <a:pt x="0" y="21"/>
                    <a:pt x="0" y="16"/>
                  </a:cubicBezTo>
                  <a:close/>
                </a:path>
              </a:pathLst>
            </a:cu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63" name="Freeform 92"/>
            <p:cNvSpPr/>
            <p:nvPr/>
          </p:nvSpPr>
          <p:spPr bwMode="auto">
            <a:xfrm>
              <a:off x="5516029" y="4437702"/>
              <a:ext cx="104986" cy="121860"/>
            </a:xfrm>
            <a:custGeom>
              <a:avLst/>
              <a:gdLst>
                <a:gd name="T0" fmla="*/ 0 w 21"/>
                <a:gd name="T1" fmla="*/ 5 h 24"/>
                <a:gd name="T2" fmla="*/ 6 w 21"/>
                <a:gd name="T3" fmla="*/ 0 h 24"/>
                <a:gd name="T4" fmla="*/ 12 w 21"/>
                <a:gd name="T5" fmla="*/ 5 h 24"/>
                <a:gd name="T6" fmla="*/ 12 w 21"/>
                <a:gd name="T7" fmla="*/ 7 h 24"/>
                <a:gd name="T8" fmla="*/ 12 w 21"/>
                <a:gd name="T9" fmla="*/ 7 h 24"/>
                <a:gd name="T10" fmla="*/ 21 w 21"/>
                <a:gd name="T11" fmla="*/ 16 h 24"/>
                <a:gd name="T12" fmla="*/ 12 w 21"/>
                <a:gd name="T13" fmla="*/ 24 h 24"/>
                <a:gd name="T14" fmla="*/ 3 w 21"/>
                <a:gd name="T15" fmla="*/ 16 h 24"/>
                <a:gd name="T16" fmla="*/ 5 w 21"/>
                <a:gd name="T17" fmla="*/ 11 h 24"/>
                <a:gd name="T18" fmla="*/ 0 w 21"/>
                <a:gd name="T19" fmla="*/ 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 h="24">
                  <a:moveTo>
                    <a:pt x="0" y="5"/>
                  </a:moveTo>
                  <a:cubicBezTo>
                    <a:pt x="0" y="2"/>
                    <a:pt x="3" y="0"/>
                    <a:pt x="6" y="0"/>
                  </a:cubicBezTo>
                  <a:cubicBezTo>
                    <a:pt x="9" y="0"/>
                    <a:pt x="12" y="2"/>
                    <a:pt x="12" y="5"/>
                  </a:cubicBezTo>
                  <a:cubicBezTo>
                    <a:pt x="12" y="6"/>
                    <a:pt x="12" y="6"/>
                    <a:pt x="12" y="7"/>
                  </a:cubicBezTo>
                  <a:cubicBezTo>
                    <a:pt x="12" y="7"/>
                    <a:pt x="12" y="7"/>
                    <a:pt x="12" y="7"/>
                  </a:cubicBezTo>
                  <a:cubicBezTo>
                    <a:pt x="17" y="7"/>
                    <a:pt x="21" y="11"/>
                    <a:pt x="21" y="16"/>
                  </a:cubicBezTo>
                  <a:cubicBezTo>
                    <a:pt x="21" y="20"/>
                    <a:pt x="17" y="24"/>
                    <a:pt x="12" y="24"/>
                  </a:cubicBezTo>
                  <a:cubicBezTo>
                    <a:pt x="7" y="24"/>
                    <a:pt x="3" y="20"/>
                    <a:pt x="3" y="16"/>
                  </a:cubicBezTo>
                  <a:cubicBezTo>
                    <a:pt x="3" y="14"/>
                    <a:pt x="4" y="12"/>
                    <a:pt x="5" y="11"/>
                  </a:cubicBezTo>
                  <a:cubicBezTo>
                    <a:pt x="2" y="10"/>
                    <a:pt x="0" y="8"/>
                    <a:pt x="0" y="5"/>
                  </a:cubicBezTo>
                  <a:close/>
                </a:path>
              </a:pathLst>
            </a:cu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64" name="Freeform 93"/>
            <p:cNvSpPr>
              <a:spLocks noEditPoints="1"/>
            </p:cNvSpPr>
            <p:nvPr/>
          </p:nvSpPr>
          <p:spPr bwMode="auto">
            <a:xfrm>
              <a:off x="5503014" y="3508941"/>
              <a:ext cx="371204" cy="374953"/>
            </a:xfrm>
            <a:custGeom>
              <a:avLst/>
              <a:gdLst>
                <a:gd name="T0" fmla="*/ 74 w 74"/>
                <a:gd name="T1" fmla="*/ 40 h 75"/>
                <a:gd name="T2" fmla="*/ 39 w 74"/>
                <a:gd name="T3" fmla="*/ 75 h 75"/>
                <a:gd name="T4" fmla="*/ 37 w 74"/>
                <a:gd name="T5" fmla="*/ 75 h 75"/>
                <a:gd name="T6" fmla="*/ 34 w 74"/>
                <a:gd name="T7" fmla="*/ 75 h 75"/>
                <a:gd name="T8" fmla="*/ 0 w 74"/>
                <a:gd name="T9" fmla="*/ 40 h 75"/>
                <a:gd name="T10" fmla="*/ 0 w 74"/>
                <a:gd name="T11" fmla="*/ 35 h 75"/>
                <a:gd name="T12" fmla="*/ 34 w 74"/>
                <a:gd name="T13" fmla="*/ 1 h 75"/>
                <a:gd name="T14" fmla="*/ 37 w 74"/>
                <a:gd name="T15" fmla="*/ 0 h 75"/>
                <a:gd name="T16" fmla="*/ 39 w 74"/>
                <a:gd name="T17" fmla="*/ 1 h 75"/>
                <a:gd name="T18" fmla="*/ 74 w 74"/>
                <a:gd name="T19" fmla="*/ 35 h 75"/>
                <a:gd name="T20" fmla="*/ 21 w 74"/>
                <a:gd name="T21" fmla="*/ 50 h 75"/>
                <a:gd name="T22" fmla="*/ 34 w 74"/>
                <a:gd name="T23" fmla="*/ 40 h 75"/>
                <a:gd name="T24" fmla="*/ 21 w 74"/>
                <a:gd name="T25" fmla="*/ 50 h 75"/>
                <a:gd name="T26" fmla="*/ 34 w 74"/>
                <a:gd name="T27" fmla="*/ 55 h 75"/>
                <a:gd name="T28" fmla="*/ 34 w 74"/>
                <a:gd name="T29" fmla="*/ 70 h 75"/>
                <a:gd name="T30" fmla="*/ 34 w 74"/>
                <a:gd name="T31" fmla="*/ 35 h 75"/>
                <a:gd name="T32" fmla="*/ 21 w 74"/>
                <a:gd name="T33" fmla="*/ 25 h 75"/>
                <a:gd name="T34" fmla="*/ 64 w 74"/>
                <a:gd name="T35" fmla="*/ 20 h 75"/>
                <a:gd name="T36" fmla="*/ 57 w 74"/>
                <a:gd name="T37" fmla="*/ 20 h 75"/>
                <a:gd name="T38" fmla="*/ 22 w 74"/>
                <a:gd name="T39" fmla="*/ 20 h 75"/>
                <a:gd name="T40" fmla="*/ 34 w 74"/>
                <a:gd name="T41" fmla="*/ 6 h 75"/>
                <a:gd name="T42" fmla="*/ 10 w 74"/>
                <a:gd name="T43" fmla="*/ 55 h 75"/>
                <a:gd name="T44" fmla="*/ 17 w 74"/>
                <a:gd name="T45" fmla="*/ 55 h 75"/>
                <a:gd name="T46" fmla="*/ 16 w 74"/>
                <a:gd name="T47" fmla="*/ 25 h 75"/>
                <a:gd name="T48" fmla="*/ 5 w 74"/>
                <a:gd name="T49" fmla="*/ 35 h 75"/>
                <a:gd name="T50" fmla="*/ 16 w 74"/>
                <a:gd name="T51" fmla="*/ 25 h 75"/>
                <a:gd name="T52" fmla="*/ 5 w 74"/>
                <a:gd name="T53" fmla="*/ 40 h 75"/>
                <a:gd name="T54" fmla="*/ 16 w 74"/>
                <a:gd name="T55" fmla="*/ 50 h 75"/>
                <a:gd name="T56" fmla="*/ 23 w 74"/>
                <a:gd name="T57" fmla="*/ 9 h 75"/>
                <a:gd name="T58" fmla="*/ 17 w 74"/>
                <a:gd name="T59" fmla="*/ 20 h 75"/>
                <a:gd name="T60" fmla="*/ 58 w 74"/>
                <a:gd name="T61" fmla="*/ 25 h 75"/>
                <a:gd name="T62" fmla="*/ 69 w 74"/>
                <a:gd name="T63" fmla="*/ 35 h 75"/>
                <a:gd name="T64" fmla="*/ 58 w 74"/>
                <a:gd name="T65" fmla="*/ 25 h 75"/>
                <a:gd name="T66" fmla="*/ 64 w 74"/>
                <a:gd name="T67" fmla="*/ 55 h 75"/>
                <a:gd name="T68" fmla="*/ 51 w 74"/>
                <a:gd name="T69" fmla="*/ 67 h 75"/>
                <a:gd name="T70" fmla="*/ 67 w 74"/>
                <a:gd name="T71" fmla="*/ 50 h 75"/>
                <a:gd name="T72" fmla="*/ 59 w 74"/>
                <a:gd name="T73" fmla="*/ 40 h 75"/>
                <a:gd name="T74" fmla="*/ 39 w 74"/>
                <a:gd name="T75" fmla="*/ 6 h 75"/>
                <a:gd name="T76" fmla="*/ 52 w 74"/>
                <a:gd name="T77" fmla="*/ 20 h 75"/>
                <a:gd name="T78" fmla="*/ 53 w 74"/>
                <a:gd name="T79" fmla="*/ 25 h 75"/>
                <a:gd name="T80" fmla="*/ 39 w 74"/>
                <a:gd name="T81" fmla="*/ 35 h 75"/>
                <a:gd name="T82" fmla="*/ 53 w 74"/>
                <a:gd name="T83" fmla="*/ 25 h 75"/>
                <a:gd name="T84" fmla="*/ 39 w 74"/>
                <a:gd name="T85" fmla="*/ 40 h 75"/>
                <a:gd name="T86" fmla="*/ 53 w 74"/>
                <a:gd name="T87" fmla="*/ 50 h 75"/>
                <a:gd name="T88" fmla="*/ 39 w 74"/>
                <a:gd name="T89" fmla="*/ 55 h 75"/>
                <a:gd name="T90" fmla="*/ 52 w 74"/>
                <a:gd name="T91"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4" h="75">
                  <a:moveTo>
                    <a:pt x="74" y="38"/>
                  </a:moveTo>
                  <a:cubicBezTo>
                    <a:pt x="74" y="40"/>
                    <a:pt x="74" y="40"/>
                    <a:pt x="74" y="40"/>
                  </a:cubicBezTo>
                  <a:cubicBezTo>
                    <a:pt x="74" y="40"/>
                    <a:pt x="74" y="40"/>
                    <a:pt x="74" y="40"/>
                  </a:cubicBezTo>
                  <a:cubicBezTo>
                    <a:pt x="73" y="59"/>
                    <a:pt x="58" y="74"/>
                    <a:pt x="39" y="75"/>
                  </a:cubicBezTo>
                  <a:cubicBezTo>
                    <a:pt x="39" y="75"/>
                    <a:pt x="39" y="75"/>
                    <a:pt x="39" y="75"/>
                  </a:cubicBezTo>
                  <a:cubicBezTo>
                    <a:pt x="37" y="75"/>
                    <a:pt x="37" y="75"/>
                    <a:pt x="37" y="75"/>
                  </a:cubicBezTo>
                  <a:cubicBezTo>
                    <a:pt x="34" y="75"/>
                    <a:pt x="34" y="75"/>
                    <a:pt x="34" y="75"/>
                  </a:cubicBezTo>
                  <a:cubicBezTo>
                    <a:pt x="34" y="75"/>
                    <a:pt x="34" y="75"/>
                    <a:pt x="34" y="75"/>
                  </a:cubicBezTo>
                  <a:cubicBezTo>
                    <a:pt x="16" y="74"/>
                    <a:pt x="1" y="59"/>
                    <a:pt x="0" y="40"/>
                  </a:cubicBezTo>
                  <a:cubicBezTo>
                    <a:pt x="0" y="40"/>
                    <a:pt x="0" y="40"/>
                    <a:pt x="0" y="40"/>
                  </a:cubicBezTo>
                  <a:cubicBezTo>
                    <a:pt x="0" y="38"/>
                    <a:pt x="0" y="38"/>
                    <a:pt x="0" y="38"/>
                  </a:cubicBezTo>
                  <a:cubicBezTo>
                    <a:pt x="0" y="35"/>
                    <a:pt x="0" y="35"/>
                    <a:pt x="0" y="35"/>
                  </a:cubicBezTo>
                  <a:cubicBezTo>
                    <a:pt x="0" y="35"/>
                    <a:pt x="0" y="35"/>
                    <a:pt x="0" y="35"/>
                  </a:cubicBezTo>
                  <a:cubicBezTo>
                    <a:pt x="1" y="17"/>
                    <a:pt x="16" y="2"/>
                    <a:pt x="34" y="1"/>
                  </a:cubicBezTo>
                  <a:cubicBezTo>
                    <a:pt x="34" y="0"/>
                    <a:pt x="34" y="0"/>
                    <a:pt x="34" y="0"/>
                  </a:cubicBezTo>
                  <a:cubicBezTo>
                    <a:pt x="37" y="0"/>
                    <a:pt x="37" y="0"/>
                    <a:pt x="37" y="0"/>
                  </a:cubicBezTo>
                  <a:cubicBezTo>
                    <a:pt x="39" y="0"/>
                    <a:pt x="39" y="0"/>
                    <a:pt x="39" y="0"/>
                  </a:cubicBezTo>
                  <a:cubicBezTo>
                    <a:pt x="39" y="1"/>
                    <a:pt x="39" y="1"/>
                    <a:pt x="39" y="1"/>
                  </a:cubicBezTo>
                  <a:cubicBezTo>
                    <a:pt x="58" y="2"/>
                    <a:pt x="73" y="17"/>
                    <a:pt x="74" y="35"/>
                  </a:cubicBezTo>
                  <a:cubicBezTo>
                    <a:pt x="74" y="35"/>
                    <a:pt x="74" y="35"/>
                    <a:pt x="74" y="35"/>
                  </a:cubicBezTo>
                  <a:lnTo>
                    <a:pt x="74" y="38"/>
                  </a:lnTo>
                  <a:close/>
                  <a:moveTo>
                    <a:pt x="21" y="50"/>
                  </a:moveTo>
                  <a:cubicBezTo>
                    <a:pt x="34" y="50"/>
                    <a:pt x="34" y="50"/>
                    <a:pt x="34" y="50"/>
                  </a:cubicBezTo>
                  <a:cubicBezTo>
                    <a:pt x="34" y="40"/>
                    <a:pt x="34" y="40"/>
                    <a:pt x="34" y="40"/>
                  </a:cubicBezTo>
                  <a:cubicBezTo>
                    <a:pt x="20" y="40"/>
                    <a:pt x="20" y="40"/>
                    <a:pt x="20" y="40"/>
                  </a:cubicBezTo>
                  <a:cubicBezTo>
                    <a:pt x="20" y="44"/>
                    <a:pt x="20" y="47"/>
                    <a:pt x="21" y="50"/>
                  </a:cubicBezTo>
                  <a:close/>
                  <a:moveTo>
                    <a:pt x="34" y="70"/>
                  </a:moveTo>
                  <a:cubicBezTo>
                    <a:pt x="34" y="55"/>
                    <a:pt x="34" y="55"/>
                    <a:pt x="34" y="55"/>
                  </a:cubicBezTo>
                  <a:cubicBezTo>
                    <a:pt x="22" y="55"/>
                    <a:pt x="22" y="55"/>
                    <a:pt x="22" y="55"/>
                  </a:cubicBezTo>
                  <a:cubicBezTo>
                    <a:pt x="25" y="63"/>
                    <a:pt x="29" y="68"/>
                    <a:pt x="34" y="70"/>
                  </a:cubicBezTo>
                  <a:close/>
                  <a:moveTo>
                    <a:pt x="20" y="35"/>
                  </a:moveTo>
                  <a:cubicBezTo>
                    <a:pt x="34" y="35"/>
                    <a:pt x="34" y="35"/>
                    <a:pt x="34" y="35"/>
                  </a:cubicBezTo>
                  <a:cubicBezTo>
                    <a:pt x="34" y="25"/>
                    <a:pt x="34" y="25"/>
                    <a:pt x="34" y="25"/>
                  </a:cubicBezTo>
                  <a:cubicBezTo>
                    <a:pt x="21" y="25"/>
                    <a:pt x="21" y="25"/>
                    <a:pt x="21" y="25"/>
                  </a:cubicBezTo>
                  <a:cubicBezTo>
                    <a:pt x="20" y="28"/>
                    <a:pt x="20" y="32"/>
                    <a:pt x="20" y="35"/>
                  </a:cubicBezTo>
                  <a:close/>
                  <a:moveTo>
                    <a:pt x="64" y="20"/>
                  </a:moveTo>
                  <a:cubicBezTo>
                    <a:pt x="61" y="15"/>
                    <a:pt x="56" y="11"/>
                    <a:pt x="51" y="9"/>
                  </a:cubicBezTo>
                  <a:cubicBezTo>
                    <a:pt x="53" y="12"/>
                    <a:pt x="55" y="16"/>
                    <a:pt x="57" y="20"/>
                  </a:cubicBezTo>
                  <a:lnTo>
                    <a:pt x="64" y="20"/>
                  </a:lnTo>
                  <a:close/>
                  <a:moveTo>
                    <a:pt x="22" y="20"/>
                  </a:moveTo>
                  <a:cubicBezTo>
                    <a:pt x="34" y="20"/>
                    <a:pt x="34" y="20"/>
                    <a:pt x="34" y="20"/>
                  </a:cubicBezTo>
                  <a:cubicBezTo>
                    <a:pt x="34" y="6"/>
                    <a:pt x="34" y="6"/>
                    <a:pt x="34" y="6"/>
                  </a:cubicBezTo>
                  <a:cubicBezTo>
                    <a:pt x="29" y="7"/>
                    <a:pt x="25" y="13"/>
                    <a:pt x="22" y="20"/>
                  </a:cubicBezTo>
                  <a:close/>
                  <a:moveTo>
                    <a:pt x="10" y="55"/>
                  </a:moveTo>
                  <a:cubicBezTo>
                    <a:pt x="13" y="60"/>
                    <a:pt x="18" y="64"/>
                    <a:pt x="23" y="67"/>
                  </a:cubicBezTo>
                  <a:cubicBezTo>
                    <a:pt x="21" y="64"/>
                    <a:pt x="19" y="60"/>
                    <a:pt x="17" y="55"/>
                  </a:cubicBezTo>
                  <a:lnTo>
                    <a:pt x="10" y="55"/>
                  </a:lnTo>
                  <a:close/>
                  <a:moveTo>
                    <a:pt x="16" y="25"/>
                  </a:moveTo>
                  <a:cubicBezTo>
                    <a:pt x="7" y="25"/>
                    <a:pt x="7" y="25"/>
                    <a:pt x="7" y="25"/>
                  </a:cubicBezTo>
                  <a:cubicBezTo>
                    <a:pt x="6" y="28"/>
                    <a:pt x="5" y="32"/>
                    <a:pt x="5" y="35"/>
                  </a:cubicBezTo>
                  <a:cubicBezTo>
                    <a:pt x="15" y="35"/>
                    <a:pt x="15" y="35"/>
                    <a:pt x="15" y="35"/>
                  </a:cubicBezTo>
                  <a:cubicBezTo>
                    <a:pt x="15" y="32"/>
                    <a:pt x="15" y="28"/>
                    <a:pt x="16" y="25"/>
                  </a:cubicBezTo>
                  <a:close/>
                  <a:moveTo>
                    <a:pt x="15" y="40"/>
                  </a:moveTo>
                  <a:cubicBezTo>
                    <a:pt x="5" y="40"/>
                    <a:pt x="5" y="40"/>
                    <a:pt x="5" y="40"/>
                  </a:cubicBezTo>
                  <a:cubicBezTo>
                    <a:pt x="5" y="44"/>
                    <a:pt x="6" y="47"/>
                    <a:pt x="7" y="50"/>
                  </a:cubicBezTo>
                  <a:cubicBezTo>
                    <a:pt x="16" y="50"/>
                    <a:pt x="16" y="50"/>
                    <a:pt x="16" y="50"/>
                  </a:cubicBezTo>
                  <a:cubicBezTo>
                    <a:pt x="15" y="47"/>
                    <a:pt x="15" y="44"/>
                    <a:pt x="15" y="40"/>
                  </a:cubicBezTo>
                  <a:close/>
                  <a:moveTo>
                    <a:pt x="23" y="9"/>
                  </a:moveTo>
                  <a:cubicBezTo>
                    <a:pt x="18" y="11"/>
                    <a:pt x="13" y="15"/>
                    <a:pt x="10" y="20"/>
                  </a:cubicBezTo>
                  <a:cubicBezTo>
                    <a:pt x="17" y="20"/>
                    <a:pt x="17" y="20"/>
                    <a:pt x="17" y="20"/>
                  </a:cubicBezTo>
                  <a:cubicBezTo>
                    <a:pt x="19" y="16"/>
                    <a:pt x="21" y="12"/>
                    <a:pt x="23" y="9"/>
                  </a:cubicBezTo>
                  <a:close/>
                  <a:moveTo>
                    <a:pt x="58" y="25"/>
                  </a:moveTo>
                  <a:cubicBezTo>
                    <a:pt x="59" y="28"/>
                    <a:pt x="59" y="32"/>
                    <a:pt x="59" y="35"/>
                  </a:cubicBezTo>
                  <a:cubicBezTo>
                    <a:pt x="69" y="35"/>
                    <a:pt x="69" y="35"/>
                    <a:pt x="69" y="35"/>
                  </a:cubicBezTo>
                  <a:cubicBezTo>
                    <a:pt x="69" y="32"/>
                    <a:pt x="68" y="28"/>
                    <a:pt x="67" y="25"/>
                  </a:cubicBezTo>
                  <a:lnTo>
                    <a:pt x="58" y="25"/>
                  </a:lnTo>
                  <a:close/>
                  <a:moveTo>
                    <a:pt x="51" y="67"/>
                  </a:moveTo>
                  <a:cubicBezTo>
                    <a:pt x="56" y="64"/>
                    <a:pt x="61" y="60"/>
                    <a:pt x="64" y="55"/>
                  </a:cubicBezTo>
                  <a:cubicBezTo>
                    <a:pt x="57" y="55"/>
                    <a:pt x="57" y="55"/>
                    <a:pt x="57" y="55"/>
                  </a:cubicBezTo>
                  <a:cubicBezTo>
                    <a:pt x="55" y="60"/>
                    <a:pt x="53" y="64"/>
                    <a:pt x="51" y="67"/>
                  </a:cubicBezTo>
                  <a:close/>
                  <a:moveTo>
                    <a:pt x="58" y="50"/>
                  </a:moveTo>
                  <a:cubicBezTo>
                    <a:pt x="67" y="50"/>
                    <a:pt x="67" y="50"/>
                    <a:pt x="67" y="50"/>
                  </a:cubicBezTo>
                  <a:cubicBezTo>
                    <a:pt x="68" y="47"/>
                    <a:pt x="69" y="44"/>
                    <a:pt x="69" y="40"/>
                  </a:cubicBezTo>
                  <a:cubicBezTo>
                    <a:pt x="59" y="40"/>
                    <a:pt x="59" y="40"/>
                    <a:pt x="59" y="40"/>
                  </a:cubicBezTo>
                  <a:cubicBezTo>
                    <a:pt x="59" y="44"/>
                    <a:pt x="59" y="47"/>
                    <a:pt x="58" y="50"/>
                  </a:cubicBezTo>
                  <a:close/>
                  <a:moveTo>
                    <a:pt x="39" y="6"/>
                  </a:moveTo>
                  <a:cubicBezTo>
                    <a:pt x="39" y="20"/>
                    <a:pt x="39" y="20"/>
                    <a:pt x="39" y="20"/>
                  </a:cubicBezTo>
                  <a:cubicBezTo>
                    <a:pt x="52" y="20"/>
                    <a:pt x="52" y="20"/>
                    <a:pt x="52" y="20"/>
                  </a:cubicBezTo>
                  <a:cubicBezTo>
                    <a:pt x="49" y="13"/>
                    <a:pt x="45" y="7"/>
                    <a:pt x="39" y="6"/>
                  </a:cubicBezTo>
                  <a:close/>
                  <a:moveTo>
                    <a:pt x="53" y="25"/>
                  </a:moveTo>
                  <a:cubicBezTo>
                    <a:pt x="39" y="25"/>
                    <a:pt x="39" y="25"/>
                    <a:pt x="39" y="25"/>
                  </a:cubicBezTo>
                  <a:cubicBezTo>
                    <a:pt x="39" y="35"/>
                    <a:pt x="39" y="35"/>
                    <a:pt x="39" y="35"/>
                  </a:cubicBezTo>
                  <a:cubicBezTo>
                    <a:pt x="54" y="35"/>
                    <a:pt x="54" y="35"/>
                    <a:pt x="54" y="35"/>
                  </a:cubicBezTo>
                  <a:cubicBezTo>
                    <a:pt x="54" y="32"/>
                    <a:pt x="54" y="28"/>
                    <a:pt x="53" y="25"/>
                  </a:cubicBezTo>
                  <a:close/>
                  <a:moveTo>
                    <a:pt x="54" y="40"/>
                  </a:moveTo>
                  <a:cubicBezTo>
                    <a:pt x="39" y="40"/>
                    <a:pt x="39" y="40"/>
                    <a:pt x="39" y="40"/>
                  </a:cubicBezTo>
                  <a:cubicBezTo>
                    <a:pt x="39" y="50"/>
                    <a:pt x="39" y="50"/>
                    <a:pt x="39" y="50"/>
                  </a:cubicBezTo>
                  <a:cubicBezTo>
                    <a:pt x="53" y="50"/>
                    <a:pt x="53" y="50"/>
                    <a:pt x="53" y="50"/>
                  </a:cubicBezTo>
                  <a:cubicBezTo>
                    <a:pt x="54" y="47"/>
                    <a:pt x="54" y="44"/>
                    <a:pt x="54" y="40"/>
                  </a:cubicBezTo>
                  <a:close/>
                  <a:moveTo>
                    <a:pt x="39" y="55"/>
                  </a:moveTo>
                  <a:cubicBezTo>
                    <a:pt x="39" y="70"/>
                    <a:pt x="39" y="70"/>
                    <a:pt x="39" y="70"/>
                  </a:cubicBezTo>
                  <a:cubicBezTo>
                    <a:pt x="45" y="68"/>
                    <a:pt x="49" y="63"/>
                    <a:pt x="52" y="55"/>
                  </a:cubicBezTo>
                  <a:lnTo>
                    <a:pt x="39" y="5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sp>
        <p:nvSpPr>
          <p:cNvPr id="66" name="Rectangle 429"/>
          <p:cNvSpPr/>
          <p:nvPr/>
        </p:nvSpPr>
        <p:spPr>
          <a:xfrm>
            <a:off x="1184268" y="1908712"/>
            <a:ext cx="3752884" cy="400110"/>
          </a:xfrm>
          <a:prstGeom prst="rect">
            <a:avLst/>
          </a:prstGeom>
        </p:spPr>
        <p:txBody>
          <a:bodyPr wrap="square">
            <a:spAutoFit/>
          </a:bodyPr>
          <a:lstStyle/>
          <a:p>
            <a:r>
              <a:rPr lang="en-US" sz="2000" b="1" dirty="0" err="1">
                <a:latin typeface="微软雅黑" panose="020B0503020204020204" pitchFamily="34" charset="-122"/>
                <a:ea typeface="微软雅黑" panose="020B0503020204020204" pitchFamily="34" charset="-122"/>
              </a:rPr>
              <a:t>输入标题文字</a:t>
            </a:r>
            <a:endParaRPr lang="en-US" sz="2000" b="1" dirty="0">
              <a:latin typeface="微软雅黑" panose="020B0503020204020204" pitchFamily="34" charset="-122"/>
              <a:ea typeface="微软雅黑" panose="020B0503020204020204" pitchFamily="34" charset="-122"/>
            </a:endParaRPr>
          </a:p>
        </p:txBody>
      </p:sp>
      <p:grpSp>
        <p:nvGrpSpPr>
          <p:cNvPr id="84" name="组合 83"/>
          <p:cNvGrpSpPr/>
          <p:nvPr/>
        </p:nvGrpSpPr>
        <p:grpSpPr>
          <a:xfrm>
            <a:off x="1253340" y="3883067"/>
            <a:ext cx="4068141" cy="786039"/>
            <a:chOff x="1347469" y="3869620"/>
            <a:chExt cx="4068141" cy="786039"/>
          </a:xfrm>
        </p:grpSpPr>
        <p:sp>
          <p:nvSpPr>
            <p:cNvPr id="68" name="Freeform 504"/>
            <p:cNvSpPr>
              <a:spLocks noEditPoints="1"/>
            </p:cNvSpPr>
            <p:nvPr/>
          </p:nvSpPr>
          <p:spPr bwMode="auto">
            <a:xfrm>
              <a:off x="1347469" y="4158246"/>
              <a:ext cx="369882" cy="367700"/>
            </a:xfrm>
            <a:custGeom>
              <a:avLst/>
              <a:gdLst>
                <a:gd name="T0" fmla="*/ 85 w 186"/>
                <a:gd name="T1" fmla="*/ 93 h 185"/>
                <a:gd name="T2" fmla="*/ 101 w 186"/>
                <a:gd name="T3" fmla="*/ 93 h 185"/>
                <a:gd name="T4" fmla="*/ 186 w 186"/>
                <a:gd name="T5" fmla="*/ 93 h 185"/>
                <a:gd name="T6" fmla="*/ 159 w 186"/>
                <a:gd name="T7" fmla="*/ 27 h 185"/>
                <a:gd name="T8" fmla="*/ 93 w 186"/>
                <a:gd name="T9" fmla="*/ 0 h 185"/>
                <a:gd name="T10" fmla="*/ 27 w 186"/>
                <a:gd name="T11" fmla="*/ 27 h 185"/>
                <a:gd name="T12" fmla="*/ 0 w 186"/>
                <a:gd name="T13" fmla="*/ 93 h 185"/>
                <a:gd name="T14" fmla="*/ 27 w 186"/>
                <a:gd name="T15" fmla="*/ 158 h 185"/>
                <a:gd name="T16" fmla="*/ 93 w 186"/>
                <a:gd name="T17" fmla="*/ 185 h 185"/>
                <a:gd name="T18" fmla="*/ 159 w 186"/>
                <a:gd name="T19" fmla="*/ 158 h 185"/>
                <a:gd name="T20" fmla="*/ 186 w 186"/>
                <a:gd name="T21" fmla="*/ 93 h 185"/>
                <a:gd name="T22" fmla="*/ 36 w 186"/>
                <a:gd name="T23" fmla="*/ 74 h 185"/>
                <a:gd name="T24" fmla="*/ 36 w 186"/>
                <a:gd name="T25" fmla="*/ 111 h 185"/>
                <a:gd name="T26" fmla="*/ 60 w 186"/>
                <a:gd name="T27" fmla="*/ 79 h 185"/>
                <a:gd name="T28" fmla="*/ 44 w 186"/>
                <a:gd name="T29" fmla="*/ 72 h 185"/>
                <a:gd name="T30" fmla="*/ 60 w 186"/>
                <a:gd name="T31" fmla="*/ 79 h 185"/>
                <a:gd name="T32" fmla="*/ 44 w 186"/>
                <a:gd name="T33" fmla="*/ 113 h 185"/>
                <a:gd name="T34" fmla="*/ 60 w 186"/>
                <a:gd name="T35" fmla="*/ 107 h 185"/>
                <a:gd name="T36" fmla="*/ 33 w 186"/>
                <a:gd name="T37" fmla="*/ 152 h 185"/>
                <a:gd name="T38" fmla="*/ 61 w 186"/>
                <a:gd name="T39" fmla="*/ 124 h 185"/>
                <a:gd name="T40" fmla="*/ 33 w 186"/>
                <a:gd name="T41" fmla="*/ 152 h 185"/>
                <a:gd name="T42" fmla="*/ 39 w 186"/>
                <a:gd name="T43" fmla="*/ 65 h 185"/>
                <a:gd name="T44" fmla="*/ 66 w 186"/>
                <a:gd name="T45" fmla="*/ 39 h 185"/>
                <a:gd name="T46" fmla="*/ 116 w 186"/>
                <a:gd name="T47" fmla="*/ 60 h 185"/>
                <a:gd name="T48" fmla="*/ 100 w 186"/>
                <a:gd name="T49" fmla="*/ 53 h 185"/>
                <a:gd name="T50" fmla="*/ 116 w 186"/>
                <a:gd name="T51" fmla="*/ 60 h 185"/>
                <a:gd name="T52" fmla="*/ 112 w 186"/>
                <a:gd name="T53" fmla="*/ 35 h 185"/>
                <a:gd name="T54" fmla="*/ 74 w 186"/>
                <a:gd name="T55" fmla="*/ 35 h 185"/>
                <a:gd name="T56" fmla="*/ 73 w 186"/>
                <a:gd name="T57" fmla="*/ 43 h 185"/>
                <a:gd name="T58" fmla="*/ 79 w 186"/>
                <a:gd name="T59" fmla="*/ 59 h 185"/>
                <a:gd name="T60" fmla="*/ 73 w 186"/>
                <a:gd name="T61" fmla="*/ 43 h 185"/>
                <a:gd name="T62" fmla="*/ 79 w 186"/>
                <a:gd name="T63" fmla="*/ 126 h 185"/>
                <a:gd name="T64" fmla="*/ 73 w 186"/>
                <a:gd name="T65" fmla="*/ 142 h 185"/>
                <a:gd name="T66" fmla="*/ 93 w 186"/>
                <a:gd name="T67" fmla="*/ 177 h 185"/>
                <a:gd name="T68" fmla="*/ 93 w 186"/>
                <a:gd name="T69" fmla="*/ 137 h 185"/>
                <a:gd name="T70" fmla="*/ 93 w 186"/>
                <a:gd name="T71" fmla="*/ 177 h 185"/>
                <a:gd name="T72" fmla="*/ 100 w 186"/>
                <a:gd name="T73" fmla="*/ 132 h 185"/>
                <a:gd name="T74" fmla="*/ 116 w 186"/>
                <a:gd name="T75" fmla="*/ 125 h 185"/>
                <a:gd name="T76" fmla="*/ 118 w 186"/>
                <a:gd name="T77" fmla="*/ 103 h 185"/>
                <a:gd name="T78" fmla="*/ 103 w 186"/>
                <a:gd name="T79" fmla="*/ 118 h 185"/>
                <a:gd name="T80" fmla="*/ 83 w 186"/>
                <a:gd name="T81" fmla="*/ 118 h 185"/>
                <a:gd name="T82" fmla="*/ 68 w 186"/>
                <a:gd name="T83" fmla="*/ 103 h 185"/>
                <a:gd name="T84" fmla="*/ 68 w 186"/>
                <a:gd name="T85" fmla="*/ 82 h 185"/>
                <a:gd name="T86" fmla="*/ 83 w 186"/>
                <a:gd name="T87" fmla="*/ 68 h 185"/>
                <a:gd name="T88" fmla="*/ 103 w 186"/>
                <a:gd name="T89" fmla="*/ 68 h 185"/>
                <a:gd name="T90" fmla="*/ 118 w 186"/>
                <a:gd name="T91" fmla="*/ 82 h 185"/>
                <a:gd name="T92" fmla="*/ 118 w 186"/>
                <a:gd name="T93" fmla="*/ 103 h 185"/>
                <a:gd name="T94" fmla="*/ 147 w 186"/>
                <a:gd name="T95" fmla="*/ 65 h 185"/>
                <a:gd name="T96" fmla="*/ 120 w 186"/>
                <a:gd name="T97" fmla="*/ 39 h 185"/>
                <a:gd name="T98" fmla="*/ 133 w 186"/>
                <a:gd name="T99" fmla="*/ 86 h 185"/>
                <a:gd name="T100" fmla="*/ 126 w 186"/>
                <a:gd name="T101" fmla="*/ 69 h 185"/>
                <a:gd name="T102" fmla="*/ 133 w 186"/>
                <a:gd name="T103" fmla="*/ 86 h 185"/>
                <a:gd name="T104" fmla="*/ 142 w 186"/>
                <a:gd name="T105" fmla="*/ 113 h 185"/>
                <a:gd name="T106" fmla="*/ 126 w 186"/>
                <a:gd name="T107" fmla="*/ 107 h 185"/>
                <a:gd name="T108" fmla="*/ 153 w 186"/>
                <a:gd name="T109" fmla="*/ 152 h 185"/>
                <a:gd name="T110" fmla="*/ 125 w 186"/>
                <a:gd name="T111" fmla="*/ 124 h 185"/>
                <a:gd name="T112" fmla="*/ 153 w 186"/>
                <a:gd name="T113" fmla="*/ 152 h 185"/>
                <a:gd name="T114" fmla="*/ 138 w 186"/>
                <a:gd name="T115" fmla="*/ 93 h 185"/>
                <a:gd name="T116" fmla="*/ 177 w 186"/>
                <a:gd name="T117" fmla="*/ 9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6" h="185">
                  <a:moveTo>
                    <a:pt x="93" y="84"/>
                  </a:moveTo>
                  <a:cubicBezTo>
                    <a:pt x="88" y="84"/>
                    <a:pt x="85" y="88"/>
                    <a:pt x="85" y="93"/>
                  </a:cubicBezTo>
                  <a:cubicBezTo>
                    <a:pt x="85" y="97"/>
                    <a:pt x="88" y="101"/>
                    <a:pt x="93" y="101"/>
                  </a:cubicBezTo>
                  <a:cubicBezTo>
                    <a:pt x="98" y="101"/>
                    <a:pt x="101" y="97"/>
                    <a:pt x="101" y="93"/>
                  </a:cubicBezTo>
                  <a:cubicBezTo>
                    <a:pt x="101" y="88"/>
                    <a:pt x="98" y="84"/>
                    <a:pt x="93" y="84"/>
                  </a:cubicBezTo>
                  <a:close/>
                  <a:moveTo>
                    <a:pt x="186" y="93"/>
                  </a:moveTo>
                  <a:cubicBezTo>
                    <a:pt x="186" y="83"/>
                    <a:pt x="174" y="74"/>
                    <a:pt x="154" y="67"/>
                  </a:cubicBezTo>
                  <a:cubicBezTo>
                    <a:pt x="163" y="49"/>
                    <a:pt x="166" y="34"/>
                    <a:pt x="159" y="27"/>
                  </a:cubicBezTo>
                  <a:cubicBezTo>
                    <a:pt x="151" y="20"/>
                    <a:pt x="136" y="22"/>
                    <a:pt x="118" y="32"/>
                  </a:cubicBezTo>
                  <a:cubicBezTo>
                    <a:pt x="112" y="12"/>
                    <a:pt x="103" y="0"/>
                    <a:pt x="93" y="0"/>
                  </a:cubicBezTo>
                  <a:cubicBezTo>
                    <a:pt x="83" y="0"/>
                    <a:pt x="74" y="12"/>
                    <a:pt x="68" y="32"/>
                  </a:cubicBezTo>
                  <a:cubicBezTo>
                    <a:pt x="50" y="22"/>
                    <a:pt x="35" y="20"/>
                    <a:pt x="27" y="27"/>
                  </a:cubicBezTo>
                  <a:cubicBezTo>
                    <a:pt x="20" y="34"/>
                    <a:pt x="23" y="49"/>
                    <a:pt x="32" y="67"/>
                  </a:cubicBezTo>
                  <a:cubicBezTo>
                    <a:pt x="12" y="74"/>
                    <a:pt x="0" y="83"/>
                    <a:pt x="0" y="93"/>
                  </a:cubicBezTo>
                  <a:cubicBezTo>
                    <a:pt x="0" y="103"/>
                    <a:pt x="12" y="112"/>
                    <a:pt x="32" y="118"/>
                  </a:cubicBezTo>
                  <a:cubicBezTo>
                    <a:pt x="23" y="136"/>
                    <a:pt x="20" y="151"/>
                    <a:pt x="27" y="158"/>
                  </a:cubicBezTo>
                  <a:cubicBezTo>
                    <a:pt x="35" y="165"/>
                    <a:pt x="50" y="163"/>
                    <a:pt x="68" y="154"/>
                  </a:cubicBezTo>
                  <a:cubicBezTo>
                    <a:pt x="74" y="173"/>
                    <a:pt x="83" y="185"/>
                    <a:pt x="93" y="185"/>
                  </a:cubicBezTo>
                  <a:cubicBezTo>
                    <a:pt x="103" y="185"/>
                    <a:pt x="112" y="173"/>
                    <a:pt x="118" y="154"/>
                  </a:cubicBezTo>
                  <a:cubicBezTo>
                    <a:pt x="136" y="163"/>
                    <a:pt x="151" y="165"/>
                    <a:pt x="159" y="158"/>
                  </a:cubicBezTo>
                  <a:cubicBezTo>
                    <a:pt x="166" y="151"/>
                    <a:pt x="163" y="136"/>
                    <a:pt x="154" y="118"/>
                  </a:cubicBezTo>
                  <a:cubicBezTo>
                    <a:pt x="174" y="112"/>
                    <a:pt x="186" y="103"/>
                    <a:pt x="186" y="93"/>
                  </a:cubicBezTo>
                  <a:close/>
                  <a:moveTo>
                    <a:pt x="9" y="93"/>
                  </a:moveTo>
                  <a:cubicBezTo>
                    <a:pt x="9" y="85"/>
                    <a:pt x="19" y="79"/>
                    <a:pt x="36" y="74"/>
                  </a:cubicBezTo>
                  <a:cubicBezTo>
                    <a:pt x="39" y="80"/>
                    <a:pt x="43" y="86"/>
                    <a:pt x="48" y="93"/>
                  </a:cubicBezTo>
                  <a:cubicBezTo>
                    <a:pt x="43" y="99"/>
                    <a:pt x="39" y="105"/>
                    <a:pt x="36" y="111"/>
                  </a:cubicBezTo>
                  <a:cubicBezTo>
                    <a:pt x="19" y="107"/>
                    <a:pt x="9" y="100"/>
                    <a:pt x="9" y="93"/>
                  </a:cubicBezTo>
                  <a:close/>
                  <a:moveTo>
                    <a:pt x="60" y="79"/>
                  </a:moveTo>
                  <a:cubicBezTo>
                    <a:pt x="58" y="81"/>
                    <a:pt x="55" y="84"/>
                    <a:pt x="53" y="86"/>
                  </a:cubicBezTo>
                  <a:cubicBezTo>
                    <a:pt x="50" y="81"/>
                    <a:pt x="46" y="77"/>
                    <a:pt x="44" y="72"/>
                  </a:cubicBezTo>
                  <a:cubicBezTo>
                    <a:pt x="49" y="71"/>
                    <a:pt x="54" y="70"/>
                    <a:pt x="60" y="69"/>
                  </a:cubicBezTo>
                  <a:cubicBezTo>
                    <a:pt x="60" y="72"/>
                    <a:pt x="60" y="76"/>
                    <a:pt x="60" y="79"/>
                  </a:cubicBezTo>
                  <a:close/>
                  <a:moveTo>
                    <a:pt x="60" y="116"/>
                  </a:moveTo>
                  <a:cubicBezTo>
                    <a:pt x="54" y="115"/>
                    <a:pt x="49" y="114"/>
                    <a:pt x="44" y="113"/>
                  </a:cubicBezTo>
                  <a:cubicBezTo>
                    <a:pt x="46" y="109"/>
                    <a:pt x="50" y="104"/>
                    <a:pt x="53" y="99"/>
                  </a:cubicBezTo>
                  <a:cubicBezTo>
                    <a:pt x="55" y="102"/>
                    <a:pt x="58" y="104"/>
                    <a:pt x="60" y="107"/>
                  </a:cubicBezTo>
                  <a:cubicBezTo>
                    <a:pt x="60" y="110"/>
                    <a:pt x="60" y="113"/>
                    <a:pt x="60" y="116"/>
                  </a:cubicBezTo>
                  <a:close/>
                  <a:moveTo>
                    <a:pt x="33" y="152"/>
                  </a:moveTo>
                  <a:cubicBezTo>
                    <a:pt x="28" y="147"/>
                    <a:pt x="31" y="135"/>
                    <a:pt x="39" y="120"/>
                  </a:cubicBezTo>
                  <a:cubicBezTo>
                    <a:pt x="46" y="122"/>
                    <a:pt x="53" y="123"/>
                    <a:pt x="61" y="124"/>
                  </a:cubicBezTo>
                  <a:cubicBezTo>
                    <a:pt x="62" y="132"/>
                    <a:pt x="64" y="140"/>
                    <a:pt x="66" y="146"/>
                  </a:cubicBezTo>
                  <a:cubicBezTo>
                    <a:pt x="51" y="155"/>
                    <a:pt x="39" y="158"/>
                    <a:pt x="33" y="152"/>
                  </a:cubicBezTo>
                  <a:close/>
                  <a:moveTo>
                    <a:pt x="61" y="61"/>
                  </a:moveTo>
                  <a:cubicBezTo>
                    <a:pt x="53" y="62"/>
                    <a:pt x="46" y="63"/>
                    <a:pt x="39" y="65"/>
                  </a:cubicBezTo>
                  <a:cubicBezTo>
                    <a:pt x="31" y="50"/>
                    <a:pt x="28" y="38"/>
                    <a:pt x="33" y="33"/>
                  </a:cubicBezTo>
                  <a:cubicBezTo>
                    <a:pt x="39" y="28"/>
                    <a:pt x="51" y="31"/>
                    <a:pt x="66" y="39"/>
                  </a:cubicBezTo>
                  <a:cubicBezTo>
                    <a:pt x="64" y="46"/>
                    <a:pt x="62" y="53"/>
                    <a:pt x="61" y="61"/>
                  </a:cubicBezTo>
                  <a:close/>
                  <a:moveTo>
                    <a:pt x="116" y="60"/>
                  </a:moveTo>
                  <a:cubicBezTo>
                    <a:pt x="113" y="60"/>
                    <a:pt x="110" y="60"/>
                    <a:pt x="107" y="59"/>
                  </a:cubicBezTo>
                  <a:cubicBezTo>
                    <a:pt x="104" y="57"/>
                    <a:pt x="102" y="55"/>
                    <a:pt x="100" y="53"/>
                  </a:cubicBezTo>
                  <a:cubicBezTo>
                    <a:pt x="104" y="49"/>
                    <a:pt x="109" y="46"/>
                    <a:pt x="114" y="43"/>
                  </a:cubicBezTo>
                  <a:cubicBezTo>
                    <a:pt x="115" y="48"/>
                    <a:pt x="116" y="54"/>
                    <a:pt x="116" y="60"/>
                  </a:cubicBezTo>
                  <a:close/>
                  <a:moveTo>
                    <a:pt x="93" y="8"/>
                  </a:moveTo>
                  <a:cubicBezTo>
                    <a:pt x="100" y="8"/>
                    <a:pt x="107" y="19"/>
                    <a:pt x="112" y="35"/>
                  </a:cubicBezTo>
                  <a:cubicBezTo>
                    <a:pt x="106" y="39"/>
                    <a:pt x="99" y="43"/>
                    <a:pt x="93" y="48"/>
                  </a:cubicBezTo>
                  <a:cubicBezTo>
                    <a:pt x="87" y="43"/>
                    <a:pt x="80" y="39"/>
                    <a:pt x="74" y="35"/>
                  </a:cubicBezTo>
                  <a:cubicBezTo>
                    <a:pt x="79" y="19"/>
                    <a:pt x="86" y="8"/>
                    <a:pt x="93" y="8"/>
                  </a:cubicBezTo>
                  <a:close/>
                  <a:moveTo>
                    <a:pt x="73" y="43"/>
                  </a:moveTo>
                  <a:cubicBezTo>
                    <a:pt x="77" y="46"/>
                    <a:pt x="82" y="49"/>
                    <a:pt x="86" y="53"/>
                  </a:cubicBezTo>
                  <a:cubicBezTo>
                    <a:pt x="84" y="55"/>
                    <a:pt x="82" y="57"/>
                    <a:pt x="79" y="59"/>
                  </a:cubicBezTo>
                  <a:cubicBezTo>
                    <a:pt x="76" y="60"/>
                    <a:pt x="73" y="60"/>
                    <a:pt x="70" y="60"/>
                  </a:cubicBezTo>
                  <a:cubicBezTo>
                    <a:pt x="70" y="54"/>
                    <a:pt x="71" y="48"/>
                    <a:pt x="73" y="43"/>
                  </a:cubicBezTo>
                  <a:close/>
                  <a:moveTo>
                    <a:pt x="70" y="125"/>
                  </a:moveTo>
                  <a:cubicBezTo>
                    <a:pt x="73" y="126"/>
                    <a:pt x="76" y="126"/>
                    <a:pt x="79" y="126"/>
                  </a:cubicBezTo>
                  <a:cubicBezTo>
                    <a:pt x="82" y="128"/>
                    <a:pt x="84" y="130"/>
                    <a:pt x="86" y="132"/>
                  </a:cubicBezTo>
                  <a:cubicBezTo>
                    <a:pt x="82" y="136"/>
                    <a:pt x="77" y="139"/>
                    <a:pt x="73" y="142"/>
                  </a:cubicBezTo>
                  <a:cubicBezTo>
                    <a:pt x="71" y="137"/>
                    <a:pt x="70" y="131"/>
                    <a:pt x="70" y="125"/>
                  </a:cubicBezTo>
                  <a:close/>
                  <a:moveTo>
                    <a:pt x="93" y="177"/>
                  </a:moveTo>
                  <a:cubicBezTo>
                    <a:pt x="86" y="177"/>
                    <a:pt x="79" y="167"/>
                    <a:pt x="74" y="150"/>
                  </a:cubicBezTo>
                  <a:cubicBezTo>
                    <a:pt x="80" y="147"/>
                    <a:pt x="87" y="142"/>
                    <a:pt x="93" y="137"/>
                  </a:cubicBezTo>
                  <a:cubicBezTo>
                    <a:pt x="99" y="142"/>
                    <a:pt x="106" y="147"/>
                    <a:pt x="112" y="150"/>
                  </a:cubicBezTo>
                  <a:cubicBezTo>
                    <a:pt x="107" y="167"/>
                    <a:pt x="100" y="177"/>
                    <a:pt x="93" y="177"/>
                  </a:cubicBezTo>
                  <a:close/>
                  <a:moveTo>
                    <a:pt x="114" y="142"/>
                  </a:moveTo>
                  <a:cubicBezTo>
                    <a:pt x="109" y="139"/>
                    <a:pt x="104" y="136"/>
                    <a:pt x="100" y="132"/>
                  </a:cubicBezTo>
                  <a:cubicBezTo>
                    <a:pt x="102" y="130"/>
                    <a:pt x="104" y="128"/>
                    <a:pt x="107" y="126"/>
                  </a:cubicBezTo>
                  <a:cubicBezTo>
                    <a:pt x="110" y="126"/>
                    <a:pt x="113" y="126"/>
                    <a:pt x="116" y="125"/>
                  </a:cubicBezTo>
                  <a:cubicBezTo>
                    <a:pt x="116" y="131"/>
                    <a:pt x="115" y="137"/>
                    <a:pt x="114" y="142"/>
                  </a:cubicBezTo>
                  <a:close/>
                  <a:moveTo>
                    <a:pt x="118" y="103"/>
                  </a:moveTo>
                  <a:cubicBezTo>
                    <a:pt x="116" y="106"/>
                    <a:pt x="113" y="108"/>
                    <a:pt x="111" y="111"/>
                  </a:cubicBezTo>
                  <a:cubicBezTo>
                    <a:pt x="108" y="113"/>
                    <a:pt x="106" y="115"/>
                    <a:pt x="103" y="118"/>
                  </a:cubicBezTo>
                  <a:cubicBezTo>
                    <a:pt x="100" y="118"/>
                    <a:pt x="97" y="118"/>
                    <a:pt x="93" y="118"/>
                  </a:cubicBezTo>
                  <a:cubicBezTo>
                    <a:pt x="89" y="118"/>
                    <a:pt x="86" y="118"/>
                    <a:pt x="83" y="118"/>
                  </a:cubicBezTo>
                  <a:cubicBezTo>
                    <a:pt x="80" y="115"/>
                    <a:pt x="78" y="113"/>
                    <a:pt x="75" y="111"/>
                  </a:cubicBezTo>
                  <a:cubicBezTo>
                    <a:pt x="73" y="108"/>
                    <a:pt x="70" y="106"/>
                    <a:pt x="68" y="103"/>
                  </a:cubicBezTo>
                  <a:cubicBezTo>
                    <a:pt x="68" y="100"/>
                    <a:pt x="68" y="96"/>
                    <a:pt x="68" y="93"/>
                  </a:cubicBezTo>
                  <a:cubicBezTo>
                    <a:pt x="68" y="89"/>
                    <a:pt x="68" y="86"/>
                    <a:pt x="68" y="82"/>
                  </a:cubicBezTo>
                  <a:cubicBezTo>
                    <a:pt x="70" y="80"/>
                    <a:pt x="73" y="77"/>
                    <a:pt x="75" y="75"/>
                  </a:cubicBezTo>
                  <a:cubicBezTo>
                    <a:pt x="78" y="72"/>
                    <a:pt x="80" y="70"/>
                    <a:pt x="83" y="68"/>
                  </a:cubicBezTo>
                  <a:cubicBezTo>
                    <a:pt x="86" y="67"/>
                    <a:pt x="89" y="67"/>
                    <a:pt x="93" y="67"/>
                  </a:cubicBezTo>
                  <a:cubicBezTo>
                    <a:pt x="97" y="67"/>
                    <a:pt x="100" y="67"/>
                    <a:pt x="103" y="68"/>
                  </a:cubicBezTo>
                  <a:cubicBezTo>
                    <a:pt x="106" y="70"/>
                    <a:pt x="108" y="72"/>
                    <a:pt x="111" y="75"/>
                  </a:cubicBezTo>
                  <a:cubicBezTo>
                    <a:pt x="113" y="77"/>
                    <a:pt x="116" y="80"/>
                    <a:pt x="118" y="82"/>
                  </a:cubicBezTo>
                  <a:cubicBezTo>
                    <a:pt x="118" y="86"/>
                    <a:pt x="118" y="89"/>
                    <a:pt x="118" y="93"/>
                  </a:cubicBezTo>
                  <a:cubicBezTo>
                    <a:pt x="118" y="96"/>
                    <a:pt x="118" y="100"/>
                    <a:pt x="118" y="103"/>
                  </a:cubicBezTo>
                  <a:close/>
                  <a:moveTo>
                    <a:pt x="153" y="33"/>
                  </a:moveTo>
                  <a:cubicBezTo>
                    <a:pt x="158" y="38"/>
                    <a:pt x="155" y="50"/>
                    <a:pt x="147" y="65"/>
                  </a:cubicBezTo>
                  <a:cubicBezTo>
                    <a:pt x="140" y="63"/>
                    <a:pt x="133" y="62"/>
                    <a:pt x="125" y="61"/>
                  </a:cubicBezTo>
                  <a:cubicBezTo>
                    <a:pt x="124" y="53"/>
                    <a:pt x="122" y="46"/>
                    <a:pt x="120" y="39"/>
                  </a:cubicBezTo>
                  <a:cubicBezTo>
                    <a:pt x="135" y="31"/>
                    <a:pt x="147" y="28"/>
                    <a:pt x="153" y="33"/>
                  </a:cubicBezTo>
                  <a:close/>
                  <a:moveTo>
                    <a:pt x="133" y="86"/>
                  </a:moveTo>
                  <a:cubicBezTo>
                    <a:pt x="131" y="84"/>
                    <a:pt x="128" y="81"/>
                    <a:pt x="126" y="79"/>
                  </a:cubicBezTo>
                  <a:cubicBezTo>
                    <a:pt x="126" y="76"/>
                    <a:pt x="126" y="72"/>
                    <a:pt x="126" y="69"/>
                  </a:cubicBezTo>
                  <a:cubicBezTo>
                    <a:pt x="132" y="70"/>
                    <a:pt x="137" y="71"/>
                    <a:pt x="142" y="72"/>
                  </a:cubicBezTo>
                  <a:cubicBezTo>
                    <a:pt x="140" y="77"/>
                    <a:pt x="136" y="81"/>
                    <a:pt x="133" y="86"/>
                  </a:cubicBezTo>
                  <a:close/>
                  <a:moveTo>
                    <a:pt x="133" y="99"/>
                  </a:moveTo>
                  <a:cubicBezTo>
                    <a:pt x="136" y="104"/>
                    <a:pt x="140" y="109"/>
                    <a:pt x="142" y="113"/>
                  </a:cubicBezTo>
                  <a:cubicBezTo>
                    <a:pt x="137" y="114"/>
                    <a:pt x="132" y="115"/>
                    <a:pt x="126" y="116"/>
                  </a:cubicBezTo>
                  <a:cubicBezTo>
                    <a:pt x="126" y="113"/>
                    <a:pt x="126" y="110"/>
                    <a:pt x="126" y="107"/>
                  </a:cubicBezTo>
                  <a:cubicBezTo>
                    <a:pt x="129" y="104"/>
                    <a:pt x="131" y="102"/>
                    <a:pt x="133" y="99"/>
                  </a:cubicBezTo>
                  <a:close/>
                  <a:moveTo>
                    <a:pt x="153" y="152"/>
                  </a:moveTo>
                  <a:cubicBezTo>
                    <a:pt x="147" y="158"/>
                    <a:pt x="135" y="155"/>
                    <a:pt x="120" y="146"/>
                  </a:cubicBezTo>
                  <a:cubicBezTo>
                    <a:pt x="122" y="140"/>
                    <a:pt x="124" y="132"/>
                    <a:pt x="125" y="124"/>
                  </a:cubicBezTo>
                  <a:cubicBezTo>
                    <a:pt x="133" y="123"/>
                    <a:pt x="140" y="122"/>
                    <a:pt x="147" y="120"/>
                  </a:cubicBezTo>
                  <a:cubicBezTo>
                    <a:pt x="155" y="135"/>
                    <a:pt x="158" y="147"/>
                    <a:pt x="153" y="152"/>
                  </a:cubicBezTo>
                  <a:close/>
                  <a:moveTo>
                    <a:pt x="150" y="111"/>
                  </a:moveTo>
                  <a:cubicBezTo>
                    <a:pt x="147" y="105"/>
                    <a:pt x="143" y="99"/>
                    <a:pt x="138" y="93"/>
                  </a:cubicBezTo>
                  <a:cubicBezTo>
                    <a:pt x="143" y="86"/>
                    <a:pt x="147" y="80"/>
                    <a:pt x="150" y="74"/>
                  </a:cubicBezTo>
                  <a:cubicBezTo>
                    <a:pt x="167" y="79"/>
                    <a:pt x="177" y="85"/>
                    <a:pt x="177" y="93"/>
                  </a:cubicBezTo>
                  <a:cubicBezTo>
                    <a:pt x="177" y="100"/>
                    <a:pt x="167" y="107"/>
                    <a:pt x="150" y="111"/>
                  </a:cubicBezTo>
                  <a:close/>
                </a:path>
              </a:pathLst>
            </a:custGeom>
            <a:solidFill>
              <a:srgbClr val="015BAB"/>
            </a:solidFill>
            <a:ln>
              <a:noFill/>
            </a:ln>
          </p:spPr>
          <p:txBody>
            <a:bodyPr vert="horz" wrap="square" lIns="91440" tIns="45720" rIns="91440" bIns="45720" numCol="1" anchor="t" anchorCtr="0" compatLnSpc="1"/>
            <a:lstStyle/>
            <a:p>
              <a:endParaRPr lang="en-US"/>
            </a:p>
          </p:txBody>
        </p:sp>
        <p:grpSp>
          <p:nvGrpSpPr>
            <p:cNvPr id="76" name="组合 75"/>
            <p:cNvGrpSpPr/>
            <p:nvPr/>
          </p:nvGrpSpPr>
          <p:grpSpPr>
            <a:xfrm>
              <a:off x="1895680" y="3869620"/>
              <a:ext cx="3519930" cy="786039"/>
              <a:chOff x="5933202" y="2347855"/>
              <a:chExt cx="5310629" cy="786039"/>
            </a:xfrm>
          </p:grpSpPr>
          <p:sp>
            <p:nvSpPr>
              <p:cNvPr id="77" name="TextBox 28"/>
              <p:cNvSpPr txBox="1"/>
              <p:nvPr/>
            </p:nvSpPr>
            <p:spPr>
              <a:xfrm>
                <a:off x="5972498" y="2347855"/>
                <a:ext cx="1362099"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78" name="Rectangle 28"/>
              <p:cNvSpPr/>
              <p:nvPr/>
            </p:nvSpPr>
            <p:spPr>
              <a:xfrm>
                <a:off x="5933202" y="2606121"/>
                <a:ext cx="5310629"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grpSp>
        <p:nvGrpSpPr>
          <p:cNvPr id="85" name="组合 84"/>
          <p:cNvGrpSpPr/>
          <p:nvPr/>
        </p:nvGrpSpPr>
        <p:grpSpPr>
          <a:xfrm>
            <a:off x="1253339" y="5082413"/>
            <a:ext cx="4003546" cy="786039"/>
            <a:chOff x="1347468" y="5068966"/>
            <a:chExt cx="4003546" cy="786039"/>
          </a:xfrm>
        </p:grpSpPr>
        <p:sp>
          <p:nvSpPr>
            <p:cNvPr id="72" name="Freeform 500"/>
            <p:cNvSpPr>
              <a:spLocks noEditPoints="1"/>
            </p:cNvSpPr>
            <p:nvPr/>
          </p:nvSpPr>
          <p:spPr bwMode="auto">
            <a:xfrm>
              <a:off x="1347468" y="5299073"/>
              <a:ext cx="369882" cy="369882"/>
            </a:xfrm>
            <a:custGeom>
              <a:avLst/>
              <a:gdLst>
                <a:gd name="T0" fmla="*/ 152 w 186"/>
                <a:gd name="T1" fmla="*/ 55 h 186"/>
                <a:gd name="T2" fmla="*/ 127 w 186"/>
                <a:gd name="T3" fmla="*/ 55 h 186"/>
                <a:gd name="T4" fmla="*/ 140 w 186"/>
                <a:gd name="T5" fmla="*/ 51 h 186"/>
                <a:gd name="T6" fmla="*/ 140 w 186"/>
                <a:gd name="T7" fmla="*/ 60 h 186"/>
                <a:gd name="T8" fmla="*/ 140 w 186"/>
                <a:gd name="T9" fmla="*/ 51 h 186"/>
                <a:gd name="T10" fmla="*/ 102 w 186"/>
                <a:gd name="T11" fmla="*/ 9 h 186"/>
                <a:gd name="T12" fmla="*/ 85 w 186"/>
                <a:gd name="T13" fmla="*/ 9 h 186"/>
                <a:gd name="T14" fmla="*/ 0 w 186"/>
                <a:gd name="T15" fmla="*/ 17 h 186"/>
                <a:gd name="T16" fmla="*/ 9 w 186"/>
                <a:gd name="T17" fmla="*/ 34 h 186"/>
                <a:gd name="T18" fmla="*/ 17 w 186"/>
                <a:gd name="T19" fmla="*/ 144 h 186"/>
                <a:gd name="T20" fmla="*/ 89 w 186"/>
                <a:gd name="T21" fmla="*/ 155 h 186"/>
                <a:gd name="T22" fmla="*/ 64 w 186"/>
                <a:gd name="T23" fmla="*/ 182 h 186"/>
                <a:gd name="T24" fmla="*/ 71 w 186"/>
                <a:gd name="T25" fmla="*/ 185 h 186"/>
                <a:gd name="T26" fmla="*/ 116 w 186"/>
                <a:gd name="T27" fmla="*/ 185 h 186"/>
                <a:gd name="T28" fmla="*/ 123 w 186"/>
                <a:gd name="T29" fmla="*/ 182 h 186"/>
                <a:gd name="T30" fmla="*/ 97 w 186"/>
                <a:gd name="T31" fmla="*/ 155 h 186"/>
                <a:gd name="T32" fmla="*/ 169 w 186"/>
                <a:gd name="T33" fmla="*/ 144 h 186"/>
                <a:gd name="T34" fmla="*/ 178 w 186"/>
                <a:gd name="T35" fmla="*/ 34 h 186"/>
                <a:gd name="T36" fmla="*/ 186 w 186"/>
                <a:gd name="T37" fmla="*/ 17 h 186"/>
                <a:gd name="T38" fmla="*/ 169 w 186"/>
                <a:gd name="T39" fmla="*/ 135 h 186"/>
                <a:gd name="T40" fmla="*/ 17 w 186"/>
                <a:gd name="T41" fmla="*/ 34 h 186"/>
                <a:gd name="T42" fmla="*/ 169 w 186"/>
                <a:gd name="T43" fmla="*/ 135 h 186"/>
                <a:gd name="T44" fmla="*/ 9 w 186"/>
                <a:gd name="T45" fmla="*/ 26 h 186"/>
                <a:gd name="T46" fmla="*/ 178 w 186"/>
                <a:gd name="T47" fmla="*/ 17 h 186"/>
                <a:gd name="T48" fmla="*/ 38 w 186"/>
                <a:gd name="T49" fmla="*/ 119 h 186"/>
                <a:gd name="T50" fmla="*/ 152 w 186"/>
                <a:gd name="T51" fmla="*/ 114 h 186"/>
                <a:gd name="T52" fmla="*/ 151 w 186"/>
                <a:gd name="T53" fmla="*/ 112 h 186"/>
                <a:gd name="T54" fmla="*/ 126 w 186"/>
                <a:gd name="T55" fmla="*/ 78 h 186"/>
                <a:gd name="T56" fmla="*/ 120 w 186"/>
                <a:gd name="T57" fmla="*/ 78 h 186"/>
                <a:gd name="T58" fmla="*/ 75 w 186"/>
                <a:gd name="T59" fmla="*/ 61 h 186"/>
                <a:gd name="T60" fmla="*/ 69 w 186"/>
                <a:gd name="T61" fmla="*/ 61 h 186"/>
                <a:gd name="T62" fmla="*/ 35 w 186"/>
                <a:gd name="T63" fmla="*/ 112 h 186"/>
                <a:gd name="T64" fmla="*/ 34 w 186"/>
                <a:gd name="T65" fmla="*/ 114 h 186"/>
                <a:gd name="T66" fmla="*/ 73 w 186"/>
                <a:gd name="T67" fmla="*/ 70 h 186"/>
                <a:gd name="T68" fmla="*/ 106 w 186"/>
                <a:gd name="T69" fmla="*/ 102 h 186"/>
                <a:gd name="T70" fmla="*/ 122 w 186"/>
                <a:gd name="T71" fmla="*/ 87 h 186"/>
                <a:gd name="T72" fmla="*/ 46 w 186"/>
                <a:gd name="T73" fmla="*/ 11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6" h="186">
                  <a:moveTo>
                    <a:pt x="140" y="68"/>
                  </a:moveTo>
                  <a:cubicBezTo>
                    <a:pt x="147" y="68"/>
                    <a:pt x="152" y="62"/>
                    <a:pt x="152" y="55"/>
                  </a:cubicBezTo>
                  <a:cubicBezTo>
                    <a:pt x="152" y="48"/>
                    <a:pt x="147" y="43"/>
                    <a:pt x="140" y="43"/>
                  </a:cubicBezTo>
                  <a:cubicBezTo>
                    <a:pt x="133" y="43"/>
                    <a:pt x="127" y="48"/>
                    <a:pt x="127" y="55"/>
                  </a:cubicBezTo>
                  <a:cubicBezTo>
                    <a:pt x="127" y="62"/>
                    <a:pt x="133" y="68"/>
                    <a:pt x="140" y="68"/>
                  </a:cubicBezTo>
                  <a:close/>
                  <a:moveTo>
                    <a:pt x="140" y="51"/>
                  </a:moveTo>
                  <a:cubicBezTo>
                    <a:pt x="142" y="51"/>
                    <a:pt x="144" y="53"/>
                    <a:pt x="144" y="55"/>
                  </a:cubicBezTo>
                  <a:cubicBezTo>
                    <a:pt x="144" y="58"/>
                    <a:pt x="142" y="60"/>
                    <a:pt x="140" y="60"/>
                  </a:cubicBezTo>
                  <a:cubicBezTo>
                    <a:pt x="137" y="60"/>
                    <a:pt x="135" y="58"/>
                    <a:pt x="135" y="55"/>
                  </a:cubicBezTo>
                  <a:cubicBezTo>
                    <a:pt x="135" y="53"/>
                    <a:pt x="137" y="51"/>
                    <a:pt x="140" y="51"/>
                  </a:cubicBezTo>
                  <a:close/>
                  <a:moveTo>
                    <a:pt x="178" y="9"/>
                  </a:moveTo>
                  <a:cubicBezTo>
                    <a:pt x="102" y="9"/>
                    <a:pt x="102" y="9"/>
                    <a:pt x="102" y="9"/>
                  </a:cubicBezTo>
                  <a:cubicBezTo>
                    <a:pt x="102" y="4"/>
                    <a:pt x="98" y="0"/>
                    <a:pt x="93" y="0"/>
                  </a:cubicBezTo>
                  <a:cubicBezTo>
                    <a:pt x="89" y="0"/>
                    <a:pt x="85" y="4"/>
                    <a:pt x="85" y="9"/>
                  </a:cubicBezTo>
                  <a:cubicBezTo>
                    <a:pt x="9" y="9"/>
                    <a:pt x="9" y="9"/>
                    <a:pt x="9" y="9"/>
                  </a:cubicBezTo>
                  <a:cubicBezTo>
                    <a:pt x="4" y="9"/>
                    <a:pt x="0" y="13"/>
                    <a:pt x="0" y="17"/>
                  </a:cubicBezTo>
                  <a:cubicBezTo>
                    <a:pt x="0" y="26"/>
                    <a:pt x="0" y="26"/>
                    <a:pt x="0" y="26"/>
                  </a:cubicBezTo>
                  <a:cubicBezTo>
                    <a:pt x="0" y="30"/>
                    <a:pt x="4" y="34"/>
                    <a:pt x="9" y="34"/>
                  </a:cubicBezTo>
                  <a:cubicBezTo>
                    <a:pt x="9" y="135"/>
                    <a:pt x="9" y="135"/>
                    <a:pt x="9" y="135"/>
                  </a:cubicBezTo>
                  <a:cubicBezTo>
                    <a:pt x="9" y="140"/>
                    <a:pt x="13" y="144"/>
                    <a:pt x="17" y="144"/>
                  </a:cubicBezTo>
                  <a:cubicBezTo>
                    <a:pt x="89" y="144"/>
                    <a:pt x="89" y="144"/>
                    <a:pt x="89" y="144"/>
                  </a:cubicBezTo>
                  <a:cubicBezTo>
                    <a:pt x="89" y="155"/>
                    <a:pt x="89" y="155"/>
                    <a:pt x="89" y="155"/>
                  </a:cubicBezTo>
                  <a:cubicBezTo>
                    <a:pt x="65" y="179"/>
                    <a:pt x="65" y="179"/>
                    <a:pt x="65" y="179"/>
                  </a:cubicBezTo>
                  <a:cubicBezTo>
                    <a:pt x="64" y="180"/>
                    <a:pt x="64" y="181"/>
                    <a:pt x="64" y="182"/>
                  </a:cubicBezTo>
                  <a:cubicBezTo>
                    <a:pt x="64" y="184"/>
                    <a:pt x="66" y="186"/>
                    <a:pt x="68" y="186"/>
                  </a:cubicBezTo>
                  <a:cubicBezTo>
                    <a:pt x="69" y="186"/>
                    <a:pt x="70" y="186"/>
                    <a:pt x="71" y="185"/>
                  </a:cubicBezTo>
                  <a:cubicBezTo>
                    <a:pt x="93" y="163"/>
                    <a:pt x="93" y="163"/>
                    <a:pt x="93" y="163"/>
                  </a:cubicBezTo>
                  <a:cubicBezTo>
                    <a:pt x="116" y="185"/>
                    <a:pt x="116" y="185"/>
                    <a:pt x="116" y="185"/>
                  </a:cubicBezTo>
                  <a:cubicBezTo>
                    <a:pt x="116" y="186"/>
                    <a:pt x="117" y="186"/>
                    <a:pt x="119" y="186"/>
                  </a:cubicBezTo>
                  <a:cubicBezTo>
                    <a:pt x="121" y="186"/>
                    <a:pt x="123" y="184"/>
                    <a:pt x="123" y="182"/>
                  </a:cubicBezTo>
                  <a:cubicBezTo>
                    <a:pt x="123" y="181"/>
                    <a:pt x="122" y="180"/>
                    <a:pt x="122" y="179"/>
                  </a:cubicBezTo>
                  <a:cubicBezTo>
                    <a:pt x="97" y="155"/>
                    <a:pt x="97" y="155"/>
                    <a:pt x="97" y="155"/>
                  </a:cubicBezTo>
                  <a:cubicBezTo>
                    <a:pt x="97" y="144"/>
                    <a:pt x="97" y="144"/>
                    <a:pt x="97" y="144"/>
                  </a:cubicBezTo>
                  <a:cubicBezTo>
                    <a:pt x="169" y="144"/>
                    <a:pt x="169" y="144"/>
                    <a:pt x="169" y="144"/>
                  </a:cubicBezTo>
                  <a:cubicBezTo>
                    <a:pt x="174" y="144"/>
                    <a:pt x="178" y="140"/>
                    <a:pt x="178" y="135"/>
                  </a:cubicBezTo>
                  <a:cubicBezTo>
                    <a:pt x="178" y="34"/>
                    <a:pt x="178" y="34"/>
                    <a:pt x="178" y="34"/>
                  </a:cubicBezTo>
                  <a:cubicBezTo>
                    <a:pt x="182" y="34"/>
                    <a:pt x="186" y="30"/>
                    <a:pt x="186" y="26"/>
                  </a:cubicBezTo>
                  <a:cubicBezTo>
                    <a:pt x="186" y="17"/>
                    <a:pt x="186" y="17"/>
                    <a:pt x="186" y="17"/>
                  </a:cubicBezTo>
                  <a:cubicBezTo>
                    <a:pt x="186" y="13"/>
                    <a:pt x="182" y="9"/>
                    <a:pt x="178" y="9"/>
                  </a:cubicBezTo>
                  <a:close/>
                  <a:moveTo>
                    <a:pt x="169" y="135"/>
                  </a:moveTo>
                  <a:cubicBezTo>
                    <a:pt x="17" y="135"/>
                    <a:pt x="17" y="135"/>
                    <a:pt x="17" y="135"/>
                  </a:cubicBezTo>
                  <a:cubicBezTo>
                    <a:pt x="17" y="34"/>
                    <a:pt x="17" y="34"/>
                    <a:pt x="17" y="34"/>
                  </a:cubicBezTo>
                  <a:cubicBezTo>
                    <a:pt x="169" y="34"/>
                    <a:pt x="169" y="34"/>
                    <a:pt x="169" y="34"/>
                  </a:cubicBezTo>
                  <a:lnTo>
                    <a:pt x="169" y="135"/>
                  </a:lnTo>
                  <a:close/>
                  <a:moveTo>
                    <a:pt x="178" y="26"/>
                  </a:moveTo>
                  <a:cubicBezTo>
                    <a:pt x="9" y="26"/>
                    <a:pt x="9" y="26"/>
                    <a:pt x="9" y="26"/>
                  </a:cubicBezTo>
                  <a:cubicBezTo>
                    <a:pt x="9" y="17"/>
                    <a:pt x="9" y="17"/>
                    <a:pt x="9" y="17"/>
                  </a:cubicBezTo>
                  <a:cubicBezTo>
                    <a:pt x="178" y="17"/>
                    <a:pt x="178" y="17"/>
                    <a:pt x="178" y="17"/>
                  </a:cubicBezTo>
                  <a:lnTo>
                    <a:pt x="178" y="26"/>
                  </a:lnTo>
                  <a:close/>
                  <a:moveTo>
                    <a:pt x="38" y="119"/>
                  </a:moveTo>
                  <a:cubicBezTo>
                    <a:pt x="148" y="119"/>
                    <a:pt x="148" y="119"/>
                    <a:pt x="148" y="119"/>
                  </a:cubicBezTo>
                  <a:cubicBezTo>
                    <a:pt x="150" y="119"/>
                    <a:pt x="152" y="117"/>
                    <a:pt x="152" y="114"/>
                  </a:cubicBezTo>
                  <a:cubicBezTo>
                    <a:pt x="152" y="113"/>
                    <a:pt x="152" y="113"/>
                    <a:pt x="151" y="112"/>
                  </a:cubicBezTo>
                  <a:cubicBezTo>
                    <a:pt x="151" y="112"/>
                    <a:pt x="151" y="112"/>
                    <a:pt x="151" y="112"/>
                  </a:cubicBezTo>
                  <a:cubicBezTo>
                    <a:pt x="126" y="78"/>
                    <a:pt x="126" y="78"/>
                    <a:pt x="126" y="78"/>
                  </a:cubicBezTo>
                  <a:cubicBezTo>
                    <a:pt x="126" y="78"/>
                    <a:pt x="126" y="78"/>
                    <a:pt x="126" y="78"/>
                  </a:cubicBezTo>
                  <a:cubicBezTo>
                    <a:pt x="125" y="77"/>
                    <a:pt x="124" y="76"/>
                    <a:pt x="123" y="76"/>
                  </a:cubicBezTo>
                  <a:cubicBezTo>
                    <a:pt x="122" y="76"/>
                    <a:pt x="121" y="77"/>
                    <a:pt x="120" y="78"/>
                  </a:cubicBezTo>
                  <a:cubicBezTo>
                    <a:pt x="106" y="92"/>
                    <a:pt x="106" y="92"/>
                    <a:pt x="106" y="92"/>
                  </a:cubicBezTo>
                  <a:cubicBezTo>
                    <a:pt x="75" y="61"/>
                    <a:pt x="75" y="61"/>
                    <a:pt x="75" y="61"/>
                  </a:cubicBezTo>
                  <a:cubicBezTo>
                    <a:pt x="74" y="60"/>
                    <a:pt x="73" y="60"/>
                    <a:pt x="72" y="60"/>
                  </a:cubicBezTo>
                  <a:cubicBezTo>
                    <a:pt x="71" y="60"/>
                    <a:pt x="69" y="60"/>
                    <a:pt x="69" y="61"/>
                  </a:cubicBezTo>
                  <a:cubicBezTo>
                    <a:pt x="69" y="61"/>
                    <a:pt x="69" y="61"/>
                    <a:pt x="69" y="61"/>
                  </a:cubicBezTo>
                  <a:cubicBezTo>
                    <a:pt x="35" y="112"/>
                    <a:pt x="35" y="112"/>
                    <a:pt x="35" y="112"/>
                  </a:cubicBezTo>
                  <a:cubicBezTo>
                    <a:pt x="35" y="112"/>
                    <a:pt x="35" y="112"/>
                    <a:pt x="35" y="112"/>
                  </a:cubicBezTo>
                  <a:cubicBezTo>
                    <a:pt x="34" y="113"/>
                    <a:pt x="34" y="114"/>
                    <a:pt x="34" y="114"/>
                  </a:cubicBezTo>
                  <a:cubicBezTo>
                    <a:pt x="34" y="117"/>
                    <a:pt x="36" y="119"/>
                    <a:pt x="38" y="119"/>
                  </a:cubicBezTo>
                  <a:close/>
                  <a:moveTo>
                    <a:pt x="73" y="70"/>
                  </a:moveTo>
                  <a:cubicBezTo>
                    <a:pt x="103" y="101"/>
                    <a:pt x="103" y="101"/>
                    <a:pt x="103" y="101"/>
                  </a:cubicBezTo>
                  <a:cubicBezTo>
                    <a:pt x="104" y="101"/>
                    <a:pt x="105" y="102"/>
                    <a:pt x="106" y="102"/>
                  </a:cubicBezTo>
                  <a:cubicBezTo>
                    <a:pt x="107" y="102"/>
                    <a:pt x="108" y="101"/>
                    <a:pt x="109" y="101"/>
                  </a:cubicBezTo>
                  <a:cubicBezTo>
                    <a:pt x="122" y="87"/>
                    <a:pt x="122" y="87"/>
                    <a:pt x="122" y="87"/>
                  </a:cubicBezTo>
                  <a:cubicBezTo>
                    <a:pt x="140" y="110"/>
                    <a:pt x="140" y="110"/>
                    <a:pt x="140" y="110"/>
                  </a:cubicBezTo>
                  <a:cubicBezTo>
                    <a:pt x="46" y="110"/>
                    <a:pt x="46" y="110"/>
                    <a:pt x="46" y="110"/>
                  </a:cubicBezTo>
                  <a:lnTo>
                    <a:pt x="73" y="70"/>
                  </a:lnTo>
                  <a:close/>
                </a:path>
              </a:pathLst>
            </a:custGeom>
            <a:solidFill>
              <a:srgbClr val="48BAF8"/>
            </a:solidFill>
            <a:ln>
              <a:noFill/>
            </a:ln>
          </p:spPr>
          <p:txBody>
            <a:bodyPr vert="horz" wrap="square" lIns="91440" tIns="45720" rIns="91440" bIns="45720" numCol="1" anchor="t" anchorCtr="0" compatLnSpc="1"/>
            <a:lstStyle/>
            <a:p>
              <a:endParaRPr lang="en-US"/>
            </a:p>
          </p:txBody>
        </p:sp>
        <p:grpSp>
          <p:nvGrpSpPr>
            <p:cNvPr id="79" name="组合 78"/>
            <p:cNvGrpSpPr/>
            <p:nvPr/>
          </p:nvGrpSpPr>
          <p:grpSpPr>
            <a:xfrm>
              <a:off x="1831084" y="5068966"/>
              <a:ext cx="3519930" cy="786039"/>
              <a:chOff x="5933202" y="2347855"/>
              <a:chExt cx="5310629" cy="786039"/>
            </a:xfrm>
          </p:grpSpPr>
          <p:sp>
            <p:nvSpPr>
              <p:cNvPr id="80" name="TextBox 28"/>
              <p:cNvSpPr txBox="1"/>
              <p:nvPr/>
            </p:nvSpPr>
            <p:spPr>
              <a:xfrm>
                <a:off x="5972498" y="2347855"/>
                <a:ext cx="1362099"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81" name="Rectangle 28"/>
              <p:cNvSpPr/>
              <p:nvPr/>
            </p:nvSpPr>
            <p:spPr>
              <a:xfrm>
                <a:off x="5933202" y="2606121"/>
                <a:ext cx="5310629"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sp>
        <p:nvSpPr>
          <p:cNvPr id="83" name="Rectangle 28"/>
          <p:cNvSpPr/>
          <p:nvPr/>
        </p:nvSpPr>
        <p:spPr>
          <a:xfrm>
            <a:off x="1184267" y="2464195"/>
            <a:ext cx="4137213" cy="1220270"/>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a:p>
            <a:pPr>
              <a:lnSpc>
                <a:spcPct val="150000"/>
              </a:lnSpc>
            </a:pP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86" name="组合 85"/>
          <p:cNvGrpSpPr/>
          <p:nvPr/>
        </p:nvGrpSpPr>
        <p:grpSpPr>
          <a:xfrm>
            <a:off x="583501" y="471624"/>
            <a:ext cx="2177776" cy="553998"/>
            <a:chOff x="592429" y="482522"/>
            <a:chExt cx="2177776" cy="553998"/>
          </a:xfrm>
        </p:grpSpPr>
        <p:grpSp>
          <p:nvGrpSpPr>
            <p:cNvPr id="87" name="组合 86"/>
            <p:cNvGrpSpPr/>
            <p:nvPr/>
          </p:nvGrpSpPr>
          <p:grpSpPr>
            <a:xfrm>
              <a:off x="592429" y="584272"/>
              <a:ext cx="433087" cy="360490"/>
              <a:chOff x="2770053" y="2524936"/>
              <a:chExt cx="433087" cy="317447"/>
            </a:xfrm>
            <a:solidFill>
              <a:srgbClr val="2F5EB2"/>
            </a:solidFill>
          </p:grpSpPr>
          <p:sp>
            <p:nvSpPr>
              <p:cNvPr id="89"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88"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两</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3416320"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单页面三项内容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03</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p:nvPr/>
        </p:nvSpPr>
        <p:spPr>
          <a:xfrm>
            <a:off x="4305305" y="2071838"/>
            <a:ext cx="3609965" cy="2444144"/>
          </a:xfrm>
          <a:prstGeom prst="rect">
            <a:avLst/>
          </a:prstGeom>
          <a:blipFill dpi="0" rotWithShape="1">
            <a:blip r:embed="rId1"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a:latin typeface="Arial" panose="020B0604020202020204" pitchFamily="34" charset="0"/>
              <a:ea typeface="微软雅黑" panose="020B0503020204020204" pitchFamily="34" charset="-122"/>
              <a:sym typeface="Arial" panose="020B0604020202020204" pitchFamily="34" charset="0"/>
            </a:endParaRPr>
          </a:p>
        </p:txBody>
      </p:sp>
      <p:sp>
        <p:nvSpPr>
          <p:cNvPr id="3" name="Rectangle 19"/>
          <p:cNvSpPr/>
          <p:nvPr/>
        </p:nvSpPr>
        <p:spPr>
          <a:xfrm>
            <a:off x="628872" y="2086156"/>
            <a:ext cx="3609965" cy="2444144"/>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a:latin typeface="Arial" panose="020B0604020202020204" pitchFamily="34" charset="0"/>
              <a:ea typeface="微软雅黑" panose="020B0503020204020204" pitchFamily="34" charset="-122"/>
              <a:sym typeface="Arial" panose="020B0604020202020204" pitchFamily="34" charset="0"/>
            </a:endParaRPr>
          </a:p>
        </p:txBody>
      </p:sp>
      <p:sp>
        <p:nvSpPr>
          <p:cNvPr id="4" name="Rectangle 20"/>
          <p:cNvSpPr/>
          <p:nvPr/>
        </p:nvSpPr>
        <p:spPr>
          <a:xfrm>
            <a:off x="7993261" y="2071838"/>
            <a:ext cx="3609965" cy="2444144"/>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GB">
              <a:latin typeface="Arial" panose="020B0604020202020204" pitchFamily="34" charset="0"/>
              <a:ea typeface="微软雅黑" panose="020B0503020204020204" pitchFamily="34" charset="-122"/>
              <a:sym typeface="Arial" panose="020B0604020202020204" pitchFamily="34" charset="0"/>
            </a:endParaRPr>
          </a:p>
        </p:txBody>
      </p:sp>
      <p:sp>
        <p:nvSpPr>
          <p:cNvPr id="14" name="TextBox 11"/>
          <p:cNvSpPr txBox="1"/>
          <p:nvPr/>
        </p:nvSpPr>
        <p:spPr>
          <a:xfrm flipH="1">
            <a:off x="852201" y="4742655"/>
            <a:ext cx="3224511" cy="804772"/>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15" name="TextBox 11"/>
          <p:cNvSpPr txBox="1"/>
          <p:nvPr/>
        </p:nvSpPr>
        <p:spPr>
          <a:xfrm flipH="1">
            <a:off x="4462165" y="4760820"/>
            <a:ext cx="3224511" cy="804772"/>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16" name="TextBox 11"/>
          <p:cNvSpPr txBox="1"/>
          <p:nvPr/>
        </p:nvSpPr>
        <p:spPr>
          <a:xfrm flipH="1">
            <a:off x="8115288" y="4760820"/>
            <a:ext cx="3224511" cy="804772"/>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grpSp>
        <p:nvGrpSpPr>
          <p:cNvPr id="17" name="组合 16"/>
          <p:cNvGrpSpPr/>
          <p:nvPr/>
        </p:nvGrpSpPr>
        <p:grpSpPr>
          <a:xfrm>
            <a:off x="583501" y="471624"/>
            <a:ext cx="2177776" cy="553998"/>
            <a:chOff x="592429" y="482522"/>
            <a:chExt cx="2177776" cy="553998"/>
          </a:xfrm>
        </p:grpSpPr>
        <p:grpSp>
          <p:nvGrpSpPr>
            <p:cNvPr id="18" name="组合 17"/>
            <p:cNvGrpSpPr/>
            <p:nvPr/>
          </p:nvGrpSpPr>
          <p:grpSpPr>
            <a:xfrm>
              <a:off x="592429" y="584272"/>
              <a:ext cx="433087" cy="360490"/>
              <a:chOff x="2770053" y="2524936"/>
              <a:chExt cx="433087" cy="317447"/>
            </a:xfrm>
            <a:solidFill>
              <a:srgbClr val="2F5EB2"/>
            </a:solidFill>
          </p:grpSpPr>
          <p:sp>
            <p:nvSpPr>
              <p:cNvPr id="2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1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三</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69468" y="2051367"/>
            <a:ext cx="5453063" cy="3244822"/>
            <a:chOff x="2705100" y="1695200"/>
            <a:chExt cx="6235700" cy="3710527"/>
          </a:xfrm>
        </p:grpSpPr>
        <p:sp>
          <p:nvSpPr>
            <p:cNvPr id="3" name="Freeform 5"/>
            <p:cNvSpPr/>
            <p:nvPr/>
          </p:nvSpPr>
          <p:spPr bwMode="auto">
            <a:xfrm>
              <a:off x="3467100" y="2981122"/>
              <a:ext cx="2422226" cy="2424605"/>
            </a:xfrm>
            <a:custGeom>
              <a:avLst/>
              <a:gdLst>
                <a:gd name="T0" fmla="*/ 646 w 861"/>
                <a:gd name="T1" fmla="*/ 430 h 861"/>
                <a:gd name="T2" fmla="*/ 430 w 861"/>
                <a:gd name="T3" fmla="*/ 645 h 861"/>
                <a:gd name="T4" fmla="*/ 215 w 861"/>
                <a:gd name="T5" fmla="*/ 430 h 861"/>
                <a:gd name="T6" fmla="*/ 430 w 861"/>
                <a:gd name="T7" fmla="*/ 215 h 861"/>
                <a:gd name="T8" fmla="*/ 488 w 861"/>
                <a:gd name="T9" fmla="*/ 223 h 861"/>
                <a:gd name="T10" fmla="*/ 418 w 861"/>
                <a:gd name="T11" fmla="*/ 0 h 861"/>
                <a:gd name="T12" fmla="*/ 0 w 861"/>
                <a:gd name="T13" fmla="*/ 430 h 861"/>
                <a:gd name="T14" fmla="*/ 430 w 861"/>
                <a:gd name="T15" fmla="*/ 861 h 861"/>
                <a:gd name="T16" fmla="*/ 861 w 861"/>
                <a:gd name="T17" fmla="*/ 430 h 861"/>
                <a:gd name="T18" fmla="*/ 742 w 861"/>
                <a:gd name="T19" fmla="*/ 133 h 861"/>
                <a:gd name="T20" fmla="*/ 590 w 861"/>
                <a:gd name="T21" fmla="*/ 286 h 861"/>
                <a:gd name="T22" fmla="*/ 646 w 861"/>
                <a:gd name="T23" fmla="*/ 430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1" h="861">
                  <a:moveTo>
                    <a:pt x="646" y="430"/>
                  </a:moveTo>
                  <a:cubicBezTo>
                    <a:pt x="646" y="549"/>
                    <a:pt x="549" y="645"/>
                    <a:pt x="430" y="645"/>
                  </a:cubicBezTo>
                  <a:cubicBezTo>
                    <a:pt x="311" y="645"/>
                    <a:pt x="215" y="549"/>
                    <a:pt x="215" y="430"/>
                  </a:cubicBezTo>
                  <a:cubicBezTo>
                    <a:pt x="215" y="311"/>
                    <a:pt x="311" y="215"/>
                    <a:pt x="430" y="215"/>
                  </a:cubicBezTo>
                  <a:cubicBezTo>
                    <a:pt x="450" y="215"/>
                    <a:pt x="470" y="218"/>
                    <a:pt x="488" y="223"/>
                  </a:cubicBezTo>
                  <a:cubicBezTo>
                    <a:pt x="447" y="156"/>
                    <a:pt x="422" y="80"/>
                    <a:pt x="418" y="0"/>
                  </a:cubicBezTo>
                  <a:cubicBezTo>
                    <a:pt x="186" y="6"/>
                    <a:pt x="0" y="196"/>
                    <a:pt x="0" y="430"/>
                  </a:cubicBezTo>
                  <a:cubicBezTo>
                    <a:pt x="0" y="668"/>
                    <a:pt x="192" y="861"/>
                    <a:pt x="430" y="861"/>
                  </a:cubicBezTo>
                  <a:cubicBezTo>
                    <a:pt x="668" y="861"/>
                    <a:pt x="861" y="668"/>
                    <a:pt x="861" y="430"/>
                  </a:cubicBezTo>
                  <a:cubicBezTo>
                    <a:pt x="861" y="315"/>
                    <a:pt x="816" y="211"/>
                    <a:pt x="742" y="133"/>
                  </a:cubicBezTo>
                  <a:cubicBezTo>
                    <a:pt x="590" y="286"/>
                    <a:pt x="590" y="286"/>
                    <a:pt x="590" y="286"/>
                  </a:cubicBezTo>
                  <a:cubicBezTo>
                    <a:pt x="625" y="325"/>
                    <a:pt x="646" y="375"/>
                    <a:pt x="646" y="430"/>
                  </a:cubicBezTo>
                  <a:close/>
                </a:path>
              </a:pathLst>
            </a:custGeom>
            <a:solidFill>
              <a:schemeClr val="tx2">
                <a:lumMod val="40000"/>
                <a:lumOff val="60000"/>
              </a:schemeClr>
            </a:solidFill>
            <a:ln>
              <a:noFill/>
            </a:ln>
          </p:spPr>
          <p:txBody>
            <a:bodyPr vert="horz" wrap="square" lIns="91440" tIns="45720" rIns="91440" bIns="45720" numCol="1" anchor="t" anchorCtr="0" compatLnSpc="1"/>
            <a:lstStyle/>
            <a:p>
              <a:endParaRPr lang="id-ID">
                <a:solidFill>
                  <a:srgbClr val="2FB4EC"/>
                </a:solidFill>
                <a:ea typeface="方正粗谭黑简体" panose="02000000000000000000" pitchFamily="2" charset="-122"/>
              </a:endParaRPr>
            </a:p>
          </p:txBody>
        </p:sp>
        <p:sp>
          <p:nvSpPr>
            <p:cNvPr id="4" name="Freeform 6"/>
            <p:cNvSpPr/>
            <p:nvPr/>
          </p:nvSpPr>
          <p:spPr bwMode="auto">
            <a:xfrm>
              <a:off x="4754911" y="1695200"/>
              <a:ext cx="2422226" cy="2111867"/>
            </a:xfrm>
            <a:custGeom>
              <a:avLst/>
              <a:gdLst>
                <a:gd name="T0" fmla="*/ 739 w 861"/>
                <a:gd name="T1" fmla="*/ 731 h 750"/>
                <a:gd name="T2" fmla="*/ 739 w 861"/>
                <a:gd name="T3" fmla="*/ 730 h 750"/>
                <a:gd name="T4" fmla="*/ 861 w 861"/>
                <a:gd name="T5" fmla="*/ 431 h 750"/>
                <a:gd name="T6" fmla="*/ 430 w 861"/>
                <a:gd name="T7" fmla="*/ 0 h 750"/>
                <a:gd name="T8" fmla="*/ 0 w 861"/>
                <a:gd name="T9" fmla="*/ 431 h 750"/>
                <a:gd name="T10" fmla="*/ 120 w 861"/>
                <a:gd name="T11" fmla="*/ 729 h 750"/>
                <a:gd name="T12" fmla="*/ 120 w 861"/>
                <a:gd name="T13" fmla="*/ 730 h 750"/>
                <a:gd name="T14" fmla="*/ 132 w 861"/>
                <a:gd name="T15" fmla="*/ 742 h 750"/>
                <a:gd name="T16" fmla="*/ 284 w 861"/>
                <a:gd name="T17" fmla="*/ 589 h 750"/>
                <a:gd name="T18" fmla="*/ 278 w 861"/>
                <a:gd name="T19" fmla="*/ 583 h 750"/>
                <a:gd name="T20" fmla="*/ 277 w 861"/>
                <a:gd name="T21" fmla="*/ 582 h 750"/>
                <a:gd name="T22" fmla="*/ 215 w 861"/>
                <a:gd name="T23" fmla="*/ 431 h 750"/>
                <a:gd name="T24" fmla="*/ 430 w 861"/>
                <a:gd name="T25" fmla="*/ 215 h 750"/>
                <a:gd name="T26" fmla="*/ 645 w 861"/>
                <a:gd name="T27" fmla="*/ 431 h 750"/>
                <a:gd name="T28" fmla="*/ 584 w 861"/>
                <a:gd name="T29" fmla="*/ 581 h 750"/>
                <a:gd name="T30" fmla="*/ 584 w 861"/>
                <a:gd name="T31" fmla="*/ 581 h 750"/>
                <a:gd name="T32" fmla="*/ 584 w 861"/>
                <a:gd name="T33" fmla="*/ 581 h 750"/>
                <a:gd name="T34" fmla="*/ 563 w 861"/>
                <a:gd name="T35" fmla="*/ 603 h 750"/>
                <a:gd name="T36" fmla="*/ 721 w 861"/>
                <a:gd name="T37" fmla="*/ 750 h 750"/>
                <a:gd name="T38" fmla="*/ 739 w 861"/>
                <a:gd name="T39" fmla="*/ 731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1" h="750">
                  <a:moveTo>
                    <a:pt x="739" y="731"/>
                  </a:moveTo>
                  <a:cubicBezTo>
                    <a:pt x="739" y="730"/>
                    <a:pt x="739" y="730"/>
                    <a:pt x="739" y="730"/>
                  </a:cubicBezTo>
                  <a:cubicBezTo>
                    <a:pt x="814" y="653"/>
                    <a:pt x="861" y="547"/>
                    <a:pt x="861" y="431"/>
                  </a:cubicBezTo>
                  <a:cubicBezTo>
                    <a:pt x="861" y="193"/>
                    <a:pt x="668" y="0"/>
                    <a:pt x="430" y="0"/>
                  </a:cubicBezTo>
                  <a:cubicBezTo>
                    <a:pt x="192" y="0"/>
                    <a:pt x="0" y="193"/>
                    <a:pt x="0" y="431"/>
                  </a:cubicBezTo>
                  <a:cubicBezTo>
                    <a:pt x="0" y="547"/>
                    <a:pt x="45" y="652"/>
                    <a:pt x="120" y="729"/>
                  </a:cubicBezTo>
                  <a:cubicBezTo>
                    <a:pt x="120" y="730"/>
                    <a:pt x="120" y="730"/>
                    <a:pt x="120" y="730"/>
                  </a:cubicBezTo>
                  <a:cubicBezTo>
                    <a:pt x="124" y="734"/>
                    <a:pt x="128" y="738"/>
                    <a:pt x="132" y="742"/>
                  </a:cubicBezTo>
                  <a:cubicBezTo>
                    <a:pt x="284" y="589"/>
                    <a:pt x="284" y="589"/>
                    <a:pt x="284" y="589"/>
                  </a:cubicBezTo>
                  <a:cubicBezTo>
                    <a:pt x="282" y="587"/>
                    <a:pt x="280" y="585"/>
                    <a:pt x="278" y="583"/>
                  </a:cubicBezTo>
                  <a:cubicBezTo>
                    <a:pt x="277" y="582"/>
                    <a:pt x="277" y="582"/>
                    <a:pt x="277" y="582"/>
                  </a:cubicBezTo>
                  <a:cubicBezTo>
                    <a:pt x="239" y="543"/>
                    <a:pt x="215" y="490"/>
                    <a:pt x="215" y="431"/>
                  </a:cubicBezTo>
                  <a:cubicBezTo>
                    <a:pt x="215" y="312"/>
                    <a:pt x="311" y="215"/>
                    <a:pt x="430" y="215"/>
                  </a:cubicBezTo>
                  <a:cubicBezTo>
                    <a:pt x="549" y="215"/>
                    <a:pt x="645" y="312"/>
                    <a:pt x="645" y="431"/>
                  </a:cubicBezTo>
                  <a:cubicBezTo>
                    <a:pt x="645" y="489"/>
                    <a:pt x="622" y="542"/>
                    <a:pt x="584" y="581"/>
                  </a:cubicBezTo>
                  <a:cubicBezTo>
                    <a:pt x="584" y="581"/>
                    <a:pt x="584" y="581"/>
                    <a:pt x="584" y="581"/>
                  </a:cubicBezTo>
                  <a:cubicBezTo>
                    <a:pt x="584" y="581"/>
                    <a:pt x="584" y="581"/>
                    <a:pt x="584" y="581"/>
                  </a:cubicBezTo>
                  <a:cubicBezTo>
                    <a:pt x="577" y="588"/>
                    <a:pt x="570" y="596"/>
                    <a:pt x="563" y="603"/>
                  </a:cubicBezTo>
                  <a:cubicBezTo>
                    <a:pt x="721" y="750"/>
                    <a:pt x="721" y="750"/>
                    <a:pt x="721" y="750"/>
                  </a:cubicBezTo>
                  <a:cubicBezTo>
                    <a:pt x="727" y="743"/>
                    <a:pt x="733" y="737"/>
                    <a:pt x="739" y="731"/>
                  </a:cubicBezTo>
                  <a:close/>
                </a:path>
              </a:pathLst>
            </a:custGeom>
            <a:solidFill>
              <a:srgbClr val="48BAF8"/>
            </a:solid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sp>
          <p:nvSpPr>
            <p:cNvPr id="5" name="Freeform 7"/>
            <p:cNvSpPr/>
            <p:nvPr/>
          </p:nvSpPr>
          <p:spPr bwMode="auto">
            <a:xfrm>
              <a:off x="6040344" y="2981122"/>
              <a:ext cx="2425793" cy="2424605"/>
            </a:xfrm>
            <a:custGeom>
              <a:avLst/>
              <a:gdLst>
                <a:gd name="T0" fmla="*/ 443 w 862"/>
                <a:gd name="T1" fmla="*/ 0 h 861"/>
                <a:gd name="T2" fmla="*/ 373 w 862"/>
                <a:gd name="T3" fmla="*/ 223 h 861"/>
                <a:gd name="T4" fmla="*/ 431 w 862"/>
                <a:gd name="T5" fmla="*/ 215 h 861"/>
                <a:gd name="T6" fmla="*/ 646 w 862"/>
                <a:gd name="T7" fmla="*/ 430 h 861"/>
                <a:gd name="T8" fmla="*/ 431 w 862"/>
                <a:gd name="T9" fmla="*/ 645 h 861"/>
                <a:gd name="T10" fmla="*/ 216 w 862"/>
                <a:gd name="T11" fmla="*/ 430 h 861"/>
                <a:gd name="T12" fmla="*/ 264 w 862"/>
                <a:gd name="T13" fmla="*/ 294 h 861"/>
                <a:gd name="T14" fmla="*/ 106 w 862"/>
                <a:gd name="T15" fmla="*/ 147 h 861"/>
                <a:gd name="T16" fmla="*/ 0 w 862"/>
                <a:gd name="T17" fmla="*/ 430 h 861"/>
                <a:gd name="T18" fmla="*/ 431 w 862"/>
                <a:gd name="T19" fmla="*/ 861 h 861"/>
                <a:gd name="T20" fmla="*/ 862 w 862"/>
                <a:gd name="T21" fmla="*/ 430 h 861"/>
                <a:gd name="T22" fmla="*/ 443 w 862"/>
                <a:gd name="T23" fmla="*/ 0 h 8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2" h="861">
                  <a:moveTo>
                    <a:pt x="443" y="0"/>
                  </a:moveTo>
                  <a:cubicBezTo>
                    <a:pt x="439" y="80"/>
                    <a:pt x="415" y="156"/>
                    <a:pt x="373" y="223"/>
                  </a:cubicBezTo>
                  <a:cubicBezTo>
                    <a:pt x="391" y="218"/>
                    <a:pt x="411" y="215"/>
                    <a:pt x="431" y="215"/>
                  </a:cubicBezTo>
                  <a:cubicBezTo>
                    <a:pt x="550" y="215"/>
                    <a:pt x="646" y="311"/>
                    <a:pt x="646" y="430"/>
                  </a:cubicBezTo>
                  <a:cubicBezTo>
                    <a:pt x="646" y="549"/>
                    <a:pt x="550" y="645"/>
                    <a:pt x="431" y="645"/>
                  </a:cubicBezTo>
                  <a:cubicBezTo>
                    <a:pt x="312" y="645"/>
                    <a:pt x="216" y="549"/>
                    <a:pt x="216" y="430"/>
                  </a:cubicBezTo>
                  <a:cubicBezTo>
                    <a:pt x="216" y="378"/>
                    <a:pt x="234" y="331"/>
                    <a:pt x="264" y="294"/>
                  </a:cubicBezTo>
                  <a:cubicBezTo>
                    <a:pt x="106" y="147"/>
                    <a:pt x="106" y="147"/>
                    <a:pt x="106" y="147"/>
                  </a:cubicBezTo>
                  <a:cubicBezTo>
                    <a:pt x="40" y="223"/>
                    <a:pt x="0" y="322"/>
                    <a:pt x="0" y="430"/>
                  </a:cubicBezTo>
                  <a:cubicBezTo>
                    <a:pt x="0" y="668"/>
                    <a:pt x="193" y="861"/>
                    <a:pt x="431" y="861"/>
                  </a:cubicBezTo>
                  <a:cubicBezTo>
                    <a:pt x="669" y="861"/>
                    <a:pt x="862" y="668"/>
                    <a:pt x="862" y="430"/>
                  </a:cubicBezTo>
                  <a:cubicBezTo>
                    <a:pt x="862" y="196"/>
                    <a:pt x="675" y="6"/>
                    <a:pt x="443" y="0"/>
                  </a:cubicBezTo>
                  <a:close/>
                </a:path>
              </a:pathLst>
            </a:custGeom>
            <a:solidFill>
              <a:srgbClr val="015BAB"/>
            </a:solid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sp>
          <p:nvSpPr>
            <p:cNvPr id="6" name="TextBox 175"/>
            <p:cNvSpPr txBox="1"/>
            <p:nvPr/>
          </p:nvSpPr>
          <p:spPr>
            <a:xfrm>
              <a:off x="5587168" y="2497230"/>
              <a:ext cx="926067" cy="879873"/>
            </a:xfrm>
            <a:prstGeom prst="rect">
              <a:avLst/>
            </a:prstGeom>
            <a:noFill/>
          </p:spPr>
          <p:txBody>
            <a:bodyPr wrap="none" rtlCol="0">
              <a:spAutoFit/>
            </a:bodyPr>
            <a:lstStyle/>
            <a:p>
              <a:r>
                <a:rPr lang="id-ID" sz="4400" b="1" dirty="0">
                  <a:solidFill>
                    <a:srgbClr val="48BAF8"/>
                  </a:solidFill>
                  <a:ea typeface="方正粗谭黑简体" panose="02000000000000000000" pitchFamily="2" charset="-122"/>
                </a:rPr>
                <a:t>01</a:t>
              </a:r>
              <a:endParaRPr lang="id-ID" sz="4400" b="1" dirty="0">
                <a:solidFill>
                  <a:srgbClr val="48BAF8"/>
                </a:solidFill>
                <a:ea typeface="方正粗谭黑简体" panose="02000000000000000000" pitchFamily="2" charset="-122"/>
              </a:endParaRPr>
            </a:p>
          </p:txBody>
        </p:sp>
        <p:sp>
          <p:nvSpPr>
            <p:cNvPr id="7" name="TextBox 176"/>
            <p:cNvSpPr txBox="1"/>
            <p:nvPr/>
          </p:nvSpPr>
          <p:spPr>
            <a:xfrm>
              <a:off x="4300545" y="3807067"/>
              <a:ext cx="926067" cy="879873"/>
            </a:xfrm>
            <a:prstGeom prst="rect">
              <a:avLst/>
            </a:prstGeom>
            <a:noFill/>
          </p:spPr>
          <p:txBody>
            <a:bodyPr wrap="none" rtlCol="0">
              <a:spAutoFit/>
            </a:bodyPr>
            <a:lstStyle/>
            <a:p>
              <a:r>
                <a:rPr lang="id-ID" sz="4400" b="1" dirty="0">
                  <a:solidFill>
                    <a:schemeClr val="tx2">
                      <a:lumMod val="40000"/>
                      <a:lumOff val="60000"/>
                    </a:schemeClr>
                  </a:solidFill>
                  <a:ea typeface="方正粗谭黑简体" panose="02000000000000000000" pitchFamily="2" charset="-122"/>
                </a:rPr>
                <a:t>02</a:t>
              </a:r>
              <a:endParaRPr lang="id-ID" sz="4400" b="1" dirty="0">
                <a:solidFill>
                  <a:schemeClr val="tx2">
                    <a:lumMod val="40000"/>
                    <a:lumOff val="60000"/>
                  </a:schemeClr>
                </a:solidFill>
                <a:ea typeface="方正粗谭黑简体" panose="02000000000000000000" pitchFamily="2" charset="-122"/>
              </a:endParaRPr>
            </a:p>
          </p:txBody>
        </p:sp>
        <p:sp>
          <p:nvSpPr>
            <p:cNvPr id="8" name="TextBox 177"/>
            <p:cNvSpPr txBox="1"/>
            <p:nvPr/>
          </p:nvSpPr>
          <p:spPr>
            <a:xfrm>
              <a:off x="6875572" y="3807067"/>
              <a:ext cx="926067" cy="879873"/>
            </a:xfrm>
            <a:prstGeom prst="rect">
              <a:avLst/>
            </a:prstGeom>
            <a:noFill/>
          </p:spPr>
          <p:txBody>
            <a:bodyPr wrap="none" rtlCol="0">
              <a:spAutoFit/>
            </a:bodyPr>
            <a:lstStyle/>
            <a:p>
              <a:r>
                <a:rPr lang="id-ID" sz="4400" b="1" dirty="0">
                  <a:solidFill>
                    <a:srgbClr val="015BAB"/>
                  </a:solidFill>
                  <a:ea typeface="方正粗谭黑简体" panose="02000000000000000000" pitchFamily="2" charset="-122"/>
                </a:rPr>
                <a:t>03</a:t>
              </a:r>
              <a:endParaRPr lang="id-ID" sz="4400" b="1" dirty="0">
                <a:solidFill>
                  <a:srgbClr val="015BAB"/>
                </a:solidFill>
                <a:ea typeface="方正粗谭黑简体" panose="02000000000000000000" pitchFamily="2" charset="-122"/>
              </a:endParaRPr>
            </a:p>
          </p:txBody>
        </p:sp>
        <p:grpSp>
          <p:nvGrpSpPr>
            <p:cNvPr id="9" name="Group 178"/>
            <p:cNvGrpSpPr/>
            <p:nvPr/>
          </p:nvGrpSpPr>
          <p:grpSpPr>
            <a:xfrm>
              <a:off x="5796548" y="1876074"/>
              <a:ext cx="336574" cy="264978"/>
              <a:chOff x="-1587" y="1588"/>
              <a:chExt cx="2171700" cy="1709737"/>
            </a:xfrm>
            <a:solidFill>
              <a:schemeClr val="bg1"/>
            </a:solidFill>
          </p:grpSpPr>
          <p:sp>
            <p:nvSpPr>
              <p:cNvPr id="17" name="Freeform 11"/>
              <p:cNvSpPr>
                <a:spLocks noEditPoints="1"/>
              </p:cNvSpPr>
              <p:nvPr/>
            </p:nvSpPr>
            <p:spPr bwMode="auto">
              <a:xfrm>
                <a:off x="887413" y="555625"/>
                <a:ext cx="781050" cy="782637"/>
              </a:xfrm>
              <a:custGeom>
                <a:avLst/>
                <a:gdLst>
                  <a:gd name="T0" fmla="*/ 103 w 207"/>
                  <a:gd name="T1" fmla="*/ 0 h 207"/>
                  <a:gd name="T2" fmla="*/ 0 w 207"/>
                  <a:gd name="T3" fmla="*/ 103 h 207"/>
                  <a:gd name="T4" fmla="*/ 103 w 207"/>
                  <a:gd name="T5" fmla="*/ 207 h 207"/>
                  <a:gd name="T6" fmla="*/ 207 w 207"/>
                  <a:gd name="T7" fmla="*/ 103 h 207"/>
                  <a:gd name="T8" fmla="*/ 103 w 207"/>
                  <a:gd name="T9" fmla="*/ 0 h 207"/>
                  <a:gd name="T10" fmla="*/ 76 w 207"/>
                  <a:gd name="T11" fmla="*/ 159 h 207"/>
                  <a:gd name="T12" fmla="*/ 55 w 207"/>
                  <a:gd name="T13" fmla="*/ 114 h 207"/>
                  <a:gd name="T14" fmla="*/ 117 w 207"/>
                  <a:gd name="T15" fmla="*/ 52 h 207"/>
                  <a:gd name="T16" fmla="*/ 163 w 207"/>
                  <a:gd name="T17" fmla="*/ 74 h 207"/>
                  <a:gd name="T18" fmla="*/ 76 w 207"/>
                  <a:gd name="T19" fmla="*/ 15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7" h="207">
                    <a:moveTo>
                      <a:pt x="103" y="0"/>
                    </a:moveTo>
                    <a:cubicBezTo>
                      <a:pt x="46" y="0"/>
                      <a:pt x="0" y="46"/>
                      <a:pt x="0" y="103"/>
                    </a:cubicBezTo>
                    <a:cubicBezTo>
                      <a:pt x="0" y="160"/>
                      <a:pt x="46" y="207"/>
                      <a:pt x="103" y="207"/>
                    </a:cubicBezTo>
                    <a:cubicBezTo>
                      <a:pt x="161" y="207"/>
                      <a:pt x="207" y="160"/>
                      <a:pt x="207" y="103"/>
                    </a:cubicBezTo>
                    <a:cubicBezTo>
                      <a:pt x="207" y="46"/>
                      <a:pt x="161" y="0"/>
                      <a:pt x="103" y="0"/>
                    </a:cubicBezTo>
                    <a:close/>
                    <a:moveTo>
                      <a:pt x="76" y="159"/>
                    </a:moveTo>
                    <a:cubicBezTo>
                      <a:pt x="64" y="148"/>
                      <a:pt x="55" y="132"/>
                      <a:pt x="55" y="114"/>
                    </a:cubicBezTo>
                    <a:cubicBezTo>
                      <a:pt x="55" y="80"/>
                      <a:pt x="83" y="52"/>
                      <a:pt x="117" y="52"/>
                    </a:cubicBezTo>
                    <a:cubicBezTo>
                      <a:pt x="135" y="52"/>
                      <a:pt x="152" y="61"/>
                      <a:pt x="163" y="74"/>
                    </a:cubicBezTo>
                    <a:cubicBezTo>
                      <a:pt x="118" y="79"/>
                      <a:pt x="82" y="114"/>
                      <a:pt x="76" y="159"/>
                    </a:cubicBezTo>
                    <a:close/>
                  </a:path>
                </a:pathLst>
              </a:custGeom>
              <a:grp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sp>
            <p:nvSpPr>
              <p:cNvPr id="18" name="Freeform 12"/>
              <p:cNvSpPr>
                <a:spLocks noEditPoints="1"/>
              </p:cNvSpPr>
              <p:nvPr/>
            </p:nvSpPr>
            <p:spPr bwMode="auto">
              <a:xfrm>
                <a:off x="-1587" y="1588"/>
                <a:ext cx="2171700" cy="1709737"/>
              </a:xfrm>
              <a:custGeom>
                <a:avLst/>
                <a:gdLst>
                  <a:gd name="T0" fmla="*/ 535 w 576"/>
                  <a:gd name="T1" fmla="*/ 41 h 453"/>
                  <a:gd name="T2" fmla="*/ 494 w 576"/>
                  <a:gd name="T3" fmla="*/ 41 h 453"/>
                  <a:gd name="T4" fmla="*/ 494 w 576"/>
                  <a:gd name="T5" fmla="*/ 0 h 453"/>
                  <a:gd name="T6" fmla="*/ 453 w 576"/>
                  <a:gd name="T7" fmla="*/ 0 h 453"/>
                  <a:gd name="T8" fmla="*/ 453 w 576"/>
                  <a:gd name="T9" fmla="*/ 41 h 453"/>
                  <a:gd name="T10" fmla="*/ 247 w 576"/>
                  <a:gd name="T11" fmla="*/ 41 h 453"/>
                  <a:gd name="T12" fmla="*/ 206 w 576"/>
                  <a:gd name="T13" fmla="*/ 0 h 453"/>
                  <a:gd name="T14" fmla="*/ 123 w 576"/>
                  <a:gd name="T15" fmla="*/ 0 h 453"/>
                  <a:gd name="T16" fmla="*/ 82 w 576"/>
                  <a:gd name="T17" fmla="*/ 41 h 453"/>
                  <a:gd name="T18" fmla="*/ 41 w 576"/>
                  <a:gd name="T19" fmla="*/ 41 h 453"/>
                  <a:gd name="T20" fmla="*/ 0 w 576"/>
                  <a:gd name="T21" fmla="*/ 82 h 453"/>
                  <a:gd name="T22" fmla="*/ 0 w 576"/>
                  <a:gd name="T23" fmla="*/ 411 h 453"/>
                  <a:gd name="T24" fmla="*/ 41 w 576"/>
                  <a:gd name="T25" fmla="*/ 453 h 453"/>
                  <a:gd name="T26" fmla="*/ 535 w 576"/>
                  <a:gd name="T27" fmla="*/ 453 h 453"/>
                  <a:gd name="T28" fmla="*/ 576 w 576"/>
                  <a:gd name="T29" fmla="*/ 411 h 453"/>
                  <a:gd name="T30" fmla="*/ 576 w 576"/>
                  <a:gd name="T31" fmla="*/ 82 h 453"/>
                  <a:gd name="T32" fmla="*/ 535 w 576"/>
                  <a:gd name="T33" fmla="*/ 41 h 453"/>
                  <a:gd name="T34" fmla="*/ 99 w 576"/>
                  <a:gd name="T35" fmla="*/ 180 h 453"/>
                  <a:gd name="T36" fmla="*/ 69 w 576"/>
                  <a:gd name="T37" fmla="*/ 150 h 453"/>
                  <a:gd name="T38" fmla="*/ 99 w 576"/>
                  <a:gd name="T39" fmla="*/ 120 h 453"/>
                  <a:gd name="T40" fmla="*/ 128 w 576"/>
                  <a:gd name="T41" fmla="*/ 150 h 453"/>
                  <a:gd name="T42" fmla="*/ 99 w 576"/>
                  <a:gd name="T43" fmla="*/ 180 h 453"/>
                  <a:gd name="T44" fmla="*/ 339 w 576"/>
                  <a:gd name="T45" fmla="*/ 407 h 453"/>
                  <a:gd name="T46" fmla="*/ 182 w 576"/>
                  <a:gd name="T47" fmla="*/ 250 h 453"/>
                  <a:gd name="T48" fmla="*/ 339 w 576"/>
                  <a:gd name="T49" fmla="*/ 93 h 453"/>
                  <a:gd name="T50" fmla="*/ 496 w 576"/>
                  <a:gd name="T51" fmla="*/ 250 h 453"/>
                  <a:gd name="T52" fmla="*/ 339 w 576"/>
                  <a:gd name="T53" fmla="*/ 407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76" h="453">
                    <a:moveTo>
                      <a:pt x="535" y="41"/>
                    </a:moveTo>
                    <a:cubicBezTo>
                      <a:pt x="494" y="41"/>
                      <a:pt x="494" y="41"/>
                      <a:pt x="494" y="41"/>
                    </a:cubicBezTo>
                    <a:cubicBezTo>
                      <a:pt x="494" y="0"/>
                      <a:pt x="494" y="0"/>
                      <a:pt x="494" y="0"/>
                    </a:cubicBezTo>
                    <a:cubicBezTo>
                      <a:pt x="453" y="0"/>
                      <a:pt x="453" y="0"/>
                      <a:pt x="453" y="0"/>
                    </a:cubicBezTo>
                    <a:cubicBezTo>
                      <a:pt x="453" y="41"/>
                      <a:pt x="453" y="41"/>
                      <a:pt x="453" y="41"/>
                    </a:cubicBezTo>
                    <a:cubicBezTo>
                      <a:pt x="247" y="41"/>
                      <a:pt x="247" y="41"/>
                      <a:pt x="247" y="41"/>
                    </a:cubicBezTo>
                    <a:cubicBezTo>
                      <a:pt x="247" y="21"/>
                      <a:pt x="228" y="0"/>
                      <a:pt x="206" y="0"/>
                    </a:cubicBezTo>
                    <a:cubicBezTo>
                      <a:pt x="123" y="0"/>
                      <a:pt x="123" y="0"/>
                      <a:pt x="123" y="0"/>
                    </a:cubicBezTo>
                    <a:cubicBezTo>
                      <a:pt x="101" y="0"/>
                      <a:pt x="82" y="21"/>
                      <a:pt x="82" y="41"/>
                    </a:cubicBezTo>
                    <a:cubicBezTo>
                      <a:pt x="41" y="41"/>
                      <a:pt x="41" y="41"/>
                      <a:pt x="41" y="41"/>
                    </a:cubicBezTo>
                    <a:cubicBezTo>
                      <a:pt x="19" y="41"/>
                      <a:pt x="0" y="60"/>
                      <a:pt x="0" y="82"/>
                    </a:cubicBezTo>
                    <a:cubicBezTo>
                      <a:pt x="0" y="411"/>
                      <a:pt x="0" y="411"/>
                      <a:pt x="0" y="411"/>
                    </a:cubicBezTo>
                    <a:cubicBezTo>
                      <a:pt x="0" y="434"/>
                      <a:pt x="19" y="453"/>
                      <a:pt x="41" y="453"/>
                    </a:cubicBezTo>
                    <a:cubicBezTo>
                      <a:pt x="535" y="453"/>
                      <a:pt x="535" y="453"/>
                      <a:pt x="535" y="453"/>
                    </a:cubicBezTo>
                    <a:cubicBezTo>
                      <a:pt x="557" y="453"/>
                      <a:pt x="576" y="434"/>
                      <a:pt x="576" y="411"/>
                    </a:cubicBezTo>
                    <a:cubicBezTo>
                      <a:pt x="576" y="82"/>
                      <a:pt x="576" y="82"/>
                      <a:pt x="576" y="82"/>
                    </a:cubicBezTo>
                    <a:cubicBezTo>
                      <a:pt x="576" y="60"/>
                      <a:pt x="557" y="41"/>
                      <a:pt x="535" y="41"/>
                    </a:cubicBezTo>
                    <a:close/>
                    <a:moveTo>
                      <a:pt x="99" y="180"/>
                    </a:moveTo>
                    <a:cubicBezTo>
                      <a:pt x="82" y="180"/>
                      <a:pt x="69" y="166"/>
                      <a:pt x="69" y="150"/>
                    </a:cubicBezTo>
                    <a:cubicBezTo>
                      <a:pt x="69" y="133"/>
                      <a:pt x="82" y="120"/>
                      <a:pt x="99" y="120"/>
                    </a:cubicBezTo>
                    <a:cubicBezTo>
                      <a:pt x="115" y="120"/>
                      <a:pt x="128" y="133"/>
                      <a:pt x="128" y="150"/>
                    </a:cubicBezTo>
                    <a:cubicBezTo>
                      <a:pt x="128" y="166"/>
                      <a:pt x="115" y="180"/>
                      <a:pt x="99" y="180"/>
                    </a:cubicBezTo>
                    <a:close/>
                    <a:moveTo>
                      <a:pt x="339" y="407"/>
                    </a:moveTo>
                    <a:cubicBezTo>
                      <a:pt x="253" y="407"/>
                      <a:pt x="182" y="337"/>
                      <a:pt x="182" y="250"/>
                    </a:cubicBezTo>
                    <a:cubicBezTo>
                      <a:pt x="182" y="164"/>
                      <a:pt x="253" y="93"/>
                      <a:pt x="339" y="93"/>
                    </a:cubicBezTo>
                    <a:cubicBezTo>
                      <a:pt x="426" y="93"/>
                      <a:pt x="496" y="164"/>
                      <a:pt x="496" y="250"/>
                    </a:cubicBezTo>
                    <a:cubicBezTo>
                      <a:pt x="496" y="337"/>
                      <a:pt x="426" y="407"/>
                      <a:pt x="339" y="407"/>
                    </a:cubicBezTo>
                    <a:close/>
                  </a:path>
                </a:pathLst>
              </a:custGeom>
              <a:grp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grpSp>
        <p:grpSp>
          <p:nvGrpSpPr>
            <p:cNvPr id="10" name="Group 181"/>
            <p:cNvGrpSpPr/>
            <p:nvPr/>
          </p:nvGrpSpPr>
          <p:grpSpPr>
            <a:xfrm>
              <a:off x="7111306" y="4950456"/>
              <a:ext cx="327866" cy="342215"/>
              <a:chOff x="1190625" y="1587950"/>
              <a:chExt cx="1196975" cy="1249362"/>
            </a:xfrm>
            <a:solidFill>
              <a:schemeClr val="bg1"/>
            </a:solidFill>
          </p:grpSpPr>
          <p:sp>
            <p:nvSpPr>
              <p:cNvPr id="15" name="Freeform 16"/>
              <p:cNvSpPr/>
              <p:nvPr/>
            </p:nvSpPr>
            <p:spPr bwMode="auto">
              <a:xfrm>
                <a:off x="1368425" y="1587950"/>
                <a:ext cx="1019175" cy="877887"/>
              </a:xfrm>
              <a:custGeom>
                <a:avLst/>
                <a:gdLst>
                  <a:gd name="T0" fmla="*/ 248 w 269"/>
                  <a:gd name="T1" fmla="*/ 0 h 232"/>
                  <a:gd name="T2" fmla="*/ 0 w 269"/>
                  <a:gd name="T3" fmla="*/ 0 h 232"/>
                  <a:gd name="T4" fmla="*/ 84 w 269"/>
                  <a:gd name="T5" fmla="*/ 42 h 232"/>
                  <a:gd name="T6" fmla="*/ 227 w 269"/>
                  <a:gd name="T7" fmla="*/ 42 h 232"/>
                  <a:gd name="T8" fmla="*/ 227 w 269"/>
                  <a:gd name="T9" fmla="*/ 63 h 232"/>
                  <a:gd name="T10" fmla="*/ 126 w 269"/>
                  <a:gd name="T11" fmla="*/ 63 h 232"/>
                  <a:gd name="T12" fmla="*/ 154 w 269"/>
                  <a:gd name="T13" fmla="*/ 77 h 232"/>
                  <a:gd name="T14" fmla="*/ 180 w 269"/>
                  <a:gd name="T15" fmla="*/ 105 h 232"/>
                  <a:gd name="T16" fmla="*/ 227 w 269"/>
                  <a:gd name="T17" fmla="*/ 105 h 232"/>
                  <a:gd name="T18" fmla="*/ 227 w 269"/>
                  <a:gd name="T19" fmla="*/ 126 h 232"/>
                  <a:gd name="T20" fmla="*/ 185 w 269"/>
                  <a:gd name="T21" fmla="*/ 126 h 232"/>
                  <a:gd name="T22" fmla="*/ 185 w 269"/>
                  <a:gd name="T23" fmla="*/ 232 h 232"/>
                  <a:gd name="T24" fmla="*/ 248 w 269"/>
                  <a:gd name="T25" fmla="*/ 232 h 232"/>
                  <a:gd name="T26" fmla="*/ 269 w 269"/>
                  <a:gd name="T27" fmla="*/ 211 h 232"/>
                  <a:gd name="T28" fmla="*/ 269 w 269"/>
                  <a:gd name="T29" fmla="*/ 21 h 232"/>
                  <a:gd name="T30" fmla="*/ 248 w 269"/>
                  <a:gd name="T31"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9" h="232">
                    <a:moveTo>
                      <a:pt x="248" y="0"/>
                    </a:moveTo>
                    <a:cubicBezTo>
                      <a:pt x="0" y="0"/>
                      <a:pt x="0" y="0"/>
                      <a:pt x="0" y="0"/>
                    </a:cubicBezTo>
                    <a:cubicBezTo>
                      <a:pt x="84" y="42"/>
                      <a:pt x="84" y="42"/>
                      <a:pt x="84" y="42"/>
                    </a:cubicBezTo>
                    <a:cubicBezTo>
                      <a:pt x="227" y="42"/>
                      <a:pt x="227" y="42"/>
                      <a:pt x="227" y="42"/>
                    </a:cubicBezTo>
                    <a:cubicBezTo>
                      <a:pt x="227" y="63"/>
                      <a:pt x="227" y="63"/>
                      <a:pt x="227" y="63"/>
                    </a:cubicBezTo>
                    <a:cubicBezTo>
                      <a:pt x="126" y="63"/>
                      <a:pt x="126" y="63"/>
                      <a:pt x="126" y="63"/>
                    </a:cubicBezTo>
                    <a:cubicBezTo>
                      <a:pt x="154" y="77"/>
                      <a:pt x="154" y="77"/>
                      <a:pt x="154" y="77"/>
                    </a:cubicBezTo>
                    <a:cubicBezTo>
                      <a:pt x="165" y="83"/>
                      <a:pt x="175" y="93"/>
                      <a:pt x="180" y="105"/>
                    </a:cubicBezTo>
                    <a:cubicBezTo>
                      <a:pt x="227" y="105"/>
                      <a:pt x="227" y="105"/>
                      <a:pt x="227" y="105"/>
                    </a:cubicBezTo>
                    <a:cubicBezTo>
                      <a:pt x="227" y="126"/>
                      <a:pt x="227" y="126"/>
                      <a:pt x="227" y="126"/>
                    </a:cubicBezTo>
                    <a:cubicBezTo>
                      <a:pt x="185" y="126"/>
                      <a:pt x="185" y="126"/>
                      <a:pt x="185" y="126"/>
                    </a:cubicBezTo>
                    <a:cubicBezTo>
                      <a:pt x="185" y="232"/>
                      <a:pt x="185" y="232"/>
                      <a:pt x="185" y="232"/>
                    </a:cubicBezTo>
                    <a:cubicBezTo>
                      <a:pt x="248" y="232"/>
                      <a:pt x="248" y="232"/>
                      <a:pt x="248" y="232"/>
                    </a:cubicBezTo>
                    <a:cubicBezTo>
                      <a:pt x="260" y="232"/>
                      <a:pt x="269" y="222"/>
                      <a:pt x="269" y="211"/>
                    </a:cubicBezTo>
                    <a:cubicBezTo>
                      <a:pt x="269" y="21"/>
                      <a:pt x="269" y="21"/>
                      <a:pt x="269" y="21"/>
                    </a:cubicBezTo>
                    <a:cubicBezTo>
                      <a:pt x="269" y="9"/>
                      <a:pt x="260" y="0"/>
                      <a:pt x="248" y="0"/>
                    </a:cubicBezTo>
                    <a:close/>
                  </a:path>
                </a:pathLst>
              </a:custGeom>
              <a:grp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sp>
            <p:nvSpPr>
              <p:cNvPr id="16" name="Freeform 17"/>
              <p:cNvSpPr>
                <a:spLocks noEditPoints="1"/>
              </p:cNvSpPr>
              <p:nvPr/>
            </p:nvSpPr>
            <p:spPr bwMode="auto">
              <a:xfrm>
                <a:off x="1190625" y="1613350"/>
                <a:ext cx="798513" cy="1223962"/>
              </a:xfrm>
              <a:custGeom>
                <a:avLst/>
                <a:gdLst>
                  <a:gd name="T0" fmla="*/ 192 w 211"/>
                  <a:gd name="T1" fmla="*/ 89 h 323"/>
                  <a:gd name="T2" fmla="*/ 19 w 211"/>
                  <a:gd name="T3" fmla="*/ 2 h 323"/>
                  <a:gd name="T4" fmla="*/ 11 w 211"/>
                  <a:gd name="T5" fmla="*/ 0 h 323"/>
                  <a:gd name="T6" fmla="*/ 0 w 211"/>
                  <a:gd name="T7" fmla="*/ 14 h 323"/>
                  <a:gd name="T8" fmla="*/ 0 w 211"/>
                  <a:gd name="T9" fmla="*/ 204 h 323"/>
                  <a:gd name="T10" fmla="*/ 19 w 211"/>
                  <a:gd name="T11" fmla="*/ 234 h 323"/>
                  <a:gd name="T12" fmla="*/ 192 w 211"/>
                  <a:gd name="T13" fmla="*/ 321 h 323"/>
                  <a:gd name="T14" fmla="*/ 199 w 211"/>
                  <a:gd name="T15" fmla="*/ 323 h 323"/>
                  <a:gd name="T16" fmla="*/ 211 w 211"/>
                  <a:gd name="T17" fmla="*/ 309 h 323"/>
                  <a:gd name="T18" fmla="*/ 211 w 211"/>
                  <a:gd name="T19" fmla="*/ 119 h 323"/>
                  <a:gd name="T20" fmla="*/ 192 w 211"/>
                  <a:gd name="T21" fmla="*/ 89 h 323"/>
                  <a:gd name="T22" fmla="*/ 147 w 211"/>
                  <a:gd name="T23" fmla="*/ 225 h 323"/>
                  <a:gd name="T24" fmla="*/ 126 w 211"/>
                  <a:gd name="T25" fmla="*/ 193 h 323"/>
                  <a:gd name="T26" fmla="*/ 147 w 211"/>
                  <a:gd name="T27" fmla="*/ 162 h 323"/>
                  <a:gd name="T28" fmla="*/ 169 w 211"/>
                  <a:gd name="T29" fmla="*/ 193 h 323"/>
                  <a:gd name="T30" fmla="*/ 147 w 211"/>
                  <a:gd name="T31" fmla="*/ 225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1" h="323">
                    <a:moveTo>
                      <a:pt x="192" y="89"/>
                    </a:moveTo>
                    <a:cubicBezTo>
                      <a:pt x="19" y="2"/>
                      <a:pt x="19" y="2"/>
                      <a:pt x="19" y="2"/>
                    </a:cubicBezTo>
                    <a:cubicBezTo>
                      <a:pt x="16" y="1"/>
                      <a:pt x="14" y="0"/>
                      <a:pt x="11" y="0"/>
                    </a:cubicBezTo>
                    <a:cubicBezTo>
                      <a:pt x="5" y="0"/>
                      <a:pt x="0" y="6"/>
                      <a:pt x="0" y="14"/>
                    </a:cubicBezTo>
                    <a:cubicBezTo>
                      <a:pt x="0" y="204"/>
                      <a:pt x="0" y="204"/>
                      <a:pt x="0" y="204"/>
                    </a:cubicBezTo>
                    <a:cubicBezTo>
                      <a:pt x="0" y="215"/>
                      <a:pt x="8" y="229"/>
                      <a:pt x="19" y="234"/>
                    </a:cubicBezTo>
                    <a:cubicBezTo>
                      <a:pt x="192" y="321"/>
                      <a:pt x="192" y="321"/>
                      <a:pt x="192" y="321"/>
                    </a:cubicBezTo>
                    <a:cubicBezTo>
                      <a:pt x="195" y="322"/>
                      <a:pt x="197" y="323"/>
                      <a:pt x="199" y="323"/>
                    </a:cubicBezTo>
                    <a:cubicBezTo>
                      <a:pt x="206" y="323"/>
                      <a:pt x="211" y="318"/>
                      <a:pt x="211" y="309"/>
                    </a:cubicBezTo>
                    <a:cubicBezTo>
                      <a:pt x="211" y="119"/>
                      <a:pt x="211" y="119"/>
                      <a:pt x="211" y="119"/>
                    </a:cubicBezTo>
                    <a:cubicBezTo>
                      <a:pt x="211" y="108"/>
                      <a:pt x="202" y="94"/>
                      <a:pt x="192" y="89"/>
                    </a:cubicBezTo>
                    <a:close/>
                    <a:moveTo>
                      <a:pt x="147" y="225"/>
                    </a:moveTo>
                    <a:cubicBezTo>
                      <a:pt x="136" y="225"/>
                      <a:pt x="126" y="211"/>
                      <a:pt x="126" y="193"/>
                    </a:cubicBezTo>
                    <a:cubicBezTo>
                      <a:pt x="126" y="176"/>
                      <a:pt x="136" y="162"/>
                      <a:pt x="147" y="162"/>
                    </a:cubicBezTo>
                    <a:cubicBezTo>
                      <a:pt x="159" y="162"/>
                      <a:pt x="169" y="176"/>
                      <a:pt x="169" y="193"/>
                    </a:cubicBezTo>
                    <a:cubicBezTo>
                      <a:pt x="169" y="211"/>
                      <a:pt x="159" y="225"/>
                      <a:pt x="147" y="225"/>
                    </a:cubicBezTo>
                    <a:close/>
                  </a:path>
                </a:pathLst>
              </a:custGeom>
              <a:grp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grpSp>
        <p:sp>
          <p:nvSpPr>
            <p:cNvPr id="11" name="Freeform 21"/>
            <p:cNvSpPr>
              <a:spLocks noEditPoints="1"/>
            </p:cNvSpPr>
            <p:nvPr/>
          </p:nvSpPr>
          <p:spPr bwMode="auto">
            <a:xfrm>
              <a:off x="4517081" y="4905532"/>
              <a:ext cx="322262" cy="368089"/>
            </a:xfrm>
            <a:custGeom>
              <a:avLst/>
              <a:gdLst>
                <a:gd name="T0" fmla="*/ 432 w 504"/>
                <a:gd name="T1" fmla="*/ 541 h 577"/>
                <a:gd name="T2" fmla="*/ 407 w 504"/>
                <a:gd name="T3" fmla="*/ 541 h 577"/>
                <a:gd name="T4" fmla="*/ 504 w 504"/>
                <a:gd name="T5" fmla="*/ 361 h 577"/>
                <a:gd name="T6" fmla="*/ 341 w 504"/>
                <a:gd name="T7" fmla="*/ 152 h 577"/>
                <a:gd name="T8" fmla="*/ 382 w 504"/>
                <a:gd name="T9" fmla="*/ 75 h 577"/>
                <a:gd name="T10" fmla="*/ 374 w 504"/>
                <a:gd name="T11" fmla="*/ 50 h 577"/>
                <a:gd name="T12" fmla="*/ 277 w 504"/>
                <a:gd name="T13" fmla="*/ 3 h 577"/>
                <a:gd name="T14" fmla="*/ 263 w 504"/>
                <a:gd name="T15" fmla="*/ 2 h 577"/>
                <a:gd name="T16" fmla="*/ 252 w 504"/>
                <a:gd name="T17" fmla="*/ 12 h 577"/>
                <a:gd name="T18" fmla="*/ 137 w 504"/>
                <a:gd name="T19" fmla="*/ 230 h 577"/>
                <a:gd name="T20" fmla="*/ 153 w 504"/>
                <a:gd name="T21" fmla="*/ 280 h 577"/>
                <a:gd name="T22" fmla="*/ 137 w 504"/>
                <a:gd name="T23" fmla="*/ 313 h 577"/>
                <a:gd name="T24" fmla="*/ 202 w 504"/>
                <a:gd name="T25" fmla="*/ 344 h 577"/>
                <a:gd name="T26" fmla="*/ 217 w 504"/>
                <a:gd name="T27" fmla="*/ 312 h 577"/>
                <a:gd name="T28" fmla="*/ 217 w 504"/>
                <a:gd name="T29" fmla="*/ 312 h 577"/>
                <a:gd name="T30" fmla="*/ 267 w 504"/>
                <a:gd name="T31" fmla="*/ 293 h 577"/>
                <a:gd name="T32" fmla="*/ 306 w 504"/>
                <a:gd name="T33" fmla="*/ 219 h 577"/>
                <a:gd name="T34" fmla="*/ 432 w 504"/>
                <a:gd name="T35" fmla="*/ 361 h 577"/>
                <a:gd name="T36" fmla="*/ 288 w 504"/>
                <a:gd name="T37" fmla="*/ 505 h 577"/>
                <a:gd name="T38" fmla="*/ 180 w 504"/>
                <a:gd name="T39" fmla="*/ 469 h 577"/>
                <a:gd name="T40" fmla="*/ 180 w 504"/>
                <a:gd name="T41" fmla="*/ 451 h 577"/>
                <a:gd name="T42" fmla="*/ 198 w 504"/>
                <a:gd name="T43" fmla="*/ 433 h 577"/>
                <a:gd name="T44" fmla="*/ 288 w 504"/>
                <a:gd name="T45" fmla="*/ 433 h 577"/>
                <a:gd name="T46" fmla="*/ 288 w 504"/>
                <a:gd name="T47" fmla="*/ 397 h 577"/>
                <a:gd name="T48" fmla="*/ 149 w 504"/>
                <a:gd name="T49" fmla="*/ 397 h 577"/>
                <a:gd name="T50" fmla="*/ 75 w 504"/>
                <a:gd name="T51" fmla="*/ 397 h 577"/>
                <a:gd name="T52" fmla="*/ 0 w 504"/>
                <a:gd name="T53" fmla="*/ 397 h 577"/>
                <a:gd name="T54" fmla="*/ 0 w 504"/>
                <a:gd name="T55" fmla="*/ 433 h 577"/>
                <a:gd name="T56" fmla="*/ 85 w 504"/>
                <a:gd name="T57" fmla="*/ 433 h 577"/>
                <a:gd name="T58" fmla="*/ 90 w 504"/>
                <a:gd name="T59" fmla="*/ 433 h 577"/>
                <a:gd name="T60" fmla="*/ 108 w 504"/>
                <a:gd name="T61" fmla="*/ 451 h 577"/>
                <a:gd name="T62" fmla="*/ 108 w 504"/>
                <a:gd name="T63" fmla="*/ 469 h 577"/>
                <a:gd name="T64" fmla="*/ 108 w 504"/>
                <a:gd name="T65" fmla="*/ 541 h 577"/>
                <a:gd name="T66" fmla="*/ 36 w 504"/>
                <a:gd name="T67" fmla="*/ 577 h 577"/>
                <a:gd name="T68" fmla="*/ 504 w 504"/>
                <a:gd name="T69" fmla="*/ 577 h 577"/>
                <a:gd name="T70" fmla="*/ 432 w 504"/>
                <a:gd name="T71" fmla="*/ 541 h 577"/>
                <a:gd name="T72" fmla="*/ 306 w 504"/>
                <a:gd name="T73" fmla="*/ 49 h 577"/>
                <a:gd name="T74" fmla="*/ 294 w 504"/>
                <a:gd name="T75" fmla="*/ 61 h 577"/>
                <a:gd name="T76" fmla="*/ 212 w 504"/>
                <a:gd name="T77" fmla="*/ 217 h 577"/>
                <a:gd name="T78" fmla="*/ 180 w 504"/>
                <a:gd name="T79" fmla="*/ 202 h 577"/>
                <a:gd name="T80" fmla="*/ 182 w 504"/>
                <a:gd name="T81" fmla="*/ 195 h 577"/>
                <a:gd name="T82" fmla="*/ 261 w 504"/>
                <a:gd name="T83" fmla="*/ 48 h 577"/>
                <a:gd name="T84" fmla="*/ 272 w 504"/>
                <a:gd name="T85" fmla="*/ 38 h 577"/>
                <a:gd name="T86" fmla="*/ 286 w 504"/>
                <a:gd name="T87" fmla="*/ 39 h 577"/>
                <a:gd name="T88" fmla="*/ 306 w 504"/>
                <a:gd name="T89" fmla="*/ 49 h 577"/>
                <a:gd name="T90" fmla="*/ 306 w 504"/>
                <a:gd name="T91" fmla="*/ 49 h 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4" h="577">
                  <a:moveTo>
                    <a:pt x="432" y="541"/>
                  </a:moveTo>
                  <a:cubicBezTo>
                    <a:pt x="407" y="541"/>
                    <a:pt x="407" y="541"/>
                    <a:pt x="407" y="541"/>
                  </a:cubicBezTo>
                  <a:cubicBezTo>
                    <a:pt x="466" y="502"/>
                    <a:pt x="504" y="436"/>
                    <a:pt x="504" y="361"/>
                  </a:cubicBezTo>
                  <a:cubicBezTo>
                    <a:pt x="504" y="260"/>
                    <a:pt x="435" y="175"/>
                    <a:pt x="341" y="152"/>
                  </a:cubicBezTo>
                  <a:cubicBezTo>
                    <a:pt x="382" y="75"/>
                    <a:pt x="382" y="75"/>
                    <a:pt x="382" y="75"/>
                  </a:cubicBezTo>
                  <a:cubicBezTo>
                    <a:pt x="386" y="65"/>
                    <a:pt x="383" y="54"/>
                    <a:pt x="374" y="50"/>
                  </a:cubicBezTo>
                  <a:cubicBezTo>
                    <a:pt x="277" y="3"/>
                    <a:pt x="277" y="3"/>
                    <a:pt x="277" y="3"/>
                  </a:cubicBezTo>
                  <a:cubicBezTo>
                    <a:pt x="272" y="1"/>
                    <a:pt x="267" y="0"/>
                    <a:pt x="263" y="2"/>
                  </a:cubicBezTo>
                  <a:cubicBezTo>
                    <a:pt x="258" y="4"/>
                    <a:pt x="254" y="7"/>
                    <a:pt x="252" y="12"/>
                  </a:cubicBezTo>
                  <a:cubicBezTo>
                    <a:pt x="137" y="230"/>
                    <a:pt x="137" y="230"/>
                    <a:pt x="137" y="230"/>
                  </a:cubicBezTo>
                  <a:cubicBezTo>
                    <a:pt x="128" y="249"/>
                    <a:pt x="135" y="272"/>
                    <a:pt x="153" y="280"/>
                  </a:cubicBezTo>
                  <a:cubicBezTo>
                    <a:pt x="137" y="313"/>
                    <a:pt x="137" y="313"/>
                    <a:pt x="137" y="313"/>
                  </a:cubicBezTo>
                  <a:cubicBezTo>
                    <a:pt x="202" y="344"/>
                    <a:pt x="202" y="344"/>
                    <a:pt x="202" y="344"/>
                  </a:cubicBezTo>
                  <a:cubicBezTo>
                    <a:pt x="217" y="312"/>
                    <a:pt x="217" y="312"/>
                    <a:pt x="217" y="312"/>
                  </a:cubicBezTo>
                  <a:cubicBezTo>
                    <a:pt x="217" y="312"/>
                    <a:pt x="217" y="312"/>
                    <a:pt x="217" y="312"/>
                  </a:cubicBezTo>
                  <a:cubicBezTo>
                    <a:pt x="235" y="320"/>
                    <a:pt x="257" y="312"/>
                    <a:pt x="267" y="293"/>
                  </a:cubicBezTo>
                  <a:cubicBezTo>
                    <a:pt x="306" y="219"/>
                    <a:pt x="306" y="219"/>
                    <a:pt x="306" y="219"/>
                  </a:cubicBezTo>
                  <a:cubicBezTo>
                    <a:pt x="377" y="228"/>
                    <a:pt x="432" y="288"/>
                    <a:pt x="432" y="361"/>
                  </a:cubicBezTo>
                  <a:cubicBezTo>
                    <a:pt x="432" y="440"/>
                    <a:pt x="367" y="505"/>
                    <a:pt x="288" y="505"/>
                  </a:cubicBezTo>
                  <a:cubicBezTo>
                    <a:pt x="252" y="505"/>
                    <a:pt x="205" y="491"/>
                    <a:pt x="180" y="469"/>
                  </a:cubicBezTo>
                  <a:cubicBezTo>
                    <a:pt x="180" y="451"/>
                    <a:pt x="180" y="451"/>
                    <a:pt x="180" y="451"/>
                  </a:cubicBezTo>
                  <a:cubicBezTo>
                    <a:pt x="180" y="441"/>
                    <a:pt x="188" y="433"/>
                    <a:pt x="198" y="433"/>
                  </a:cubicBezTo>
                  <a:cubicBezTo>
                    <a:pt x="288" y="433"/>
                    <a:pt x="288" y="433"/>
                    <a:pt x="288" y="433"/>
                  </a:cubicBezTo>
                  <a:cubicBezTo>
                    <a:pt x="288" y="397"/>
                    <a:pt x="288" y="397"/>
                    <a:pt x="288" y="397"/>
                  </a:cubicBezTo>
                  <a:cubicBezTo>
                    <a:pt x="149" y="397"/>
                    <a:pt x="149" y="397"/>
                    <a:pt x="149" y="397"/>
                  </a:cubicBezTo>
                  <a:cubicBezTo>
                    <a:pt x="75" y="397"/>
                    <a:pt x="75" y="397"/>
                    <a:pt x="75" y="397"/>
                  </a:cubicBezTo>
                  <a:cubicBezTo>
                    <a:pt x="0" y="397"/>
                    <a:pt x="0" y="397"/>
                    <a:pt x="0" y="397"/>
                  </a:cubicBezTo>
                  <a:cubicBezTo>
                    <a:pt x="0" y="433"/>
                    <a:pt x="0" y="433"/>
                    <a:pt x="0" y="433"/>
                  </a:cubicBezTo>
                  <a:cubicBezTo>
                    <a:pt x="85" y="433"/>
                    <a:pt x="85" y="433"/>
                    <a:pt x="85" y="433"/>
                  </a:cubicBezTo>
                  <a:cubicBezTo>
                    <a:pt x="90" y="433"/>
                    <a:pt x="90" y="433"/>
                    <a:pt x="90" y="433"/>
                  </a:cubicBezTo>
                  <a:cubicBezTo>
                    <a:pt x="100" y="433"/>
                    <a:pt x="108" y="441"/>
                    <a:pt x="108" y="451"/>
                  </a:cubicBezTo>
                  <a:cubicBezTo>
                    <a:pt x="108" y="469"/>
                    <a:pt x="108" y="469"/>
                    <a:pt x="108" y="469"/>
                  </a:cubicBezTo>
                  <a:cubicBezTo>
                    <a:pt x="108" y="541"/>
                    <a:pt x="108" y="541"/>
                    <a:pt x="108" y="541"/>
                  </a:cubicBezTo>
                  <a:cubicBezTo>
                    <a:pt x="68" y="541"/>
                    <a:pt x="36" y="537"/>
                    <a:pt x="36" y="577"/>
                  </a:cubicBezTo>
                  <a:cubicBezTo>
                    <a:pt x="504" y="577"/>
                    <a:pt x="504" y="577"/>
                    <a:pt x="504" y="577"/>
                  </a:cubicBezTo>
                  <a:cubicBezTo>
                    <a:pt x="504" y="537"/>
                    <a:pt x="472" y="541"/>
                    <a:pt x="432" y="541"/>
                  </a:cubicBezTo>
                  <a:close/>
                  <a:moveTo>
                    <a:pt x="306" y="49"/>
                  </a:moveTo>
                  <a:cubicBezTo>
                    <a:pt x="301" y="51"/>
                    <a:pt x="297" y="55"/>
                    <a:pt x="294" y="61"/>
                  </a:cubicBezTo>
                  <a:cubicBezTo>
                    <a:pt x="212" y="217"/>
                    <a:pt x="212" y="217"/>
                    <a:pt x="212" y="217"/>
                  </a:cubicBezTo>
                  <a:cubicBezTo>
                    <a:pt x="180" y="202"/>
                    <a:pt x="180" y="202"/>
                    <a:pt x="180" y="202"/>
                  </a:cubicBezTo>
                  <a:cubicBezTo>
                    <a:pt x="181" y="199"/>
                    <a:pt x="181" y="197"/>
                    <a:pt x="182" y="195"/>
                  </a:cubicBezTo>
                  <a:cubicBezTo>
                    <a:pt x="261" y="48"/>
                    <a:pt x="261" y="48"/>
                    <a:pt x="261" y="48"/>
                  </a:cubicBezTo>
                  <a:cubicBezTo>
                    <a:pt x="263" y="43"/>
                    <a:pt x="267" y="40"/>
                    <a:pt x="272" y="38"/>
                  </a:cubicBezTo>
                  <a:cubicBezTo>
                    <a:pt x="276" y="36"/>
                    <a:pt x="281" y="37"/>
                    <a:pt x="286" y="39"/>
                  </a:cubicBezTo>
                  <a:cubicBezTo>
                    <a:pt x="306" y="49"/>
                    <a:pt x="306" y="49"/>
                    <a:pt x="306" y="49"/>
                  </a:cubicBezTo>
                  <a:cubicBezTo>
                    <a:pt x="306" y="49"/>
                    <a:pt x="306" y="49"/>
                    <a:pt x="306" y="49"/>
                  </a:cubicBezTo>
                  <a:close/>
                </a:path>
              </a:pathLst>
            </a:custGeom>
            <a:solidFill>
              <a:schemeClr val="bg1"/>
            </a:solidFill>
            <a:ln>
              <a:noFill/>
            </a:ln>
          </p:spPr>
          <p:txBody>
            <a:bodyPr vert="horz" wrap="square" lIns="91440" tIns="45720" rIns="91440" bIns="45720" numCol="1" anchor="t" anchorCtr="0" compatLnSpc="1"/>
            <a:lstStyle/>
            <a:p>
              <a:endParaRPr lang="id-ID">
                <a:solidFill>
                  <a:prstClr val="black"/>
                </a:solidFill>
                <a:ea typeface="方正粗谭黑简体" panose="02000000000000000000" pitchFamily="2" charset="-122"/>
              </a:endParaRPr>
            </a:p>
          </p:txBody>
        </p:sp>
        <p:cxnSp>
          <p:nvCxnSpPr>
            <p:cNvPr id="12" name="Straight Connector 185"/>
            <p:cNvCxnSpPr/>
            <p:nvPr/>
          </p:nvCxnSpPr>
          <p:spPr>
            <a:xfrm>
              <a:off x="4300545" y="2270029"/>
              <a:ext cx="929323" cy="0"/>
            </a:xfrm>
            <a:prstGeom prst="line">
              <a:avLst/>
            </a:prstGeom>
            <a:ln w="12700">
              <a:solidFill>
                <a:schemeClr val="bg1">
                  <a:lumMod val="75000"/>
                </a:schemeClr>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13" name="Straight Connector 188"/>
            <p:cNvCxnSpPr/>
            <p:nvPr/>
          </p:nvCxnSpPr>
          <p:spPr>
            <a:xfrm>
              <a:off x="2705100" y="4194079"/>
              <a:ext cx="1210318" cy="0"/>
            </a:xfrm>
            <a:prstGeom prst="line">
              <a:avLst/>
            </a:prstGeom>
            <a:ln w="12700">
              <a:solidFill>
                <a:schemeClr val="bg1">
                  <a:lumMod val="75000"/>
                </a:schemeClr>
              </a:solidFill>
              <a:prstDash val="dash"/>
              <a:headEnd type="oval"/>
            </a:ln>
          </p:spPr>
          <p:style>
            <a:lnRef idx="1">
              <a:schemeClr val="accent1"/>
            </a:lnRef>
            <a:fillRef idx="0">
              <a:schemeClr val="accent1"/>
            </a:fillRef>
            <a:effectRef idx="0">
              <a:schemeClr val="accent1"/>
            </a:effectRef>
            <a:fontRef idx="minor">
              <a:schemeClr val="tx1"/>
            </a:fontRef>
          </p:style>
        </p:cxnSp>
        <p:cxnSp>
          <p:nvCxnSpPr>
            <p:cNvPr id="14" name="Straight Connector 189"/>
            <p:cNvCxnSpPr/>
            <p:nvPr/>
          </p:nvCxnSpPr>
          <p:spPr>
            <a:xfrm flipH="1">
              <a:off x="8037504" y="4944010"/>
              <a:ext cx="903296" cy="0"/>
            </a:xfrm>
            <a:prstGeom prst="line">
              <a:avLst/>
            </a:prstGeom>
            <a:ln w="12700">
              <a:solidFill>
                <a:schemeClr val="bg1">
                  <a:lumMod val="75000"/>
                </a:schemeClr>
              </a:solidFill>
              <a:prstDash val="dash"/>
              <a:headEnd type="ova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771525" y="4068593"/>
            <a:ext cx="2513083" cy="835550"/>
            <a:chOff x="536805" y="4268485"/>
            <a:chExt cx="2315863" cy="835550"/>
          </a:xfrm>
        </p:grpSpPr>
        <p:sp>
          <p:nvSpPr>
            <p:cNvPr id="20" name="TextBox 26"/>
            <p:cNvSpPr txBox="1"/>
            <p:nvPr/>
          </p:nvSpPr>
          <p:spPr>
            <a:xfrm>
              <a:off x="536805" y="4576262"/>
              <a:ext cx="2300210"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文字描述文字描述文字描述文字描述文字描述文字描述文字描述描述文字描述描述文字描述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1" name="矩形 20"/>
            <p:cNvSpPr/>
            <p:nvPr/>
          </p:nvSpPr>
          <p:spPr>
            <a:xfrm>
              <a:off x="1183131" y="4268485"/>
              <a:ext cx="1669537"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2" name="组合 21"/>
          <p:cNvGrpSpPr/>
          <p:nvPr/>
        </p:nvGrpSpPr>
        <p:grpSpPr>
          <a:xfrm>
            <a:off x="9026124" y="4479303"/>
            <a:ext cx="2394351" cy="849680"/>
            <a:chOff x="1038091" y="4254355"/>
            <a:chExt cx="2279982" cy="849680"/>
          </a:xfrm>
        </p:grpSpPr>
        <p:sp>
          <p:nvSpPr>
            <p:cNvPr id="23" name="TextBox 26"/>
            <p:cNvSpPr txBox="1"/>
            <p:nvPr/>
          </p:nvSpPr>
          <p:spPr>
            <a:xfrm>
              <a:off x="1042770" y="4576262"/>
              <a:ext cx="2275303"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文字描述文字描述文字描述文字描述文字描述文字描述文字描述描述文字描述描述文字描述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4" name="矩形 23"/>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8" name="组合 27"/>
          <p:cNvGrpSpPr/>
          <p:nvPr/>
        </p:nvGrpSpPr>
        <p:grpSpPr>
          <a:xfrm>
            <a:off x="2011080" y="2120460"/>
            <a:ext cx="2513083" cy="835550"/>
            <a:chOff x="536805" y="4268485"/>
            <a:chExt cx="2315863" cy="835550"/>
          </a:xfrm>
        </p:grpSpPr>
        <p:sp>
          <p:nvSpPr>
            <p:cNvPr id="29" name="TextBox 26"/>
            <p:cNvSpPr txBox="1"/>
            <p:nvPr/>
          </p:nvSpPr>
          <p:spPr>
            <a:xfrm>
              <a:off x="536805" y="4576262"/>
              <a:ext cx="2300210"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文字描述文字描述文字描述文字描述文字描述文字描述文字描述描述文字描述描述文字描述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0" name="矩形 29"/>
            <p:cNvSpPr/>
            <p:nvPr/>
          </p:nvSpPr>
          <p:spPr>
            <a:xfrm>
              <a:off x="1183131" y="4268485"/>
              <a:ext cx="1669537"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1" name="组合 30"/>
          <p:cNvGrpSpPr/>
          <p:nvPr/>
        </p:nvGrpSpPr>
        <p:grpSpPr>
          <a:xfrm>
            <a:off x="583501" y="471624"/>
            <a:ext cx="2177776" cy="553998"/>
            <a:chOff x="592429" y="482522"/>
            <a:chExt cx="2177776" cy="553998"/>
          </a:xfrm>
        </p:grpSpPr>
        <p:grpSp>
          <p:nvGrpSpPr>
            <p:cNvPr id="32" name="组合 31"/>
            <p:cNvGrpSpPr/>
            <p:nvPr/>
          </p:nvGrpSpPr>
          <p:grpSpPr>
            <a:xfrm>
              <a:off x="592429" y="584272"/>
              <a:ext cx="433087" cy="360490"/>
              <a:chOff x="2770053" y="2524936"/>
              <a:chExt cx="433087" cy="317447"/>
            </a:xfrm>
            <a:solidFill>
              <a:srgbClr val="2F5EB2"/>
            </a:solidFill>
          </p:grpSpPr>
          <p:sp>
            <p:nvSpPr>
              <p:cNvPr id="3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3"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三项内容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4236596" y="1980799"/>
            <a:ext cx="3550091" cy="3389343"/>
            <a:chOff x="3550795" y="1379200"/>
            <a:chExt cx="5023293" cy="4795838"/>
          </a:xfrm>
        </p:grpSpPr>
        <p:sp>
          <p:nvSpPr>
            <p:cNvPr id="18" name="Freeform 5"/>
            <p:cNvSpPr/>
            <p:nvPr/>
          </p:nvSpPr>
          <p:spPr bwMode="auto">
            <a:xfrm>
              <a:off x="3550795" y="3052425"/>
              <a:ext cx="2514600" cy="3122613"/>
            </a:xfrm>
            <a:custGeom>
              <a:avLst/>
              <a:gdLst>
                <a:gd name="T0" fmla="*/ 283 w 415"/>
                <a:gd name="T1" fmla="*/ 241 h 515"/>
                <a:gd name="T2" fmla="*/ 283 w 415"/>
                <a:gd name="T3" fmla="*/ 235 h 515"/>
                <a:gd name="T4" fmla="*/ 144 w 415"/>
                <a:gd name="T5" fmla="*/ 0 h 515"/>
                <a:gd name="T6" fmla="*/ 0 w 415"/>
                <a:gd name="T7" fmla="*/ 241 h 515"/>
                <a:gd name="T8" fmla="*/ 274 w 415"/>
                <a:gd name="T9" fmla="*/ 515 h 515"/>
                <a:gd name="T10" fmla="*/ 415 w 415"/>
                <a:gd name="T11" fmla="*/ 476 h 515"/>
                <a:gd name="T12" fmla="*/ 283 w 415"/>
                <a:gd name="T13" fmla="*/ 241 h 515"/>
              </a:gdLst>
              <a:ahLst/>
              <a:cxnLst>
                <a:cxn ang="0">
                  <a:pos x="T0" y="T1"/>
                </a:cxn>
                <a:cxn ang="0">
                  <a:pos x="T2" y="T3"/>
                </a:cxn>
                <a:cxn ang="0">
                  <a:pos x="T4" y="T5"/>
                </a:cxn>
                <a:cxn ang="0">
                  <a:pos x="T6" y="T7"/>
                </a:cxn>
                <a:cxn ang="0">
                  <a:pos x="T8" y="T9"/>
                </a:cxn>
                <a:cxn ang="0">
                  <a:pos x="T10" y="T11"/>
                </a:cxn>
                <a:cxn ang="0">
                  <a:pos x="T12" y="T13"/>
                </a:cxn>
              </a:cxnLst>
              <a:rect l="0" t="0" r="r" b="b"/>
              <a:pathLst>
                <a:path w="415" h="515">
                  <a:moveTo>
                    <a:pt x="283" y="241"/>
                  </a:moveTo>
                  <a:cubicBezTo>
                    <a:pt x="283" y="239"/>
                    <a:pt x="283" y="237"/>
                    <a:pt x="283" y="235"/>
                  </a:cubicBezTo>
                  <a:cubicBezTo>
                    <a:pt x="201" y="189"/>
                    <a:pt x="145" y="101"/>
                    <a:pt x="144" y="0"/>
                  </a:cubicBezTo>
                  <a:cubicBezTo>
                    <a:pt x="59" y="46"/>
                    <a:pt x="0" y="137"/>
                    <a:pt x="0" y="241"/>
                  </a:cubicBezTo>
                  <a:cubicBezTo>
                    <a:pt x="0" y="392"/>
                    <a:pt x="123" y="515"/>
                    <a:pt x="274" y="515"/>
                  </a:cubicBezTo>
                  <a:cubicBezTo>
                    <a:pt x="325" y="515"/>
                    <a:pt x="374" y="500"/>
                    <a:pt x="415" y="476"/>
                  </a:cubicBezTo>
                  <a:cubicBezTo>
                    <a:pt x="336" y="428"/>
                    <a:pt x="283" y="341"/>
                    <a:pt x="283" y="241"/>
                  </a:cubicBezTo>
                  <a:close/>
                </a:path>
              </a:pathLst>
            </a:custGeom>
            <a:solidFill>
              <a:schemeClr val="tx2">
                <a:lumMod val="40000"/>
                <a:lumOff val="60000"/>
              </a:schemeClr>
            </a:solidFill>
            <a:ln>
              <a:noFill/>
            </a:ln>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03</a:t>
              </a:r>
              <a:endParaRPr kumimoji="0" lang="en-US" sz="44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sp>
          <p:nvSpPr>
            <p:cNvPr id="19" name="Freeform 6"/>
            <p:cNvSpPr/>
            <p:nvPr/>
          </p:nvSpPr>
          <p:spPr bwMode="auto">
            <a:xfrm>
              <a:off x="6057900" y="3069888"/>
              <a:ext cx="2516188" cy="3105150"/>
            </a:xfrm>
            <a:custGeom>
              <a:avLst/>
              <a:gdLst>
                <a:gd name="T0" fmla="*/ 277 w 415"/>
                <a:gd name="T1" fmla="*/ 0 h 512"/>
                <a:gd name="T2" fmla="*/ 132 w 415"/>
                <a:gd name="T3" fmla="*/ 235 h 512"/>
                <a:gd name="T4" fmla="*/ 132 w 415"/>
                <a:gd name="T5" fmla="*/ 238 h 512"/>
                <a:gd name="T6" fmla="*/ 0 w 415"/>
                <a:gd name="T7" fmla="*/ 473 h 512"/>
                <a:gd name="T8" fmla="*/ 141 w 415"/>
                <a:gd name="T9" fmla="*/ 512 h 512"/>
                <a:gd name="T10" fmla="*/ 415 w 415"/>
                <a:gd name="T11" fmla="*/ 238 h 512"/>
                <a:gd name="T12" fmla="*/ 277 w 415"/>
                <a:gd name="T13" fmla="*/ 0 h 512"/>
              </a:gdLst>
              <a:ahLst/>
              <a:cxnLst>
                <a:cxn ang="0">
                  <a:pos x="T0" y="T1"/>
                </a:cxn>
                <a:cxn ang="0">
                  <a:pos x="T2" y="T3"/>
                </a:cxn>
                <a:cxn ang="0">
                  <a:pos x="T4" y="T5"/>
                </a:cxn>
                <a:cxn ang="0">
                  <a:pos x="T6" y="T7"/>
                </a:cxn>
                <a:cxn ang="0">
                  <a:pos x="T8" y="T9"/>
                </a:cxn>
                <a:cxn ang="0">
                  <a:pos x="T10" y="T11"/>
                </a:cxn>
                <a:cxn ang="0">
                  <a:pos x="T12" y="T13"/>
                </a:cxn>
              </a:cxnLst>
              <a:rect l="0" t="0" r="r" b="b"/>
              <a:pathLst>
                <a:path w="415" h="512">
                  <a:moveTo>
                    <a:pt x="277" y="0"/>
                  </a:moveTo>
                  <a:cubicBezTo>
                    <a:pt x="274" y="102"/>
                    <a:pt x="217" y="190"/>
                    <a:pt x="132" y="235"/>
                  </a:cubicBezTo>
                  <a:cubicBezTo>
                    <a:pt x="132" y="236"/>
                    <a:pt x="132" y="237"/>
                    <a:pt x="132" y="238"/>
                  </a:cubicBezTo>
                  <a:cubicBezTo>
                    <a:pt x="132" y="338"/>
                    <a:pt x="79" y="425"/>
                    <a:pt x="0" y="473"/>
                  </a:cubicBezTo>
                  <a:cubicBezTo>
                    <a:pt x="41" y="497"/>
                    <a:pt x="90" y="512"/>
                    <a:pt x="141" y="512"/>
                  </a:cubicBezTo>
                  <a:cubicBezTo>
                    <a:pt x="292" y="512"/>
                    <a:pt x="415" y="389"/>
                    <a:pt x="415" y="238"/>
                  </a:cubicBezTo>
                  <a:cubicBezTo>
                    <a:pt x="415" y="136"/>
                    <a:pt x="359" y="47"/>
                    <a:pt x="277" y="0"/>
                  </a:cubicBezTo>
                  <a:close/>
                </a:path>
              </a:pathLst>
            </a:custGeom>
            <a:solidFill>
              <a:srgbClr val="48BAF8"/>
            </a:solidFill>
            <a:ln>
              <a:noFill/>
            </a:ln>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02</a:t>
              </a:r>
              <a:endParaRPr kumimoji="0" lang="en-US" sz="44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sp>
          <p:nvSpPr>
            <p:cNvPr id="20" name="Freeform 7"/>
            <p:cNvSpPr/>
            <p:nvPr/>
          </p:nvSpPr>
          <p:spPr bwMode="auto">
            <a:xfrm>
              <a:off x="5257800" y="4476413"/>
              <a:ext cx="1600200" cy="1462088"/>
            </a:xfrm>
            <a:custGeom>
              <a:avLst/>
              <a:gdLst>
                <a:gd name="T0" fmla="*/ 264 w 264"/>
                <a:gd name="T1" fmla="*/ 6 h 241"/>
                <a:gd name="T2" fmla="*/ 264 w 264"/>
                <a:gd name="T3" fmla="*/ 3 h 241"/>
                <a:gd name="T4" fmla="*/ 135 w 264"/>
                <a:gd name="T5" fmla="*/ 36 h 241"/>
                <a:gd name="T6" fmla="*/ 0 w 264"/>
                <a:gd name="T7" fmla="*/ 0 h 241"/>
                <a:gd name="T8" fmla="*/ 0 w 264"/>
                <a:gd name="T9" fmla="*/ 6 h 241"/>
                <a:gd name="T10" fmla="*/ 132 w 264"/>
                <a:gd name="T11" fmla="*/ 241 h 241"/>
                <a:gd name="T12" fmla="*/ 264 w 264"/>
                <a:gd name="T13" fmla="*/ 6 h 241"/>
              </a:gdLst>
              <a:ahLst/>
              <a:cxnLst>
                <a:cxn ang="0">
                  <a:pos x="T0" y="T1"/>
                </a:cxn>
                <a:cxn ang="0">
                  <a:pos x="T2" y="T3"/>
                </a:cxn>
                <a:cxn ang="0">
                  <a:pos x="T4" y="T5"/>
                </a:cxn>
                <a:cxn ang="0">
                  <a:pos x="T6" y="T7"/>
                </a:cxn>
                <a:cxn ang="0">
                  <a:pos x="T8" y="T9"/>
                </a:cxn>
                <a:cxn ang="0">
                  <a:pos x="T10" y="T11"/>
                </a:cxn>
                <a:cxn ang="0">
                  <a:pos x="T12" y="T13"/>
                </a:cxn>
              </a:cxnLst>
              <a:rect l="0" t="0" r="r" b="b"/>
              <a:pathLst>
                <a:path w="264" h="241">
                  <a:moveTo>
                    <a:pt x="264" y="6"/>
                  </a:moveTo>
                  <a:cubicBezTo>
                    <a:pt x="264" y="5"/>
                    <a:pt x="264" y="4"/>
                    <a:pt x="264" y="3"/>
                  </a:cubicBezTo>
                  <a:cubicBezTo>
                    <a:pt x="226" y="24"/>
                    <a:pt x="182" y="36"/>
                    <a:pt x="135" y="36"/>
                  </a:cubicBezTo>
                  <a:cubicBezTo>
                    <a:pt x="86" y="36"/>
                    <a:pt x="40" y="23"/>
                    <a:pt x="0" y="0"/>
                  </a:cubicBezTo>
                  <a:cubicBezTo>
                    <a:pt x="0" y="2"/>
                    <a:pt x="0" y="4"/>
                    <a:pt x="0" y="6"/>
                  </a:cubicBezTo>
                  <a:cubicBezTo>
                    <a:pt x="0" y="106"/>
                    <a:pt x="53" y="193"/>
                    <a:pt x="132" y="241"/>
                  </a:cubicBezTo>
                  <a:cubicBezTo>
                    <a:pt x="211" y="193"/>
                    <a:pt x="264" y="106"/>
                    <a:pt x="264" y="6"/>
                  </a:cubicBezTo>
                  <a:close/>
                </a:path>
              </a:pathLst>
            </a:custGeom>
            <a:solidFill>
              <a:srgbClr val="34A0DD"/>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21" name="Freeform 8"/>
            <p:cNvSpPr/>
            <p:nvPr/>
          </p:nvSpPr>
          <p:spPr bwMode="auto">
            <a:xfrm>
              <a:off x="4416425" y="1379200"/>
              <a:ext cx="3321050" cy="1716088"/>
            </a:xfrm>
            <a:custGeom>
              <a:avLst/>
              <a:gdLst>
                <a:gd name="T0" fmla="*/ 271 w 548"/>
                <a:gd name="T1" fmla="*/ 283 h 283"/>
                <a:gd name="T2" fmla="*/ 412 w 548"/>
                <a:gd name="T3" fmla="*/ 244 h 283"/>
                <a:gd name="T4" fmla="*/ 548 w 548"/>
                <a:gd name="T5" fmla="*/ 279 h 283"/>
                <a:gd name="T6" fmla="*/ 548 w 548"/>
                <a:gd name="T7" fmla="*/ 273 h 283"/>
                <a:gd name="T8" fmla="*/ 274 w 548"/>
                <a:gd name="T9" fmla="*/ 0 h 283"/>
                <a:gd name="T10" fmla="*/ 0 w 548"/>
                <a:gd name="T11" fmla="*/ 273 h 283"/>
                <a:gd name="T12" fmla="*/ 0 w 548"/>
                <a:gd name="T13" fmla="*/ 276 h 283"/>
                <a:gd name="T14" fmla="*/ 130 w 548"/>
                <a:gd name="T15" fmla="*/ 244 h 283"/>
                <a:gd name="T16" fmla="*/ 271 w 548"/>
                <a:gd name="T17"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8" h="283">
                  <a:moveTo>
                    <a:pt x="271" y="283"/>
                  </a:moveTo>
                  <a:cubicBezTo>
                    <a:pt x="312" y="258"/>
                    <a:pt x="361" y="244"/>
                    <a:pt x="412" y="244"/>
                  </a:cubicBezTo>
                  <a:cubicBezTo>
                    <a:pt x="461" y="244"/>
                    <a:pt x="508" y="257"/>
                    <a:pt x="548" y="279"/>
                  </a:cubicBezTo>
                  <a:cubicBezTo>
                    <a:pt x="548" y="277"/>
                    <a:pt x="548" y="275"/>
                    <a:pt x="548" y="273"/>
                  </a:cubicBezTo>
                  <a:cubicBezTo>
                    <a:pt x="548" y="122"/>
                    <a:pt x="425" y="0"/>
                    <a:pt x="274" y="0"/>
                  </a:cubicBezTo>
                  <a:cubicBezTo>
                    <a:pt x="123" y="0"/>
                    <a:pt x="0" y="122"/>
                    <a:pt x="0" y="273"/>
                  </a:cubicBezTo>
                  <a:cubicBezTo>
                    <a:pt x="0" y="274"/>
                    <a:pt x="0" y="275"/>
                    <a:pt x="0" y="276"/>
                  </a:cubicBezTo>
                  <a:cubicBezTo>
                    <a:pt x="39" y="255"/>
                    <a:pt x="83" y="244"/>
                    <a:pt x="130" y="244"/>
                  </a:cubicBezTo>
                  <a:cubicBezTo>
                    <a:pt x="181" y="244"/>
                    <a:pt x="230" y="258"/>
                    <a:pt x="271" y="283"/>
                  </a:cubicBezTo>
                  <a:close/>
                </a:path>
              </a:pathLst>
            </a:custGeom>
            <a:solidFill>
              <a:srgbClr val="015BAB"/>
            </a:solidFill>
            <a:ln>
              <a:noFill/>
            </a:ln>
          </p:spPr>
          <p:txBody>
            <a:bodyPr vert="horz" wrap="square" lIns="91440" tIns="45720" rIns="91440" bIns="4572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4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01</a:t>
              </a:r>
              <a:endParaRPr kumimoji="0" lang="en-US" sz="44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sp>
          <p:nvSpPr>
            <p:cNvPr id="22" name="Freeform 9"/>
            <p:cNvSpPr/>
            <p:nvPr/>
          </p:nvSpPr>
          <p:spPr bwMode="auto">
            <a:xfrm>
              <a:off x="4416425" y="2858750"/>
              <a:ext cx="1641475" cy="1617663"/>
            </a:xfrm>
            <a:custGeom>
              <a:avLst/>
              <a:gdLst>
                <a:gd name="T0" fmla="*/ 139 w 271"/>
                <a:gd name="T1" fmla="*/ 267 h 267"/>
                <a:gd name="T2" fmla="*/ 271 w 271"/>
                <a:gd name="T3" fmla="*/ 39 h 267"/>
                <a:gd name="T4" fmla="*/ 130 w 271"/>
                <a:gd name="T5" fmla="*/ 0 h 267"/>
                <a:gd name="T6" fmla="*/ 0 w 271"/>
                <a:gd name="T7" fmla="*/ 32 h 267"/>
                <a:gd name="T8" fmla="*/ 139 w 271"/>
                <a:gd name="T9" fmla="*/ 267 h 267"/>
              </a:gdLst>
              <a:ahLst/>
              <a:cxnLst>
                <a:cxn ang="0">
                  <a:pos x="T0" y="T1"/>
                </a:cxn>
                <a:cxn ang="0">
                  <a:pos x="T2" y="T3"/>
                </a:cxn>
                <a:cxn ang="0">
                  <a:pos x="T4" y="T5"/>
                </a:cxn>
                <a:cxn ang="0">
                  <a:pos x="T6" y="T7"/>
                </a:cxn>
                <a:cxn ang="0">
                  <a:pos x="T8" y="T9"/>
                </a:cxn>
              </a:cxnLst>
              <a:rect l="0" t="0" r="r" b="b"/>
              <a:pathLst>
                <a:path w="271" h="267">
                  <a:moveTo>
                    <a:pt x="139" y="267"/>
                  </a:moveTo>
                  <a:cubicBezTo>
                    <a:pt x="141" y="170"/>
                    <a:pt x="193" y="86"/>
                    <a:pt x="271" y="39"/>
                  </a:cubicBezTo>
                  <a:cubicBezTo>
                    <a:pt x="230" y="14"/>
                    <a:pt x="181" y="0"/>
                    <a:pt x="130" y="0"/>
                  </a:cubicBezTo>
                  <a:cubicBezTo>
                    <a:pt x="83" y="0"/>
                    <a:pt x="39" y="11"/>
                    <a:pt x="0" y="32"/>
                  </a:cubicBezTo>
                  <a:cubicBezTo>
                    <a:pt x="1" y="133"/>
                    <a:pt x="57" y="221"/>
                    <a:pt x="139" y="267"/>
                  </a:cubicBezTo>
                  <a:close/>
                </a:path>
              </a:pathLst>
            </a:custGeom>
            <a:solidFill>
              <a:schemeClr val="tx2">
                <a:lumMod val="60000"/>
                <a:lumOff val="4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23" name="Freeform 10"/>
            <p:cNvSpPr/>
            <p:nvPr/>
          </p:nvSpPr>
          <p:spPr bwMode="auto">
            <a:xfrm>
              <a:off x="6057900" y="2858750"/>
              <a:ext cx="1679575" cy="1636713"/>
            </a:xfrm>
            <a:custGeom>
              <a:avLst/>
              <a:gdLst>
                <a:gd name="T0" fmla="*/ 0 w 277"/>
                <a:gd name="T1" fmla="*/ 39 h 270"/>
                <a:gd name="T2" fmla="*/ 132 w 277"/>
                <a:gd name="T3" fmla="*/ 270 h 270"/>
                <a:gd name="T4" fmla="*/ 277 w 277"/>
                <a:gd name="T5" fmla="*/ 35 h 270"/>
                <a:gd name="T6" fmla="*/ 141 w 277"/>
                <a:gd name="T7" fmla="*/ 0 h 270"/>
                <a:gd name="T8" fmla="*/ 0 w 277"/>
                <a:gd name="T9" fmla="*/ 39 h 270"/>
              </a:gdLst>
              <a:ahLst/>
              <a:cxnLst>
                <a:cxn ang="0">
                  <a:pos x="T0" y="T1"/>
                </a:cxn>
                <a:cxn ang="0">
                  <a:pos x="T2" y="T3"/>
                </a:cxn>
                <a:cxn ang="0">
                  <a:pos x="T4" y="T5"/>
                </a:cxn>
                <a:cxn ang="0">
                  <a:pos x="T6" y="T7"/>
                </a:cxn>
                <a:cxn ang="0">
                  <a:pos x="T8" y="T9"/>
                </a:cxn>
              </a:cxnLst>
              <a:rect l="0" t="0" r="r" b="b"/>
              <a:pathLst>
                <a:path w="277" h="270">
                  <a:moveTo>
                    <a:pt x="0" y="39"/>
                  </a:moveTo>
                  <a:cubicBezTo>
                    <a:pt x="79" y="86"/>
                    <a:pt x="131" y="172"/>
                    <a:pt x="132" y="270"/>
                  </a:cubicBezTo>
                  <a:cubicBezTo>
                    <a:pt x="217" y="225"/>
                    <a:pt x="274" y="137"/>
                    <a:pt x="277" y="35"/>
                  </a:cubicBezTo>
                  <a:cubicBezTo>
                    <a:pt x="237" y="13"/>
                    <a:pt x="190" y="0"/>
                    <a:pt x="141" y="0"/>
                  </a:cubicBezTo>
                  <a:cubicBezTo>
                    <a:pt x="90" y="0"/>
                    <a:pt x="41" y="14"/>
                    <a:pt x="0" y="39"/>
                  </a:cubicBezTo>
                  <a:close/>
                </a:path>
              </a:pathLst>
            </a:custGeom>
            <a:solidFill>
              <a:srgbClr val="004E95"/>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222222"/>
                </a:solidFill>
                <a:effectLst/>
                <a:uLnTx/>
                <a:uFillTx/>
                <a:latin typeface="Source Sans Pro" charset="0"/>
                <a:ea typeface="+mn-ea"/>
                <a:cs typeface="+mn-cs"/>
              </a:endParaRPr>
            </a:p>
          </p:txBody>
        </p:sp>
      </p:grpSp>
      <p:grpSp>
        <p:nvGrpSpPr>
          <p:cNvPr id="25" name="组合 24"/>
          <p:cNvGrpSpPr/>
          <p:nvPr/>
        </p:nvGrpSpPr>
        <p:grpSpPr>
          <a:xfrm>
            <a:off x="1083392" y="3410355"/>
            <a:ext cx="2828061" cy="1297215"/>
            <a:chOff x="536805" y="4268485"/>
            <a:chExt cx="2315863" cy="1297215"/>
          </a:xfrm>
        </p:grpSpPr>
        <p:sp>
          <p:nvSpPr>
            <p:cNvPr id="26" name="TextBox 26"/>
            <p:cNvSpPr txBox="1"/>
            <p:nvPr/>
          </p:nvSpPr>
          <p:spPr>
            <a:xfrm>
              <a:off x="536805" y="4576262"/>
              <a:ext cx="2300210" cy="989438"/>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文字描述文字描述文字描述文字描述文字描述文字描述文字描述描述文字描述描述文字描述</a:t>
              </a:r>
              <a:endParaRPr lang="en-US" altLang="zh-CN" sz="1000" dirty="0">
                <a:solidFill>
                  <a:schemeClr val="bg1">
                    <a:lumMod val="50000"/>
                  </a:schemeClr>
                </a:solidFill>
                <a:latin typeface="微软雅黑 Light" panose="020B0502040204020203" pitchFamily="34" charset="-122"/>
                <a:ea typeface="微软雅黑 Light" panose="020B0502040204020203" pitchFamily="34" charset="-122"/>
              </a:endParaRPr>
            </a:p>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7" name="矩形 26"/>
            <p:cNvSpPr/>
            <p:nvPr/>
          </p:nvSpPr>
          <p:spPr>
            <a:xfrm>
              <a:off x="1183131" y="4268485"/>
              <a:ext cx="1669537"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1" name="组合 30"/>
          <p:cNvGrpSpPr/>
          <p:nvPr/>
        </p:nvGrpSpPr>
        <p:grpSpPr>
          <a:xfrm>
            <a:off x="8216939" y="4058963"/>
            <a:ext cx="2784244" cy="849680"/>
            <a:chOff x="1038091" y="4254355"/>
            <a:chExt cx="2279982" cy="849680"/>
          </a:xfrm>
        </p:grpSpPr>
        <p:sp>
          <p:nvSpPr>
            <p:cNvPr id="32" name="TextBox 26"/>
            <p:cNvSpPr txBox="1"/>
            <p:nvPr/>
          </p:nvSpPr>
          <p:spPr>
            <a:xfrm>
              <a:off x="1042770" y="4576262"/>
              <a:ext cx="2275303"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文字描述文字描述文字描述文字描述文字描述文字描述文字描述描述文字描述描述文字描述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3" name="矩形 32"/>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4" name="组合 33"/>
          <p:cNvGrpSpPr/>
          <p:nvPr/>
        </p:nvGrpSpPr>
        <p:grpSpPr>
          <a:xfrm>
            <a:off x="7760882" y="1959734"/>
            <a:ext cx="3203346" cy="1080513"/>
            <a:chOff x="1038091" y="4254355"/>
            <a:chExt cx="2623179" cy="1080513"/>
          </a:xfrm>
        </p:grpSpPr>
        <p:sp>
          <p:nvSpPr>
            <p:cNvPr id="35" name="TextBox 26"/>
            <p:cNvSpPr txBox="1"/>
            <p:nvPr/>
          </p:nvSpPr>
          <p:spPr>
            <a:xfrm>
              <a:off x="1042770" y="4576262"/>
              <a:ext cx="2618500"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6" name="矩形 35"/>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7" name="组合 36"/>
          <p:cNvGrpSpPr/>
          <p:nvPr/>
        </p:nvGrpSpPr>
        <p:grpSpPr>
          <a:xfrm>
            <a:off x="583501" y="471624"/>
            <a:ext cx="2177776" cy="553998"/>
            <a:chOff x="592429" y="482522"/>
            <a:chExt cx="2177776" cy="553998"/>
          </a:xfrm>
        </p:grpSpPr>
        <p:grpSp>
          <p:nvGrpSpPr>
            <p:cNvPr id="38" name="组合 37"/>
            <p:cNvGrpSpPr/>
            <p:nvPr/>
          </p:nvGrpSpPr>
          <p:grpSpPr>
            <a:xfrm>
              <a:off x="592429" y="584272"/>
              <a:ext cx="433087" cy="360490"/>
              <a:chOff x="2770053" y="2524936"/>
              <a:chExt cx="433087" cy="317447"/>
            </a:xfrm>
            <a:solidFill>
              <a:srgbClr val="2F5EB2"/>
            </a:solidFill>
          </p:grpSpPr>
          <p:sp>
            <p:nvSpPr>
              <p:cNvPr id="4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4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4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三项内容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5439650" y="2249081"/>
            <a:ext cx="5433138" cy="3378122"/>
            <a:chOff x="5196762" y="2091918"/>
            <a:chExt cx="5433138" cy="3378122"/>
          </a:xfrm>
        </p:grpSpPr>
        <p:cxnSp>
          <p:nvCxnSpPr>
            <p:cNvPr id="17" name="直接连接符 37"/>
            <p:cNvCxnSpPr/>
            <p:nvPr/>
          </p:nvCxnSpPr>
          <p:spPr>
            <a:xfrm>
              <a:off x="5306101" y="3046673"/>
              <a:ext cx="5208104" cy="0"/>
            </a:xfrm>
            <a:prstGeom prst="line">
              <a:avLst/>
            </a:prstGeom>
            <a:ln>
              <a:solidFill>
                <a:srgbClr val="ADB9CA"/>
              </a:solidFill>
            </a:ln>
          </p:spPr>
          <p:style>
            <a:lnRef idx="1">
              <a:schemeClr val="accent3"/>
            </a:lnRef>
            <a:fillRef idx="0">
              <a:schemeClr val="accent3"/>
            </a:fillRef>
            <a:effectRef idx="0">
              <a:schemeClr val="accent3"/>
            </a:effectRef>
            <a:fontRef idx="minor">
              <a:schemeClr val="tx1"/>
            </a:fontRef>
          </p:style>
        </p:cxnSp>
        <p:cxnSp>
          <p:nvCxnSpPr>
            <p:cNvPr id="18" name="直接连接符 38"/>
            <p:cNvCxnSpPr/>
            <p:nvPr/>
          </p:nvCxnSpPr>
          <p:spPr>
            <a:xfrm>
              <a:off x="5306101" y="4403365"/>
              <a:ext cx="5208104" cy="0"/>
            </a:xfrm>
            <a:prstGeom prst="line">
              <a:avLst/>
            </a:prstGeom>
            <a:ln>
              <a:solidFill>
                <a:srgbClr val="ADB9CA"/>
              </a:solidFill>
            </a:ln>
          </p:spPr>
          <p:style>
            <a:lnRef idx="1">
              <a:schemeClr val="accent3"/>
            </a:lnRef>
            <a:fillRef idx="0">
              <a:schemeClr val="accent3"/>
            </a:fillRef>
            <a:effectRef idx="0">
              <a:schemeClr val="accent3"/>
            </a:effectRef>
            <a:fontRef idx="minor">
              <a:schemeClr val="tx1"/>
            </a:fontRef>
          </p:style>
        </p:cxnSp>
        <p:grpSp>
          <p:nvGrpSpPr>
            <p:cNvPr id="19" name="组合 18"/>
            <p:cNvGrpSpPr/>
            <p:nvPr/>
          </p:nvGrpSpPr>
          <p:grpSpPr>
            <a:xfrm>
              <a:off x="5196762" y="2091918"/>
              <a:ext cx="5433138" cy="914429"/>
              <a:chOff x="1155113" y="1924379"/>
              <a:chExt cx="5433138" cy="914429"/>
            </a:xfrm>
          </p:grpSpPr>
          <p:sp>
            <p:nvSpPr>
              <p:cNvPr id="20" name="TextBox 25"/>
              <p:cNvSpPr txBox="1"/>
              <p:nvPr/>
            </p:nvSpPr>
            <p:spPr>
              <a:xfrm>
                <a:off x="1165196" y="1924379"/>
                <a:ext cx="902811" cy="307777"/>
              </a:xfrm>
              <a:prstGeom prst="rect">
                <a:avLst/>
              </a:prstGeom>
              <a:noFill/>
            </p:spPr>
            <p:txBody>
              <a:bodyPr wrap="none" rtlCol="0">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1" name="Rectangle 25"/>
              <p:cNvSpPr/>
              <p:nvPr/>
            </p:nvSpPr>
            <p:spPr>
              <a:xfrm>
                <a:off x="1155113" y="2311035"/>
                <a:ext cx="5433138"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22" name="组合 21"/>
            <p:cNvGrpSpPr/>
            <p:nvPr/>
          </p:nvGrpSpPr>
          <p:grpSpPr>
            <a:xfrm>
              <a:off x="5196762" y="3270374"/>
              <a:ext cx="5433138" cy="889688"/>
              <a:chOff x="1155113" y="3102835"/>
              <a:chExt cx="5433138" cy="889688"/>
            </a:xfrm>
          </p:grpSpPr>
          <p:sp>
            <p:nvSpPr>
              <p:cNvPr id="23" name="TextBox 28"/>
              <p:cNvSpPr txBox="1"/>
              <p:nvPr/>
            </p:nvSpPr>
            <p:spPr>
              <a:xfrm>
                <a:off x="1155113" y="3102835"/>
                <a:ext cx="902811"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输入标题</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24" name="Rectangle 28"/>
              <p:cNvSpPr/>
              <p:nvPr/>
            </p:nvSpPr>
            <p:spPr>
              <a:xfrm>
                <a:off x="1155113" y="3464750"/>
                <a:ext cx="5433138"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25" name="组合 24"/>
            <p:cNvGrpSpPr/>
            <p:nvPr/>
          </p:nvGrpSpPr>
          <p:grpSpPr>
            <a:xfrm>
              <a:off x="5226135" y="4580352"/>
              <a:ext cx="5403765" cy="889688"/>
              <a:chOff x="1168613" y="4158065"/>
              <a:chExt cx="5403765" cy="889688"/>
            </a:xfrm>
          </p:grpSpPr>
          <p:sp>
            <p:nvSpPr>
              <p:cNvPr id="26" name="TextBox 28"/>
              <p:cNvSpPr txBox="1"/>
              <p:nvPr/>
            </p:nvSpPr>
            <p:spPr>
              <a:xfrm>
                <a:off x="1168613" y="4158065"/>
                <a:ext cx="902811"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输入标题</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27" name="Rectangle 28"/>
              <p:cNvSpPr/>
              <p:nvPr/>
            </p:nvSpPr>
            <p:spPr>
              <a:xfrm>
                <a:off x="1168613" y="4519980"/>
                <a:ext cx="5403765"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grpSp>
        <p:nvGrpSpPr>
          <p:cNvPr id="33" name="组合 32"/>
          <p:cNvGrpSpPr/>
          <p:nvPr/>
        </p:nvGrpSpPr>
        <p:grpSpPr>
          <a:xfrm>
            <a:off x="1418872" y="2120329"/>
            <a:ext cx="3469928" cy="3186311"/>
            <a:chOff x="877193" y="1853184"/>
            <a:chExt cx="3906533" cy="3587230"/>
          </a:xfrm>
        </p:grpSpPr>
        <p:grpSp>
          <p:nvGrpSpPr>
            <p:cNvPr id="3" name="组合 2"/>
            <p:cNvGrpSpPr/>
            <p:nvPr/>
          </p:nvGrpSpPr>
          <p:grpSpPr>
            <a:xfrm>
              <a:off x="877193" y="1853184"/>
              <a:ext cx="3587231" cy="3587230"/>
              <a:chOff x="952907" y="1548609"/>
              <a:chExt cx="4311269" cy="4311270"/>
            </a:xfrm>
          </p:grpSpPr>
          <p:sp>
            <p:nvSpPr>
              <p:cNvPr id="7" name="圆"/>
              <p:cNvSpPr/>
              <p:nvPr/>
            </p:nvSpPr>
            <p:spPr bwMode="auto">
              <a:xfrm flipH="1">
                <a:off x="1627632" y="2223335"/>
                <a:ext cx="2961819" cy="2961820"/>
              </a:xfrm>
              <a:prstGeom prst="ellipse">
                <a:avLst/>
              </a:prstGeom>
              <a:solidFill>
                <a:srgbClr val="015BA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圆"/>
              <p:cNvSpPr/>
              <p:nvPr/>
            </p:nvSpPr>
            <p:spPr bwMode="auto">
              <a:xfrm>
                <a:off x="952907" y="1548609"/>
                <a:ext cx="4311269" cy="4311270"/>
              </a:xfrm>
              <a:prstGeom prst="ellipse">
                <a:avLst/>
              </a:prstGeom>
              <a:noFill/>
              <a:ln w="6350">
                <a:solidFill>
                  <a:srgbClr val="ADB9CA"/>
                </a:solidFill>
              </a:ln>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 name="圆形"/>
            <p:cNvSpPr/>
            <p:nvPr/>
          </p:nvSpPr>
          <p:spPr bwMode="auto">
            <a:xfrm>
              <a:off x="3814052" y="2168064"/>
              <a:ext cx="569911" cy="569911"/>
            </a:xfrm>
            <a:prstGeom prst="ellipse">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圆形"/>
            <p:cNvSpPr/>
            <p:nvPr/>
          </p:nvSpPr>
          <p:spPr bwMode="auto">
            <a:xfrm>
              <a:off x="4213815" y="3362122"/>
              <a:ext cx="569911" cy="569911"/>
            </a:xfrm>
            <a:prstGeom prst="ellipse">
              <a:avLst/>
            </a:prstGeom>
            <a:solidFill>
              <a:srgbClr val="48BAF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圆形"/>
            <p:cNvSpPr/>
            <p:nvPr/>
          </p:nvSpPr>
          <p:spPr bwMode="auto">
            <a:xfrm>
              <a:off x="3829925" y="4540306"/>
              <a:ext cx="569911" cy="569911"/>
            </a:xfrm>
            <a:prstGeom prst="ellipse">
              <a:avLst/>
            </a:prstGeom>
            <a:solidFill>
              <a:schemeClr val="tx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planning_265813"/>
            <p:cNvSpPr>
              <a:spLocks noChangeAspect="1"/>
            </p:cNvSpPr>
            <p:nvPr/>
          </p:nvSpPr>
          <p:spPr>
            <a:xfrm>
              <a:off x="3944175" y="2327504"/>
              <a:ext cx="309663" cy="266905"/>
            </a:xfrm>
            <a:custGeom>
              <a:avLst/>
              <a:gdLst>
                <a:gd name="connsiteX0" fmla="*/ 156726 w 607639"/>
                <a:gd name="connsiteY0" fmla="*/ 453454 h 523737"/>
                <a:gd name="connsiteX1" fmla="*/ 182271 w 607639"/>
                <a:gd name="connsiteY1" fmla="*/ 453454 h 523737"/>
                <a:gd name="connsiteX2" fmla="*/ 182271 w 607639"/>
                <a:gd name="connsiteY2" fmla="*/ 472648 h 523737"/>
                <a:gd name="connsiteX3" fmla="*/ 156726 w 607639"/>
                <a:gd name="connsiteY3" fmla="*/ 472648 h 523737"/>
                <a:gd name="connsiteX4" fmla="*/ 486058 w 607639"/>
                <a:gd name="connsiteY4" fmla="*/ 402335 h 523737"/>
                <a:gd name="connsiteX5" fmla="*/ 486058 w 607639"/>
                <a:gd name="connsiteY5" fmla="*/ 491031 h 523737"/>
                <a:gd name="connsiteX6" fmla="*/ 574885 w 607639"/>
                <a:gd name="connsiteY6" fmla="*/ 402335 h 523737"/>
                <a:gd name="connsiteX7" fmla="*/ 51160 w 607639"/>
                <a:gd name="connsiteY7" fmla="*/ 386417 h 523737"/>
                <a:gd name="connsiteX8" fmla="*/ 70302 w 607639"/>
                <a:gd name="connsiteY8" fmla="*/ 386417 h 523737"/>
                <a:gd name="connsiteX9" fmla="*/ 70302 w 607639"/>
                <a:gd name="connsiteY9" fmla="*/ 453446 h 523737"/>
                <a:gd name="connsiteX10" fmla="*/ 131111 w 607639"/>
                <a:gd name="connsiteY10" fmla="*/ 453446 h 523737"/>
                <a:gd name="connsiteX11" fmla="*/ 131111 w 607639"/>
                <a:gd name="connsiteY11" fmla="*/ 472648 h 523737"/>
                <a:gd name="connsiteX12" fmla="*/ 51160 w 607639"/>
                <a:gd name="connsiteY12" fmla="*/ 472648 h 523737"/>
                <a:gd name="connsiteX13" fmla="*/ 252624 w 607639"/>
                <a:gd name="connsiteY13" fmla="*/ 325730 h 523737"/>
                <a:gd name="connsiteX14" fmla="*/ 354944 w 607639"/>
                <a:gd name="connsiteY14" fmla="*/ 325730 h 523737"/>
                <a:gd name="connsiteX15" fmla="*/ 354944 w 607639"/>
                <a:gd name="connsiteY15" fmla="*/ 344924 h 523737"/>
                <a:gd name="connsiteX16" fmla="*/ 252624 w 607639"/>
                <a:gd name="connsiteY16" fmla="*/ 344924 h 523737"/>
                <a:gd name="connsiteX17" fmla="*/ 223848 w 607639"/>
                <a:gd name="connsiteY17" fmla="*/ 300129 h 523737"/>
                <a:gd name="connsiteX18" fmla="*/ 223848 w 607639"/>
                <a:gd name="connsiteY18" fmla="*/ 370429 h 523737"/>
                <a:gd name="connsiteX19" fmla="*/ 383791 w 607639"/>
                <a:gd name="connsiteY19" fmla="*/ 370429 h 523737"/>
                <a:gd name="connsiteX20" fmla="*/ 383791 w 607639"/>
                <a:gd name="connsiteY20" fmla="*/ 300129 h 523737"/>
                <a:gd name="connsiteX21" fmla="*/ 470107 w 607639"/>
                <a:gd name="connsiteY21" fmla="*/ 185234 h 523737"/>
                <a:gd name="connsiteX22" fmla="*/ 495652 w 607639"/>
                <a:gd name="connsiteY22" fmla="*/ 185234 h 523737"/>
                <a:gd name="connsiteX23" fmla="*/ 495652 w 607639"/>
                <a:gd name="connsiteY23" fmla="*/ 204428 h 523737"/>
                <a:gd name="connsiteX24" fmla="*/ 470107 w 607639"/>
                <a:gd name="connsiteY24" fmla="*/ 204428 h 523737"/>
                <a:gd name="connsiteX25" fmla="*/ 111987 w 607639"/>
                <a:gd name="connsiteY25" fmla="*/ 185234 h 523737"/>
                <a:gd name="connsiteX26" fmla="*/ 137532 w 607639"/>
                <a:gd name="connsiteY26" fmla="*/ 185234 h 523737"/>
                <a:gd name="connsiteX27" fmla="*/ 137532 w 607639"/>
                <a:gd name="connsiteY27" fmla="*/ 204428 h 523737"/>
                <a:gd name="connsiteX28" fmla="*/ 111987 w 607639"/>
                <a:gd name="connsiteY28" fmla="*/ 204428 h 523737"/>
                <a:gd name="connsiteX29" fmla="*/ 482854 w 607639"/>
                <a:gd name="connsiteY29" fmla="*/ 153308 h 523737"/>
                <a:gd name="connsiteX30" fmla="*/ 441288 w 607639"/>
                <a:gd name="connsiteY30" fmla="*/ 194813 h 523737"/>
                <a:gd name="connsiteX31" fmla="*/ 482854 w 607639"/>
                <a:gd name="connsiteY31" fmla="*/ 236317 h 523737"/>
                <a:gd name="connsiteX32" fmla="*/ 524508 w 607639"/>
                <a:gd name="connsiteY32" fmla="*/ 194813 h 523737"/>
                <a:gd name="connsiteX33" fmla="*/ 482854 w 607639"/>
                <a:gd name="connsiteY33" fmla="*/ 153308 h 523737"/>
                <a:gd name="connsiteX34" fmla="*/ 124696 w 607639"/>
                <a:gd name="connsiteY34" fmla="*/ 153308 h 523737"/>
                <a:gd name="connsiteX35" fmla="*/ 83131 w 607639"/>
                <a:gd name="connsiteY35" fmla="*/ 194813 h 523737"/>
                <a:gd name="connsiteX36" fmla="*/ 124696 w 607639"/>
                <a:gd name="connsiteY36" fmla="*/ 236317 h 523737"/>
                <a:gd name="connsiteX37" fmla="*/ 166262 w 607639"/>
                <a:gd name="connsiteY37" fmla="*/ 194813 h 523737"/>
                <a:gd name="connsiteX38" fmla="*/ 124696 w 607639"/>
                <a:gd name="connsiteY38" fmla="*/ 153308 h 523737"/>
                <a:gd name="connsiteX39" fmla="*/ 540461 w 607639"/>
                <a:gd name="connsiteY39" fmla="*/ 89406 h 523737"/>
                <a:gd name="connsiteX40" fmla="*/ 566076 w 607639"/>
                <a:gd name="connsiteY40" fmla="*/ 89406 h 523737"/>
                <a:gd name="connsiteX41" fmla="*/ 566076 w 607639"/>
                <a:gd name="connsiteY41" fmla="*/ 108600 h 523737"/>
                <a:gd name="connsiteX42" fmla="*/ 540461 w 607639"/>
                <a:gd name="connsiteY42" fmla="*/ 108600 h 523737"/>
                <a:gd name="connsiteX43" fmla="*/ 19225 w 607639"/>
                <a:gd name="connsiteY43" fmla="*/ 63901 h 523737"/>
                <a:gd name="connsiteX44" fmla="*/ 19225 w 607639"/>
                <a:gd name="connsiteY44" fmla="*/ 504540 h 523737"/>
                <a:gd name="connsiteX45" fmla="*/ 466922 w 607639"/>
                <a:gd name="connsiteY45" fmla="*/ 504540 h 523737"/>
                <a:gd name="connsiteX46" fmla="*/ 466922 w 607639"/>
                <a:gd name="connsiteY46" fmla="*/ 383227 h 523737"/>
                <a:gd name="connsiteX47" fmla="*/ 588414 w 607639"/>
                <a:gd name="connsiteY47" fmla="*/ 383227 h 523737"/>
                <a:gd name="connsiteX48" fmla="*/ 588414 w 607639"/>
                <a:gd name="connsiteY48" fmla="*/ 63901 h 523737"/>
                <a:gd name="connsiteX49" fmla="*/ 402927 w 607639"/>
                <a:gd name="connsiteY49" fmla="*/ 63901 h 523737"/>
                <a:gd name="connsiteX50" fmla="*/ 402927 w 607639"/>
                <a:gd name="connsiteY50" fmla="*/ 108605 h 523737"/>
                <a:gd name="connsiteX51" fmla="*/ 313387 w 607639"/>
                <a:gd name="connsiteY51" fmla="*/ 108605 h 523737"/>
                <a:gd name="connsiteX52" fmla="*/ 313387 w 607639"/>
                <a:gd name="connsiteY52" fmla="*/ 185214 h 523737"/>
                <a:gd name="connsiteX53" fmla="*/ 422864 w 607639"/>
                <a:gd name="connsiteY53" fmla="*/ 185214 h 523737"/>
                <a:gd name="connsiteX54" fmla="*/ 482854 w 607639"/>
                <a:gd name="connsiteY54" fmla="*/ 134112 h 523737"/>
                <a:gd name="connsiteX55" fmla="*/ 543644 w 607639"/>
                <a:gd name="connsiteY55" fmla="*/ 194813 h 523737"/>
                <a:gd name="connsiteX56" fmla="*/ 482854 w 607639"/>
                <a:gd name="connsiteY56" fmla="*/ 255425 h 523737"/>
                <a:gd name="connsiteX57" fmla="*/ 422864 w 607639"/>
                <a:gd name="connsiteY57" fmla="*/ 204411 h 523737"/>
                <a:gd name="connsiteX58" fmla="*/ 313387 w 607639"/>
                <a:gd name="connsiteY58" fmla="*/ 204411 h 523737"/>
                <a:gd name="connsiteX59" fmla="*/ 313387 w 607639"/>
                <a:gd name="connsiteY59" fmla="*/ 281021 h 523737"/>
                <a:gd name="connsiteX60" fmla="*/ 402927 w 607639"/>
                <a:gd name="connsiteY60" fmla="*/ 281021 h 523737"/>
                <a:gd name="connsiteX61" fmla="*/ 402927 w 607639"/>
                <a:gd name="connsiteY61" fmla="*/ 389626 h 523737"/>
                <a:gd name="connsiteX62" fmla="*/ 204712 w 607639"/>
                <a:gd name="connsiteY62" fmla="*/ 389626 h 523737"/>
                <a:gd name="connsiteX63" fmla="*/ 204712 w 607639"/>
                <a:gd name="connsiteY63" fmla="*/ 281021 h 523737"/>
                <a:gd name="connsiteX64" fmla="*/ 294251 w 607639"/>
                <a:gd name="connsiteY64" fmla="*/ 281021 h 523737"/>
                <a:gd name="connsiteX65" fmla="*/ 294251 w 607639"/>
                <a:gd name="connsiteY65" fmla="*/ 204411 h 523737"/>
                <a:gd name="connsiteX66" fmla="*/ 184686 w 607639"/>
                <a:gd name="connsiteY66" fmla="*/ 204411 h 523737"/>
                <a:gd name="connsiteX67" fmla="*/ 124696 w 607639"/>
                <a:gd name="connsiteY67" fmla="*/ 255425 h 523737"/>
                <a:gd name="connsiteX68" fmla="*/ 63995 w 607639"/>
                <a:gd name="connsiteY68" fmla="*/ 194813 h 523737"/>
                <a:gd name="connsiteX69" fmla="*/ 124696 w 607639"/>
                <a:gd name="connsiteY69" fmla="*/ 134112 h 523737"/>
                <a:gd name="connsiteX70" fmla="*/ 184686 w 607639"/>
                <a:gd name="connsiteY70" fmla="*/ 185214 h 523737"/>
                <a:gd name="connsiteX71" fmla="*/ 294251 w 607639"/>
                <a:gd name="connsiteY71" fmla="*/ 185214 h 523737"/>
                <a:gd name="connsiteX72" fmla="*/ 294251 w 607639"/>
                <a:gd name="connsiteY72" fmla="*/ 108605 h 523737"/>
                <a:gd name="connsiteX73" fmla="*/ 204712 w 607639"/>
                <a:gd name="connsiteY73" fmla="*/ 108605 h 523737"/>
                <a:gd name="connsiteX74" fmla="*/ 204712 w 607639"/>
                <a:gd name="connsiteY74" fmla="*/ 63901 h 523737"/>
                <a:gd name="connsiteX75" fmla="*/ 252624 w 607639"/>
                <a:gd name="connsiteY75" fmla="*/ 44739 h 523737"/>
                <a:gd name="connsiteX76" fmla="*/ 354944 w 607639"/>
                <a:gd name="connsiteY76" fmla="*/ 44739 h 523737"/>
                <a:gd name="connsiteX77" fmla="*/ 354944 w 607639"/>
                <a:gd name="connsiteY77" fmla="*/ 63933 h 523737"/>
                <a:gd name="connsiteX78" fmla="*/ 252624 w 607639"/>
                <a:gd name="connsiteY78" fmla="*/ 63933 h 523737"/>
                <a:gd name="connsiteX79" fmla="*/ 223848 w 607639"/>
                <a:gd name="connsiteY79" fmla="*/ 19197 h 523737"/>
                <a:gd name="connsiteX80" fmla="*/ 223848 w 607639"/>
                <a:gd name="connsiteY80" fmla="*/ 89408 h 523737"/>
                <a:gd name="connsiteX81" fmla="*/ 383791 w 607639"/>
                <a:gd name="connsiteY81" fmla="*/ 89408 h 523737"/>
                <a:gd name="connsiteX82" fmla="*/ 383791 w 607639"/>
                <a:gd name="connsiteY82" fmla="*/ 19197 h 523737"/>
                <a:gd name="connsiteX83" fmla="*/ 204712 w 607639"/>
                <a:gd name="connsiteY83" fmla="*/ 0 h 523737"/>
                <a:gd name="connsiteX84" fmla="*/ 402927 w 607639"/>
                <a:gd name="connsiteY84" fmla="*/ 0 h 523737"/>
                <a:gd name="connsiteX85" fmla="*/ 402927 w 607639"/>
                <a:gd name="connsiteY85" fmla="*/ 44704 h 523737"/>
                <a:gd name="connsiteX86" fmla="*/ 607639 w 607639"/>
                <a:gd name="connsiteY86" fmla="*/ 44704 h 523737"/>
                <a:gd name="connsiteX87" fmla="*/ 607639 w 607639"/>
                <a:gd name="connsiteY87" fmla="*/ 396735 h 523737"/>
                <a:gd name="connsiteX88" fmla="*/ 480450 w 607639"/>
                <a:gd name="connsiteY88" fmla="*/ 523737 h 523737"/>
                <a:gd name="connsiteX89" fmla="*/ 0 w 607639"/>
                <a:gd name="connsiteY89" fmla="*/ 523737 h 523737"/>
                <a:gd name="connsiteX90" fmla="*/ 0 w 607639"/>
                <a:gd name="connsiteY90" fmla="*/ 44704 h 523737"/>
                <a:gd name="connsiteX91" fmla="*/ 204712 w 607639"/>
                <a:gd name="connsiteY91" fmla="*/ 44704 h 52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7639" h="523737">
                  <a:moveTo>
                    <a:pt x="156726" y="453454"/>
                  </a:moveTo>
                  <a:lnTo>
                    <a:pt x="182271" y="453454"/>
                  </a:lnTo>
                  <a:lnTo>
                    <a:pt x="182271" y="472648"/>
                  </a:lnTo>
                  <a:lnTo>
                    <a:pt x="156726" y="472648"/>
                  </a:lnTo>
                  <a:close/>
                  <a:moveTo>
                    <a:pt x="486058" y="402335"/>
                  </a:moveTo>
                  <a:lnTo>
                    <a:pt x="486058" y="491031"/>
                  </a:lnTo>
                  <a:lnTo>
                    <a:pt x="574885" y="402335"/>
                  </a:lnTo>
                  <a:close/>
                  <a:moveTo>
                    <a:pt x="51160" y="386417"/>
                  </a:moveTo>
                  <a:lnTo>
                    <a:pt x="70302" y="386417"/>
                  </a:lnTo>
                  <a:lnTo>
                    <a:pt x="70302" y="453446"/>
                  </a:lnTo>
                  <a:lnTo>
                    <a:pt x="131111" y="453446"/>
                  </a:lnTo>
                  <a:lnTo>
                    <a:pt x="131111" y="472648"/>
                  </a:lnTo>
                  <a:lnTo>
                    <a:pt x="51160" y="472648"/>
                  </a:lnTo>
                  <a:close/>
                  <a:moveTo>
                    <a:pt x="252624" y="325730"/>
                  </a:moveTo>
                  <a:lnTo>
                    <a:pt x="354944" y="325730"/>
                  </a:lnTo>
                  <a:lnTo>
                    <a:pt x="354944" y="344924"/>
                  </a:lnTo>
                  <a:lnTo>
                    <a:pt x="252624" y="344924"/>
                  </a:lnTo>
                  <a:close/>
                  <a:moveTo>
                    <a:pt x="223848" y="300129"/>
                  </a:moveTo>
                  <a:lnTo>
                    <a:pt x="223848" y="370429"/>
                  </a:lnTo>
                  <a:lnTo>
                    <a:pt x="383791" y="370429"/>
                  </a:lnTo>
                  <a:lnTo>
                    <a:pt x="383791" y="300129"/>
                  </a:lnTo>
                  <a:close/>
                  <a:moveTo>
                    <a:pt x="470107" y="185234"/>
                  </a:moveTo>
                  <a:lnTo>
                    <a:pt x="495652" y="185234"/>
                  </a:lnTo>
                  <a:lnTo>
                    <a:pt x="495652" y="204428"/>
                  </a:lnTo>
                  <a:lnTo>
                    <a:pt x="470107" y="204428"/>
                  </a:lnTo>
                  <a:close/>
                  <a:moveTo>
                    <a:pt x="111987" y="185234"/>
                  </a:moveTo>
                  <a:lnTo>
                    <a:pt x="137532" y="185234"/>
                  </a:lnTo>
                  <a:lnTo>
                    <a:pt x="137532" y="204428"/>
                  </a:lnTo>
                  <a:lnTo>
                    <a:pt x="111987" y="204428"/>
                  </a:lnTo>
                  <a:close/>
                  <a:moveTo>
                    <a:pt x="482854" y="153308"/>
                  </a:moveTo>
                  <a:cubicBezTo>
                    <a:pt x="459979" y="153308"/>
                    <a:pt x="441288" y="171883"/>
                    <a:pt x="441288" y="194813"/>
                  </a:cubicBezTo>
                  <a:cubicBezTo>
                    <a:pt x="441288" y="217653"/>
                    <a:pt x="459979" y="236317"/>
                    <a:pt x="482854" y="236317"/>
                  </a:cubicBezTo>
                  <a:cubicBezTo>
                    <a:pt x="505817" y="236317"/>
                    <a:pt x="524508" y="217653"/>
                    <a:pt x="524508" y="194813"/>
                  </a:cubicBezTo>
                  <a:cubicBezTo>
                    <a:pt x="524508" y="171883"/>
                    <a:pt x="505817" y="153308"/>
                    <a:pt x="482854" y="153308"/>
                  </a:cubicBezTo>
                  <a:close/>
                  <a:moveTo>
                    <a:pt x="124696" y="153308"/>
                  </a:moveTo>
                  <a:cubicBezTo>
                    <a:pt x="101822" y="153308"/>
                    <a:pt x="83131" y="171883"/>
                    <a:pt x="83131" y="194813"/>
                  </a:cubicBezTo>
                  <a:cubicBezTo>
                    <a:pt x="83131" y="217653"/>
                    <a:pt x="101822" y="236317"/>
                    <a:pt x="124696" y="236317"/>
                  </a:cubicBezTo>
                  <a:cubicBezTo>
                    <a:pt x="147660" y="236317"/>
                    <a:pt x="166262" y="217653"/>
                    <a:pt x="166262" y="194813"/>
                  </a:cubicBezTo>
                  <a:cubicBezTo>
                    <a:pt x="166262" y="171883"/>
                    <a:pt x="147660" y="153308"/>
                    <a:pt x="124696" y="153308"/>
                  </a:cubicBezTo>
                  <a:close/>
                  <a:moveTo>
                    <a:pt x="540461" y="89406"/>
                  </a:moveTo>
                  <a:lnTo>
                    <a:pt x="566076" y="89406"/>
                  </a:lnTo>
                  <a:lnTo>
                    <a:pt x="566076" y="108600"/>
                  </a:lnTo>
                  <a:lnTo>
                    <a:pt x="540461" y="108600"/>
                  </a:lnTo>
                  <a:close/>
                  <a:moveTo>
                    <a:pt x="19225" y="63901"/>
                  </a:moveTo>
                  <a:lnTo>
                    <a:pt x="19225" y="504540"/>
                  </a:lnTo>
                  <a:lnTo>
                    <a:pt x="466922" y="504540"/>
                  </a:lnTo>
                  <a:lnTo>
                    <a:pt x="466922" y="383227"/>
                  </a:lnTo>
                  <a:lnTo>
                    <a:pt x="588414" y="383227"/>
                  </a:lnTo>
                  <a:lnTo>
                    <a:pt x="588414" y="63901"/>
                  </a:lnTo>
                  <a:lnTo>
                    <a:pt x="402927" y="63901"/>
                  </a:lnTo>
                  <a:lnTo>
                    <a:pt x="402927" y="108605"/>
                  </a:lnTo>
                  <a:lnTo>
                    <a:pt x="313387" y="108605"/>
                  </a:lnTo>
                  <a:lnTo>
                    <a:pt x="313387" y="185214"/>
                  </a:lnTo>
                  <a:lnTo>
                    <a:pt x="422864" y="185214"/>
                  </a:lnTo>
                  <a:cubicBezTo>
                    <a:pt x="427492" y="156330"/>
                    <a:pt x="452681" y="134112"/>
                    <a:pt x="482854" y="134112"/>
                  </a:cubicBezTo>
                  <a:cubicBezTo>
                    <a:pt x="516409" y="134112"/>
                    <a:pt x="543644" y="161307"/>
                    <a:pt x="543644" y="194813"/>
                  </a:cubicBezTo>
                  <a:cubicBezTo>
                    <a:pt x="543644" y="228230"/>
                    <a:pt x="516409" y="255425"/>
                    <a:pt x="482854" y="255425"/>
                  </a:cubicBezTo>
                  <a:cubicBezTo>
                    <a:pt x="452681" y="255425"/>
                    <a:pt x="427492" y="233295"/>
                    <a:pt x="422864" y="204411"/>
                  </a:cubicBezTo>
                  <a:lnTo>
                    <a:pt x="313387" y="204411"/>
                  </a:lnTo>
                  <a:lnTo>
                    <a:pt x="313387" y="281021"/>
                  </a:lnTo>
                  <a:lnTo>
                    <a:pt x="402927" y="281021"/>
                  </a:lnTo>
                  <a:lnTo>
                    <a:pt x="402927" y="389626"/>
                  </a:lnTo>
                  <a:lnTo>
                    <a:pt x="204712" y="389626"/>
                  </a:lnTo>
                  <a:lnTo>
                    <a:pt x="204712" y="281021"/>
                  </a:lnTo>
                  <a:lnTo>
                    <a:pt x="294251" y="281021"/>
                  </a:lnTo>
                  <a:lnTo>
                    <a:pt x="294251" y="204411"/>
                  </a:lnTo>
                  <a:lnTo>
                    <a:pt x="184686" y="204411"/>
                  </a:lnTo>
                  <a:cubicBezTo>
                    <a:pt x="180058" y="233295"/>
                    <a:pt x="154958" y="255425"/>
                    <a:pt x="124696" y="255425"/>
                  </a:cubicBezTo>
                  <a:cubicBezTo>
                    <a:pt x="91230" y="255425"/>
                    <a:pt x="63995" y="228230"/>
                    <a:pt x="63995" y="194813"/>
                  </a:cubicBezTo>
                  <a:cubicBezTo>
                    <a:pt x="63995" y="161307"/>
                    <a:pt x="91230" y="134112"/>
                    <a:pt x="124696" y="134112"/>
                  </a:cubicBezTo>
                  <a:cubicBezTo>
                    <a:pt x="154958" y="134112"/>
                    <a:pt x="180058" y="156330"/>
                    <a:pt x="184686" y="185214"/>
                  </a:cubicBezTo>
                  <a:lnTo>
                    <a:pt x="294251" y="185214"/>
                  </a:lnTo>
                  <a:lnTo>
                    <a:pt x="294251" y="108605"/>
                  </a:lnTo>
                  <a:lnTo>
                    <a:pt x="204712" y="108605"/>
                  </a:lnTo>
                  <a:lnTo>
                    <a:pt x="204712" y="63901"/>
                  </a:lnTo>
                  <a:close/>
                  <a:moveTo>
                    <a:pt x="252624" y="44739"/>
                  </a:moveTo>
                  <a:lnTo>
                    <a:pt x="354944" y="44739"/>
                  </a:lnTo>
                  <a:lnTo>
                    <a:pt x="354944" y="63933"/>
                  </a:lnTo>
                  <a:lnTo>
                    <a:pt x="252624" y="63933"/>
                  </a:lnTo>
                  <a:close/>
                  <a:moveTo>
                    <a:pt x="223848" y="19197"/>
                  </a:moveTo>
                  <a:lnTo>
                    <a:pt x="223848" y="89408"/>
                  </a:lnTo>
                  <a:lnTo>
                    <a:pt x="383791" y="89408"/>
                  </a:lnTo>
                  <a:lnTo>
                    <a:pt x="383791" y="19197"/>
                  </a:lnTo>
                  <a:close/>
                  <a:moveTo>
                    <a:pt x="204712" y="0"/>
                  </a:moveTo>
                  <a:lnTo>
                    <a:pt x="402927" y="0"/>
                  </a:lnTo>
                  <a:lnTo>
                    <a:pt x="402927" y="44704"/>
                  </a:lnTo>
                  <a:lnTo>
                    <a:pt x="607639" y="44704"/>
                  </a:lnTo>
                  <a:lnTo>
                    <a:pt x="607639" y="396735"/>
                  </a:lnTo>
                  <a:lnTo>
                    <a:pt x="480450" y="523737"/>
                  </a:lnTo>
                  <a:lnTo>
                    <a:pt x="0" y="523737"/>
                  </a:lnTo>
                  <a:lnTo>
                    <a:pt x="0" y="44704"/>
                  </a:lnTo>
                  <a:lnTo>
                    <a:pt x="204712" y="447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planning_265813"/>
            <p:cNvSpPr>
              <a:spLocks noChangeAspect="1"/>
            </p:cNvSpPr>
            <p:nvPr/>
          </p:nvSpPr>
          <p:spPr>
            <a:xfrm>
              <a:off x="4343938" y="3513346"/>
              <a:ext cx="309663" cy="266905"/>
            </a:xfrm>
            <a:custGeom>
              <a:avLst/>
              <a:gdLst>
                <a:gd name="connsiteX0" fmla="*/ 156726 w 607639"/>
                <a:gd name="connsiteY0" fmla="*/ 453454 h 523737"/>
                <a:gd name="connsiteX1" fmla="*/ 182271 w 607639"/>
                <a:gd name="connsiteY1" fmla="*/ 453454 h 523737"/>
                <a:gd name="connsiteX2" fmla="*/ 182271 w 607639"/>
                <a:gd name="connsiteY2" fmla="*/ 472648 h 523737"/>
                <a:gd name="connsiteX3" fmla="*/ 156726 w 607639"/>
                <a:gd name="connsiteY3" fmla="*/ 472648 h 523737"/>
                <a:gd name="connsiteX4" fmla="*/ 486058 w 607639"/>
                <a:gd name="connsiteY4" fmla="*/ 402335 h 523737"/>
                <a:gd name="connsiteX5" fmla="*/ 486058 w 607639"/>
                <a:gd name="connsiteY5" fmla="*/ 491031 h 523737"/>
                <a:gd name="connsiteX6" fmla="*/ 574885 w 607639"/>
                <a:gd name="connsiteY6" fmla="*/ 402335 h 523737"/>
                <a:gd name="connsiteX7" fmla="*/ 51160 w 607639"/>
                <a:gd name="connsiteY7" fmla="*/ 386417 h 523737"/>
                <a:gd name="connsiteX8" fmla="*/ 70302 w 607639"/>
                <a:gd name="connsiteY8" fmla="*/ 386417 h 523737"/>
                <a:gd name="connsiteX9" fmla="*/ 70302 w 607639"/>
                <a:gd name="connsiteY9" fmla="*/ 453446 h 523737"/>
                <a:gd name="connsiteX10" fmla="*/ 131111 w 607639"/>
                <a:gd name="connsiteY10" fmla="*/ 453446 h 523737"/>
                <a:gd name="connsiteX11" fmla="*/ 131111 w 607639"/>
                <a:gd name="connsiteY11" fmla="*/ 472648 h 523737"/>
                <a:gd name="connsiteX12" fmla="*/ 51160 w 607639"/>
                <a:gd name="connsiteY12" fmla="*/ 472648 h 523737"/>
                <a:gd name="connsiteX13" fmla="*/ 252624 w 607639"/>
                <a:gd name="connsiteY13" fmla="*/ 325730 h 523737"/>
                <a:gd name="connsiteX14" fmla="*/ 354944 w 607639"/>
                <a:gd name="connsiteY14" fmla="*/ 325730 h 523737"/>
                <a:gd name="connsiteX15" fmla="*/ 354944 w 607639"/>
                <a:gd name="connsiteY15" fmla="*/ 344924 h 523737"/>
                <a:gd name="connsiteX16" fmla="*/ 252624 w 607639"/>
                <a:gd name="connsiteY16" fmla="*/ 344924 h 523737"/>
                <a:gd name="connsiteX17" fmla="*/ 223848 w 607639"/>
                <a:gd name="connsiteY17" fmla="*/ 300129 h 523737"/>
                <a:gd name="connsiteX18" fmla="*/ 223848 w 607639"/>
                <a:gd name="connsiteY18" fmla="*/ 370429 h 523737"/>
                <a:gd name="connsiteX19" fmla="*/ 383791 w 607639"/>
                <a:gd name="connsiteY19" fmla="*/ 370429 h 523737"/>
                <a:gd name="connsiteX20" fmla="*/ 383791 w 607639"/>
                <a:gd name="connsiteY20" fmla="*/ 300129 h 523737"/>
                <a:gd name="connsiteX21" fmla="*/ 470107 w 607639"/>
                <a:gd name="connsiteY21" fmla="*/ 185234 h 523737"/>
                <a:gd name="connsiteX22" fmla="*/ 495652 w 607639"/>
                <a:gd name="connsiteY22" fmla="*/ 185234 h 523737"/>
                <a:gd name="connsiteX23" fmla="*/ 495652 w 607639"/>
                <a:gd name="connsiteY23" fmla="*/ 204428 h 523737"/>
                <a:gd name="connsiteX24" fmla="*/ 470107 w 607639"/>
                <a:gd name="connsiteY24" fmla="*/ 204428 h 523737"/>
                <a:gd name="connsiteX25" fmla="*/ 111987 w 607639"/>
                <a:gd name="connsiteY25" fmla="*/ 185234 h 523737"/>
                <a:gd name="connsiteX26" fmla="*/ 137532 w 607639"/>
                <a:gd name="connsiteY26" fmla="*/ 185234 h 523737"/>
                <a:gd name="connsiteX27" fmla="*/ 137532 w 607639"/>
                <a:gd name="connsiteY27" fmla="*/ 204428 h 523737"/>
                <a:gd name="connsiteX28" fmla="*/ 111987 w 607639"/>
                <a:gd name="connsiteY28" fmla="*/ 204428 h 523737"/>
                <a:gd name="connsiteX29" fmla="*/ 482854 w 607639"/>
                <a:gd name="connsiteY29" fmla="*/ 153308 h 523737"/>
                <a:gd name="connsiteX30" fmla="*/ 441288 w 607639"/>
                <a:gd name="connsiteY30" fmla="*/ 194813 h 523737"/>
                <a:gd name="connsiteX31" fmla="*/ 482854 w 607639"/>
                <a:gd name="connsiteY31" fmla="*/ 236317 h 523737"/>
                <a:gd name="connsiteX32" fmla="*/ 524508 w 607639"/>
                <a:gd name="connsiteY32" fmla="*/ 194813 h 523737"/>
                <a:gd name="connsiteX33" fmla="*/ 482854 w 607639"/>
                <a:gd name="connsiteY33" fmla="*/ 153308 h 523737"/>
                <a:gd name="connsiteX34" fmla="*/ 124696 w 607639"/>
                <a:gd name="connsiteY34" fmla="*/ 153308 h 523737"/>
                <a:gd name="connsiteX35" fmla="*/ 83131 w 607639"/>
                <a:gd name="connsiteY35" fmla="*/ 194813 h 523737"/>
                <a:gd name="connsiteX36" fmla="*/ 124696 w 607639"/>
                <a:gd name="connsiteY36" fmla="*/ 236317 h 523737"/>
                <a:gd name="connsiteX37" fmla="*/ 166262 w 607639"/>
                <a:gd name="connsiteY37" fmla="*/ 194813 h 523737"/>
                <a:gd name="connsiteX38" fmla="*/ 124696 w 607639"/>
                <a:gd name="connsiteY38" fmla="*/ 153308 h 523737"/>
                <a:gd name="connsiteX39" fmla="*/ 540461 w 607639"/>
                <a:gd name="connsiteY39" fmla="*/ 89406 h 523737"/>
                <a:gd name="connsiteX40" fmla="*/ 566076 w 607639"/>
                <a:gd name="connsiteY40" fmla="*/ 89406 h 523737"/>
                <a:gd name="connsiteX41" fmla="*/ 566076 w 607639"/>
                <a:gd name="connsiteY41" fmla="*/ 108600 h 523737"/>
                <a:gd name="connsiteX42" fmla="*/ 540461 w 607639"/>
                <a:gd name="connsiteY42" fmla="*/ 108600 h 523737"/>
                <a:gd name="connsiteX43" fmla="*/ 19225 w 607639"/>
                <a:gd name="connsiteY43" fmla="*/ 63901 h 523737"/>
                <a:gd name="connsiteX44" fmla="*/ 19225 w 607639"/>
                <a:gd name="connsiteY44" fmla="*/ 504540 h 523737"/>
                <a:gd name="connsiteX45" fmla="*/ 466922 w 607639"/>
                <a:gd name="connsiteY45" fmla="*/ 504540 h 523737"/>
                <a:gd name="connsiteX46" fmla="*/ 466922 w 607639"/>
                <a:gd name="connsiteY46" fmla="*/ 383227 h 523737"/>
                <a:gd name="connsiteX47" fmla="*/ 588414 w 607639"/>
                <a:gd name="connsiteY47" fmla="*/ 383227 h 523737"/>
                <a:gd name="connsiteX48" fmla="*/ 588414 w 607639"/>
                <a:gd name="connsiteY48" fmla="*/ 63901 h 523737"/>
                <a:gd name="connsiteX49" fmla="*/ 402927 w 607639"/>
                <a:gd name="connsiteY49" fmla="*/ 63901 h 523737"/>
                <a:gd name="connsiteX50" fmla="*/ 402927 w 607639"/>
                <a:gd name="connsiteY50" fmla="*/ 108605 h 523737"/>
                <a:gd name="connsiteX51" fmla="*/ 313387 w 607639"/>
                <a:gd name="connsiteY51" fmla="*/ 108605 h 523737"/>
                <a:gd name="connsiteX52" fmla="*/ 313387 w 607639"/>
                <a:gd name="connsiteY52" fmla="*/ 185214 h 523737"/>
                <a:gd name="connsiteX53" fmla="*/ 422864 w 607639"/>
                <a:gd name="connsiteY53" fmla="*/ 185214 h 523737"/>
                <a:gd name="connsiteX54" fmla="*/ 482854 w 607639"/>
                <a:gd name="connsiteY54" fmla="*/ 134112 h 523737"/>
                <a:gd name="connsiteX55" fmla="*/ 543644 w 607639"/>
                <a:gd name="connsiteY55" fmla="*/ 194813 h 523737"/>
                <a:gd name="connsiteX56" fmla="*/ 482854 w 607639"/>
                <a:gd name="connsiteY56" fmla="*/ 255425 h 523737"/>
                <a:gd name="connsiteX57" fmla="*/ 422864 w 607639"/>
                <a:gd name="connsiteY57" fmla="*/ 204411 h 523737"/>
                <a:gd name="connsiteX58" fmla="*/ 313387 w 607639"/>
                <a:gd name="connsiteY58" fmla="*/ 204411 h 523737"/>
                <a:gd name="connsiteX59" fmla="*/ 313387 w 607639"/>
                <a:gd name="connsiteY59" fmla="*/ 281021 h 523737"/>
                <a:gd name="connsiteX60" fmla="*/ 402927 w 607639"/>
                <a:gd name="connsiteY60" fmla="*/ 281021 h 523737"/>
                <a:gd name="connsiteX61" fmla="*/ 402927 w 607639"/>
                <a:gd name="connsiteY61" fmla="*/ 389626 h 523737"/>
                <a:gd name="connsiteX62" fmla="*/ 204712 w 607639"/>
                <a:gd name="connsiteY62" fmla="*/ 389626 h 523737"/>
                <a:gd name="connsiteX63" fmla="*/ 204712 w 607639"/>
                <a:gd name="connsiteY63" fmla="*/ 281021 h 523737"/>
                <a:gd name="connsiteX64" fmla="*/ 294251 w 607639"/>
                <a:gd name="connsiteY64" fmla="*/ 281021 h 523737"/>
                <a:gd name="connsiteX65" fmla="*/ 294251 w 607639"/>
                <a:gd name="connsiteY65" fmla="*/ 204411 h 523737"/>
                <a:gd name="connsiteX66" fmla="*/ 184686 w 607639"/>
                <a:gd name="connsiteY66" fmla="*/ 204411 h 523737"/>
                <a:gd name="connsiteX67" fmla="*/ 124696 w 607639"/>
                <a:gd name="connsiteY67" fmla="*/ 255425 h 523737"/>
                <a:gd name="connsiteX68" fmla="*/ 63995 w 607639"/>
                <a:gd name="connsiteY68" fmla="*/ 194813 h 523737"/>
                <a:gd name="connsiteX69" fmla="*/ 124696 w 607639"/>
                <a:gd name="connsiteY69" fmla="*/ 134112 h 523737"/>
                <a:gd name="connsiteX70" fmla="*/ 184686 w 607639"/>
                <a:gd name="connsiteY70" fmla="*/ 185214 h 523737"/>
                <a:gd name="connsiteX71" fmla="*/ 294251 w 607639"/>
                <a:gd name="connsiteY71" fmla="*/ 185214 h 523737"/>
                <a:gd name="connsiteX72" fmla="*/ 294251 w 607639"/>
                <a:gd name="connsiteY72" fmla="*/ 108605 h 523737"/>
                <a:gd name="connsiteX73" fmla="*/ 204712 w 607639"/>
                <a:gd name="connsiteY73" fmla="*/ 108605 h 523737"/>
                <a:gd name="connsiteX74" fmla="*/ 204712 w 607639"/>
                <a:gd name="connsiteY74" fmla="*/ 63901 h 523737"/>
                <a:gd name="connsiteX75" fmla="*/ 252624 w 607639"/>
                <a:gd name="connsiteY75" fmla="*/ 44739 h 523737"/>
                <a:gd name="connsiteX76" fmla="*/ 354944 w 607639"/>
                <a:gd name="connsiteY76" fmla="*/ 44739 h 523737"/>
                <a:gd name="connsiteX77" fmla="*/ 354944 w 607639"/>
                <a:gd name="connsiteY77" fmla="*/ 63933 h 523737"/>
                <a:gd name="connsiteX78" fmla="*/ 252624 w 607639"/>
                <a:gd name="connsiteY78" fmla="*/ 63933 h 523737"/>
                <a:gd name="connsiteX79" fmla="*/ 223848 w 607639"/>
                <a:gd name="connsiteY79" fmla="*/ 19197 h 523737"/>
                <a:gd name="connsiteX80" fmla="*/ 223848 w 607639"/>
                <a:gd name="connsiteY80" fmla="*/ 89408 h 523737"/>
                <a:gd name="connsiteX81" fmla="*/ 383791 w 607639"/>
                <a:gd name="connsiteY81" fmla="*/ 89408 h 523737"/>
                <a:gd name="connsiteX82" fmla="*/ 383791 w 607639"/>
                <a:gd name="connsiteY82" fmla="*/ 19197 h 523737"/>
                <a:gd name="connsiteX83" fmla="*/ 204712 w 607639"/>
                <a:gd name="connsiteY83" fmla="*/ 0 h 523737"/>
                <a:gd name="connsiteX84" fmla="*/ 402927 w 607639"/>
                <a:gd name="connsiteY84" fmla="*/ 0 h 523737"/>
                <a:gd name="connsiteX85" fmla="*/ 402927 w 607639"/>
                <a:gd name="connsiteY85" fmla="*/ 44704 h 523737"/>
                <a:gd name="connsiteX86" fmla="*/ 607639 w 607639"/>
                <a:gd name="connsiteY86" fmla="*/ 44704 h 523737"/>
                <a:gd name="connsiteX87" fmla="*/ 607639 w 607639"/>
                <a:gd name="connsiteY87" fmla="*/ 396735 h 523737"/>
                <a:gd name="connsiteX88" fmla="*/ 480450 w 607639"/>
                <a:gd name="connsiteY88" fmla="*/ 523737 h 523737"/>
                <a:gd name="connsiteX89" fmla="*/ 0 w 607639"/>
                <a:gd name="connsiteY89" fmla="*/ 523737 h 523737"/>
                <a:gd name="connsiteX90" fmla="*/ 0 w 607639"/>
                <a:gd name="connsiteY90" fmla="*/ 44704 h 523737"/>
                <a:gd name="connsiteX91" fmla="*/ 204712 w 607639"/>
                <a:gd name="connsiteY91" fmla="*/ 44704 h 52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7639" h="523737">
                  <a:moveTo>
                    <a:pt x="156726" y="453454"/>
                  </a:moveTo>
                  <a:lnTo>
                    <a:pt x="182271" y="453454"/>
                  </a:lnTo>
                  <a:lnTo>
                    <a:pt x="182271" y="472648"/>
                  </a:lnTo>
                  <a:lnTo>
                    <a:pt x="156726" y="472648"/>
                  </a:lnTo>
                  <a:close/>
                  <a:moveTo>
                    <a:pt x="486058" y="402335"/>
                  </a:moveTo>
                  <a:lnTo>
                    <a:pt x="486058" y="491031"/>
                  </a:lnTo>
                  <a:lnTo>
                    <a:pt x="574885" y="402335"/>
                  </a:lnTo>
                  <a:close/>
                  <a:moveTo>
                    <a:pt x="51160" y="386417"/>
                  </a:moveTo>
                  <a:lnTo>
                    <a:pt x="70302" y="386417"/>
                  </a:lnTo>
                  <a:lnTo>
                    <a:pt x="70302" y="453446"/>
                  </a:lnTo>
                  <a:lnTo>
                    <a:pt x="131111" y="453446"/>
                  </a:lnTo>
                  <a:lnTo>
                    <a:pt x="131111" y="472648"/>
                  </a:lnTo>
                  <a:lnTo>
                    <a:pt x="51160" y="472648"/>
                  </a:lnTo>
                  <a:close/>
                  <a:moveTo>
                    <a:pt x="252624" y="325730"/>
                  </a:moveTo>
                  <a:lnTo>
                    <a:pt x="354944" y="325730"/>
                  </a:lnTo>
                  <a:lnTo>
                    <a:pt x="354944" y="344924"/>
                  </a:lnTo>
                  <a:lnTo>
                    <a:pt x="252624" y="344924"/>
                  </a:lnTo>
                  <a:close/>
                  <a:moveTo>
                    <a:pt x="223848" y="300129"/>
                  </a:moveTo>
                  <a:lnTo>
                    <a:pt x="223848" y="370429"/>
                  </a:lnTo>
                  <a:lnTo>
                    <a:pt x="383791" y="370429"/>
                  </a:lnTo>
                  <a:lnTo>
                    <a:pt x="383791" y="300129"/>
                  </a:lnTo>
                  <a:close/>
                  <a:moveTo>
                    <a:pt x="470107" y="185234"/>
                  </a:moveTo>
                  <a:lnTo>
                    <a:pt x="495652" y="185234"/>
                  </a:lnTo>
                  <a:lnTo>
                    <a:pt x="495652" y="204428"/>
                  </a:lnTo>
                  <a:lnTo>
                    <a:pt x="470107" y="204428"/>
                  </a:lnTo>
                  <a:close/>
                  <a:moveTo>
                    <a:pt x="111987" y="185234"/>
                  </a:moveTo>
                  <a:lnTo>
                    <a:pt x="137532" y="185234"/>
                  </a:lnTo>
                  <a:lnTo>
                    <a:pt x="137532" y="204428"/>
                  </a:lnTo>
                  <a:lnTo>
                    <a:pt x="111987" y="204428"/>
                  </a:lnTo>
                  <a:close/>
                  <a:moveTo>
                    <a:pt x="482854" y="153308"/>
                  </a:moveTo>
                  <a:cubicBezTo>
                    <a:pt x="459979" y="153308"/>
                    <a:pt x="441288" y="171883"/>
                    <a:pt x="441288" y="194813"/>
                  </a:cubicBezTo>
                  <a:cubicBezTo>
                    <a:pt x="441288" y="217653"/>
                    <a:pt x="459979" y="236317"/>
                    <a:pt x="482854" y="236317"/>
                  </a:cubicBezTo>
                  <a:cubicBezTo>
                    <a:pt x="505817" y="236317"/>
                    <a:pt x="524508" y="217653"/>
                    <a:pt x="524508" y="194813"/>
                  </a:cubicBezTo>
                  <a:cubicBezTo>
                    <a:pt x="524508" y="171883"/>
                    <a:pt x="505817" y="153308"/>
                    <a:pt x="482854" y="153308"/>
                  </a:cubicBezTo>
                  <a:close/>
                  <a:moveTo>
                    <a:pt x="124696" y="153308"/>
                  </a:moveTo>
                  <a:cubicBezTo>
                    <a:pt x="101822" y="153308"/>
                    <a:pt x="83131" y="171883"/>
                    <a:pt x="83131" y="194813"/>
                  </a:cubicBezTo>
                  <a:cubicBezTo>
                    <a:pt x="83131" y="217653"/>
                    <a:pt x="101822" y="236317"/>
                    <a:pt x="124696" y="236317"/>
                  </a:cubicBezTo>
                  <a:cubicBezTo>
                    <a:pt x="147660" y="236317"/>
                    <a:pt x="166262" y="217653"/>
                    <a:pt x="166262" y="194813"/>
                  </a:cubicBezTo>
                  <a:cubicBezTo>
                    <a:pt x="166262" y="171883"/>
                    <a:pt x="147660" y="153308"/>
                    <a:pt x="124696" y="153308"/>
                  </a:cubicBezTo>
                  <a:close/>
                  <a:moveTo>
                    <a:pt x="540461" y="89406"/>
                  </a:moveTo>
                  <a:lnTo>
                    <a:pt x="566076" y="89406"/>
                  </a:lnTo>
                  <a:lnTo>
                    <a:pt x="566076" y="108600"/>
                  </a:lnTo>
                  <a:lnTo>
                    <a:pt x="540461" y="108600"/>
                  </a:lnTo>
                  <a:close/>
                  <a:moveTo>
                    <a:pt x="19225" y="63901"/>
                  </a:moveTo>
                  <a:lnTo>
                    <a:pt x="19225" y="504540"/>
                  </a:lnTo>
                  <a:lnTo>
                    <a:pt x="466922" y="504540"/>
                  </a:lnTo>
                  <a:lnTo>
                    <a:pt x="466922" y="383227"/>
                  </a:lnTo>
                  <a:lnTo>
                    <a:pt x="588414" y="383227"/>
                  </a:lnTo>
                  <a:lnTo>
                    <a:pt x="588414" y="63901"/>
                  </a:lnTo>
                  <a:lnTo>
                    <a:pt x="402927" y="63901"/>
                  </a:lnTo>
                  <a:lnTo>
                    <a:pt x="402927" y="108605"/>
                  </a:lnTo>
                  <a:lnTo>
                    <a:pt x="313387" y="108605"/>
                  </a:lnTo>
                  <a:lnTo>
                    <a:pt x="313387" y="185214"/>
                  </a:lnTo>
                  <a:lnTo>
                    <a:pt x="422864" y="185214"/>
                  </a:lnTo>
                  <a:cubicBezTo>
                    <a:pt x="427492" y="156330"/>
                    <a:pt x="452681" y="134112"/>
                    <a:pt x="482854" y="134112"/>
                  </a:cubicBezTo>
                  <a:cubicBezTo>
                    <a:pt x="516409" y="134112"/>
                    <a:pt x="543644" y="161307"/>
                    <a:pt x="543644" y="194813"/>
                  </a:cubicBezTo>
                  <a:cubicBezTo>
                    <a:pt x="543644" y="228230"/>
                    <a:pt x="516409" y="255425"/>
                    <a:pt x="482854" y="255425"/>
                  </a:cubicBezTo>
                  <a:cubicBezTo>
                    <a:pt x="452681" y="255425"/>
                    <a:pt x="427492" y="233295"/>
                    <a:pt x="422864" y="204411"/>
                  </a:cubicBezTo>
                  <a:lnTo>
                    <a:pt x="313387" y="204411"/>
                  </a:lnTo>
                  <a:lnTo>
                    <a:pt x="313387" y="281021"/>
                  </a:lnTo>
                  <a:lnTo>
                    <a:pt x="402927" y="281021"/>
                  </a:lnTo>
                  <a:lnTo>
                    <a:pt x="402927" y="389626"/>
                  </a:lnTo>
                  <a:lnTo>
                    <a:pt x="204712" y="389626"/>
                  </a:lnTo>
                  <a:lnTo>
                    <a:pt x="204712" y="281021"/>
                  </a:lnTo>
                  <a:lnTo>
                    <a:pt x="294251" y="281021"/>
                  </a:lnTo>
                  <a:lnTo>
                    <a:pt x="294251" y="204411"/>
                  </a:lnTo>
                  <a:lnTo>
                    <a:pt x="184686" y="204411"/>
                  </a:lnTo>
                  <a:cubicBezTo>
                    <a:pt x="180058" y="233295"/>
                    <a:pt x="154958" y="255425"/>
                    <a:pt x="124696" y="255425"/>
                  </a:cubicBezTo>
                  <a:cubicBezTo>
                    <a:pt x="91230" y="255425"/>
                    <a:pt x="63995" y="228230"/>
                    <a:pt x="63995" y="194813"/>
                  </a:cubicBezTo>
                  <a:cubicBezTo>
                    <a:pt x="63995" y="161307"/>
                    <a:pt x="91230" y="134112"/>
                    <a:pt x="124696" y="134112"/>
                  </a:cubicBezTo>
                  <a:cubicBezTo>
                    <a:pt x="154958" y="134112"/>
                    <a:pt x="180058" y="156330"/>
                    <a:pt x="184686" y="185214"/>
                  </a:cubicBezTo>
                  <a:lnTo>
                    <a:pt x="294251" y="185214"/>
                  </a:lnTo>
                  <a:lnTo>
                    <a:pt x="294251" y="108605"/>
                  </a:lnTo>
                  <a:lnTo>
                    <a:pt x="204712" y="108605"/>
                  </a:lnTo>
                  <a:lnTo>
                    <a:pt x="204712" y="63901"/>
                  </a:lnTo>
                  <a:close/>
                  <a:moveTo>
                    <a:pt x="252624" y="44739"/>
                  </a:moveTo>
                  <a:lnTo>
                    <a:pt x="354944" y="44739"/>
                  </a:lnTo>
                  <a:lnTo>
                    <a:pt x="354944" y="63933"/>
                  </a:lnTo>
                  <a:lnTo>
                    <a:pt x="252624" y="63933"/>
                  </a:lnTo>
                  <a:close/>
                  <a:moveTo>
                    <a:pt x="223848" y="19197"/>
                  </a:moveTo>
                  <a:lnTo>
                    <a:pt x="223848" y="89408"/>
                  </a:lnTo>
                  <a:lnTo>
                    <a:pt x="383791" y="89408"/>
                  </a:lnTo>
                  <a:lnTo>
                    <a:pt x="383791" y="19197"/>
                  </a:lnTo>
                  <a:close/>
                  <a:moveTo>
                    <a:pt x="204712" y="0"/>
                  </a:moveTo>
                  <a:lnTo>
                    <a:pt x="402927" y="0"/>
                  </a:lnTo>
                  <a:lnTo>
                    <a:pt x="402927" y="44704"/>
                  </a:lnTo>
                  <a:lnTo>
                    <a:pt x="607639" y="44704"/>
                  </a:lnTo>
                  <a:lnTo>
                    <a:pt x="607639" y="396735"/>
                  </a:lnTo>
                  <a:lnTo>
                    <a:pt x="480450" y="523737"/>
                  </a:lnTo>
                  <a:lnTo>
                    <a:pt x="0" y="523737"/>
                  </a:lnTo>
                  <a:lnTo>
                    <a:pt x="0" y="44704"/>
                  </a:lnTo>
                  <a:lnTo>
                    <a:pt x="204712" y="447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planning_265813"/>
            <p:cNvSpPr>
              <a:spLocks noChangeAspect="1"/>
            </p:cNvSpPr>
            <p:nvPr/>
          </p:nvSpPr>
          <p:spPr>
            <a:xfrm>
              <a:off x="3988656" y="4691808"/>
              <a:ext cx="309663" cy="266905"/>
            </a:xfrm>
            <a:custGeom>
              <a:avLst/>
              <a:gdLst>
                <a:gd name="connsiteX0" fmla="*/ 156726 w 607639"/>
                <a:gd name="connsiteY0" fmla="*/ 453454 h 523737"/>
                <a:gd name="connsiteX1" fmla="*/ 182271 w 607639"/>
                <a:gd name="connsiteY1" fmla="*/ 453454 h 523737"/>
                <a:gd name="connsiteX2" fmla="*/ 182271 w 607639"/>
                <a:gd name="connsiteY2" fmla="*/ 472648 h 523737"/>
                <a:gd name="connsiteX3" fmla="*/ 156726 w 607639"/>
                <a:gd name="connsiteY3" fmla="*/ 472648 h 523737"/>
                <a:gd name="connsiteX4" fmla="*/ 486058 w 607639"/>
                <a:gd name="connsiteY4" fmla="*/ 402335 h 523737"/>
                <a:gd name="connsiteX5" fmla="*/ 486058 w 607639"/>
                <a:gd name="connsiteY5" fmla="*/ 491031 h 523737"/>
                <a:gd name="connsiteX6" fmla="*/ 574885 w 607639"/>
                <a:gd name="connsiteY6" fmla="*/ 402335 h 523737"/>
                <a:gd name="connsiteX7" fmla="*/ 51160 w 607639"/>
                <a:gd name="connsiteY7" fmla="*/ 386417 h 523737"/>
                <a:gd name="connsiteX8" fmla="*/ 70302 w 607639"/>
                <a:gd name="connsiteY8" fmla="*/ 386417 h 523737"/>
                <a:gd name="connsiteX9" fmla="*/ 70302 w 607639"/>
                <a:gd name="connsiteY9" fmla="*/ 453446 h 523737"/>
                <a:gd name="connsiteX10" fmla="*/ 131111 w 607639"/>
                <a:gd name="connsiteY10" fmla="*/ 453446 h 523737"/>
                <a:gd name="connsiteX11" fmla="*/ 131111 w 607639"/>
                <a:gd name="connsiteY11" fmla="*/ 472648 h 523737"/>
                <a:gd name="connsiteX12" fmla="*/ 51160 w 607639"/>
                <a:gd name="connsiteY12" fmla="*/ 472648 h 523737"/>
                <a:gd name="connsiteX13" fmla="*/ 252624 w 607639"/>
                <a:gd name="connsiteY13" fmla="*/ 325730 h 523737"/>
                <a:gd name="connsiteX14" fmla="*/ 354944 w 607639"/>
                <a:gd name="connsiteY14" fmla="*/ 325730 h 523737"/>
                <a:gd name="connsiteX15" fmla="*/ 354944 w 607639"/>
                <a:gd name="connsiteY15" fmla="*/ 344924 h 523737"/>
                <a:gd name="connsiteX16" fmla="*/ 252624 w 607639"/>
                <a:gd name="connsiteY16" fmla="*/ 344924 h 523737"/>
                <a:gd name="connsiteX17" fmla="*/ 223848 w 607639"/>
                <a:gd name="connsiteY17" fmla="*/ 300129 h 523737"/>
                <a:gd name="connsiteX18" fmla="*/ 223848 w 607639"/>
                <a:gd name="connsiteY18" fmla="*/ 370429 h 523737"/>
                <a:gd name="connsiteX19" fmla="*/ 383791 w 607639"/>
                <a:gd name="connsiteY19" fmla="*/ 370429 h 523737"/>
                <a:gd name="connsiteX20" fmla="*/ 383791 w 607639"/>
                <a:gd name="connsiteY20" fmla="*/ 300129 h 523737"/>
                <a:gd name="connsiteX21" fmla="*/ 470107 w 607639"/>
                <a:gd name="connsiteY21" fmla="*/ 185234 h 523737"/>
                <a:gd name="connsiteX22" fmla="*/ 495652 w 607639"/>
                <a:gd name="connsiteY22" fmla="*/ 185234 h 523737"/>
                <a:gd name="connsiteX23" fmla="*/ 495652 w 607639"/>
                <a:gd name="connsiteY23" fmla="*/ 204428 h 523737"/>
                <a:gd name="connsiteX24" fmla="*/ 470107 w 607639"/>
                <a:gd name="connsiteY24" fmla="*/ 204428 h 523737"/>
                <a:gd name="connsiteX25" fmla="*/ 111987 w 607639"/>
                <a:gd name="connsiteY25" fmla="*/ 185234 h 523737"/>
                <a:gd name="connsiteX26" fmla="*/ 137532 w 607639"/>
                <a:gd name="connsiteY26" fmla="*/ 185234 h 523737"/>
                <a:gd name="connsiteX27" fmla="*/ 137532 w 607639"/>
                <a:gd name="connsiteY27" fmla="*/ 204428 h 523737"/>
                <a:gd name="connsiteX28" fmla="*/ 111987 w 607639"/>
                <a:gd name="connsiteY28" fmla="*/ 204428 h 523737"/>
                <a:gd name="connsiteX29" fmla="*/ 482854 w 607639"/>
                <a:gd name="connsiteY29" fmla="*/ 153308 h 523737"/>
                <a:gd name="connsiteX30" fmla="*/ 441288 w 607639"/>
                <a:gd name="connsiteY30" fmla="*/ 194813 h 523737"/>
                <a:gd name="connsiteX31" fmla="*/ 482854 w 607639"/>
                <a:gd name="connsiteY31" fmla="*/ 236317 h 523737"/>
                <a:gd name="connsiteX32" fmla="*/ 524508 w 607639"/>
                <a:gd name="connsiteY32" fmla="*/ 194813 h 523737"/>
                <a:gd name="connsiteX33" fmla="*/ 482854 w 607639"/>
                <a:gd name="connsiteY33" fmla="*/ 153308 h 523737"/>
                <a:gd name="connsiteX34" fmla="*/ 124696 w 607639"/>
                <a:gd name="connsiteY34" fmla="*/ 153308 h 523737"/>
                <a:gd name="connsiteX35" fmla="*/ 83131 w 607639"/>
                <a:gd name="connsiteY35" fmla="*/ 194813 h 523737"/>
                <a:gd name="connsiteX36" fmla="*/ 124696 w 607639"/>
                <a:gd name="connsiteY36" fmla="*/ 236317 h 523737"/>
                <a:gd name="connsiteX37" fmla="*/ 166262 w 607639"/>
                <a:gd name="connsiteY37" fmla="*/ 194813 h 523737"/>
                <a:gd name="connsiteX38" fmla="*/ 124696 w 607639"/>
                <a:gd name="connsiteY38" fmla="*/ 153308 h 523737"/>
                <a:gd name="connsiteX39" fmla="*/ 540461 w 607639"/>
                <a:gd name="connsiteY39" fmla="*/ 89406 h 523737"/>
                <a:gd name="connsiteX40" fmla="*/ 566076 w 607639"/>
                <a:gd name="connsiteY40" fmla="*/ 89406 h 523737"/>
                <a:gd name="connsiteX41" fmla="*/ 566076 w 607639"/>
                <a:gd name="connsiteY41" fmla="*/ 108600 h 523737"/>
                <a:gd name="connsiteX42" fmla="*/ 540461 w 607639"/>
                <a:gd name="connsiteY42" fmla="*/ 108600 h 523737"/>
                <a:gd name="connsiteX43" fmla="*/ 19225 w 607639"/>
                <a:gd name="connsiteY43" fmla="*/ 63901 h 523737"/>
                <a:gd name="connsiteX44" fmla="*/ 19225 w 607639"/>
                <a:gd name="connsiteY44" fmla="*/ 504540 h 523737"/>
                <a:gd name="connsiteX45" fmla="*/ 466922 w 607639"/>
                <a:gd name="connsiteY45" fmla="*/ 504540 h 523737"/>
                <a:gd name="connsiteX46" fmla="*/ 466922 w 607639"/>
                <a:gd name="connsiteY46" fmla="*/ 383227 h 523737"/>
                <a:gd name="connsiteX47" fmla="*/ 588414 w 607639"/>
                <a:gd name="connsiteY47" fmla="*/ 383227 h 523737"/>
                <a:gd name="connsiteX48" fmla="*/ 588414 w 607639"/>
                <a:gd name="connsiteY48" fmla="*/ 63901 h 523737"/>
                <a:gd name="connsiteX49" fmla="*/ 402927 w 607639"/>
                <a:gd name="connsiteY49" fmla="*/ 63901 h 523737"/>
                <a:gd name="connsiteX50" fmla="*/ 402927 w 607639"/>
                <a:gd name="connsiteY50" fmla="*/ 108605 h 523737"/>
                <a:gd name="connsiteX51" fmla="*/ 313387 w 607639"/>
                <a:gd name="connsiteY51" fmla="*/ 108605 h 523737"/>
                <a:gd name="connsiteX52" fmla="*/ 313387 w 607639"/>
                <a:gd name="connsiteY52" fmla="*/ 185214 h 523737"/>
                <a:gd name="connsiteX53" fmla="*/ 422864 w 607639"/>
                <a:gd name="connsiteY53" fmla="*/ 185214 h 523737"/>
                <a:gd name="connsiteX54" fmla="*/ 482854 w 607639"/>
                <a:gd name="connsiteY54" fmla="*/ 134112 h 523737"/>
                <a:gd name="connsiteX55" fmla="*/ 543644 w 607639"/>
                <a:gd name="connsiteY55" fmla="*/ 194813 h 523737"/>
                <a:gd name="connsiteX56" fmla="*/ 482854 w 607639"/>
                <a:gd name="connsiteY56" fmla="*/ 255425 h 523737"/>
                <a:gd name="connsiteX57" fmla="*/ 422864 w 607639"/>
                <a:gd name="connsiteY57" fmla="*/ 204411 h 523737"/>
                <a:gd name="connsiteX58" fmla="*/ 313387 w 607639"/>
                <a:gd name="connsiteY58" fmla="*/ 204411 h 523737"/>
                <a:gd name="connsiteX59" fmla="*/ 313387 w 607639"/>
                <a:gd name="connsiteY59" fmla="*/ 281021 h 523737"/>
                <a:gd name="connsiteX60" fmla="*/ 402927 w 607639"/>
                <a:gd name="connsiteY60" fmla="*/ 281021 h 523737"/>
                <a:gd name="connsiteX61" fmla="*/ 402927 w 607639"/>
                <a:gd name="connsiteY61" fmla="*/ 389626 h 523737"/>
                <a:gd name="connsiteX62" fmla="*/ 204712 w 607639"/>
                <a:gd name="connsiteY62" fmla="*/ 389626 h 523737"/>
                <a:gd name="connsiteX63" fmla="*/ 204712 w 607639"/>
                <a:gd name="connsiteY63" fmla="*/ 281021 h 523737"/>
                <a:gd name="connsiteX64" fmla="*/ 294251 w 607639"/>
                <a:gd name="connsiteY64" fmla="*/ 281021 h 523737"/>
                <a:gd name="connsiteX65" fmla="*/ 294251 w 607639"/>
                <a:gd name="connsiteY65" fmla="*/ 204411 h 523737"/>
                <a:gd name="connsiteX66" fmla="*/ 184686 w 607639"/>
                <a:gd name="connsiteY66" fmla="*/ 204411 h 523737"/>
                <a:gd name="connsiteX67" fmla="*/ 124696 w 607639"/>
                <a:gd name="connsiteY67" fmla="*/ 255425 h 523737"/>
                <a:gd name="connsiteX68" fmla="*/ 63995 w 607639"/>
                <a:gd name="connsiteY68" fmla="*/ 194813 h 523737"/>
                <a:gd name="connsiteX69" fmla="*/ 124696 w 607639"/>
                <a:gd name="connsiteY69" fmla="*/ 134112 h 523737"/>
                <a:gd name="connsiteX70" fmla="*/ 184686 w 607639"/>
                <a:gd name="connsiteY70" fmla="*/ 185214 h 523737"/>
                <a:gd name="connsiteX71" fmla="*/ 294251 w 607639"/>
                <a:gd name="connsiteY71" fmla="*/ 185214 h 523737"/>
                <a:gd name="connsiteX72" fmla="*/ 294251 w 607639"/>
                <a:gd name="connsiteY72" fmla="*/ 108605 h 523737"/>
                <a:gd name="connsiteX73" fmla="*/ 204712 w 607639"/>
                <a:gd name="connsiteY73" fmla="*/ 108605 h 523737"/>
                <a:gd name="connsiteX74" fmla="*/ 204712 w 607639"/>
                <a:gd name="connsiteY74" fmla="*/ 63901 h 523737"/>
                <a:gd name="connsiteX75" fmla="*/ 252624 w 607639"/>
                <a:gd name="connsiteY75" fmla="*/ 44739 h 523737"/>
                <a:gd name="connsiteX76" fmla="*/ 354944 w 607639"/>
                <a:gd name="connsiteY76" fmla="*/ 44739 h 523737"/>
                <a:gd name="connsiteX77" fmla="*/ 354944 w 607639"/>
                <a:gd name="connsiteY77" fmla="*/ 63933 h 523737"/>
                <a:gd name="connsiteX78" fmla="*/ 252624 w 607639"/>
                <a:gd name="connsiteY78" fmla="*/ 63933 h 523737"/>
                <a:gd name="connsiteX79" fmla="*/ 223848 w 607639"/>
                <a:gd name="connsiteY79" fmla="*/ 19197 h 523737"/>
                <a:gd name="connsiteX80" fmla="*/ 223848 w 607639"/>
                <a:gd name="connsiteY80" fmla="*/ 89408 h 523737"/>
                <a:gd name="connsiteX81" fmla="*/ 383791 w 607639"/>
                <a:gd name="connsiteY81" fmla="*/ 89408 h 523737"/>
                <a:gd name="connsiteX82" fmla="*/ 383791 w 607639"/>
                <a:gd name="connsiteY82" fmla="*/ 19197 h 523737"/>
                <a:gd name="connsiteX83" fmla="*/ 204712 w 607639"/>
                <a:gd name="connsiteY83" fmla="*/ 0 h 523737"/>
                <a:gd name="connsiteX84" fmla="*/ 402927 w 607639"/>
                <a:gd name="connsiteY84" fmla="*/ 0 h 523737"/>
                <a:gd name="connsiteX85" fmla="*/ 402927 w 607639"/>
                <a:gd name="connsiteY85" fmla="*/ 44704 h 523737"/>
                <a:gd name="connsiteX86" fmla="*/ 607639 w 607639"/>
                <a:gd name="connsiteY86" fmla="*/ 44704 h 523737"/>
                <a:gd name="connsiteX87" fmla="*/ 607639 w 607639"/>
                <a:gd name="connsiteY87" fmla="*/ 396735 h 523737"/>
                <a:gd name="connsiteX88" fmla="*/ 480450 w 607639"/>
                <a:gd name="connsiteY88" fmla="*/ 523737 h 523737"/>
                <a:gd name="connsiteX89" fmla="*/ 0 w 607639"/>
                <a:gd name="connsiteY89" fmla="*/ 523737 h 523737"/>
                <a:gd name="connsiteX90" fmla="*/ 0 w 607639"/>
                <a:gd name="connsiteY90" fmla="*/ 44704 h 523737"/>
                <a:gd name="connsiteX91" fmla="*/ 204712 w 607639"/>
                <a:gd name="connsiteY91" fmla="*/ 44704 h 52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7639" h="523737">
                  <a:moveTo>
                    <a:pt x="156726" y="453454"/>
                  </a:moveTo>
                  <a:lnTo>
                    <a:pt x="182271" y="453454"/>
                  </a:lnTo>
                  <a:lnTo>
                    <a:pt x="182271" y="472648"/>
                  </a:lnTo>
                  <a:lnTo>
                    <a:pt x="156726" y="472648"/>
                  </a:lnTo>
                  <a:close/>
                  <a:moveTo>
                    <a:pt x="486058" y="402335"/>
                  </a:moveTo>
                  <a:lnTo>
                    <a:pt x="486058" y="491031"/>
                  </a:lnTo>
                  <a:lnTo>
                    <a:pt x="574885" y="402335"/>
                  </a:lnTo>
                  <a:close/>
                  <a:moveTo>
                    <a:pt x="51160" y="386417"/>
                  </a:moveTo>
                  <a:lnTo>
                    <a:pt x="70302" y="386417"/>
                  </a:lnTo>
                  <a:lnTo>
                    <a:pt x="70302" y="453446"/>
                  </a:lnTo>
                  <a:lnTo>
                    <a:pt x="131111" y="453446"/>
                  </a:lnTo>
                  <a:lnTo>
                    <a:pt x="131111" y="472648"/>
                  </a:lnTo>
                  <a:lnTo>
                    <a:pt x="51160" y="472648"/>
                  </a:lnTo>
                  <a:close/>
                  <a:moveTo>
                    <a:pt x="252624" y="325730"/>
                  </a:moveTo>
                  <a:lnTo>
                    <a:pt x="354944" y="325730"/>
                  </a:lnTo>
                  <a:lnTo>
                    <a:pt x="354944" y="344924"/>
                  </a:lnTo>
                  <a:lnTo>
                    <a:pt x="252624" y="344924"/>
                  </a:lnTo>
                  <a:close/>
                  <a:moveTo>
                    <a:pt x="223848" y="300129"/>
                  </a:moveTo>
                  <a:lnTo>
                    <a:pt x="223848" y="370429"/>
                  </a:lnTo>
                  <a:lnTo>
                    <a:pt x="383791" y="370429"/>
                  </a:lnTo>
                  <a:lnTo>
                    <a:pt x="383791" y="300129"/>
                  </a:lnTo>
                  <a:close/>
                  <a:moveTo>
                    <a:pt x="470107" y="185234"/>
                  </a:moveTo>
                  <a:lnTo>
                    <a:pt x="495652" y="185234"/>
                  </a:lnTo>
                  <a:lnTo>
                    <a:pt x="495652" y="204428"/>
                  </a:lnTo>
                  <a:lnTo>
                    <a:pt x="470107" y="204428"/>
                  </a:lnTo>
                  <a:close/>
                  <a:moveTo>
                    <a:pt x="111987" y="185234"/>
                  </a:moveTo>
                  <a:lnTo>
                    <a:pt x="137532" y="185234"/>
                  </a:lnTo>
                  <a:lnTo>
                    <a:pt x="137532" y="204428"/>
                  </a:lnTo>
                  <a:lnTo>
                    <a:pt x="111987" y="204428"/>
                  </a:lnTo>
                  <a:close/>
                  <a:moveTo>
                    <a:pt x="482854" y="153308"/>
                  </a:moveTo>
                  <a:cubicBezTo>
                    <a:pt x="459979" y="153308"/>
                    <a:pt x="441288" y="171883"/>
                    <a:pt x="441288" y="194813"/>
                  </a:cubicBezTo>
                  <a:cubicBezTo>
                    <a:pt x="441288" y="217653"/>
                    <a:pt x="459979" y="236317"/>
                    <a:pt x="482854" y="236317"/>
                  </a:cubicBezTo>
                  <a:cubicBezTo>
                    <a:pt x="505817" y="236317"/>
                    <a:pt x="524508" y="217653"/>
                    <a:pt x="524508" y="194813"/>
                  </a:cubicBezTo>
                  <a:cubicBezTo>
                    <a:pt x="524508" y="171883"/>
                    <a:pt x="505817" y="153308"/>
                    <a:pt x="482854" y="153308"/>
                  </a:cubicBezTo>
                  <a:close/>
                  <a:moveTo>
                    <a:pt x="124696" y="153308"/>
                  </a:moveTo>
                  <a:cubicBezTo>
                    <a:pt x="101822" y="153308"/>
                    <a:pt x="83131" y="171883"/>
                    <a:pt x="83131" y="194813"/>
                  </a:cubicBezTo>
                  <a:cubicBezTo>
                    <a:pt x="83131" y="217653"/>
                    <a:pt x="101822" y="236317"/>
                    <a:pt x="124696" y="236317"/>
                  </a:cubicBezTo>
                  <a:cubicBezTo>
                    <a:pt x="147660" y="236317"/>
                    <a:pt x="166262" y="217653"/>
                    <a:pt x="166262" y="194813"/>
                  </a:cubicBezTo>
                  <a:cubicBezTo>
                    <a:pt x="166262" y="171883"/>
                    <a:pt x="147660" y="153308"/>
                    <a:pt x="124696" y="153308"/>
                  </a:cubicBezTo>
                  <a:close/>
                  <a:moveTo>
                    <a:pt x="540461" y="89406"/>
                  </a:moveTo>
                  <a:lnTo>
                    <a:pt x="566076" y="89406"/>
                  </a:lnTo>
                  <a:lnTo>
                    <a:pt x="566076" y="108600"/>
                  </a:lnTo>
                  <a:lnTo>
                    <a:pt x="540461" y="108600"/>
                  </a:lnTo>
                  <a:close/>
                  <a:moveTo>
                    <a:pt x="19225" y="63901"/>
                  </a:moveTo>
                  <a:lnTo>
                    <a:pt x="19225" y="504540"/>
                  </a:lnTo>
                  <a:lnTo>
                    <a:pt x="466922" y="504540"/>
                  </a:lnTo>
                  <a:lnTo>
                    <a:pt x="466922" y="383227"/>
                  </a:lnTo>
                  <a:lnTo>
                    <a:pt x="588414" y="383227"/>
                  </a:lnTo>
                  <a:lnTo>
                    <a:pt x="588414" y="63901"/>
                  </a:lnTo>
                  <a:lnTo>
                    <a:pt x="402927" y="63901"/>
                  </a:lnTo>
                  <a:lnTo>
                    <a:pt x="402927" y="108605"/>
                  </a:lnTo>
                  <a:lnTo>
                    <a:pt x="313387" y="108605"/>
                  </a:lnTo>
                  <a:lnTo>
                    <a:pt x="313387" y="185214"/>
                  </a:lnTo>
                  <a:lnTo>
                    <a:pt x="422864" y="185214"/>
                  </a:lnTo>
                  <a:cubicBezTo>
                    <a:pt x="427492" y="156330"/>
                    <a:pt x="452681" y="134112"/>
                    <a:pt x="482854" y="134112"/>
                  </a:cubicBezTo>
                  <a:cubicBezTo>
                    <a:pt x="516409" y="134112"/>
                    <a:pt x="543644" y="161307"/>
                    <a:pt x="543644" y="194813"/>
                  </a:cubicBezTo>
                  <a:cubicBezTo>
                    <a:pt x="543644" y="228230"/>
                    <a:pt x="516409" y="255425"/>
                    <a:pt x="482854" y="255425"/>
                  </a:cubicBezTo>
                  <a:cubicBezTo>
                    <a:pt x="452681" y="255425"/>
                    <a:pt x="427492" y="233295"/>
                    <a:pt x="422864" y="204411"/>
                  </a:cubicBezTo>
                  <a:lnTo>
                    <a:pt x="313387" y="204411"/>
                  </a:lnTo>
                  <a:lnTo>
                    <a:pt x="313387" y="281021"/>
                  </a:lnTo>
                  <a:lnTo>
                    <a:pt x="402927" y="281021"/>
                  </a:lnTo>
                  <a:lnTo>
                    <a:pt x="402927" y="389626"/>
                  </a:lnTo>
                  <a:lnTo>
                    <a:pt x="204712" y="389626"/>
                  </a:lnTo>
                  <a:lnTo>
                    <a:pt x="204712" y="281021"/>
                  </a:lnTo>
                  <a:lnTo>
                    <a:pt x="294251" y="281021"/>
                  </a:lnTo>
                  <a:lnTo>
                    <a:pt x="294251" y="204411"/>
                  </a:lnTo>
                  <a:lnTo>
                    <a:pt x="184686" y="204411"/>
                  </a:lnTo>
                  <a:cubicBezTo>
                    <a:pt x="180058" y="233295"/>
                    <a:pt x="154958" y="255425"/>
                    <a:pt x="124696" y="255425"/>
                  </a:cubicBezTo>
                  <a:cubicBezTo>
                    <a:pt x="91230" y="255425"/>
                    <a:pt x="63995" y="228230"/>
                    <a:pt x="63995" y="194813"/>
                  </a:cubicBezTo>
                  <a:cubicBezTo>
                    <a:pt x="63995" y="161307"/>
                    <a:pt x="91230" y="134112"/>
                    <a:pt x="124696" y="134112"/>
                  </a:cubicBezTo>
                  <a:cubicBezTo>
                    <a:pt x="154958" y="134112"/>
                    <a:pt x="180058" y="156330"/>
                    <a:pt x="184686" y="185214"/>
                  </a:cubicBezTo>
                  <a:lnTo>
                    <a:pt x="294251" y="185214"/>
                  </a:lnTo>
                  <a:lnTo>
                    <a:pt x="294251" y="108605"/>
                  </a:lnTo>
                  <a:lnTo>
                    <a:pt x="204712" y="108605"/>
                  </a:lnTo>
                  <a:lnTo>
                    <a:pt x="204712" y="63901"/>
                  </a:lnTo>
                  <a:close/>
                  <a:moveTo>
                    <a:pt x="252624" y="44739"/>
                  </a:moveTo>
                  <a:lnTo>
                    <a:pt x="354944" y="44739"/>
                  </a:lnTo>
                  <a:lnTo>
                    <a:pt x="354944" y="63933"/>
                  </a:lnTo>
                  <a:lnTo>
                    <a:pt x="252624" y="63933"/>
                  </a:lnTo>
                  <a:close/>
                  <a:moveTo>
                    <a:pt x="223848" y="19197"/>
                  </a:moveTo>
                  <a:lnTo>
                    <a:pt x="223848" y="89408"/>
                  </a:lnTo>
                  <a:lnTo>
                    <a:pt x="383791" y="89408"/>
                  </a:lnTo>
                  <a:lnTo>
                    <a:pt x="383791" y="19197"/>
                  </a:lnTo>
                  <a:close/>
                  <a:moveTo>
                    <a:pt x="204712" y="0"/>
                  </a:moveTo>
                  <a:lnTo>
                    <a:pt x="402927" y="0"/>
                  </a:lnTo>
                  <a:lnTo>
                    <a:pt x="402927" y="44704"/>
                  </a:lnTo>
                  <a:lnTo>
                    <a:pt x="607639" y="44704"/>
                  </a:lnTo>
                  <a:lnTo>
                    <a:pt x="607639" y="396735"/>
                  </a:lnTo>
                  <a:lnTo>
                    <a:pt x="480450" y="523737"/>
                  </a:lnTo>
                  <a:lnTo>
                    <a:pt x="0" y="523737"/>
                  </a:lnTo>
                  <a:lnTo>
                    <a:pt x="0" y="44704"/>
                  </a:lnTo>
                  <a:lnTo>
                    <a:pt x="204712" y="447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文本框 31"/>
            <p:cNvSpPr txBox="1"/>
            <p:nvPr/>
          </p:nvSpPr>
          <p:spPr>
            <a:xfrm>
              <a:off x="1725151" y="3408813"/>
              <a:ext cx="1839903" cy="523220"/>
            </a:xfrm>
            <a:prstGeom prst="rect">
              <a:avLst/>
            </a:prstGeom>
            <a:noFill/>
          </p:spPr>
          <p:txBody>
            <a:bodyPr wrap="square">
              <a:sp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rPr>
                <a:t>输入标题</a:t>
              </a:r>
              <a:endParaRPr lang="zh-CN" altLang="en-US" sz="2400" dirty="0">
                <a:solidFill>
                  <a:schemeClr val="bg1"/>
                </a:solidFill>
                <a:latin typeface="微软雅黑" panose="020B0503020204020204" pitchFamily="34" charset="-122"/>
                <a:ea typeface="微软雅黑" panose="020B0503020204020204" pitchFamily="34" charset="-122"/>
              </a:endParaRPr>
            </a:p>
          </p:txBody>
        </p:sp>
      </p:grpSp>
      <p:grpSp>
        <p:nvGrpSpPr>
          <p:cNvPr id="28" name="组合 27"/>
          <p:cNvGrpSpPr/>
          <p:nvPr/>
        </p:nvGrpSpPr>
        <p:grpSpPr>
          <a:xfrm>
            <a:off x="583501" y="471624"/>
            <a:ext cx="2177776" cy="553998"/>
            <a:chOff x="592429" y="482522"/>
            <a:chExt cx="2177776" cy="553998"/>
          </a:xfrm>
        </p:grpSpPr>
        <p:grpSp>
          <p:nvGrpSpPr>
            <p:cNvPr id="30" name="组合 29"/>
            <p:cNvGrpSpPr/>
            <p:nvPr/>
          </p:nvGrpSpPr>
          <p:grpSpPr>
            <a:xfrm>
              <a:off x="592429" y="584272"/>
              <a:ext cx="433087" cy="360490"/>
              <a:chOff x="2770053" y="2524936"/>
              <a:chExt cx="433087" cy="317447"/>
            </a:xfrm>
            <a:solidFill>
              <a:srgbClr val="2F5EB2"/>
            </a:solidFill>
          </p:grpSpPr>
          <p:sp>
            <p:nvSpPr>
              <p:cNvPr id="3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1"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三</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三</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4026787" y="1805031"/>
            <a:ext cx="3919265" cy="3364011"/>
            <a:chOff x="3506193" y="813466"/>
            <a:chExt cx="4898815" cy="4204785"/>
          </a:xfrm>
        </p:grpSpPr>
        <p:sp>
          <p:nvSpPr>
            <p:cNvPr id="57" name="椭圆 56"/>
            <p:cNvSpPr/>
            <p:nvPr/>
          </p:nvSpPr>
          <p:spPr>
            <a:xfrm>
              <a:off x="3506193" y="3252407"/>
              <a:ext cx="1765844" cy="1765844"/>
            </a:xfrm>
            <a:prstGeom prst="ellipse">
              <a:avLst/>
            </a:prstGeom>
            <a:solidFill>
              <a:srgbClr val="48BAF8"/>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58" name="椭圆 57"/>
            <p:cNvSpPr/>
            <p:nvPr/>
          </p:nvSpPr>
          <p:spPr>
            <a:xfrm>
              <a:off x="6639164" y="3213307"/>
              <a:ext cx="1765844" cy="1765844"/>
            </a:xfrm>
            <a:prstGeom prst="ellipse">
              <a:avLst/>
            </a:prstGeom>
            <a:solidFill>
              <a:srgbClr val="005FB8"/>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61" name="椭圆 60"/>
            <p:cNvSpPr/>
            <p:nvPr/>
          </p:nvSpPr>
          <p:spPr>
            <a:xfrm>
              <a:off x="5042632" y="813466"/>
              <a:ext cx="1765844" cy="1765844"/>
            </a:xfrm>
            <a:prstGeom prst="ellipse">
              <a:avLst/>
            </a:prstGeom>
            <a:solidFill>
              <a:schemeClr val="tx2">
                <a:lumMod val="40000"/>
                <a:lumOff val="6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67" name="Freeform 6"/>
          <p:cNvSpPr>
            <a:spLocks noEditPoints="1"/>
          </p:cNvSpPr>
          <p:nvPr/>
        </p:nvSpPr>
        <p:spPr bwMode="auto">
          <a:xfrm>
            <a:off x="4544190" y="2498343"/>
            <a:ext cx="2874166" cy="2626503"/>
          </a:xfrm>
          <a:custGeom>
            <a:avLst/>
            <a:gdLst>
              <a:gd name="T0" fmla="*/ 1146 w 1469"/>
              <a:gd name="T1" fmla="*/ 0 h 1342"/>
              <a:gd name="T2" fmla="*/ 1469 w 1469"/>
              <a:gd name="T3" fmla="*/ 604 h 1342"/>
              <a:gd name="T4" fmla="*/ 1047 w 1469"/>
              <a:gd name="T5" fmla="*/ 1272 h 1342"/>
              <a:gd name="T6" fmla="*/ 734 w 1469"/>
              <a:gd name="T7" fmla="*/ 1342 h 1342"/>
              <a:gd name="T8" fmla="*/ 422 w 1469"/>
              <a:gd name="T9" fmla="*/ 1272 h 1342"/>
              <a:gd name="T10" fmla="*/ 0 w 1469"/>
              <a:gd name="T11" fmla="*/ 604 h 1342"/>
              <a:gd name="T12" fmla="*/ 322 w 1469"/>
              <a:gd name="T13" fmla="*/ 0 h 1342"/>
            </a:gdLst>
            <a:ahLst/>
            <a:cxnLst>
              <a:cxn ang="0">
                <a:pos x="T0" y="T1"/>
              </a:cxn>
              <a:cxn ang="0">
                <a:pos x="T2" y="T3"/>
              </a:cxn>
              <a:cxn ang="0">
                <a:pos x="T4" y="T5"/>
              </a:cxn>
              <a:cxn ang="0">
                <a:pos x="T6" y="T7"/>
              </a:cxn>
              <a:cxn ang="0">
                <a:pos x="T8" y="T9"/>
              </a:cxn>
              <a:cxn ang="0">
                <a:pos x="T10" y="T11"/>
              </a:cxn>
              <a:cxn ang="0">
                <a:pos x="T12" y="T13"/>
              </a:cxn>
            </a:cxnLst>
            <a:rect l="0" t="0" r="r" b="b"/>
            <a:pathLst>
              <a:path w="1469" h="1342">
                <a:moveTo>
                  <a:pt x="1146" y="0"/>
                </a:moveTo>
                <a:cubicBezTo>
                  <a:pt x="1340" y="131"/>
                  <a:pt x="1468" y="353"/>
                  <a:pt x="1469" y="604"/>
                </a:cubicBezTo>
                <a:moveTo>
                  <a:pt x="1047" y="1272"/>
                </a:moveTo>
                <a:cubicBezTo>
                  <a:pt x="952" y="1317"/>
                  <a:pt x="846" y="1342"/>
                  <a:pt x="734" y="1342"/>
                </a:cubicBezTo>
                <a:cubicBezTo>
                  <a:pt x="623" y="1342"/>
                  <a:pt x="517" y="1317"/>
                  <a:pt x="422" y="1272"/>
                </a:cubicBezTo>
                <a:moveTo>
                  <a:pt x="0" y="604"/>
                </a:moveTo>
                <a:cubicBezTo>
                  <a:pt x="1" y="353"/>
                  <a:pt x="129" y="131"/>
                  <a:pt x="322" y="0"/>
                </a:cubicBezTo>
              </a:path>
            </a:pathLst>
          </a:custGeom>
          <a:solidFill>
            <a:srgbClr val="FFFFFF"/>
          </a:solidFill>
          <a:ln w="12700" cap="flat">
            <a:solidFill>
              <a:schemeClr val="tx2">
                <a:lumMod val="40000"/>
                <a:lumOff val="60000"/>
              </a:schemeClr>
            </a:solidFill>
            <a:prstDash val="solid"/>
            <a:miter lim="800000"/>
            <a:headEnd type="none" w="sm" len="sm"/>
            <a:tailEnd type="arrow" w="sm" len="sm"/>
          </a:ln>
        </p:spPr>
        <p:txBody>
          <a:bodyPr vert="horz" wrap="square" lIns="91440" tIns="45720" rIns="91440" bIns="45720" numCol="1" anchor="t" anchorCtr="0" compatLnSpc="1"/>
          <a:lstStyle/>
          <a:p>
            <a:endParaRPr lang="zh-CN" altLang="en-US" dirty="0"/>
          </a:p>
        </p:txBody>
      </p:sp>
      <p:sp>
        <p:nvSpPr>
          <p:cNvPr id="103" name="文本框 102"/>
          <p:cNvSpPr txBox="1"/>
          <p:nvPr/>
        </p:nvSpPr>
        <p:spPr>
          <a:xfrm>
            <a:off x="5170593" y="3409017"/>
            <a:ext cx="1631653" cy="400110"/>
          </a:xfrm>
          <a:prstGeom prst="rect">
            <a:avLst/>
          </a:prstGeom>
          <a:noFill/>
        </p:spPr>
        <p:txBody>
          <a:bodyPr wrap="square" rtlCol="0">
            <a:spAutoFit/>
          </a:bodyPr>
          <a:lstStyle/>
          <a:p>
            <a:pPr algn="ct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输入标题</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nvGrpSpPr>
          <p:cNvPr id="106" name="组合 105"/>
          <p:cNvGrpSpPr/>
          <p:nvPr/>
        </p:nvGrpSpPr>
        <p:grpSpPr>
          <a:xfrm>
            <a:off x="583501" y="2866861"/>
            <a:ext cx="3578743" cy="919554"/>
            <a:chOff x="350331" y="1697764"/>
            <a:chExt cx="3755944" cy="919554"/>
          </a:xfrm>
        </p:grpSpPr>
        <p:sp>
          <p:nvSpPr>
            <p:cNvPr id="107" name="TextBox 24"/>
            <p:cNvSpPr txBox="1"/>
            <p:nvPr/>
          </p:nvSpPr>
          <p:spPr>
            <a:xfrm>
              <a:off x="350331" y="2089545"/>
              <a:ext cx="3755944"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08" name="矩形 107"/>
            <p:cNvSpPr/>
            <p:nvPr/>
          </p:nvSpPr>
          <p:spPr>
            <a:xfrm>
              <a:off x="771871" y="1697764"/>
              <a:ext cx="3334403" cy="307777"/>
            </a:xfrm>
            <a:prstGeom prst="rect">
              <a:avLst/>
            </a:prstGeom>
          </p:spPr>
          <p:txBody>
            <a:bodyPr wrap="square">
              <a:spAutoFit/>
            </a:bodyPr>
            <a:lstStyle/>
            <a:p>
              <a:pPr lvl="0"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09" name="组合 108"/>
          <p:cNvGrpSpPr/>
          <p:nvPr/>
        </p:nvGrpSpPr>
        <p:grpSpPr>
          <a:xfrm>
            <a:off x="7448836" y="1967235"/>
            <a:ext cx="3652320" cy="812785"/>
            <a:chOff x="8214841" y="4141034"/>
            <a:chExt cx="3652320" cy="812785"/>
          </a:xfrm>
        </p:grpSpPr>
        <p:sp>
          <p:nvSpPr>
            <p:cNvPr id="110" name="TextBox 22"/>
            <p:cNvSpPr txBox="1"/>
            <p:nvPr/>
          </p:nvSpPr>
          <p:spPr>
            <a:xfrm>
              <a:off x="8214841" y="4426046"/>
              <a:ext cx="365232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11" name="矩形 110"/>
            <p:cNvSpPr/>
            <p:nvPr/>
          </p:nvSpPr>
          <p:spPr>
            <a:xfrm>
              <a:off x="8214842" y="4141034"/>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
        <p:nvSpPr>
          <p:cNvPr id="112" name="Freeform 40"/>
          <p:cNvSpPr>
            <a:spLocks noEditPoints="1"/>
          </p:cNvSpPr>
          <p:nvPr/>
        </p:nvSpPr>
        <p:spPr bwMode="auto">
          <a:xfrm>
            <a:off x="4513710" y="4139192"/>
            <a:ext cx="382308" cy="595867"/>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p:spPr>
        <p:txBody>
          <a:bodyPr vert="horz" wrap="square" lIns="128573" tIns="64288" rIns="128573" bIns="6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endParaRPr lang="zh-CN" altLang="en-US" sz="8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13" name="Freeform 40"/>
          <p:cNvSpPr>
            <a:spLocks noEditPoints="1"/>
          </p:cNvSpPr>
          <p:nvPr/>
        </p:nvSpPr>
        <p:spPr bwMode="auto">
          <a:xfrm>
            <a:off x="5771227" y="2166810"/>
            <a:ext cx="382308" cy="595867"/>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p:spPr>
        <p:txBody>
          <a:bodyPr vert="horz" wrap="square" lIns="128573" tIns="64288" rIns="128573" bIns="6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endParaRPr lang="zh-CN" altLang="en-US" sz="8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14" name="Freeform 40"/>
          <p:cNvSpPr>
            <a:spLocks noEditPoints="1"/>
          </p:cNvSpPr>
          <p:nvPr/>
        </p:nvSpPr>
        <p:spPr bwMode="auto">
          <a:xfrm>
            <a:off x="7068842" y="4151185"/>
            <a:ext cx="382308" cy="595867"/>
          </a:xfrm>
          <a:custGeom>
            <a:avLst/>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p:spPr>
        <p:txBody>
          <a:bodyPr vert="horz" wrap="square" lIns="128573" tIns="64288" rIns="128573" bIns="6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endParaRPr lang="zh-CN" altLang="en-US" sz="800" dirty="0">
              <a:solidFill>
                <a:schemeClr val="bg1"/>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grpSp>
        <p:nvGrpSpPr>
          <p:cNvPr id="115" name="组合 114"/>
          <p:cNvGrpSpPr/>
          <p:nvPr/>
        </p:nvGrpSpPr>
        <p:grpSpPr>
          <a:xfrm>
            <a:off x="8080850" y="4272864"/>
            <a:ext cx="3588411" cy="840517"/>
            <a:chOff x="7981447" y="4137787"/>
            <a:chExt cx="3588411" cy="840517"/>
          </a:xfrm>
        </p:grpSpPr>
        <p:sp>
          <p:nvSpPr>
            <p:cNvPr id="116" name="TextBox 22"/>
            <p:cNvSpPr txBox="1"/>
            <p:nvPr/>
          </p:nvSpPr>
          <p:spPr>
            <a:xfrm>
              <a:off x="7985785" y="4450531"/>
              <a:ext cx="3584073"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17" name="矩形 116"/>
            <p:cNvSpPr/>
            <p:nvPr/>
          </p:nvSpPr>
          <p:spPr>
            <a:xfrm>
              <a:off x="7981447" y="4137787"/>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3416320"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单页面四项内容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04</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22440" y="1945335"/>
            <a:ext cx="4267708" cy="3900490"/>
            <a:chOff x="1922636" y="2244206"/>
            <a:chExt cx="3580570" cy="3559939"/>
          </a:xfrm>
        </p:grpSpPr>
        <p:sp>
          <p:nvSpPr>
            <p:cNvPr id="3" name="矩形 25"/>
            <p:cNvSpPr/>
            <p:nvPr/>
          </p:nvSpPr>
          <p:spPr>
            <a:xfrm>
              <a:off x="1922636" y="2244206"/>
              <a:ext cx="1134800" cy="1134800"/>
            </a:xfrm>
            <a:prstGeom prst="rect">
              <a:avLst/>
            </a:prstGeom>
            <a:solidFill>
              <a:srgbClr val="66CCFF"/>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4" name="矩形 26"/>
            <p:cNvSpPr/>
            <p:nvPr/>
          </p:nvSpPr>
          <p:spPr>
            <a:xfrm>
              <a:off x="3146315" y="2244206"/>
              <a:ext cx="1134799" cy="1134800"/>
            </a:xfrm>
            <a:prstGeom prst="rect">
              <a:avLst/>
            </a:prstGeom>
            <a:solidFill>
              <a:schemeClr val="tx2">
                <a:lumMod val="20000"/>
                <a:lumOff val="80000"/>
              </a:schemeClr>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5" name="矩形 27"/>
            <p:cNvSpPr/>
            <p:nvPr/>
          </p:nvSpPr>
          <p:spPr>
            <a:xfrm>
              <a:off x="4368407" y="2244206"/>
              <a:ext cx="1134799" cy="1134800"/>
            </a:xfrm>
            <a:prstGeom prst="rect">
              <a:avLst/>
            </a:prstGeom>
            <a:solidFill>
              <a:srgbClr val="FCB813"/>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6" name="矩形 28"/>
            <p:cNvSpPr/>
            <p:nvPr/>
          </p:nvSpPr>
          <p:spPr>
            <a:xfrm>
              <a:off x="1922636" y="3456775"/>
              <a:ext cx="1134800" cy="1134800"/>
            </a:xfrm>
            <a:prstGeom prst="rect">
              <a:avLst/>
            </a:prstGeom>
            <a:solidFill>
              <a:srgbClr val="48BAF8"/>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7" name="矩形 30"/>
            <p:cNvSpPr/>
            <p:nvPr/>
          </p:nvSpPr>
          <p:spPr>
            <a:xfrm>
              <a:off x="4368407" y="3456775"/>
              <a:ext cx="1134799" cy="1134800"/>
            </a:xfrm>
            <a:prstGeom prst="rect">
              <a:avLst/>
            </a:prstGeom>
            <a:solidFill>
              <a:srgbClr val="015BAB"/>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8" name="矩形 31"/>
            <p:cNvSpPr/>
            <p:nvPr/>
          </p:nvSpPr>
          <p:spPr>
            <a:xfrm>
              <a:off x="1922636" y="4669345"/>
              <a:ext cx="1134800" cy="1134800"/>
            </a:xfrm>
            <a:prstGeom prst="rect">
              <a:avLst/>
            </a:prstGeom>
            <a:solidFill>
              <a:srgbClr val="333333"/>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9" name="矩形 32"/>
            <p:cNvSpPr/>
            <p:nvPr/>
          </p:nvSpPr>
          <p:spPr>
            <a:xfrm>
              <a:off x="3146315" y="4669345"/>
              <a:ext cx="1134799" cy="1134800"/>
            </a:xfrm>
            <a:prstGeom prst="rect">
              <a:avLst/>
            </a:prstGeom>
            <a:solidFill>
              <a:schemeClr val="tx2">
                <a:lumMod val="20000"/>
                <a:lumOff val="80000"/>
              </a:schemeClr>
            </a:solid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10" name="矩形 34"/>
            <p:cNvSpPr/>
            <p:nvPr/>
          </p:nvSpPr>
          <p:spPr>
            <a:xfrm>
              <a:off x="1922636" y="2244206"/>
              <a:ext cx="1134800" cy="1134800"/>
            </a:xfrm>
            <a:prstGeom prst="rect">
              <a:avLst/>
            </a:prstGeom>
            <a:blipFill rotWithShape="1">
              <a:blip r:embed="rId1" cstate="print">
                <a:extLst>
                  <a:ext uri="{BEBA8EAE-BF5A-486C-A8C5-ECC9F3942E4B}">
                    <a14:imgProps xmlns:a14="http://schemas.microsoft.com/office/drawing/2010/main">
                      <a14:imgLayer r:embed="rId2">
                        <a14:imgEffect>
                          <a14:saturation sat="0"/>
                        </a14:imgEffect>
                      </a14:imgLayer>
                    </a14:imgProps>
                  </a:ext>
                </a:extLst>
              </a:blip>
              <a:stretch>
                <a:fillRect/>
              </a:stretch>
            </a:blip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11" name="矩形 36"/>
            <p:cNvSpPr/>
            <p:nvPr/>
          </p:nvSpPr>
          <p:spPr>
            <a:xfrm>
              <a:off x="4368407" y="2244206"/>
              <a:ext cx="1134799" cy="1134800"/>
            </a:xfrm>
            <a:prstGeom prst="rect">
              <a:avLst/>
            </a:prstGeom>
            <a:blipFill rotWithShape="1">
              <a:blip r:embed="rId3" cstate="print">
                <a:extLst>
                  <a:ext uri="{BEBA8EAE-BF5A-486C-A8C5-ECC9F3942E4B}">
                    <a14:imgProps xmlns:a14="http://schemas.microsoft.com/office/drawing/2010/main">
                      <a14:imgLayer r:embed="rId4">
                        <a14:imgEffect>
                          <a14:saturation sat="0"/>
                        </a14:imgEffect>
                      </a14:imgLayer>
                    </a14:imgProps>
                  </a:ext>
                </a:extLst>
              </a:blip>
              <a:stretch>
                <a:fillRect/>
              </a:stretch>
            </a:blip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12" name="矩形 38"/>
            <p:cNvSpPr/>
            <p:nvPr/>
          </p:nvSpPr>
          <p:spPr>
            <a:xfrm>
              <a:off x="1922636" y="4669345"/>
              <a:ext cx="1134800" cy="1134800"/>
            </a:xfrm>
            <a:prstGeom prst="rect">
              <a:avLst/>
            </a:prstGeom>
            <a:blipFill rotWithShape="1">
              <a:blip r:embed="rId5" cstate="print">
                <a:extLst>
                  <a:ext uri="{BEBA8EAE-BF5A-486C-A8C5-ECC9F3942E4B}">
                    <a14:imgProps xmlns:a14="http://schemas.microsoft.com/office/drawing/2010/main">
                      <a14:imgLayer r:embed="rId6">
                        <a14:imgEffect>
                          <a14:saturation sat="0"/>
                        </a14:imgEffect>
                      </a14:imgLayer>
                    </a14:imgProps>
                  </a:ext>
                </a:extLst>
              </a:blip>
              <a:stretch>
                <a:fillRect/>
              </a:stretch>
            </a:blip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grpSp>
      <p:grpSp>
        <p:nvGrpSpPr>
          <p:cNvPr id="13" name="组合 12"/>
          <p:cNvGrpSpPr/>
          <p:nvPr/>
        </p:nvGrpSpPr>
        <p:grpSpPr>
          <a:xfrm>
            <a:off x="5999748" y="1881167"/>
            <a:ext cx="5130287" cy="889688"/>
            <a:chOff x="5933202" y="2244206"/>
            <a:chExt cx="5130287" cy="889688"/>
          </a:xfrm>
        </p:grpSpPr>
        <p:sp>
          <p:nvSpPr>
            <p:cNvPr id="14" name="TextBox 28"/>
            <p:cNvSpPr txBox="1"/>
            <p:nvPr/>
          </p:nvSpPr>
          <p:spPr>
            <a:xfrm>
              <a:off x="5933202" y="2244206"/>
              <a:ext cx="502061" cy="400110"/>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rPr>
                <a:t>01</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15" name="Rectangle 28"/>
            <p:cNvSpPr/>
            <p:nvPr/>
          </p:nvSpPr>
          <p:spPr>
            <a:xfrm>
              <a:off x="5933202" y="2606121"/>
              <a:ext cx="5130287"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16" name="组合 15"/>
          <p:cNvGrpSpPr/>
          <p:nvPr/>
        </p:nvGrpSpPr>
        <p:grpSpPr>
          <a:xfrm>
            <a:off x="5999748" y="2950651"/>
            <a:ext cx="5130287" cy="889688"/>
            <a:chOff x="5933202" y="2244206"/>
            <a:chExt cx="5130287" cy="889688"/>
          </a:xfrm>
        </p:grpSpPr>
        <p:sp>
          <p:nvSpPr>
            <p:cNvPr id="17" name="TextBox 28"/>
            <p:cNvSpPr txBox="1"/>
            <p:nvPr/>
          </p:nvSpPr>
          <p:spPr>
            <a:xfrm>
              <a:off x="5933202" y="2244206"/>
              <a:ext cx="502061" cy="400110"/>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rPr>
                <a:t>02</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18" name="Rectangle 28"/>
            <p:cNvSpPr/>
            <p:nvPr/>
          </p:nvSpPr>
          <p:spPr>
            <a:xfrm>
              <a:off x="5933202" y="2606121"/>
              <a:ext cx="5130287"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19" name="组合 18"/>
          <p:cNvGrpSpPr/>
          <p:nvPr/>
        </p:nvGrpSpPr>
        <p:grpSpPr>
          <a:xfrm>
            <a:off x="5999748" y="4009024"/>
            <a:ext cx="5219981" cy="889688"/>
            <a:chOff x="5933202" y="2244206"/>
            <a:chExt cx="5219981" cy="889688"/>
          </a:xfrm>
        </p:grpSpPr>
        <p:sp>
          <p:nvSpPr>
            <p:cNvPr id="20" name="TextBox 28"/>
            <p:cNvSpPr txBox="1"/>
            <p:nvPr/>
          </p:nvSpPr>
          <p:spPr>
            <a:xfrm>
              <a:off x="5933202" y="2244206"/>
              <a:ext cx="502061" cy="400110"/>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rPr>
                <a:t>03</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21" name="Rectangle 28"/>
            <p:cNvSpPr/>
            <p:nvPr/>
          </p:nvSpPr>
          <p:spPr>
            <a:xfrm>
              <a:off x="5933202" y="2606121"/>
              <a:ext cx="5219981"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22" name="组合 21"/>
          <p:cNvGrpSpPr/>
          <p:nvPr/>
        </p:nvGrpSpPr>
        <p:grpSpPr>
          <a:xfrm>
            <a:off x="5999748" y="4984271"/>
            <a:ext cx="5130287" cy="889688"/>
            <a:chOff x="5933202" y="2244206"/>
            <a:chExt cx="5130287" cy="889688"/>
          </a:xfrm>
        </p:grpSpPr>
        <p:sp>
          <p:nvSpPr>
            <p:cNvPr id="23" name="TextBox 28"/>
            <p:cNvSpPr txBox="1"/>
            <p:nvPr/>
          </p:nvSpPr>
          <p:spPr>
            <a:xfrm>
              <a:off x="5933202" y="2244206"/>
              <a:ext cx="502061" cy="400110"/>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sym typeface="+mn-lt"/>
                </a:rPr>
                <a:t>04</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24" name="Rectangle 28"/>
            <p:cNvSpPr/>
            <p:nvPr/>
          </p:nvSpPr>
          <p:spPr>
            <a:xfrm>
              <a:off x="5933202" y="2606121"/>
              <a:ext cx="5130287"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sp>
        <p:nvSpPr>
          <p:cNvPr id="25" name="矩形 35"/>
          <p:cNvSpPr/>
          <p:nvPr/>
        </p:nvSpPr>
        <p:spPr>
          <a:xfrm>
            <a:off x="2580952" y="3273901"/>
            <a:ext cx="1352575" cy="1243357"/>
          </a:xfrm>
          <a:prstGeom prst="rect">
            <a:avLst/>
          </a:prstGeom>
          <a:blipFill rotWithShape="1">
            <a:blip r:embed="rId7" cstate="print">
              <a:extLst>
                <a:ext uri="{BEBA8EAE-BF5A-486C-A8C5-ECC9F3942E4B}">
                  <a14:imgProps xmlns:a14="http://schemas.microsoft.com/office/drawing/2010/main">
                    <a14:imgLayer r:embed="rId8">
                      <a14:imgEffect>
                        <a14:saturation sat="33000"/>
                      </a14:imgEffect>
                    </a14:imgLayer>
                  </a14:imgProps>
                </a:ext>
              </a:extLst>
            </a:blip>
            <a:stretch>
              <a:fillRect/>
            </a:stretch>
          </a:blip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26" name="矩形 37"/>
          <p:cNvSpPr/>
          <p:nvPr/>
        </p:nvSpPr>
        <p:spPr>
          <a:xfrm>
            <a:off x="4037573" y="4602468"/>
            <a:ext cx="1352575" cy="1243357"/>
          </a:xfrm>
          <a:prstGeom prst="rect">
            <a:avLst/>
          </a:prstGeom>
          <a:blipFill rotWithShape="1">
            <a:blip r:embed="rId9" cstate="print">
              <a:extLst>
                <a:ext uri="{BEBA8EAE-BF5A-486C-A8C5-ECC9F3942E4B}">
                  <a14:imgProps xmlns:a14="http://schemas.microsoft.com/office/drawing/2010/main">
                    <a14:imgLayer r:embed="rId10">
                      <a14:imgEffect>
                        <a14:saturation sat="0"/>
                      </a14:imgEffect>
                    </a14:imgLayer>
                  </a14:imgProps>
                </a:ext>
              </a:extLst>
            </a:blip>
            <a:stretch>
              <a:fillRect/>
            </a:stretch>
          </a:blipFill>
          <a:ln w="9525">
            <a:noFill/>
            <a:miter/>
          </a:ln>
        </p:spPr>
        <p:txBody>
          <a:bodyPr anchor="ctr"/>
          <a:lstStyle/>
          <a:p>
            <a:pPr lvl="0" algn="ctr" eaLnBrk="1" hangingPunct="1">
              <a:buNone/>
            </a:pPr>
            <a:endParaRPr lang="zh-CN" altLang="zh-CN" dirty="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grpSp>
        <p:nvGrpSpPr>
          <p:cNvPr id="27" name="组合 26"/>
          <p:cNvGrpSpPr/>
          <p:nvPr/>
        </p:nvGrpSpPr>
        <p:grpSpPr>
          <a:xfrm>
            <a:off x="583501" y="471624"/>
            <a:ext cx="2177776" cy="553998"/>
            <a:chOff x="592429" y="482522"/>
            <a:chExt cx="2177776" cy="553998"/>
          </a:xfrm>
        </p:grpSpPr>
        <p:grpSp>
          <p:nvGrpSpPr>
            <p:cNvPr id="28" name="组合 27"/>
            <p:cNvGrpSpPr/>
            <p:nvPr/>
          </p:nvGrpSpPr>
          <p:grpSpPr>
            <a:xfrm>
              <a:off x="592429" y="584272"/>
              <a:ext cx="433087" cy="360490"/>
              <a:chOff x="2770053" y="2524936"/>
              <a:chExt cx="433087" cy="317447"/>
            </a:xfrm>
            <a:solidFill>
              <a:srgbClr val="2F5EB2"/>
            </a:solidFill>
          </p:grpSpPr>
          <p:sp>
            <p:nvSpPr>
              <p:cNvPr id="3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entagon 1"/>
          <p:cNvSpPr/>
          <p:nvPr/>
        </p:nvSpPr>
        <p:spPr>
          <a:xfrm>
            <a:off x="863028" y="3080915"/>
            <a:ext cx="2720842" cy="351076"/>
          </a:xfrm>
          <a:prstGeom prst="homePlate">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4" name="Notched Right Arrow 2"/>
          <p:cNvSpPr/>
          <p:nvPr/>
        </p:nvSpPr>
        <p:spPr>
          <a:xfrm>
            <a:off x="3471233" y="3080915"/>
            <a:ext cx="2720842" cy="351076"/>
          </a:xfrm>
          <a:prstGeom prst="notchedRightArrow">
            <a:avLst>
              <a:gd name="adj1" fmla="val 100000"/>
              <a:gd name="adj2" fmla="val 50000"/>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cxnSp>
        <p:nvCxnSpPr>
          <p:cNvPr id="5" name="Straight Connector 4"/>
          <p:cNvCxnSpPr/>
          <p:nvPr/>
        </p:nvCxnSpPr>
        <p:spPr>
          <a:xfrm>
            <a:off x="3471233" y="3518193"/>
            <a:ext cx="0" cy="1668484"/>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6026463" y="3518193"/>
            <a:ext cx="0" cy="1668484"/>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Notched Right Arrow 6"/>
          <p:cNvSpPr/>
          <p:nvPr/>
        </p:nvSpPr>
        <p:spPr>
          <a:xfrm>
            <a:off x="6079437" y="3080915"/>
            <a:ext cx="2720842" cy="351076"/>
          </a:xfrm>
          <a:prstGeom prst="notchedRightArrow">
            <a:avLst>
              <a:gd name="adj1" fmla="val 100000"/>
              <a:gd name="adj2" fmla="val 50000"/>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cxnSp>
        <p:nvCxnSpPr>
          <p:cNvPr id="8" name="Straight Connector 7"/>
          <p:cNvCxnSpPr/>
          <p:nvPr/>
        </p:nvCxnSpPr>
        <p:spPr>
          <a:xfrm>
            <a:off x="8634668" y="3518193"/>
            <a:ext cx="0" cy="1668484"/>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Notched Right Arrow 8"/>
          <p:cNvSpPr/>
          <p:nvPr/>
        </p:nvSpPr>
        <p:spPr>
          <a:xfrm>
            <a:off x="8687642" y="3080915"/>
            <a:ext cx="2720842" cy="351076"/>
          </a:xfrm>
          <a:prstGeom prst="notchedRightArrow">
            <a:avLst>
              <a:gd name="adj1" fmla="val 100000"/>
              <a:gd name="adj2" fmla="val 50000"/>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cxnSp>
        <p:nvCxnSpPr>
          <p:cNvPr id="10" name="Straight Connector 9"/>
          <p:cNvCxnSpPr/>
          <p:nvPr/>
        </p:nvCxnSpPr>
        <p:spPr>
          <a:xfrm>
            <a:off x="11242872" y="3518193"/>
            <a:ext cx="0" cy="1668484"/>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Inhaltsplatzhalter 4"/>
          <p:cNvSpPr txBox="1"/>
          <p:nvPr/>
        </p:nvSpPr>
        <p:spPr>
          <a:xfrm>
            <a:off x="1501586" y="3692470"/>
            <a:ext cx="1443726"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chemeClr val="tx1">
                    <a:lumMod val="50000"/>
                    <a:lumOff val="50000"/>
                  </a:schemeClr>
                </a:solidFill>
                <a:latin typeface="微软雅黑" panose="020B0503020204020204" pitchFamily="34" charset="-122"/>
                <a:ea typeface="微软雅黑" panose="020B0503020204020204" pitchFamily="34" charset="-122"/>
              </a:rPr>
              <a:t>2010</a:t>
            </a:r>
            <a:endParaRPr 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2" name="Inhaltsplatzhalter 4"/>
          <p:cNvSpPr txBox="1"/>
          <p:nvPr/>
        </p:nvSpPr>
        <p:spPr>
          <a:xfrm>
            <a:off x="4024063" y="3692470"/>
            <a:ext cx="1443726"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chemeClr val="tx1">
                    <a:lumMod val="50000"/>
                    <a:lumOff val="50000"/>
                  </a:schemeClr>
                </a:solidFill>
                <a:latin typeface="微软雅黑" panose="020B0503020204020204" pitchFamily="34" charset="-122"/>
                <a:ea typeface="微软雅黑" panose="020B0503020204020204" pitchFamily="34" charset="-122"/>
              </a:rPr>
              <a:t>2013</a:t>
            </a:r>
            <a:endParaRPr 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3" name="Inhaltsplatzhalter 4"/>
          <p:cNvSpPr txBox="1"/>
          <p:nvPr/>
        </p:nvSpPr>
        <p:spPr>
          <a:xfrm>
            <a:off x="6617980" y="3692470"/>
            <a:ext cx="1443726"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chemeClr val="tx1">
                    <a:lumMod val="50000"/>
                    <a:lumOff val="50000"/>
                  </a:schemeClr>
                </a:solidFill>
                <a:latin typeface="微软雅黑" panose="020B0503020204020204" pitchFamily="34" charset="-122"/>
                <a:ea typeface="微软雅黑" panose="020B0503020204020204" pitchFamily="34" charset="-122"/>
              </a:rPr>
              <a:t>2016</a:t>
            </a:r>
            <a:endParaRPr 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14" name="Inhaltsplatzhalter 4"/>
          <p:cNvSpPr txBox="1"/>
          <p:nvPr/>
        </p:nvSpPr>
        <p:spPr>
          <a:xfrm>
            <a:off x="9254760" y="3692470"/>
            <a:ext cx="1443726"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chemeClr val="tx1">
                    <a:lumMod val="50000"/>
                    <a:lumOff val="50000"/>
                  </a:schemeClr>
                </a:solidFill>
                <a:latin typeface="微软雅黑" panose="020B0503020204020204" pitchFamily="34" charset="-122"/>
                <a:ea typeface="微软雅黑" panose="020B0503020204020204" pitchFamily="34" charset="-122"/>
              </a:rPr>
              <a:t>2017</a:t>
            </a:r>
            <a:endParaRPr 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nvGrpSpPr>
          <p:cNvPr id="15" name="Group 21"/>
          <p:cNvGrpSpPr/>
          <p:nvPr/>
        </p:nvGrpSpPr>
        <p:grpSpPr>
          <a:xfrm>
            <a:off x="7187575" y="2332153"/>
            <a:ext cx="477837" cy="398463"/>
            <a:chOff x="10987088" y="1993900"/>
            <a:chExt cx="477837" cy="398463"/>
          </a:xfrm>
          <a:solidFill>
            <a:schemeClr val="tx2">
              <a:lumMod val="20000"/>
              <a:lumOff val="80000"/>
            </a:schemeClr>
          </a:solidFill>
        </p:grpSpPr>
        <p:sp>
          <p:nvSpPr>
            <p:cNvPr id="16" name="Freeform 107"/>
            <p:cNvSpPr/>
            <p:nvPr/>
          </p:nvSpPr>
          <p:spPr bwMode="auto">
            <a:xfrm>
              <a:off x="10987088" y="1993900"/>
              <a:ext cx="396875" cy="398463"/>
            </a:xfrm>
            <a:custGeom>
              <a:avLst/>
              <a:gdLst>
                <a:gd name="T0" fmla="*/ 0 w 2745"/>
                <a:gd name="T1" fmla="*/ 0 h 2770"/>
                <a:gd name="T2" fmla="*/ 371 w 2745"/>
                <a:gd name="T3" fmla="*/ 0 h 2770"/>
                <a:gd name="T4" fmla="*/ 371 w 2745"/>
                <a:gd name="T5" fmla="*/ 2398 h 2770"/>
                <a:gd name="T6" fmla="*/ 2745 w 2745"/>
                <a:gd name="T7" fmla="*/ 2398 h 2770"/>
                <a:gd name="T8" fmla="*/ 2745 w 2745"/>
                <a:gd name="T9" fmla="*/ 2770 h 2770"/>
                <a:gd name="T10" fmla="*/ 0 w 2745"/>
                <a:gd name="T11" fmla="*/ 2770 h 2770"/>
                <a:gd name="T12" fmla="*/ 0 w 2745"/>
                <a:gd name="T13" fmla="*/ 0 h 2770"/>
              </a:gdLst>
              <a:ahLst/>
              <a:cxnLst>
                <a:cxn ang="0">
                  <a:pos x="T0" y="T1"/>
                </a:cxn>
                <a:cxn ang="0">
                  <a:pos x="T2" y="T3"/>
                </a:cxn>
                <a:cxn ang="0">
                  <a:pos x="T4" y="T5"/>
                </a:cxn>
                <a:cxn ang="0">
                  <a:pos x="T6" y="T7"/>
                </a:cxn>
                <a:cxn ang="0">
                  <a:pos x="T8" y="T9"/>
                </a:cxn>
                <a:cxn ang="0">
                  <a:pos x="T10" y="T11"/>
                </a:cxn>
                <a:cxn ang="0">
                  <a:pos x="T12" y="T13"/>
                </a:cxn>
              </a:cxnLst>
              <a:rect l="0" t="0" r="r" b="b"/>
              <a:pathLst>
                <a:path w="2745" h="2770">
                  <a:moveTo>
                    <a:pt x="0" y="0"/>
                  </a:moveTo>
                  <a:lnTo>
                    <a:pt x="371" y="0"/>
                  </a:lnTo>
                  <a:lnTo>
                    <a:pt x="371" y="2398"/>
                  </a:lnTo>
                  <a:lnTo>
                    <a:pt x="2745" y="2398"/>
                  </a:lnTo>
                  <a:lnTo>
                    <a:pt x="2745" y="2770"/>
                  </a:lnTo>
                  <a:lnTo>
                    <a:pt x="0" y="2770"/>
                  </a:lnTo>
                  <a:lnTo>
                    <a:pt x="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7" name="Freeform 108"/>
            <p:cNvSpPr/>
            <p:nvPr/>
          </p:nvSpPr>
          <p:spPr bwMode="auto">
            <a:xfrm>
              <a:off x="11066463" y="2047875"/>
              <a:ext cx="398462" cy="249238"/>
            </a:xfrm>
            <a:custGeom>
              <a:avLst/>
              <a:gdLst>
                <a:gd name="T0" fmla="*/ 2761 w 2761"/>
                <a:gd name="T1" fmla="*/ 0 h 1725"/>
                <a:gd name="T2" fmla="*/ 2559 w 2761"/>
                <a:gd name="T3" fmla="*/ 1146 h 1725"/>
                <a:gd name="T4" fmla="*/ 2274 w 2761"/>
                <a:gd name="T5" fmla="*/ 861 h 1725"/>
                <a:gd name="T6" fmla="*/ 1411 w 2761"/>
                <a:gd name="T7" fmla="*/ 1725 h 1725"/>
                <a:gd name="T8" fmla="*/ 864 w 2761"/>
                <a:gd name="T9" fmla="*/ 1177 h 1725"/>
                <a:gd name="T10" fmla="*/ 349 w 2761"/>
                <a:gd name="T11" fmla="*/ 1693 h 1725"/>
                <a:gd name="T12" fmla="*/ 0 w 2761"/>
                <a:gd name="T13" fmla="*/ 1341 h 1725"/>
                <a:gd name="T14" fmla="*/ 864 w 2761"/>
                <a:gd name="T15" fmla="*/ 476 h 1725"/>
                <a:gd name="T16" fmla="*/ 1411 w 2761"/>
                <a:gd name="T17" fmla="*/ 1025 h 1725"/>
                <a:gd name="T18" fmla="*/ 1924 w 2761"/>
                <a:gd name="T19" fmla="*/ 509 h 1725"/>
                <a:gd name="T20" fmla="*/ 1618 w 2761"/>
                <a:gd name="T21" fmla="*/ 202 h 1725"/>
                <a:gd name="T22" fmla="*/ 2761 w 2761"/>
                <a:gd name="T23" fmla="*/ 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61" h="1725">
                  <a:moveTo>
                    <a:pt x="2761" y="0"/>
                  </a:moveTo>
                  <a:lnTo>
                    <a:pt x="2559" y="1146"/>
                  </a:lnTo>
                  <a:lnTo>
                    <a:pt x="2274" y="861"/>
                  </a:lnTo>
                  <a:lnTo>
                    <a:pt x="1411" y="1725"/>
                  </a:lnTo>
                  <a:lnTo>
                    <a:pt x="864" y="1177"/>
                  </a:lnTo>
                  <a:lnTo>
                    <a:pt x="349" y="1693"/>
                  </a:lnTo>
                  <a:lnTo>
                    <a:pt x="0" y="1341"/>
                  </a:lnTo>
                  <a:lnTo>
                    <a:pt x="864" y="476"/>
                  </a:lnTo>
                  <a:lnTo>
                    <a:pt x="1411" y="1025"/>
                  </a:lnTo>
                  <a:lnTo>
                    <a:pt x="1924" y="509"/>
                  </a:lnTo>
                  <a:lnTo>
                    <a:pt x="1618" y="202"/>
                  </a:lnTo>
                  <a:lnTo>
                    <a:pt x="2761"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18" name="Group 24"/>
          <p:cNvGrpSpPr/>
          <p:nvPr/>
        </p:nvGrpSpPr>
        <p:grpSpPr>
          <a:xfrm>
            <a:off x="4563625" y="2339845"/>
            <a:ext cx="463550" cy="407988"/>
            <a:chOff x="10059988" y="2759075"/>
            <a:chExt cx="463550" cy="407988"/>
          </a:xfrm>
          <a:solidFill>
            <a:srgbClr val="015BAB"/>
          </a:solidFill>
        </p:grpSpPr>
        <p:sp>
          <p:nvSpPr>
            <p:cNvPr id="19" name="Freeform 182"/>
            <p:cNvSpPr/>
            <p:nvPr/>
          </p:nvSpPr>
          <p:spPr bwMode="auto">
            <a:xfrm>
              <a:off x="10059988" y="2759075"/>
              <a:ext cx="463550" cy="168275"/>
            </a:xfrm>
            <a:custGeom>
              <a:avLst/>
              <a:gdLst>
                <a:gd name="T0" fmla="*/ 1606 w 3212"/>
                <a:gd name="T1" fmla="*/ 0 h 1164"/>
                <a:gd name="T2" fmla="*/ 1815 w 3212"/>
                <a:gd name="T3" fmla="*/ 5 h 1164"/>
                <a:gd name="T4" fmla="*/ 2016 w 3212"/>
                <a:gd name="T5" fmla="*/ 19 h 1164"/>
                <a:gd name="T6" fmla="*/ 2208 w 3212"/>
                <a:gd name="T7" fmla="*/ 43 h 1164"/>
                <a:gd name="T8" fmla="*/ 2388 w 3212"/>
                <a:gd name="T9" fmla="*/ 74 h 1164"/>
                <a:gd name="T10" fmla="*/ 2554 w 3212"/>
                <a:gd name="T11" fmla="*/ 112 h 1164"/>
                <a:gd name="T12" fmla="*/ 2706 w 3212"/>
                <a:gd name="T13" fmla="*/ 158 h 1164"/>
                <a:gd name="T14" fmla="*/ 2841 w 3212"/>
                <a:gd name="T15" fmla="*/ 210 h 1164"/>
                <a:gd name="T16" fmla="*/ 2958 w 3212"/>
                <a:gd name="T17" fmla="*/ 268 h 1164"/>
                <a:gd name="T18" fmla="*/ 3055 w 3212"/>
                <a:gd name="T19" fmla="*/ 331 h 1164"/>
                <a:gd name="T20" fmla="*/ 3130 w 3212"/>
                <a:gd name="T21" fmla="*/ 398 h 1164"/>
                <a:gd name="T22" fmla="*/ 3182 w 3212"/>
                <a:gd name="T23" fmla="*/ 469 h 1164"/>
                <a:gd name="T24" fmla="*/ 3209 w 3212"/>
                <a:gd name="T25" fmla="*/ 544 h 1164"/>
                <a:gd name="T26" fmla="*/ 3209 w 3212"/>
                <a:gd name="T27" fmla="*/ 620 h 1164"/>
                <a:gd name="T28" fmla="*/ 3182 w 3212"/>
                <a:gd name="T29" fmla="*/ 695 h 1164"/>
                <a:gd name="T30" fmla="*/ 3130 w 3212"/>
                <a:gd name="T31" fmla="*/ 766 h 1164"/>
                <a:gd name="T32" fmla="*/ 3055 w 3212"/>
                <a:gd name="T33" fmla="*/ 833 h 1164"/>
                <a:gd name="T34" fmla="*/ 2958 w 3212"/>
                <a:gd name="T35" fmla="*/ 896 h 1164"/>
                <a:gd name="T36" fmla="*/ 2841 w 3212"/>
                <a:gd name="T37" fmla="*/ 954 h 1164"/>
                <a:gd name="T38" fmla="*/ 2706 w 3212"/>
                <a:gd name="T39" fmla="*/ 1006 h 1164"/>
                <a:gd name="T40" fmla="*/ 2554 w 3212"/>
                <a:gd name="T41" fmla="*/ 1052 h 1164"/>
                <a:gd name="T42" fmla="*/ 2388 w 3212"/>
                <a:gd name="T43" fmla="*/ 1090 h 1164"/>
                <a:gd name="T44" fmla="*/ 2208 w 3212"/>
                <a:gd name="T45" fmla="*/ 1122 h 1164"/>
                <a:gd name="T46" fmla="*/ 2016 w 3212"/>
                <a:gd name="T47" fmla="*/ 1145 h 1164"/>
                <a:gd name="T48" fmla="*/ 1815 w 3212"/>
                <a:gd name="T49" fmla="*/ 1159 h 1164"/>
                <a:gd name="T50" fmla="*/ 1606 w 3212"/>
                <a:gd name="T51" fmla="*/ 1164 h 1164"/>
                <a:gd name="T52" fmla="*/ 1397 w 3212"/>
                <a:gd name="T53" fmla="*/ 1159 h 1164"/>
                <a:gd name="T54" fmla="*/ 1195 w 3212"/>
                <a:gd name="T55" fmla="*/ 1145 h 1164"/>
                <a:gd name="T56" fmla="*/ 1004 w 3212"/>
                <a:gd name="T57" fmla="*/ 1122 h 1164"/>
                <a:gd name="T58" fmla="*/ 824 w 3212"/>
                <a:gd name="T59" fmla="*/ 1090 h 1164"/>
                <a:gd name="T60" fmla="*/ 658 w 3212"/>
                <a:gd name="T61" fmla="*/ 1052 h 1164"/>
                <a:gd name="T62" fmla="*/ 506 w 3212"/>
                <a:gd name="T63" fmla="*/ 1006 h 1164"/>
                <a:gd name="T64" fmla="*/ 371 w 3212"/>
                <a:gd name="T65" fmla="*/ 954 h 1164"/>
                <a:gd name="T66" fmla="*/ 254 w 3212"/>
                <a:gd name="T67" fmla="*/ 896 h 1164"/>
                <a:gd name="T68" fmla="*/ 157 w 3212"/>
                <a:gd name="T69" fmla="*/ 833 h 1164"/>
                <a:gd name="T70" fmla="*/ 82 w 3212"/>
                <a:gd name="T71" fmla="*/ 766 h 1164"/>
                <a:gd name="T72" fmla="*/ 30 w 3212"/>
                <a:gd name="T73" fmla="*/ 695 h 1164"/>
                <a:gd name="T74" fmla="*/ 3 w 3212"/>
                <a:gd name="T75" fmla="*/ 620 h 1164"/>
                <a:gd name="T76" fmla="*/ 3 w 3212"/>
                <a:gd name="T77" fmla="*/ 544 h 1164"/>
                <a:gd name="T78" fmla="*/ 30 w 3212"/>
                <a:gd name="T79" fmla="*/ 469 h 1164"/>
                <a:gd name="T80" fmla="*/ 82 w 3212"/>
                <a:gd name="T81" fmla="*/ 398 h 1164"/>
                <a:gd name="T82" fmla="*/ 157 w 3212"/>
                <a:gd name="T83" fmla="*/ 331 h 1164"/>
                <a:gd name="T84" fmla="*/ 254 w 3212"/>
                <a:gd name="T85" fmla="*/ 268 h 1164"/>
                <a:gd name="T86" fmla="*/ 371 w 3212"/>
                <a:gd name="T87" fmla="*/ 210 h 1164"/>
                <a:gd name="T88" fmla="*/ 506 w 3212"/>
                <a:gd name="T89" fmla="*/ 158 h 1164"/>
                <a:gd name="T90" fmla="*/ 658 w 3212"/>
                <a:gd name="T91" fmla="*/ 112 h 1164"/>
                <a:gd name="T92" fmla="*/ 824 w 3212"/>
                <a:gd name="T93" fmla="*/ 74 h 1164"/>
                <a:gd name="T94" fmla="*/ 1004 w 3212"/>
                <a:gd name="T95" fmla="*/ 43 h 1164"/>
                <a:gd name="T96" fmla="*/ 1195 w 3212"/>
                <a:gd name="T97" fmla="*/ 19 h 1164"/>
                <a:gd name="T98" fmla="*/ 1397 w 3212"/>
                <a:gd name="T99" fmla="*/ 5 h 1164"/>
                <a:gd name="T100" fmla="*/ 1606 w 3212"/>
                <a:gd name="T101" fmla="*/ 0 h 1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12" h="1164">
                  <a:moveTo>
                    <a:pt x="1606" y="0"/>
                  </a:moveTo>
                  <a:lnTo>
                    <a:pt x="1606" y="0"/>
                  </a:lnTo>
                  <a:lnTo>
                    <a:pt x="1712" y="2"/>
                  </a:lnTo>
                  <a:lnTo>
                    <a:pt x="1815" y="5"/>
                  </a:lnTo>
                  <a:lnTo>
                    <a:pt x="1917" y="11"/>
                  </a:lnTo>
                  <a:lnTo>
                    <a:pt x="2016" y="19"/>
                  </a:lnTo>
                  <a:lnTo>
                    <a:pt x="2114" y="30"/>
                  </a:lnTo>
                  <a:lnTo>
                    <a:pt x="2208" y="43"/>
                  </a:lnTo>
                  <a:lnTo>
                    <a:pt x="2299" y="57"/>
                  </a:lnTo>
                  <a:lnTo>
                    <a:pt x="2388" y="74"/>
                  </a:lnTo>
                  <a:lnTo>
                    <a:pt x="2472" y="92"/>
                  </a:lnTo>
                  <a:lnTo>
                    <a:pt x="2554" y="112"/>
                  </a:lnTo>
                  <a:lnTo>
                    <a:pt x="2632" y="135"/>
                  </a:lnTo>
                  <a:lnTo>
                    <a:pt x="2706" y="158"/>
                  </a:lnTo>
                  <a:lnTo>
                    <a:pt x="2775" y="183"/>
                  </a:lnTo>
                  <a:lnTo>
                    <a:pt x="2841" y="210"/>
                  </a:lnTo>
                  <a:lnTo>
                    <a:pt x="2902" y="238"/>
                  </a:lnTo>
                  <a:lnTo>
                    <a:pt x="2958" y="268"/>
                  </a:lnTo>
                  <a:lnTo>
                    <a:pt x="3009" y="299"/>
                  </a:lnTo>
                  <a:lnTo>
                    <a:pt x="3055" y="331"/>
                  </a:lnTo>
                  <a:lnTo>
                    <a:pt x="3096" y="364"/>
                  </a:lnTo>
                  <a:lnTo>
                    <a:pt x="3130" y="398"/>
                  </a:lnTo>
                  <a:lnTo>
                    <a:pt x="3159" y="433"/>
                  </a:lnTo>
                  <a:lnTo>
                    <a:pt x="3182" y="469"/>
                  </a:lnTo>
                  <a:lnTo>
                    <a:pt x="3199" y="506"/>
                  </a:lnTo>
                  <a:lnTo>
                    <a:pt x="3209" y="544"/>
                  </a:lnTo>
                  <a:lnTo>
                    <a:pt x="3212" y="582"/>
                  </a:lnTo>
                  <a:lnTo>
                    <a:pt x="3209" y="620"/>
                  </a:lnTo>
                  <a:lnTo>
                    <a:pt x="3199" y="658"/>
                  </a:lnTo>
                  <a:lnTo>
                    <a:pt x="3182" y="695"/>
                  </a:lnTo>
                  <a:lnTo>
                    <a:pt x="3159" y="731"/>
                  </a:lnTo>
                  <a:lnTo>
                    <a:pt x="3130" y="766"/>
                  </a:lnTo>
                  <a:lnTo>
                    <a:pt x="3096" y="800"/>
                  </a:lnTo>
                  <a:lnTo>
                    <a:pt x="3055" y="833"/>
                  </a:lnTo>
                  <a:lnTo>
                    <a:pt x="3009" y="865"/>
                  </a:lnTo>
                  <a:lnTo>
                    <a:pt x="2958" y="896"/>
                  </a:lnTo>
                  <a:lnTo>
                    <a:pt x="2902" y="926"/>
                  </a:lnTo>
                  <a:lnTo>
                    <a:pt x="2841" y="954"/>
                  </a:lnTo>
                  <a:lnTo>
                    <a:pt x="2775" y="981"/>
                  </a:lnTo>
                  <a:lnTo>
                    <a:pt x="2706" y="1006"/>
                  </a:lnTo>
                  <a:lnTo>
                    <a:pt x="2632" y="1030"/>
                  </a:lnTo>
                  <a:lnTo>
                    <a:pt x="2554" y="1052"/>
                  </a:lnTo>
                  <a:lnTo>
                    <a:pt x="2472" y="1072"/>
                  </a:lnTo>
                  <a:lnTo>
                    <a:pt x="2388" y="1090"/>
                  </a:lnTo>
                  <a:lnTo>
                    <a:pt x="2299" y="1107"/>
                  </a:lnTo>
                  <a:lnTo>
                    <a:pt x="2208" y="1122"/>
                  </a:lnTo>
                  <a:lnTo>
                    <a:pt x="2114" y="1134"/>
                  </a:lnTo>
                  <a:lnTo>
                    <a:pt x="2016" y="1145"/>
                  </a:lnTo>
                  <a:lnTo>
                    <a:pt x="1917" y="1153"/>
                  </a:lnTo>
                  <a:lnTo>
                    <a:pt x="1815" y="1159"/>
                  </a:lnTo>
                  <a:lnTo>
                    <a:pt x="1712" y="1163"/>
                  </a:lnTo>
                  <a:lnTo>
                    <a:pt x="1606" y="1164"/>
                  </a:lnTo>
                  <a:lnTo>
                    <a:pt x="1500" y="1163"/>
                  </a:lnTo>
                  <a:lnTo>
                    <a:pt x="1397" y="1159"/>
                  </a:lnTo>
                  <a:lnTo>
                    <a:pt x="1295" y="1153"/>
                  </a:lnTo>
                  <a:lnTo>
                    <a:pt x="1195" y="1145"/>
                  </a:lnTo>
                  <a:lnTo>
                    <a:pt x="1098" y="1134"/>
                  </a:lnTo>
                  <a:lnTo>
                    <a:pt x="1004" y="1122"/>
                  </a:lnTo>
                  <a:lnTo>
                    <a:pt x="912" y="1107"/>
                  </a:lnTo>
                  <a:lnTo>
                    <a:pt x="824" y="1090"/>
                  </a:lnTo>
                  <a:lnTo>
                    <a:pt x="739" y="1072"/>
                  </a:lnTo>
                  <a:lnTo>
                    <a:pt x="658" y="1052"/>
                  </a:lnTo>
                  <a:lnTo>
                    <a:pt x="580" y="1030"/>
                  </a:lnTo>
                  <a:lnTo>
                    <a:pt x="506" y="1006"/>
                  </a:lnTo>
                  <a:lnTo>
                    <a:pt x="436" y="981"/>
                  </a:lnTo>
                  <a:lnTo>
                    <a:pt x="371" y="954"/>
                  </a:lnTo>
                  <a:lnTo>
                    <a:pt x="310" y="926"/>
                  </a:lnTo>
                  <a:lnTo>
                    <a:pt x="254" y="896"/>
                  </a:lnTo>
                  <a:lnTo>
                    <a:pt x="203" y="865"/>
                  </a:lnTo>
                  <a:lnTo>
                    <a:pt x="157" y="833"/>
                  </a:lnTo>
                  <a:lnTo>
                    <a:pt x="116" y="800"/>
                  </a:lnTo>
                  <a:lnTo>
                    <a:pt x="82" y="766"/>
                  </a:lnTo>
                  <a:lnTo>
                    <a:pt x="53" y="731"/>
                  </a:lnTo>
                  <a:lnTo>
                    <a:pt x="30" y="695"/>
                  </a:lnTo>
                  <a:lnTo>
                    <a:pt x="13" y="658"/>
                  </a:lnTo>
                  <a:lnTo>
                    <a:pt x="3" y="620"/>
                  </a:lnTo>
                  <a:lnTo>
                    <a:pt x="0" y="582"/>
                  </a:lnTo>
                  <a:lnTo>
                    <a:pt x="3" y="544"/>
                  </a:lnTo>
                  <a:lnTo>
                    <a:pt x="13" y="506"/>
                  </a:lnTo>
                  <a:lnTo>
                    <a:pt x="30" y="469"/>
                  </a:lnTo>
                  <a:lnTo>
                    <a:pt x="53" y="433"/>
                  </a:lnTo>
                  <a:lnTo>
                    <a:pt x="82" y="398"/>
                  </a:lnTo>
                  <a:lnTo>
                    <a:pt x="116" y="364"/>
                  </a:lnTo>
                  <a:lnTo>
                    <a:pt x="157" y="331"/>
                  </a:lnTo>
                  <a:lnTo>
                    <a:pt x="203" y="299"/>
                  </a:lnTo>
                  <a:lnTo>
                    <a:pt x="254" y="268"/>
                  </a:lnTo>
                  <a:lnTo>
                    <a:pt x="310" y="238"/>
                  </a:lnTo>
                  <a:lnTo>
                    <a:pt x="371" y="210"/>
                  </a:lnTo>
                  <a:lnTo>
                    <a:pt x="436" y="183"/>
                  </a:lnTo>
                  <a:lnTo>
                    <a:pt x="506" y="158"/>
                  </a:lnTo>
                  <a:lnTo>
                    <a:pt x="580" y="135"/>
                  </a:lnTo>
                  <a:lnTo>
                    <a:pt x="658" y="112"/>
                  </a:lnTo>
                  <a:lnTo>
                    <a:pt x="739" y="92"/>
                  </a:lnTo>
                  <a:lnTo>
                    <a:pt x="824" y="74"/>
                  </a:lnTo>
                  <a:lnTo>
                    <a:pt x="912" y="57"/>
                  </a:lnTo>
                  <a:lnTo>
                    <a:pt x="1004" y="43"/>
                  </a:lnTo>
                  <a:lnTo>
                    <a:pt x="1098" y="30"/>
                  </a:lnTo>
                  <a:lnTo>
                    <a:pt x="1195" y="19"/>
                  </a:lnTo>
                  <a:lnTo>
                    <a:pt x="1295" y="11"/>
                  </a:lnTo>
                  <a:lnTo>
                    <a:pt x="1397" y="5"/>
                  </a:lnTo>
                  <a:lnTo>
                    <a:pt x="1500" y="2"/>
                  </a:lnTo>
                  <a:lnTo>
                    <a:pt x="160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0" name="Freeform 183"/>
            <p:cNvSpPr/>
            <p:nvPr/>
          </p:nvSpPr>
          <p:spPr bwMode="auto">
            <a:xfrm>
              <a:off x="10059988" y="2917825"/>
              <a:ext cx="463550" cy="93663"/>
            </a:xfrm>
            <a:custGeom>
              <a:avLst/>
              <a:gdLst>
                <a:gd name="T0" fmla="*/ 87 w 3212"/>
                <a:gd name="T1" fmla="*/ 40 h 648"/>
                <a:gd name="T2" fmla="*/ 256 w 3212"/>
                <a:gd name="T3" fmla="*/ 114 h 648"/>
                <a:gd name="T4" fmla="*/ 442 w 3212"/>
                <a:gd name="T5" fmla="*/ 179 h 648"/>
                <a:gd name="T6" fmla="*/ 647 w 3212"/>
                <a:gd name="T7" fmla="*/ 233 h 648"/>
                <a:gd name="T8" fmla="*/ 869 w 3212"/>
                <a:gd name="T9" fmla="*/ 277 h 648"/>
                <a:gd name="T10" fmla="*/ 1103 w 3212"/>
                <a:gd name="T11" fmla="*/ 310 h 648"/>
                <a:gd name="T12" fmla="*/ 1349 w 3212"/>
                <a:gd name="T13" fmla="*/ 330 h 648"/>
                <a:gd name="T14" fmla="*/ 1606 w 3212"/>
                <a:gd name="T15" fmla="*/ 338 h 648"/>
                <a:gd name="T16" fmla="*/ 1862 w 3212"/>
                <a:gd name="T17" fmla="*/ 330 h 648"/>
                <a:gd name="T18" fmla="*/ 2109 w 3212"/>
                <a:gd name="T19" fmla="*/ 310 h 648"/>
                <a:gd name="T20" fmla="*/ 2343 w 3212"/>
                <a:gd name="T21" fmla="*/ 277 h 648"/>
                <a:gd name="T22" fmla="*/ 2564 w 3212"/>
                <a:gd name="T23" fmla="*/ 233 h 648"/>
                <a:gd name="T24" fmla="*/ 2769 w 3212"/>
                <a:gd name="T25" fmla="*/ 179 h 648"/>
                <a:gd name="T26" fmla="*/ 2957 w 3212"/>
                <a:gd name="T27" fmla="*/ 114 h 648"/>
                <a:gd name="T28" fmla="*/ 3125 w 3212"/>
                <a:gd name="T29" fmla="*/ 40 h 648"/>
                <a:gd name="T30" fmla="*/ 3209 w 3212"/>
                <a:gd name="T31" fmla="*/ 33 h 648"/>
                <a:gd name="T32" fmla="*/ 3209 w 3212"/>
                <a:gd name="T33" fmla="*/ 104 h 648"/>
                <a:gd name="T34" fmla="*/ 3182 w 3212"/>
                <a:gd name="T35" fmla="*/ 179 h 648"/>
                <a:gd name="T36" fmla="*/ 3130 w 3212"/>
                <a:gd name="T37" fmla="*/ 250 h 648"/>
                <a:gd name="T38" fmla="*/ 3055 w 3212"/>
                <a:gd name="T39" fmla="*/ 317 h 648"/>
                <a:gd name="T40" fmla="*/ 2958 w 3212"/>
                <a:gd name="T41" fmla="*/ 381 h 648"/>
                <a:gd name="T42" fmla="*/ 2841 w 3212"/>
                <a:gd name="T43" fmla="*/ 439 h 648"/>
                <a:gd name="T44" fmla="*/ 2706 w 3212"/>
                <a:gd name="T45" fmla="*/ 491 h 648"/>
                <a:gd name="T46" fmla="*/ 2554 w 3212"/>
                <a:gd name="T47" fmla="*/ 536 h 648"/>
                <a:gd name="T48" fmla="*/ 2388 w 3212"/>
                <a:gd name="T49" fmla="*/ 575 h 648"/>
                <a:gd name="T50" fmla="*/ 2208 w 3212"/>
                <a:gd name="T51" fmla="*/ 606 h 648"/>
                <a:gd name="T52" fmla="*/ 2016 w 3212"/>
                <a:gd name="T53" fmla="*/ 629 h 648"/>
                <a:gd name="T54" fmla="*/ 1815 w 3212"/>
                <a:gd name="T55" fmla="*/ 644 h 648"/>
                <a:gd name="T56" fmla="*/ 1606 w 3212"/>
                <a:gd name="T57" fmla="*/ 648 h 648"/>
                <a:gd name="T58" fmla="*/ 1397 w 3212"/>
                <a:gd name="T59" fmla="*/ 644 h 648"/>
                <a:gd name="T60" fmla="*/ 1195 w 3212"/>
                <a:gd name="T61" fmla="*/ 629 h 648"/>
                <a:gd name="T62" fmla="*/ 1004 w 3212"/>
                <a:gd name="T63" fmla="*/ 606 h 648"/>
                <a:gd name="T64" fmla="*/ 824 w 3212"/>
                <a:gd name="T65" fmla="*/ 575 h 648"/>
                <a:gd name="T66" fmla="*/ 658 w 3212"/>
                <a:gd name="T67" fmla="*/ 536 h 648"/>
                <a:gd name="T68" fmla="*/ 506 w 3212"/>
                <a:gd name="T69" fmla="*/ 491 h 648"/>
                <a:gd name="T70" fmla="*/ 371 w 3212"/>
                <a:gd name="T71" fmla="*/ 439 h 648"/>
                <a:gd name="T72" fmla="*/ 254 w 3212"/>
                <a:gd name="T73" fmla="*/ 381 h 648"/>
                <a:gd name="T74" fmla="*/ 157 w 3212"/>
                <a:gd name="T75" fmla="*/ 317 h 648"/>
                <a:gd name="T76" fmla="*/ 82 w 3212"/>
                <a:gd name="T77" fmla="*/ 250 h 648"/>
                <a:gd name="T78" fmla="*/ 30 w 3212"/>
                <a:gd name="T79" fmla="*/ 179 h 648"/>
                <a:gd name="T80" fmla="*/ 3 w 3212"/>
                <a:gd name="T81" fmla="*/ 104 h 648"/>
                <a:gd name="T82" fmla="*/ 3 w 3212"/>
                <a:gd name="T83" fmla="*/ 33 h 6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12" h="648">
                  <a:moveTo>
                    <a:pt x="11" y="0"/>
                  </a:moveTo>
                  <a:lnTo>
                    <a:pt x="87" y="40"/>
                  </a:lnTo>
                  <a:lnTo>
                    <a:pt x="169" y="78"/>
                  </a:lnTo>
                  <a:lnTo>
                    <a:pt x="256" y="114"/>
                  </a:lnTo>
                  <a:lnTo>
                    <a:pt x="346" y="147"/>
                  </a:lnTo>
                  <a:lnTo>
                    <a:pt x="442" y="179"/>
                  </a:lnTo>
                  <a:lnTo>
                    <a:pt x="543" y="207"/>
                  </a:lnTo>
                  <a:lnTo>
                    <a:pt x="647" y="233"/>
                  </a:lnTo>
                  <a:lnTo>
                    <a:pt x="756" y="257"/>
                  </a:lnTo>
                  <a:lnTo>
                    <a:pt x="869" y="277"/>
                  </a:lnTo>
                  <a:lnTo>
                    <a:pt x="985" y="295"/>
                  </a:lnTo>
                  <a:lnTo>
                    <a:pt x="1103" y="310"/>
                  </a:lnTo>
                  <a:lnTo>
                    <a:pt x="1225" y="322"/>
                  </a:lnTo>
                  <a:lnTo>
                    <a:pt x="1349" y="330"/>
                  </a:lnTo>
                  <a:lnTo>
                    <a:pt x="1477" y="336"/>
                  </a:lnTo>
                  <a:lnTo>
                    <a:pt x="1606" y="338"/>
                  </a:lnTo>
                  <a:lnTo>
                    <a:pt x="1735" y="336"/>
                  </a:lnTo>
                  <a:lnTo>
                    <a:pt x="1862" y="330"/>
                  </a:lnTo>
                  <a:lnTo>
                    <a:pt x="1987" y="322"/>
                  </a:lnTo>
                  <a:lnTo>
                    <a:pt x="2109" y="310"/>
                  </a:lnTo>
                  <a:lnTo>
                    <a:pt x="2228" y="295"/>
                  </a:lnTo>
                  <a:lnTo>
                    <a:pt x="2343" y="277"/>
                  </a:lnTo>
                  <a:lnTo>
                    <a:pt x="2455" y="257"/>
                  </a:lnTo>
                  <a:lnTo>
                    <a:pt x="2564" y="233"/>
                  </a:lnTo>
                  <a:lnTo>
                    <a:pt x="2669" y="207"/>
                  </a:lnTo>
                  <a:lnTo>
                    <a:pt x="2769" y="179"/>
                  </a:lnTo>
                  <a:lnTo>
                    <a:pt x="2865" y="147"/>
                  </a:lnTo>
                  <a:lnTo>
                    <a:pt x="2957" y="114"/>
                  </a:lnTo>
                  <a:lnTo>
                    <a:pt x="3044" y="78"/>
                  </a:lnTo>
                  <a:lnTo>
                    <a:pt x="3125" y="40"/>
                  </a:lnTo>
                  <a:lnTo>
                    <a:pt x="3202" y="0"/>
                  </a:lnTo>
                  <a:lnTo>
                    <a:pt x="3209" y="33"/>
                  </a:lnTo>
                  <a:lnTo>
                    <a:pt x="3212" y="66"/>
                  </a:lnTo>
                  <a:lnTo>
                    <a:pt x="3209" y="104"/>
                  </a:lnTo>
                  <a:lnTo>
                    <a:pt x="3199" y="142"/>
                  </a:lnTo>
                  <a:lnTo>
                    <a:pt x="3182" y="179"/>
                  </a:lnTo>
                  <a:lnTo>
                    <a:pt x="3159" y="215"/>
                  </a:lnTo>
                  <a:lnTo>
                    <a:pt x="3130" y="250"/>
                  </a:lnTo>
                  <a:lnTo>
                    <a:pt x="3096" y="284"/>
                  </a:lnTo>
                  <a:lnTo>
                    <a:pt x="3055" y="317"/>
                  </a:lnTo>
                  <a:lnTo>
                    <a:pt x="3009" y="350"/>
                  </a:lnTo>
                  <a:lnTo>
                    <a:pt x="2958" y="381"/>
                  </a:lnTo>
                  <a:lnTo>
                    <a:pt x="2902" y="410"/>
                  </a:lnTo>
                  <a:lnTo>
                    <a:pt x="2841" y="439"/>
                  </a:lnTo>
                  <a:lnTo>
                    <a:pt x="2775" y="465"/>
                  </a:lnTo>
                  <a:lnTo>
                    <a:pt x="2706" y="491"/>
                  </a:lnTo>
                  <a:lnTo>
                    <a:pt x="2632" y="514"/>
                  </a:lnTo>
                  <a:lnTo>
                    <a:pt x="2554" y="536"/>
                  </a:lnTo>
                  <a:lnTo>
                    <a:pt x="2472" y="557"/>
                  </a:lnTo>
                  <a:lnTo>
                    <a:pt x="2388" y="575"/>
                  </a:lnTo>
                  <a:lnTo>
                    <a:pt x="2299" y="592"/>
                  </a:lnTo>
                  <a:lnTo>
                    <a:pt x="2208" y="606"/>
                  </a:lnTo>
                  <a:lnTo>
                    <a:pt x="2114" y="619"/>
                  </a:lnTo>
                  <a:lnTo>
                    <a:pt x="2016" y="629"/>
                  </a:lnTo>
                  <a:lnTo>
                    <a:pt x="1917" y="638"/>
                  </a:lnTo>
                  <a:lnTo>
                    <a:pt x="1815" y="644"/>
                  </a:lnTo>
                  <a:lnTo>
                    <a:pt x="1712" y="647"/>
                  </a:lnTo>
                  <a:lnTo>
                    <a:pt x="1606" y="648"/>
                  </a:lnTo>
                  <a:lnTo>
                    <a:pt x="1500" y="647"/>
                  </a:lnTo>
                  <a:lnTo>
                    <a:pt x="1397" y="644"/>
                  </a:lnTo>
                  <a:lnTo>
                    <a:pt x="1295" y="638"/>
                  </a:lnTo>
                  <a:lnTo>
                    <a:pt x="1195" y="629"/>
                  </a:lnTo>
                  <a:lnTo>
                    <a:pt x="1098" y="619"/>
                  </a:lnTo>
                  <a:lnTo>
                    <a:pt x="1004" y="606"/>
                  </a:lnTo>
                  <a:lnTo>
                    <a:pt x="912" y="592"/>
                  </a:lnTo>
                  <a:lnTo>
                    <a:pt x="824" y="575"/>
                  </a:lnTo>
                  <a:lnTo>
                    <a:pt x="739" y="557"/>
                  </a:lnTo>
                  <a:lnTo>
                    <a:pt x="658" y="536"/>
                  </a:lnTo>
                  <a:lnTo>
                    <a:pt x="580" y="514"/>
                  </a:lnTo>
                  <a:lnTo>
                    <a:pt x="506" y="491"/>
                  </a:lnTo>
                  <a:lnTo>
                    <a:pt x="436" y="465"/>
                  </a:lnTo>
                  <a:lnTo>
                    <a:pt x="371" y="439"/>
                  </a:lnTo>
                  <a:lnTo>
                    <a:pt x="310" y="410"/>
                  </a:lnTo>
                  <a:lnTo>
                    <a:pt x="254" y="381"/>
                  </a:lnTo>
                  <a:lnTo>
                    <a:pt x="203" y="350"/>
                  </a:lnTo>
                  <a:lnTo>
                    <a:pt x="157" y="317"/>
                  </a:lnTo>
                  <a:lnTo>
                    <a:pt x="116" y="284"/>
                  </a:lnTo>
                  <a:lnTo>
                    <a:pt x="82" y="250"/>
                  </a:lnTo>
                  <a:lnTo>
                    <a:pt x="53" y="215"/>
                  </a:lnTo>
                  <a:lnTo>
                    <a:pt x="30" y="179"/>
                  </a:lnTo>
                  <a:lnTo>
                    <a:pt x="13" y="142"/>
                  </a:lnTo>
                  <a:lnTo>
                    <a:pt x="3" y="104"/>
                  </a:lnTo>
                  <a:lnTo>
                    <a:pt x="0" y="66"/>
                  </a:lnTo>
                  <a:lnTo>
                    <a:pt x="3" y="33"/>
                  </a:lnTo>
                  <a:lnTo>
                    <a:pt x="1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1" name="Freeform 184"/>
            <p:cNvSpPr/>
            <p:nvPr/>
          </p:nvSpPr>
          <p:spPr bwMode="auto">
            <a:xfrm>
              <a:off x="10059988" y="2995613"/>
              <a:ext cx="463550" cy="93663"/>
            </a:xfrm>
            <a:custGeom>
              <a:avLst/>
              <a:gdLst>
                <a:gd name="T0" fmla="*/ 87 w 3212"/>
                <a:gd name="T1" fmla="*/ 40 h 647"/>
                <a:gd name="T2" fmla="*/ 256 w 3212"/>
                <a:gd name="T3" fmla="*/ 114 h 647"/>
                <a:gd name="T4" fmla="*/ 442 w 3212"/>
                <a:gd name="T5" fmla="*/ 178 h 647"/>
                <a:gd name="T6" fmla="*/ 647 w 3212"/>
                <a:gd name="T7" fmla="*/ 233 h 647"/>
                <a:gd name="T8" fmla="*/ 869 w 3212"/>
                <a:gd name="T9" fmla="*/ 277 h 647"/>
                <a:gd name="T10" fmla="*/ 1103 w 3212"/>
                <a:gd name="T11" fmla="*/ 310 h 647"/>
                <a:gd name="T12" fmla="*/ 1349 w 3212"/>
                <a:gd name="T13" fmla="*/ 330 h 647"/>
                <a:gd name="T14" fmla="*/ 1606 w 3212"/>
                <a:gd name="T15" fmla="*/ 337 h 647"/>
                <a:gd name="T16" fmla="*/ 1862 w 3212"/>
                <a:gd name="T17" fmla="*/ 330 h 647"/>
                <a:gd name="T18" fmla="*/ 2109 w 3212"/>
                <a:gd name="T19" fmla="*/ 310 h 647"/>
                <a:gd name="T20" fmla="*/ 2343 w 3212"/>
                <a:gd name="T21" fmla="*/ 277 h 647"/>
                <a:gd name="T22" fmla="*/ 2564 w 3212"/>
                <a:gd name="T23" fmla="*/ 233 h 647"/>
                <a:gd name="T24" fmla="*/ 2769 w 3212"/>
                <a:gd name="T25" fmla="*/ 178 h 647"/>
                <a:gd name="T26" fmla="*/ 2957 w 3212"/>
                <a:gd name="T27" fmla="*/ 114 h 647"/>
                <a:gd name="T28" fmla="*/ 3125 w 3212"/>
                <a:gd name="T29" fmla="*/ 40 h 647"/>
                <a:gd name="T30" fmla="*/ 3209 w 3212"/>
                <a:gd name="T31" fmla="*/ 33 h 647"/>
                <a:gd name="T32" fmla="*/ 3209 w 3212"/>
                <a:gd name="T33" fmla="*/ 104 h 647"/>
                <a:gd name="T34" fmla="*/ 3182 w 3212"/>
                <a:gd name="T35" fmla="*/ 178 h 647"/>
                <a:gd name="T36" fmla="*/ 3130 w 3212"/>
                <a:gd name="T37" fmla="*/ 250 h 647"/>
                <a:gd name="T38" fmla="*/ 3055 w 3212"/>
                <a:gd name="T39" fmla="*/ 317 h 647"/>
                <a:gd name="T40" fmla="*/ 2958 w 3212"/>
                <a:gd name="T41" fmla="*/ 380 h 647"/>
                <a:gd name="T42" fmla="*/ 2841 w 3212"/>
                <a:gd name="T43" fmla="*/ 438 h 647"/>
                <a:gd name="T44" fmla="*/ 2706 w 3212"/>
                <a:gd name="T45" fmla="*/ 490 h 647"/>
                <a:gd name="T46" fmla="*/ 2554 w 3212"/>
                <a:gd name="T47" fmla="*/ 535 h 647"/>
                <a:gd name="T48" fmla="*/ 2388 w 3212"/>
                <a:gd name="T49" fmla="*/ 574 h 647"/>
                <a:gd name="T50" fmla="*/ 2208 w 3212"/>
                <a:gd name="T51" fmla="*/ 605 h 647"/>
                <a:gd name="T52" fmla="*/ 2016 w 3212"/>
                <a:gd name="T53" fmla="*/ 628 h 647"/>
                <a:gd name="T54" fmla="*/ 1815 w 3212"/>
                <a:gd name="T55" fmla="*/ 643 h 647"/>
                <a:gd name="T56" fmla="*/ 1606 w 3212"/>
                <a:gd name="T57" fmla="*/ 647 h 647"/>
                <a:gd name="T58" fmla="*/ 1397 w 3212"/>
                <a:gd name="T59" fmla="*/ 643 h 647"/>
                <a:gd name="T60" fmla="*/ 1195 w 3212"/>
                <a:gd name="T61" fmla="*/ 628 h 647"/>
                <a:gd name="T62" fmla="*/ 1004 w 3212"/>
                <a:gd name="T63" fmla="*/ 605 h 647"/>
                <a:gd name="T64" fmla="*/ 824 w 3212"/>
                <a:gd name="T65" fmla="*/ 574 h 647"/>
                <a:gd name="T66" fmla="*/ 658 w 3212"/>
                <a:gd name="T67" fmla="*/ 535 h 647"/>
                <a:gd name="T68" fmla="*/ 506 w 3212"/>
                <a:gd name="T69" fmla="*/ 490 h 647"/>
                <a:gd name="T70" fmla="*/ 371 w 3212"/>
                <a:gd name="T71" fmla="*/ 438 h 647"/>
                <a:gd name="T72" fmla="*/ 254 w 3212"/>
                <a:gd name="T73" fmla="*/ 380 h 647"/>
                <a:gd name="T74" fmla="*/ 157 w 3212"/>
                <a:gd name="T75" fmla="*/ 317 h 647"/>
                <a:gd name="T76" fmla="*/ 82 w 3212"/>
                <a:gd name="T77" fmla="*/ 250 h 647"/>
                <a:gd name="T78" fmla="*/ 30 w 3212"/>
                <a:gd name="T79" fmla="*/ 178 h 647"/>
                <a:gd name="T80" fmla="*/ 3 w 3212"/>
                <a:gd name="T81" fmla="*/ 104 h 647"/>
                <a:gd name="T82" fmla="*/ 3 w 3212"/>
                <a:gd name="T83" fmla="*/ 33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12" h="647">
                  <a:moveTo>
                    <a:pt x="11" y="0"/>
                  </a:moveTo>
                  <a:lnTo>
                    <a:pt x="87" y="40"/>
                  </a:lnTo>
                  <a:lnTo>
                    <a:pt x="169" y="78"/>
                  </a:lnTo>
                  <a:lnTo>
                    <a:pt x="256" y="114"/>
                  </a:lnTo>
                  <a:lnTo>
                    <a:pt x="346" y="147"/>
                  </a:lnTo>
                  <a:lnTo>
                    <a:pt x="442" y="178"/>
                  </a:lnTo>
                  <a:lnTo>
                    <a:pt x="543" y="207"/>
                  </a:lnTo>
                  <a:lnTo>
                    <a:pt x="647" y="233"/>
                  </a:lnTo>
                  <a:lnTo>
                    <a:pt x="756" y="257"/>
                  </a:lnTo>
                  <a:lnTo>
                    <a:pt x="869" y="277"/>
                  </a:lnTo>
                  <a:lnTo>
                    <a:pt x="985" y="295"/>
                  </a:lnTo>
                  <a:lnTo>
                    <a:pt x="1103" y="310"/>
                  </a:lnTo>
                  <a:lnTo>
                    <a:pt x="1225" y="322"/>
                  </a:lnTo>
                  <a:lnTo>
                    <a:pt x="1349" y="330"/>
                  </a:lnTo>
                  <a:lnTo>
                    <a:pt x="1477" y="335"/>
                  </a:lnTo>
                  <a:lnTo>
                    <a:pt x="1606" y="337"/>
                  </a:lnTo>
                  <a:lnTo>
                    <a:pt x="1735" y="335"/>
                  </a:lnTo>
                  <a:lnTo>
                    <a:pt x="1862" y="330"/>
                  </a:lnTo>
                  <a:lnTo>
                    <a:pt x="1987" y="322"/>
                  </a:lnTo>
                  <a:lnTo>
                    <a:pt x="2109" y="310"/>
                  </a:lnTo>
                  <a:lnTo>
                    <a:pt x="2228" y="295"/>
                  </a:lnTo>
                  <a:lnTo>
                    <a:pt x="2343" y="277"/>
                  </a:lnTo>
                  <a:lnTo>
                    <a:pt x="2455" y="257"/>
                  </a:lnTo>
                  <a:lnTo>
                    <a:pt x="2564" y="233"/>
                  </a:lnTo>
                  <a:lnTo>
                    <a:pt x="2669" y="207"/>
                  </a:lnTo>
                  <a:lnTo>
                    <a:pt x="2769" y="178"/>
                  </a:lnTo>
                  <a:lnTo>
                    <a:pt x="2865" y="147"/>
                  </a:lnTo>
                  <a:lnTo>
                    <a:pt x="2957" y="114"/>
                  </a:lnTo>
                  <a:lnTo>
                    <a:pt x="3044" y="78"/>
                  </a:lnTo>
                  <a:lnTo>
                    <a:pt x="3125" y="40"/>
                  </a:lnTo>
                  <a:lnTo>
                    <a:pt x="3202" y="0"/>
                  </a:lnTo>
                  <a:lnTo>
                    <a:pt x="3209" y="33"/>
                  </a:lnTo>
                  <a:lnTo>
                    <a:pt x="3212" y="66"/>
                  </a:lnTo>
                  <a:lnTo>
                    <a:pt x="3209" y="104"/>
                  </a:lnTo>
                  <a:lnTo>
                    <a:pt x="3199" y="142"/>
                  </a:lnTo>
                  <a:lnTo>
                    <a:pt x="3182" y="178"/>
                  </a:lnTo>
                  <a:lnTo>
                    <a:pt x="3159" y="215"/>
                  </a:lnTo>
                  <a:lnTo>
                    <a:pt x="3130" y="250"/>
                  </a:lnTo>
                  <a:lnTo>
                    <a:pt x="3096" y="284"/>
                  </a:lnTo>
                  <a:lnTo>
                    <a:pt x="3055" y="317"/>
                  </a:lnTo>
                  <a:lnTo>
                    <a:pt x="3009" y="349"/>
                  </a:lnTo>
                  <a:lnTo>
                    <a:pt x="2958" y="380"/>
                  </a:lnTo>
                  <a:lnTo>
                    <a:pt x="2902" y="409"/>
                  </a:lnTo>
                  <a:lnTo>
                    <a:pt x="2841" y="438"/>
                  </a:lnTo>
                  <a:lnTo>
                    <a:pt x="2775" y="464"/>
                  </a:lnTo>
                  <a:lnTo>
                    <a:pt x="2706" y="490"/>
                  </a:lnTo>
                  <a:lnTo>
                    <a:pt x="2632" y="513"/>
                  </a:lnTo>
                  <a:lnTo>
                    <a:pt x="2554" y="535"/>
                  </a:lnTo>
                  <a:lnTo>
                    <a:pt x="2472" y="556"/>
                  </a:lnTo>
                  <a:lnTo>
                    <a:pt x="2388" y="574"/>
                  </a:lnTo>
                  <a:lnTo>
                    <a:pt x="2299" y="591"/>
                  </a:lnTo>
                  <a:lnTo>
                    <a:pt x="2208" y="605"/>
                  </a:lnTo>
                  <a:lnTo>
                    <a:pt x="2114" y="618"/>
                  </a:lnTo>
                  <a:lnTo>
                    <a:pt x="2016" y="628"/>
                  </a:lnTo>
                  <a:lnTo>
                    <a:pt x="1917" y="637"/>
                  </a:lnTo>
                  <a:lnTo>
                    <a:pt x="1815" y="643"/>
                  </a:lnTo>
                  <a:lnTo>
                    <a:pt x="1712" y="646"/>
                  </a:lnTo>
                  <a:lnTo>
                    <a:pt x="1606" y="647"/>
                  </a:lnTo>
                  <a:lnTo>
                    <a:pt x="1500" y="646"/>
                  </a:lnTo>
                  <a:lnTo>
                    <a:pt x="1397" y="643"/>
                  </a:lnTo>
                  <a:lnTo>
                    <a:pt x="1295" y="637"/>
                  </a:lnTo>
                  <a:lnTo>
                    <a:pt x="1195" y="628"/>
                  </a:lnTo>
                  <a:lnTo>
                    <a:pt x="1098" y="618"/>
                  </a:lnTo>
                  <a:lnTo>
                    <a:pt x="1004" y="605"/>
                  </a:lnTo>
                  <a:lnTo>
                    <a:pt x="912" y="591"/>
                  </a:lnTo>
                  <a:lnTo>
                    <a:pt x="824" y="574"/>
                  </a:lnTo>
                  <a:lnTo>
                    <a:pt x="739" y="556"/>
                  </a:lnTo>
                  <a:lnTo>
                    <a:pt x="658" y="535"/>
                  </a:lnTo>
                  <a:lnTo>
                    <a:pt x="580" y="513"/>
                  </a:lnTo>
                  <a:lnTo>
                    <a:pt x="506" y="490"/>
                  </a:lnTo>
                  <a:lnTo>
                    <a:pt x="436" y="464"/>
                  </a:lnTo>
                  <a:lnTo>
                    <a:pt x="371" y="438"/>
                  </a:lnTo>
                  <a:lnTo>
                    <a:pt x="310" y="409"/>
                  </a:lnTo>
                  <a:lnTo>
                    <a:pt x="254" y="380"/>
                  </a:lnTo>
                  <a:lnTo>
                    <a:pt x="203" y="349"/>
                  </a:lnTo>
                  <a:lnTo>
                    <a:pt x="157" y="317"/>
                  </a:lnTo>
                  <a:lnTo>
                    <a:pt x="116" y="284"/>
                  </a:lnTo>
                  <a:lnTo>
                    <a:pt x="82" y="250"/>
                  </a:lnTo>
                  <a:lnTo>
                    <a:pt x="53" y="215"/>
                  </a:lnTo>
                  <a:lnTo>
                    <a:pt x="30" y="178"/>
                  </a:lnTo>
                  <a:lnTo>
                    <a:pt x="13" y="142"/>
                  </a:lnTo>
                  <a:lnTo>
                    <a:pt x="3" y="104"/>
                  </a:lnTo>
                  <a:lnTo>
                    <a:pt x="0" y="66"/>
                  </a:lnTo>
                  <a:lnTo>
                    <a:pt x="3" y="33"/>
                  </a:lnTo>
                  <a:lnTo>
                    <a:pt x="1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2" name="Freeform 185"/>
            <p:cNvSpPr/>
            <p:nvPr/>
          </p:nvSpPr>
          <p:spPr bwMode="auto">
            <a:xfrm>
              <a:off x="10059988" y="3074988"/>
              <a:ext cx="463550" cy="92075"/>
            </a:xfrm>
            <a:custGeom>
              <a:avLst/>
              <a:gdLst>
                <a:gd name="T0" fmla="*/ 87 w 3212"/>
                <a:gd name="T1" fmla="*/ 40 h 647"/>
                <a:gd name="T2" fmla="*/ 256 w 3212"/>
                <a:gd name="T3" fmla="*/ 113 h 647"/>
                <a:gd name="T4" fmla="*/ 442 w 3212"/>
                <a:gd name="T5" fmla="*/ 178 h 647"/>
                <a:gd name="T6" fmla="*/ 647 w 3212"/>
                <a:gd name="T7" fmla="*/ 233 h 647"/>
                <a:gd name="T8" fmla="*/ 869 w 3212"/>
                <a:gd name="T9" fmla="*/ 277 h 647"/>
                <a:gd name="T10" fmla="*/ 1103 w 3212"/>
                <a:gd name="T11" fmla="*/ 310 h 647"/>
                <a:gd name="T12" fmla="*/ 1349 w 3212"/>
                <a:gd name="T13" fmla="*/ 330 h 647"/>
                <a:gd name="T14" fmla="*/ 1606 w 3212"/>
                <a:gd name="T15" fmla="*/ 337 h 647"/>
                <a:gd name="T16" fmla="*/ 1862 w 3212"/>
                <a:gd name="T17" fmla="*/ 330 h 647"/>
                <a:gd name="T18" fmla="*/ 2109 w 3212"/>
                <a:gd name="T19" fmla="*/ 310 h 647"/>
                <a:gd name="T20" fmla="*/ 2343 w 3212"/>
                <a:gd name="T21" fmla="*/ 277 h 647"/>
                <a:gd name="T22" fmla="*/ 2564 w 3212"/>
                <a:gd name="T23" fmla="*/ 233 h 647"/>
                <a:gd name="T24" fmla="*/ 2769 w 3212"/>
                <a:gd name="T25" fmla="*/ 178 h 647"/>
                <a:gd name="T26" fmla="*/ 2957 w 3212"/>
                <a:gd name="T27" fmla="*/ 113 h 647"/>
                <a:gd name="T28" fmla="*/ 3125 w 3212"/>
                <a:gd name="T29" fmla="*/ 40 h 647"/>
                <a:gd name="T30" fmla="*/ 3209 w 3212"/>
                <a:gd name="T31" fmla="*/ 32 h 647"/>
                <a:gd name="T32" fmla="*/ 3209 w 3212"/>
                <a:gd name="T33" fmla="*/ 103 h 647"/>
                <a:gd name="T34" fmla="*/ 3182 w 3212"/>
                <a:gd name="T35" fmla="*/ 178 h 647"/>
                <a:gd name="T36" fmla="*/ 3130 w 3212"/>
                <a:gd name="T37" fmla="*/ 249 h 647"/>
                <a:gd name="T38" fmla="*/ 3055 w 3212"/>
                <a:gd name="T39" fmla="*/ 316 h 647"/>
                <a:gd name="T40" fmla="*/ 2958 w 3212"/>
                <a:gd name="T41" fmla="*/ 379 h 647"/>
                <a:gd name="T42" fmla="*/ 2841 w 3212"/>
                <a:gd name="T43" fmla="*/ 437 h 647"/>
                <a:gd name="T44" fmla="*/ 2706 w 3212"/>
                <a:gd name="T45" fmla="*/ 489 h 647"/>
                <a:gd name="T46" fmla="*/ 2554 w 3212"/>
                <a:gd name="T47" fmla="*/ 535 h 647"/>
                <a:gd name="T48" fmla="*/ 2388 w 3212"/>
                <a:gd name="T49" fmla="*/ 574 h 647"/>
                <a:gd name="T50" fmla="*/ 2208 w 3212"/>
                <a:gd name="T51" fmla="*/ 605 h 647"/>
                <a:gd name="T52" fmla="*/ 2016 w 3212"/>
                <a:gd name="T53" fmla="*/ 628 h 647"/>
                <a:gd name="T54" fmla="*/ 1815 w 3212"/>
                <a:gd name="T55" fmla="*/ 642 h 647"/>
                <a:gd name="T56" fmla="*/ 1606 w 3212"/>
                <a:gd name="T57" fmla="*/ 647 h 647"/>
                <a:gd name="T58" fmla="*/ 1397 w 3212"/>
                <a:gd name="T59" fmla="*/ 642 h 647"/>
                <a:gd name="T60" fmla="*/ 1195 w 3212"/>
                <a:gd name="T61" fmla="*/ 628 h 647"/>
                <a:gd name="T62" fmla="*/ 1004 w 3212"/>
                <a:gd name="T63" fmla="*/ 605 h 647"/>
                <a:gd name="T64" fmla="*/ 824 w 3212"/>
                <a:gd name="T65" fmla="*/ 574 h 647"/>
                <a:gd name="T66" fmla="*/ 658 w 3212"/>
                <a:gd name="T67" fmla="*/ 535 h 647"/>
                <a:gd name="T68" fmla="*/ 506 w 3212"/>
                <a:gd name="T69" fmla="*/ 489 h 647"/>
                <a:gd name="T70" fmla="*/ 371 w 3212"/>
                <a:gd name="T71" fmla="*/ 437 h 647"/>
                <a:gd name="T72" fmla="*/ 254 w 3212"/>
                <a:gd name="T73" fmla="*/ 379 h 647"/>
                <a:gd name="T74" fmla="*/ 157 w 3212"/>
                <a:gd name="T75" fmla="*/ 316 h 647"/>
                <a:gd name="T76" fmla="*/ 82 w 3212"/>
                <a:gd name="T77" fmla="*/ 249 h 647"/>
                <a:gd name="T78" fmla="*/ 30 w 3212"/>
                <a:gd name="T79" fmla="*/ 178 h 647"/>
                <a:gd name="T80" fmla="*/ 3 w 3212"/>
                <a:gd name="T81" fmla="*/ 103 h 647"/>
                <a:gd name="T82" fmla="*/ 3 w 3212"/>
                <a:gd name="T83" fmla="*/ 32 h 6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212" h="647">
                  <a:moveTo>
                    <a:pt x="11" y="0"/>
                  </a:moveTo>
                  <a:lnTo>
                    <a:pt x="87" y="40"/>
                  </a:lnTo>
                  <a:lnTo>
                    <a:pt x="169" y="78"/>
                  </a:lnTo>
                  <a:lnTo>
                    <a:pt x="256" y="113"/>
                  </a:lnTo>
                  <a:lnTo>
                    <a:pt x="346" y="147"/>
                  </a:lnTo>
                  <a:lnTo>
                    <a:pt x="442" y="178"/>
                  </a:lnTo>
                  <a:lnTo>
                    <a:pt x="543" y="207"/>
                  </a:lnTo>
                  <a:lnTo>
                    <a:pt x="647" y="233"/>
                  </a:lnTo>
                  <a:lnTo>
                    <a:pt x="756" y="257"/>
                  </a:lnTo>
                  <a:lnTo>
                    <a:pt x="869" y="277"/>
                  </a:lnTo>
                  <a:lnTo>
                    <a:pt x="985" y="295"/>
                  </a:lnTo>
                  <a:lnTo>
                    <a:pt x="1103" y="310"/>
                  </a:lnTo>
                  <a:lnTo>
                    <a:pt x="1225" y="322"/>
                  </a:lnTo>
                  <a:lnTo>
                    <a:pt x="1349" y="330"/>
                  </a:lnTo>
                  <a:lnTo>
                    <a:pt x="1477" y="335"/>
                  </a:lnTo>
                  <a:lnTo>
                    <a:pt x="1606" y="337"/>
                  </a:lnTo>
                  <a:lnTo>
                    <a:pt x="1735" y="335"/>
                  </a:lnTo>
                  <a:lnTo>
                    <a:pt x="1862" y="330"/>
                  </a:lnTo>
                  <a:lnTo>
                    <a:pt x="1987" y="322"/>
                  </a:lnTo>
                  <a:lnTo>
                    <a:pt x="2109" y="310"/>
                  </a:lnTo>
                  <a:lnTo>
                    <a:pt x="2228" y="295"/>
                  </a:lnTo>
                  <a:lnTo>
                    <a:pt x="2343" y="277"/>
                  </a:lnTo>
                  <a:lnTo>
                    <a:pt x="2455" y="257"/>
                  </a:lnTo>
                  <a:lnTo>
                    <a:pt x="2564" y="233"/>
                  </a:lnTo>
                  <a:lnTo>
                    <a:pt x="2669" y="207"/>
                  </a:lnTo>
                  <a:lnTo>
                    <a:pt x="2769" y="178"/>
                  </a:lnTo>
                  <a:lnTo>
                    <a:pt x="2865" y="147"/>
                  </a:lnTo>
                  <a:lnTo>
                    <a:pt x="2957" y="113"/>
                  </a:lnTo>
                  <a:lnTo>
                    <a:pt x="3044" y="78"/>
                  </a:lnTo>
                  <a:lnTo>
                    <a:pt x="3125" y="40"/>
                  </a:lnTo>
                  <a:lnTo>
                    <a:pt x="3202" y="0"/>
                  </a:lnTo>
                  <a:lnTo>
                    <a:pt x="3209" y="32"/>
                  </a:lnTo>
                  <a:lnTo>
                    <a:pt x="3212" y="65"/>
                  </a:lnTo>
                  <a:lnTo>
                    <a:pt x="3209" y="103"/>
                  </a:lnTo>
                  <a:lnTo>
                    <a:pt x="3199" y="141"/>
                  </a:lnTo>
                  <a:lnTo>
                    <a:pt x="3182" y="178"/>
                  </a:lnTo>
                  <a:lnTo>
                    <a:pt x="3159" y="214"/>
                  </a:lnTo>
                  <a:lnTo>
                    <a:pt x="3130" y="249"/>
                  </a:lnTo>
                  <a:lnTo>
                    <a:pt x="3096" y="283"/>
                  </a:lnTo>
                  <a:lnTo>
                    <a:pt x="3055" y="316"/>
                  </a:lnTo>
                  <a:lnTo>
                    <a:pt x="3009" y="348"/>
                  </a:lnTo>
                  <a:lnTo>
                    <a:pt x="2958" y="379"/>
                  </a:lnTo>
                  <a:lnTo>
                    <a:pt x="2902" y="409"/>
                  </a:lnTo>
                  <a:lnTo>
                    <a:pt x="2841" y="437"/>
                  </a:lnTo>
                  <a:lnTo>
                    <a:pt x="2775" y="464"/>
                  </a:lnTo>
                  <a:lnTo>
                    <a:pt x="2706" y="489"/>
                  </a:lnTo>
                  <a:lnTo>
                    <a:pt x="2632" y="513"/>
                  </a:lnTo>
                  <a:lnTo>
                    <a:pt x="2554" y="535"/>
                  </a:lnTo>
                  <a:lnTo>
                    <a:pt x="2472" y="555"/>
                  </a:lnTo>
                  <a:lnTo>
                    <a:pt x="2388" y="574"/>
                  </a:lnTo>
                  <a:lnTo>
                    <a:pt x="2299" y="590"/>
                  </a:lnTo>
                  <a:lnTo>
                    <a:pt x="2208" y="605"/>
                  </a:lnTo>
                  <a:lnTo>
                    <a:pt x="2114" y="618"/>
                  </a:lnTo>
                  <a:lnTo>
                    <a:pt x="2016" y="628"/>
                  </a:lnTo>
                  <a:lnTo>
                    <a:pt x="1917" y="636"/>
                  </a:lnTo>
                  <a:lnTo>
                    <a:pt x="1815" y="642"/>
                  </a:lnTo>
                  <a:lnTo>
                    <a:pt x="1712" y="646"/>
                  </a:lnTo>
                  <a:lnTo>
                    <a:pt x="1606" y="647"/>
                  </a:lnTo>
                  <a:lnTo>
                    <a:pt x="1500" y="646"/>
                  </a:lnTo>
                  <a:lnTo>
                    <a:pt x="1397" y="642"/>
                  </a:lnTo>
                  <a:lnTo>
                    <a:pt x="1295" y="636"/>
                  </a:lnTo>
                  <a:lnTo>
                    <a:pt x="1195" y="628"/>
                  </a:lnTo>
                  <a:lnTo>
                    <a:pt x="1098" y="618"/>
                  </a:lnTo>
                  <a:lnTo>
                    <a:pt x="1004" y="605"/>
                  </a:lnTo>
                  <a:lnTo>
                    <a:pt x="912" y="590"/>
                  </a:lnTo>
                  <a:lnTo>
                    <a:pt x="824" y="574"/>
                  </a:lnTo>
                  <a:lnTo>
                    <a:pt x="739" y="555"/>
                  </a:lnTo>
                  <a:lnTo>
                    <a:pt x="658" y="535"/>
                  </a:lnTo>
                  <a:lnTo>
                    <a:pt x="580" y="513"/>
                  </a:lnTo>
                  <a:lnTo>
                    <a:pt x="506" y="489"/>
                  </a:lnTo>
                  <a:lnTo>
                    <a:pt x="436" y="464"/>
                  </a:lnTo>
                  <a:lnTo>
                    <a:pt x="371" y="437"/>
                  </a:lnTo>
                  <a:lnTo>
                    <a:pt x="310" y="409"/>
                  </a:lnTo>
                  <a:lnTo>
                    <a:pt x="254" y="379"/>
                  </a:lnTo>
                  <a:lnTo>
                    <a:pt x="203" y="348"/>
                  </a:lnTo>
                  <a:lnTo>
                    <a:pt x="157" y="316"/>
                  </a:lnTo>
                  <a:lnTo>
                    <a:pt x="116" y="283"/>
                  </a:lnTo>
                  <a:lnTo>
                    <a:pt x="82" y="249"/>
                  </a:lnTo>
                  <a:lnTo>
                    <a:pt x="53" y="214"/>
                  </a:lnTo>
                  <a:lnTo>
                    <a:pt x="30" y="178"/>
                  </a:lnTo>
                  <a:lnTo>
                    <a:pt x="13" y="141"/>
                  </a:lnTo>
                  <a:lnTo>
                    <a:pt x="3" y="103"/>
                  </a:lnTo>
                  <a:lnTo>
                    <a:pt x="0" y="65"/>
                  </a:lnTo>
                  <a:lnTo>
                    <a:pt x="3" y="32"/>
                  </a:lnTo>
                  <a:lnTo>
                    <a:pt x="11"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23" name="Group 29"/>
          <p:cNvGrpSpPr/>
          <p:nvPr/>
        </p:nvGrpSpPr>
        <p:grpSpPr>
          <a:xfrm>
            <a:off x="9825813" y="2262057"/>
            <a:ext cx="444500" cy="439738"/>
            <a:chOff x="2587625" y="4291013"/>
            <a:chExt cx="444500" cy="439738"/>
          </a:xfrm>
          <a:solidFill>
            <a:srgbClr val="48BAF8"/>
          </a:solidFill>
        </p:grpSpPr>
        <p:sp>
          <p:nvSpPr>
            <p:cNvPr id="24" name="Freeform 290"/>
            <p:cNvSpPr>
              <a:spLocks noEditPoints="1"/>
            </p:cNvSpPr>
            <p:nvPr/>
          </p:nvSpPr>
          <p:spPr bwMode="auto">
            <a:xfrm>
              <a:off x="2790825" y="4491038"/>
              <a:ext cx="241300" cy="239713"/>
            </a:xfrm>
            <a:custGeom>
              <a:avLst/>
              <a:gdLst>
                <a:gd name="T0" fmla="*/ 582 w 1676"/>
                <a:gd name="T1" fmla="*/ 282 h 1813"/>
                <a:gd name="T2" fmla="*/ 453 w 1676"/>
                <a:gd name="T3" fmla="*/ 343 h 1813"/>
                <a:gd name="T4" fmla="*/ 344 w 1676"/>
                <a:gd name="T5" fmla="*/ 449 h 1813"/>
                <a:gd name="T6" fmla="*/ 274 w 1676"/>
                <a:gd name="T7" fmla="*/ 582 h 1813"/>
                <a:gd name="T8" fmla="*/ 246 w 1676"/>
                <a:gd name="T9" fmla="*/ 729 h 1813"/>
                <a:gd name="T10" fmla="*/ 260 w 1676"/>
                <a:gd name="T11" fmla="*/ 878 h 1813"/>
                <a:gd name="T12" fmla="*/ 316 w 1676"/>
                <a:gd name="T13" fmla="*/ 1018 h 1813"/>
                <a:gd name="T14" fmla="*/ 414 w 1676"/>
                <a:gd name="T15" fmla="*/ 1136 h 1813"/>
                <a:gd name="T16" fmla="*/ 538 w 1676"/>
                <a:gd name="T17" fmla="*/ 1212 h 1813"/>
                <a:gd name="T18" fmla="*/ 673 w 1676"/>
                <a:gd name="T19" fmla="*/ 1242 h 1813"/>
                <a:gd name="T20" fmla="*/ 811 w 1676"/>
                <a:gd name="T21" fmla="*/ 1227 h 1813"/>
                <a:gd name="T22" fmla="*/ 941 w 1676"/>
                <a:gd name="T23" fmla="*/ 1166 h 1813"/>
                <a:gd name="T24" fmla="*/ 1049 w 1676"/>
                <a:gd name="T25" fmla="*/ 1061 h 1813"/>
                <a:gd name="T26" fmla="*/ 1119 w 1676"/>
                <a:gd name="T27" fmla="*/ 927 h 1813"/>
                <a:gd name="T28" fmla="*/ 1147 w 1676"/>
                <a:gd name="T29" fmla="*/ 779 h 1813"/>
                <a:gd name="T30" fmla="*/ 1133 w 1676"/>
                <a:gd name="T31" fmla="*/ 630 h 1813"/>
                <a:gd name="T32" fmla="*/ 1077 w 1676"/>
                <a:gd name="T33" fmla="*/ 491 h 1813"/>
                <a:gd name="T34" fmla="*/ 980 w 1676"/>
                <a:gd name="T35" fmla="*/ 374 h 1813"/>
                <a:gd name="T36" fmla="*/ 855 w 1676"/>
                <a:gd name="T37" fmla="*/ 298 h 1813"/>
                <a:gd name="T38" fmla="*/ 720 w 1676"/>
                <a:gd name="T39" fmla="*/ 267 h 1813"/>
                <a:gd name="T40" fmla="*/ 781 w 1676"/>
                <a:gd name="T41" fmla="*/ 5 h 1813"/>
                <a:gd name="T42" fmla="*/ 946 w 1676"/>
                <a:gd name="T43" fmla="*/ 49 h 1813"/>
                <a:gd name="T44" fmla="*/ 1099 w 1676"/>
                <a:gd name="T45" fmla="*/ 137 h 1813"/>
                <a:gd name="T46" fmla="*/ 1230 w 1676"/>
                <a:gd name="T47" fmla="*/ 267 h 1813"/>
                <a:gd name="T48" fmla="*/ 1324 w 1676"/>
                <a:gd name="T49" fmla="*/ 424 h 1813"/>
                <a:gd name="T50" fmla="*/ 1378 w 1676"/>
                <a:gd name="T51" fmla="*/ 596 h 1813"/>
                <a:gd name="T52" fmla="*/ 1393 w 1676"/>
                <a:gd name="T53" fmla="*/ 775 h 1813"/>
                <a:gd name="T54" fmla="*/ 1368 w 1676"/>
                <a:gd name="T55" fmla="*/ 953 h 1813"/>
                <a:gd name="T56" fmla="*/ 1603 w 1676"/>
                <a:gd name="T57" fmla="*/ 1363 h 1813"/>
                <a:gd name="T58" fmla="*/ 1656 w 1676"/>
                <a:gd name="T59" fmla="*/ 1449 h 1813"/>
                <a:gd name="T60" fmla="*/ 1676 w 1676"/>
                <a:gd name="T61" fmla="*/ 1550 h 1813"/>
                <a:gd name="T62" fmla="*/ 1656 w 1676"/>
                <a:gd name="T63" fmla="*/ 1651 h 1813"/>
                <a:gd name="T64" fmla="*/ 1603 w 1676"/>
                <a:gd name="T65" fmla="*/ 1737 h 1813"/>
                <a:gd name="T66" fmla="*/ 1515 w 1676"/>
                <a:gd name="T67" fmla="*/ 1798 h 1813"/>
                <a:gd name="T68" fmla="*/ 1414 w 1676"/>
                <a:gd name="T69" fmla="*/ 1813 h 1813"/>
                <a:gd name="T70" fmla="*/ 1316 w 1676"/>
                <a:gd name="T71" fmla="*/ 1783 h 1813"/>
                <a:gd name="T72" fmla="*/ 986 w 1676"/>
                <a:gd name="T73" fmla="*/ 1441 h 1813"/>
                <a:gd name="T74" fmla="*/ 826 w 1676"/>
                <a:gd name="T75" fmla="*/ 1496 h 1813"/>
                <a:gd name="T76" fmla="*/ 660 w 1676"/>
                <a:gd name="T77" fmla="*/ 1508 h 1813"/>
                <a:gd name="T78" fmla="*/ 496 w 1676"/>
                <a:gd name="T79" fmla="*/ 1477 h 1813"/>
                <a:gd name="T80" fmla="*/ 341 w 1676"/>
                <a:gd name="T81" fmla="*/ 1404 h 1813"/>
                <a:gd name="T82" fmla="*/ 204 w 1676"/>
                <a:gd name="T83" fmla="*/ 1289 h 1813"/>
                <a:gd name="T84" fmla="*/ 95 w 1676"/>
                <a:gd name="T85" fmla="*/ 1137 h 1813"/>
                <a:gd name="T86" fmla="*/ 27 w 1676"/>
                <a:gd name="T87" fmla="*/ 966 h 1813"/>
                <a:gd name="T88" fmla="*/ 0 w 1676"/>
                <a:gd name="T89" fmla="*/ 785 h 1813"/>
                <a:gd name="T90" fmla="*/ 13 w 1676"/>
                <a:gd name="T91" fmla="*/ 602 h 1813"/>
                <a:gd name="T92" fmla="*/ 67 w 1676"/>
                <a:gd name="T93" fmla="*/ 427 h 1813"/>
                <a:gd name="T94" fmla="*/ 162 w 1676"/>
                <a:gd name="T95" fmla="*/ 268 h 1813"/>
                <a:gd name="T96" fmla="*/ 294 w 1676"/>
                <a:gd name="T97" fmla="*/ 137 h 1813"/>
                <a:gd name="T98" fmla="*/ 447 w 1676"/>
                <a:gd name="T99" fmla="*/ 49 h 1813"/>
                <a:gd name="T100" fmla="*/ 612 w 1676"/>
                <a:gd name="T101" fmla="*/ 5 h 18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676" h="1813">
                  <a:moveTo>
                    <a:pt x="673" y="267"/>
                  </a:moveTo>
                  <a:lnTo>
                    <a:pt x="627" y="272"/>
                  </a:lnTo>
                  <a:lnTo>
                    <a:pt x="582" y="282"/>
                  </a:lnTo>
                  <a:lnTo>
                    <a:pt x="538" y="298"/>
                  </a:lnTo>
                  <a:lnTo>
                    <a:pt x="495" y="317"/>
                  </a:lnTo>
                  <a:lnTo>
                    <a:pt x="453" y="343"/>
                  </a:lnTo>
                  <a:lnTo>
                    <a:pt x="414" y="374"/>
                  </a:lnTo>
                  <a:lnTo>
                    <a:pt x="377" y="409"/>
                  </a:lnTo>
                  <a:lnTo>
                    <a:pt x="344" y="449"/>
                  </a:lnTo>
                  <a:lnTo>
                    <a:pt x="316" y="491"/>
                  </a:lnTo>
                  <a:lnTo>
                    <a:pt x="293" y="536"/>
                  </a:lnTo>
                  <a:lnTo>
                    <a:pt x="274" y="582"/>
                  </a:lnTo>
                  <a:lnTo>
                    <a:pt x="260" y="630"/>
                  </a:lnTo>
                  <a:lnTo>
                    <a:pt x="251" y="679"/>
                  </a:lnTo>
                  <a:lnTo>
                    <a:pt x="246" y="729"/>
                  </a:lnTo>
                  <a:lnTo>
                    <a:pt x="246" y="779"/>
                  </a:lnTo>
                  <a:lnTo>
                    <a:pt x="251" y="829"/>
                  </a:lnTo>
                  <a:lnTo>
                    <a:pt x="260" y="878"/>
                  </a:lnTo>
                  <a:lnTo>
                    <a:pt x="274" y="927"/>
                  </a:lnTo>
                  <a:lnTo>
                    <a:pt x="293" y="974"/>
                  </a:lnTo>
                  <a:lnTo>
                    <a:pt x="316" y="1018"/>
                  </a:lnTo>
                  <a:lnTo>
                    <a:pt x="344" y="1061"/>
                  </a:lnTo>
                  <a:lnTo>
                    <a:pt x="377" y="1100"/>
                  </a:lnTo>
                  <a:lnTo>
                    <a:pt x="414" y="1136"/>
                  </a:lnTo>
                  <a:lnTo>
                    <a:pt x="453" y="1166"/>
                  </a:lnTo>
                  <a:lnTo>
                    <a:pt x="495" y="1191"/>
                  </a:lnTo>
                  <a:lnTo>
                    <a:pt x="538" y="1212"/>
                  </a:lnTo>
                  <a:lnTo>
                    <a:pt x="582" y="1227"/>
                  </a:lnTo>
                  <a:lnTo>
                    <a:pt x="627" y="1237"/>
                  </a:lnTo>
                  <a:lnTo>
                    <a:pt x="673" y="1242"/>
                  </a:lnTo>
                  <a:lnTo>
                    <a:pt x="720" y="1242"/>
                  </a:lnTo>
                  <a:lnTo>
                    <a:pt x="766" y="1237"/>
                  </a:lnTo>
                  <a:lnTo>
                    <a:pt x="811" y="1227"/>
                  </a:lnTo>
                  <a:lnTo>
                    <a:pt x="855" y="1212"/>
                  </a:lnTo>
                  <a:lnTo>
                    <a:pt x="898" y="1191"/>
                  </a:lnTo>
                  <a:lnTo>
                    <a:pt x="941" y="1166"/>
                  </a:lnTo>
                  <a:lnTo>
                    <a:pt x="980" y="1136"/>
                  </a:lnTo>
                  <a:lnTo>
                    <a:pt x="1016" y="1100"/>
                  </a:lnTo>
                  <a:lnTo>
                    <a:pt x="1049" y="1061"/>
                  </a:lnTo>
                  <a:lnTo>
                    <a:pt x="1077" y="1018"/>
                  </a:lnTo>
                  <a:lnTo>
                    <a:pt x="1100" y="974"/>
                  </a:lnTo>
                  <a:lnTo>
                    <a:pt x="1119" y="927"/>
                  </a:lnTo>
                  <a:lnTo>
                    <a:pt x="1133" y="878"/>
                  </a:lnTo>
                  <a:lnTo>
                    <a:pt x="1142" y="829"/>
                  </a:lnTo>
                  <a:lnTo>
                    <a:pt x="1147" y="779"/>
                  </a:lnTo>
                  <a:lnTo>
                    <a:pt x="1147" y="729"/>
                  </a:lnTo>
                  <a:lnTo>
                    <a:pt x="1142" y="679"/>
                  </a:lnTo>
                  <a:lnTo>
                    <a:pt x="1133" y="630"/>
                  </a:lnTo>
                  <a:lnTo>
                    <a:pt x="1119" y="582"/>
                  </a:lnTo>
                  <a:lnTo>
                    <a:pt x="1100" y="536"/>
                  </a:lnTo>
                  <a:lnTo>
                    <a:pt x="1077" y="491"/>
                  </a:lnTo>
                  <a:lnTo>
                    <a:pt x="1049" y="449"/>
                  </a:lnTo>
                  <a:lnTo>
                    <a:pt x="1016" y="409"/>
                  </a:lnTo>
                  <a:lnTo>
                    <a:pt x="980" y="374"/>
                  </a:lnTo>
                  <a:lnTo>
                    <a:pt x="941" y="343"/>
                  </a:lnTo>
                  <a:lnTo>
                    <a:pt x="898" y="317"/>
                  </a:lnTo>
                  <a:lnTo>
                    <a:pt x="855" y="298"/>
                  </a:lnTo>
                  <a:lnTo>
                    <a:pt x="811" y="282"/>
                  </a:lnTo>
                  <a:lnTo>
                    <a:pt x="766" y="272"/>
                  </a:lnTo>
                  <a:lnTo>
                    <a:pt x="720" y="267"/>
                  </a:lnTo>
                  <a:lnTo>
                    <a:pt x="673" y="267"/>
                  </a:lnTo>
                  <a:close/>
                  <a:moveTo>
                    <a:pt x="725" y="0"/>
                  </a:moveTo>
                  <a:lnTo>
                    <a:pt x="781" y="5"/>
                  </a:lnTo>
                  <a:lnTo>
                    <a:pt x="837" y="15"/>
                  </a:lnTo>
                  <a:lnTo>
                    <a:pt x="892" y="29"/>
                  </a:lnTo>
                  <a:lnTo>
                    <a:pt x="946" y="49"/>
                  </a:lnTo>
                  <a:lnTo>
                    <a:pt x="999" y="74"/>
                  </a:lnTo>
                  <a:lnTo>
                    <a:pt x="1050" y="103"/>
                  </a:lnTo>
                  <a:lnTo>
                    <a:pt x="1099" y="137"/>
                  </a:lnTo>
                  <a:lnTo>
                    <a:pt x="1145" y="176"/>
                  </a:lnTo>
                  <a:lnTo>
                    <a:pt x="1190" y="219"/>
                  </a:lnTo>
                  <a:lnTo>
                    <a:pt x="1230" y="267"/>
                  </a:lnTo>
                  <a:lnTo>
                    <a:pt x="1266" y="317"/>
                  </a:lnTo>
                  <a:lnTo>
                    <a:pt x="1297" y="369"/>
                  </a:lnTo>
                  <a:lnTo>
                    <a:pt x="1324" y="424"/>
                  </a:lnTo>
                  <a:lnTo>
                    <a:pt x="1346" y="479"/>
                  </a:lnTo>
                  <a:lnTo>
                    <a:pt x="1364" y="537"/>
                  </a:lnTo>
                  <a:lnTo>
                    <a:pt x="1378" y="596"/>
                  </a:lnTo>
                  <a:lnTo>
                    <a:pt x="1387" y="655"/>
                  </a:lnTo>
                  <a:lnTo>
                    <a:pt x="1392" y="715"/>
                  </a:lnTo>
                  <a:lnTo>
                    <a:pt x="1393" y="775"/>
                  </a:lnTo>
                  <a:lnTo>
                    <a:pt x="1389" y="835"/>
                  </a:lnTo>
                  <a:lnTo>
                    <a:pt x="1381" y="895"/>
                  </a:lnTo>
                  <a:lnTo>
                    <a:pt x="1368" y="953"/>
                  </a:lnTo>
                  <a:lnTo>
                    <a:pt x="1351" y="1011"/>
                  </a:lnTo>
                  <a:lnTo>
                    <a:pt x="1330" y="1067"/>
                  </a:lnTo>
                  <a:lnTo>
                    <a:pt x="1603" y="1363"/>
                  </a:lnTo>
                  <a:lnTo>
                    <a:pt x="1625" y="1389"/>
                  </a:lnTo>
                  <a:lnTo>
                    <a:pt x="1642" y="1419"/>
                  </a:lnTo>
                  <a:lnTo>
                    <a:pt x="1656" y="1449"/>
                  </a:lnTo>
                  <a:lnTo>
                    <a:pt x="1668" y="1482"/>
                  </a:lnTo>
                  <a:lnTo>
                    <a:pt x="1674" y="1515"/>
                  </a:lnTo>
                  <a:lnTo>
                    <a:pt x="1676" y="1550"/>
                  </a:lnTo>
                  <a:lnTo>
                    <a:pt x="1674" y="1585"/>
                  </a:lnTo>
                  <a:lnTo>
                    <a:pt x="1668" y="1619"/>
                  </a:lnTo>
                  <a:lnTo>
                    <a:pt x="1656" y="1651"/>
                  </a:lnTo>
                  <a:lnTo>
                    <a:pt x="1642" y="1682"/>
                  </a:lnTo>
                  <a:lnTo>
                    <a:pt x="1625" y="1711"/>
                  </a:lnTo>
                  <a:lnTo>
                    <a:pt x="1603" y="1737"/>
                  </a:lnTo>
                  <a:lnTo>
                    <a:pt x="1576" y="1762"/>
                  </a:lnTo>
                  <a:lnTo>
                    <a:pt x="1547" y="1783"/>
                  </a:lnTo>
                  <a:lnTo>
                    <a:pt x="1515" y="1798"/>
                  </a:lnTo>
                  <a:lnTo>
                    <a:pt x="1482" y="1809"/>
                  </a:lnTo>
                  <a:lnTo>
                    <a:pt x="1449" y="1813"/>
                  </a:lnTo>
                  <a:lnTo>
                    <a:pt x="1414" y="1813"/>
                  </a:lnTo>
                  <a:lnTo>
                    <a:pt x="1380" y="1809"/>
                  </a:lnTo>
                  <a:lnTo>
                    <a:pt x="1347" y="1798"/>
                  </a:lnTo>
                  <a:lnTo>
                    <a:pt x="1316" y="1783"/>
                  </a:lnTo>
                  <a:lnTo>
                    <a:pt x="1286" y="1762"/>
                  </a:lnTo>
                  <a:lnTo>
                    <a:pt x="1259" y="1737"/>
                  </a:lnTo>
                  <a:lnTo>
                    <a:pt x="986" y="1441"/>
                  </a:lnTo>
                  <a:lnTo>
                    <a:pt x="934" y="1464"/>
                  </a:lnTo>
                  <a:lnTo>
                    <a:pt x="880" y="1483"/>
                  </a:lnTo>
                  <a:lnTo>
                    <a:pt x="826" y="1496"/>
                  </a:lnTo>
                  <a:lnTo>
                    <a:pt x="771" y="1504"/>
                  </a:lnTo>
                  <a:lnTo>
                    <a:pt x="716" y="1509"/>
                  </a:lnTo>
                  <a:lnTo>
                    <a:pt x="660" y="1508"/>
                  </a:lnTo>
                  <a:lnTo>
                    <a:pt x="605" y="1503"/>
                  </a:lnTo>
                  <a:lnTo>
                    <a:pt x="550" y="1493"/>
                  </a:lnTo>
                  <a:lnTo>
                    <a:pt x="496" y="1477"/>
                  </a:lnTo>
                  <a:lnTo>
                    <a:pt x="443" y="1458"/>
                  </a:lnTo>
                  <a:lnTo>
                    <a:pt x="391" y="1434"/>
                  </a:lnTo>
                  <a:lnTo>
                    <a:pt x="341" y="1404"/>
                  </a:lnTo>
                  <a:lnTo>
                    <a:pt x="293" y="1371"/>
                  </a:lnTo>
                  <a:lnTo>
                    <a:pt x="247" y="1332"/>
                  </a:lnTo>
                  <a:lnTo>
                    <a:pt x="204" y="1289"/>
                  </a:lnTo>
                  <a:lnTo>
                    <a:pt x="162" y="1240"/>
                  </a:lnTo>
                  <a:lnTo>
                    <a:pt x="126" y="1190"/>
                  </a:lnTo>
                  <a:lnTo>
                    <a:pt x="95" y="1137"/>
                  </a:lnTo>
                  <a:lnTo>
                    <a:pt x="68" y="1082"/>
                  </a:lnTo>
                  <a:lnTo>
                    <a:pt x="45" y="1024"/>
                  </a:lnTo>
                  <a:lnTo>
                    <a:pt x="27" y="966"/>
                  </a:lnTo>
                  <a:lnTo>
                    <a:pt x="13" y="906"/>
                  </a:lnTo>
                  <a:lnTo>
                    <a:pt x="4" y="846"/>
                  </a:lnTo>
                  <a:lnTo>
                    <a:pt x="0" y="785"/>
                  </a:lnTo>
                  <a:lnTo>
                    <a:pt x="0" y="724"/>
                  </a:lnTo>
                  <a:lnTo>
                    <a:pt x="4" y="663"/>
                  </a:lnTo>
                  <a:lnTo>
                    <a:pt x="13" y="602"/>
                  </a:lnTo>
                  <a:lnTo>
                    <a:pt x="27" y="543"/>
                  </a:lnTo>
                  <a:lnTo>
                    <a:pt x="45" y="485"/>
                  </a:lnTo>
                  <a:lnTo>
                    <a:pt x="67" y="427"/>
                  </a:lnTo>
                  <a:lnTo>
                    <a:pt x="94" y="373"/>
                  </a:lnTo>
                  <a:lnTo>
                    <a:pt x="126" y="319"/>
                  </a:lnTo>
                  <a:lnTo>
                    <a:pt x="162" y="268"/>
                  </a:lnTo>
                  <a:lnTo>
                    <a:pt x="203" y="220"/>
                  </a:lnTo>
                  <a:lnTo>
                    <a:pt x="247" y="176"/>
                  </a:lnTo>
                  <a:lnTo>
                    <a:pt x="294" y="137"/>
                  </a:lnTo>
                  <a:lnTo>
                    <a:pt x="343" y="103"/>
                  </a:lnTo>
                  <a:lnTo>
                    <a:pt x="394" y="74"/>
                  </a:lnTo>
                  <a:lnTo>
                    <a:pt x="447" y="49"/>
                  </a:lnTo>
                  <a:lnTo>
                    <a:pt x="501" y="29"/>
                  </a:lnTo>
                  <a:lnTo>
                    <a:pt x="556" y="15"/>
                  </a:lnTo>
                  <a:lnTo>
                    <a:pt x="612" y="5"/>
                  </a:lnTo>
                  <a:lnTo>
                    <a:pt x="668" y="0"/>
                  </a:lnTo>
                  <a:lnTo>
                    <a:pt x="72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5" name="Freeform 291"/>
            <p:cNvSpPr/>
            <p:nvPr/>
          </p:nvSpPr>
          <p:spPr bwMode="auto">
            <a:xfrm>
              <a:off x="2811463" y="4335463"/>
              <a:ext cx="217488" cy="274638"/>
            </a:xfrm>
            <a:custGeom>
              <a:avLst/>
              <a:gdLst>
                <a:gd name="T0" fmla="*/ 459 w 1508"/>
                <a:gd name="T1" fmla="*/ 30 h 2083"/>
                <a:gd name="T2" fmla="*/ 619 w 1508"/>
                <a:gd name="T3" fmla="*/ 254 h 2083"/>
                <a:gd name="T4" fmla="*/ 841 w 1508"/>
                <a:gd name="T5" fmla="*/ 542 h 2083"/>
                <a:gd name="T6" fmla="*/ 960 w 1508"/>
                <a:gd name="T7" fmla="*/ 441 h 2083"/>
                <a:gd name="T8" fmla="*/ 1249 w 1508"/>
                <a:gd name="T9" fmla="*/ 400 h 2083"/>
                <a:gd name="T10" fmla="*/ 1340 w 1508"/>
                <a:gd name="T11" fmla="*/ 564 h 2083"/>
                <a:gd name="T12" fmla="*/ 1411 w 1508"/>
                <a:gd name="T13" fmla="*/ 741 h 2083"/>
                <a:gd name="T14" fmla="*/ 1464 w 1508"/>
                <a:gd name="T15" fmla="*/ 927 h 2083"/>
                <a:gd name="T16" fmla="*/ 1497 w 1508"/>
                <a:gd name="T17" fmla="*/ 1121 h 2083"/>
                <a:gd name="T18" fmla="*/ 1508 w 1508"/>
                <a:gd name="T19" fmla="*/ 1322 h 2083"/>
                <a:gd name="T20" fmla="*/ 1497 w 1508"/>
                <a:gd name="T21" fmla="*/ 1526 h 2083"/>
                <a:gd name="T22" fmla="*/ 1463 w 1508"/>
                <a:gd name="T23" fmla="*/ 1720 h 2083"/>
                <a:gd name="T24" fmla="*/ 1409 w 1508"/>
                <a:gd name="T25" fmla="*/ 1907 h 2083"/>
                <a:gd name="T26" fmla="*/ 1337 w 1508"/>
                <a:gd name="T27" fmla="*/ 2083 h 2083"/>
                <a:gd name="T28" fmla="*/ 1349 w 1508"/>
                <a:gd name="T29" fmla="*/ 1945 h 2083"/>
                <a:gd name="T30" fmla="*/ 1341 w 1508"/>
                <a:gd name="T31" fmla="*/ 1808 h 2083"/>
                <a:gd name="T32" fmla="*/ 1313 w 1508"/>
                <a:gd name="T33" fmla="*/ 1675 h 2083"/>
                <a:gd name="T34" fmla="*/ 1266 w 1508"/>
                <a:gd name="T35" fmla="*/ 1547 h 2083"/>
                <a:gd name="T36" fmla="*/ 1201 w 1508"/>
                <a:gd name="T37" fmla="*/ 1429 h 2083"/>
                <a:gd name="T38" fmla="*/ 1117 w 1508"/>
                <a:gd name="T39" fmla="*/ 1321 h 2083"/>
                <a:gd name="T40" fmla="*/ 1021 w 1508"/>
                <a:gd name="T41" fmla="*/ 1233 h 2083"/>
                <a:gd name="T42" fmla="*/ 915 w 1508"/>
                <a:gd name="T43" fmla="*/ 1162 h 2083"/>
                <a:gd name="T44" fmla="*/ 801 w 1508"/>
                <a:gd name="T45" fmla="*/ 1111 h 2083"/>
                <a:gd name="T46" fmla="*/ 680 w 1508"/>
                <a:gd name="T47" fmla="*/ 1080 h 2083"/>
                <a:gd name="T48" fmla="*/ 554 w 1508"/>
                <a:gd name="T49" fmla="*/ 1069 h 2083"/>
                <a:gd name="T50" fmla="*/ 416 w 1508"/>
                <a:gd name="T51" fmla="*/ 1082 h 2083"/>
                <a:gd name="T52" fmla="*/ 283 w 1508"/>
                <a:gd name="T53" fmla="*/ 1120 h 2083"/>
                <a:gd name="T54" fmla="*/ 160 w 1508"/>
                <a:gd name="T55" fmla="*/ 1182 h 2083"/>
                <a:gd name="T56" fmla="*/ 591 w 1508"/>
                <a:gd name="T57" fmla="*/ 812 h 2083"/>
                <a:gd name="T58" fmla="*/ 751 w 1508"/>
                <a:gd name="T59" fmla="*/ 755 h 2083"/>
                <a:gd name="T60" fmla="*/ 500 w 1508"/>
                <a:gd name="T61" fmla="*/ 407 h 2083"/>
                <a:gd name="T62" fmla="*/ 338 w 1508"/>
                <a:gd name="T63" fmla="*/ 367 h 2083"/>
                <a:gd name="T64" fmla="*/ 175 w 1508"/>
                <a:gd name="T65" fmla="*/ 519 h 2083"/>
                <a:gd name="T66" fmla="*/ 0 w 1508"/>
                <a:gd name="T67" fmla="*/ 375 h 2083"/>
                <a:gd name="T68" fmla="*/ 166 w 1508"/>
                <a:gd name="T69" fmla="*/ 151 h 2083"/>
                <a:gd name="T70" fmla="*/ 287 w 1508"/>
                <a:gd name="T71" fmla="*/ 289 h 2083"/>
                <a:gd name="T72" fmla="*/ 445 w 1508"/>
                <a:gd name="T73" fmla="*/ 351 h 2083"/>
                <a:gd name="T74" fmla="*/ 453 w 1508"/>
                <a:gd name="T75" fmla="*/ 220 h 2083"/>
                <a:gd name="T76" fmla="*/ 316 w 1508"/>
                <a:gd name="T77" fmla="*/ 0 h 2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08" h="2083">
                  <a:moveTo>
                    <a:pt x="316" y="0"/>
                  </a:moveTo>
                  <a:lnTo>
                    <a:pt x="459" y="30"/>
                  </a:lnTo>
                  <a:lnTo>
                    <a:pt x="582" y="149"/>
                  </a:lnTo>
                  <a:lnTo>
                    <a:pt x="619" y="254"/>
                  </a:lnTo>
                  <a:lnTo>
                    <a:pt x="647" y="352"/>
                  </a:lnTo>
                  <a:lnTo>
                    <a:pt x="841" y="542"/>
                  </a:lnTo>
                  <a:lnTo>
                    <a:pt x="891" y="559"/>
                  </a:lnTo>
                  <a:lnTo>
                    <a:pt x="960" y="441"/>
                  </a:lnTo>
                  <a:lnTo>
                    <a:pt x="1204" y="417"/>
                  </a:lnTo>
                  <a:lnTo>
                    <a:pt x="1249" y="400"/>
                  </a:lnTo>
                  <a:lnTo>
                    <a:pt x="1297" y="481"/>
                  </a:lnTo>
                  <a:lnTo>
                    <a:pt x="1340" y="564"/>
                  </a:lnTo>
                  <a:lnTo>
                    <a:pt x="1378" y="651"/>
                  </a:lnTo>
                  <a:lnTo>
                    <a:pt x="1411" y="741"/>
                  </a:lnTo>
                  <a:lnTo>
                    <a:pt x="1440" y="832"/>
                  </a:lnTo>
                  <a:lnTo>
                    <a:pt x="1464" y="927"/>
                  </a:lnTo>
                  <a:lnTo>
                    <a:pt x="1483" y="1022"/>
                  </a:lnTo>
                  <a:lnTo>
                    <a:pt x="1497" y="1121"/>
                  </a:lnTo>
                  <a:lnTo>
                    <a:pt x="1505" y="1221"/>
                  </a:lnTo>
                  <a:lnTo>
                    <a:pt x="1508" y="1322"/>
                  </a:lnTo>
                  <a:lnTo>
                    <a:pt x="1505" y="1425"/>
                  </a:lnTo>
                  <a:lnTo>
                    <a:pt x="1497" y="1526"/>
                  </a:lnTo>
                  <a:lnTo>
                    <a:pt x="1483" y="1623"/>
                  </a:lnTo>
                  <a:lnTo>
                    <a:pt x="1463" y="1720"/>
                  </a:lnTo>
                  <a:lnTo>
                    <a:pt x="1439" y="1815"/>
                  </a:lnTo>
                  <a:lnTo>
                    <a:pt x="1409" y="1907"/>
                  </a:lnTo>
                  <a:lnTo>
                    <a:pt x="1375" y="1996"/>
                  </a:lnTo>
                  <a:lnTo>
                    <a:pt x="1337" y="2083"/>
                  </a:lnTo>
                  <a:lnTo>
                    <a:pt x="1345" y="2015"/>
                  </a:lnTo>
                  <a:lnTo>
                    <a:pt x="1349" y="1945"/>
                  </a:lnTo>
                  <a:lnTo>
                    <a:pt x="1347" y="1877"/>
                  </a:lnTo>
                  <a:lnTo>
                    <a:pt x="1341" y="1808"/>
                  </a:lnTo>
                  <a:lnTo>
                    <a:pt x="1329" y="1741"/>
                  </a:lnTo>
                  <a:lnTo>
                    <a:pt x="1313" y="1675"/>
                  </a:lnTo>
                  <a:lnTo>
                    <a:pt x="1293" y="1610"/>
                  </a:lnTo>
                  <a:lnTo>
                    <a:pt x="1266" y="1547"/>
                  </a:lnTo>
                  <a:lnTo>
                    <a:pt x="1236" y="1486"/>
                  </a:lnTo>
                  <a:lnTo>
                    <a:pt x="1201" y="1429"/>
                  </a:lnTo>
                  <a:lnTo>
                    <a:pt x="1161" y="1373"/>
                  </a:lnTo>
                  <a:lnTo>
                    <a:pt x="1117" y="1321"/>
                  </a:lnTo>
                  <a:lnTo>
                    <a:pt x="1071" y="1276"/>
                  </a:lnTo>
                  <a:lnTo>
                    <a:pt x="1021" y="1233"/>
                  </a:lnTo>
                  <a:lnTo>
                    <a:pt x="969" y="1195"/>
                  </a:lnTo>
                  <a:lnTo>
                    <a:pt x="915" y="1162"/>
                  </a:lnTo>
                  <a:lnTo>
                    <a:pt x="859" y="1134"/>
                  </a:lnTo>
                  <a:lnTo>
                    <a:pt x="801" y="1111"/>
                  </a:lnTo>
                  <a:lnTo>
                    <a:pt x="741" y="1093"/>
                  </a:lnTo>
                  <a:lnTo>
                    <a:pt x="680" y="1080"/>
                  </a:lnTo>
                  <a:lnTo>
                    <a:pt x="617" y="1072"/>
                  </a:lnTo>
                  <a:lnTo>
                    <a:pt x="554" y="1069"/>
                  </a:lnTo>
                  <a:lnTo>
                    <a:pt x="484" y="1072"/>
                  </a:lnTo>
                  <a:lnTo>
                    <a:pt x="416" y="1082"/>
                  </a:lnTo>
                  <a:lnTo>
                    <a:pt x="349" y="1098"/>
                  </a:lnTo>
                  <a:lnTo>
                    <a:pt x="283" y="1120"/>
                  </a:lnTo>
                  <a:lnTo>
                    <a:pt x="220" y="1148"/>
                  </a:lnTo>
                  <a:lnTo>
                    <a:pt x="160" y="1182"/>
                  </a:lnTo>
                  <a:lnTo>
                    <a:pt x="338" y="952"/>
                  </a:lnTo>
                  <a:lnTo>
                    <a:pt x="591" y="812"/>
                  </a:lnTo>
                  <a:lnTo>
                    <a:pt x="738" y="833"/>
                  </a:lnTo>
                  <a:lnTo>
                    <a:pt x="751" y="755"/>
                  </a:lnTo>
                  <a:lnTo>
                    <a:pt x="570" y="556"/>
                  </a:lnTo>
                  <a:lnTo>
                    <a:pt x="500" y="407"/>
                  </a:lnTo>
                  <a:lnTo>
                    <a:pt x="400" y="407"/>
                  </a:lnTo>
                  <a:lnTo>
                    <a:pt x="338" y="367"/>
                  </a:lnTo>
                  <a:lnTo>
                    <a:pt x="203" y="345"/>
                  </a:lnTo>
                  <a:lnTo>
                    <a:pt x="175" y="519"/>
                  </a:lnTo>
                  <a:lnTo>
                    <a:pt x="12" y="484"/>
                  </a:lnTo>
                  <a:lnTo>
                    <a:pt x="0" y="375"/>
                  </a:lnTo>
                  <a:lnTo>
                    <a:pt x="125" y="345"/>
                  </a:lnTo>
                  <a:lnTo>
                    <a:pt x="166" y="151"/>
                  </a:lnTo>
                  <a:lnTo>
                    <a:pt x="291" y="207"/>
                  </a:lnTo>
                  <a:lnTo>
                    <a:pt x="287" y="289"/>
                  </a:lnTo>
                  <a:lnTo>
                    <a:pt x="382" y="332"/>
                  </a:lnTo>
                  <a:lnTo>
                    <a:pt x="445" y="351"/>
                  </a:lnTo>
                  <a:lnTo>
                    <a:pt x="522" y="308"/>
                  </a:lnTo>
                  <a:lnTo>
                    <a:pt x="453" y="220"/>
                  </a:lnTo>
                  <a:lnTo>
                    <a:pt x="313" y="71"/>
                  </a:lnTo>
                  <a:lnTo>
                    <a:pt x="31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6" name="Freeform 292"/>
            <p:cNvSpPr/>
            <p:nvPr/>
          </p:nvSpPr>
          <p:spPr bwMode="auto">
            <a:xfrm>
              <a:off x="2786063" y="4497388"/>
              <a:ext cx="30163" cy="26988"/>
            </a:xfrm>
            <a:custGeom>
              <a:avLst/>
              <a:gdLst>
                <a:gd name="T0" fmla="*/ 118 w 208"/>
                <a:gd name="T1" fmla="*/ 0 h 197"/>
                <a:gd name="T2" fmla="*/ 208 w 208"/>
                <a:gd name="T3" fmla="*/ 45 h 197"/>
                <a:gd name="T4" fmla="*/ 186 w 208"/>
                <a:gd name="T5" fmla="*/ 66 h 197"/>
                <a:gd name="T6" fmla="*/ 165 w 208"/>
                <a:gd name="T7" fmla="*/ 89 h 197"/>
                <a:gd name="T8" fmla="*/ 147 w 208"/>
                <a:gd name="T9" fmla="*/ 109 h 197"/>
                <a:gd name="T10" fmla="*/ 130 w 208"/>
                <a:gd name="T11" fmla="*/ 131 h 197"/>
                <a:gd name="T12" fmla="*/ 81 w 208"/>
                <a:gd name="T13" fmla="*/ 132 h 197"/>
                <a:gd name="T14" fmla="*/ 29 w 208"/>
                <a:gd name="T15" fmla="*/ 197 h 197"/>
                <a:gd name="T16" fmla="*/ 0 w 208"/>
                <a:gd name="T17" fmla="*/ 61 h 197"/>
                <a:gd name="T18" fmla="*/ 118 w 208"/>
                <a:gd name="T19" fmla="*/ 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8" h="197">
                  <a:moveTo>
                    <a:pt x="118" y="0"/>
                  </a:moveTo>
                  <a:lnTo>
                    <a:pt x="208" y="45"/>
                  </a:lnTo>
                  <a:lnTo>
                    <a:pt x="186" y="66"/>
                  </a:lnTo>
                  <a:lnTo>
                    <a:pt x="165" y="89"/>
                  </a:lnTo>
                  <a:lnTo>
                    <a:pt x="147" y="109"/>
                  </a:lnTo>
                  <a:lnTo>
                    <a:pt x="130" y="131"/>
                  </a:lnTo>
                  <a:lnTo>
                    <a:pt x="81" y="132"/>
                  </a:lnTo>
                  <a:lnTo>
                    <a:pt x="29" y="197"/>
                  </a:lnTo>
                  <a:lnTo>
                    <a:pt x="0" y="61"/>
                  </a:lnTo>
                  <a:lnTo>
                    <a:pt x="118"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7" name="Freeform 293"/>
            <p:cNvSpPr/>
            <p:nvPr/>
          </p:nvSpPr>
          <p:spPr bwMode="auto">
            <a:xfrm>
              <a:off x="2860675" y="4702175"/>
              <a:ext cx="52388" cy="20638"/>
            </a:xfrm>
            <a:custGeom>
              <a:avLst/>
              <a:gdLst>
                <a:gd name="T0" fmla="*/ 368 w 368"/>
                <a:gd name="T1" fmla="*/ 0 h 153"/>
                <a:gd name="T2" fmla="*/ 298 w 368"/>
                <a:gd name="T3" fmla="*/ 38 h 153"/>
                <a:gd name="T4" fmla="*/ 227 w 368"/>
                <a:gd name="T5" fmla="*/ 73 h 153"/>
                <a:gd name="T6" fmla="*/ 152 w 368"/>
                <a:gd name="T7" fmla="*/ 105 h 153"/>
                <a:gd name="T8" fmla="*/ 77 w 368"/>
                <a:gd name="T9" fmla="*/ 131 h 153"/>
                <a:gd name="T10" fmla="*/ 0 w 368"/>
                <a:gd name="T11" fmla="*/ 153 h 153"/>
                <a:gd name="T12" fmla="*/ 28 w 368"/>
                <a:gd name="T13" fmla="*/ 44 h 153"/>
                <a:gd name="T14" fmla="*/ 83 w 368"/>
                <a:gd name="T15" fmla="*/ 5 h 153"/>
                <a:gd name="T16" fmla="*/ 148 w 368"/>
                <a:gd name="T17" fmla="*/ 13 h 153"/>
                <a:gd name="T18" fmla="*/ 215 w 368"/>
                <a:gd name="T19" fmla="*/ 16 h 153"/>
                <a:gd name="T20" fmla="*/ 266 w 368"/>
                <a:gd name="T21" fmla="*/ 14 h 153"/>
                <a:gd name="T22" fmla="*/ 317 w 368"/>
                <a:gd name="T23" fmla="*/ 9 h 153"/>
                <a:gd name="T24" fmla="*/ 368 w 368"/>
                <a:gd name="T25" fmla="*/ 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8" h="153">
                  <a:moveTo>
                    <a:pt x="368" y="0"/>
                  </a:moveTo>
                  <a:lnTo>
                    <a:pt x="298" y="38"/>
                  </a:lnTo>
                  <a:lnTo>
                    <a:pt x="227" y="73"/>
                  </a:lnTo>
                  <a:lnTo>
                    <a:pt x="152" y="105"/>
                  </a:lnTo>
                  <a:lnTo>
                    <a:pt x="77" y="131"/>
                  </a:lnTo>
                  <a:lnTo>
                    <a:pt x="0" y="153"/>
                  </a:lnTo>
                  <a:lnTo>
                    <a:pt x="28" y="44"/>
                  </a:lnTo>
                  <a:lnTo>
                    <a:pt x="83" y="5"/>
                  </a:lnTo>
                  <a:lnTo>
                    <a:pt x="148" y="13"/>
                  </a:lnTo>
                  <a:lnTo>
                    <a:pt x="215" y="16"/>
                  </a:lnTo>
                  <a:lnTo>
                    <a:pt x="266" y="14"/>
                  </a:lnTo>
                  <a:lnTo>
                    <a:pt x="317" y="9"/>
                  </a:lnTo>
                  <a:lnTo>
                    <a:pt x="368"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8" name="Freeform 294"/>
            <p:cNvSpPr/>
            <p:nvPr/>
          </p:nvSpPr>
          <p:spPr bwMode="auto">
            <a:xfrm>
              <a:off x="2587625" y="4395788"/>
              <a:ext cx="249238" cy="333375"/>
            </a:xfrm>
            <a:custGeom>
              <a:avLst/>
              <a:gdLst>
                <a:gd name="T0" fmla="*/ 210 w 1723"/>
                <a:gd name="T1" fmla="*/ 95 h 2519"/>
                <a:gd name="T2" fmla="*/ 468 w 1723"/>
                <a:gd name="T3" fmla="*/ 157 h 2519"/>
                <a:gd name="T4" fmla="*/ 884 w 1723"/>
                <a:gd name="T5" fmla="*/ 389 h 2519"/>
                <a:gd name="T6" fmla="*/ 1103 w 1723"/>
                <a:gd name="T7" fmla="*/ 976 h 2519"/>
                <a:gd name="T8" fmla="*/ 1141 w 1723"/>
                <a:gd name="T9" fmla="*/ 862 h 2519"/>
                <a:gd name="T10" fmla="*/ 1389 w 1723"/>
                <a:gd name="T11" fmla="*/ 1094 h 2519"/>
                <a:gd name="T12" fmla="*/ 1344 w 1723"/>
                <a:gd name="T13" fmla="*/ 1213 h 2519"/>
                <a:gd name="T14" fmla="*/ 1316 w 1723"/>
                <a:gd name="T15" fmla="*/ 1341 h 2519"/>
                <a:gd name="T16" fmla="*/ 1307 w 1723"/>
                <a:gd name="T17" fmla="*/ 1472 h 2519"/>
                <a:gd name="T18" fmla="*/ 1317 w 1723"/>
                <a:gd name="T19" fmla="*/ 1609 h 2519"/>
                <a:gd name="T20" fmla="*/ 1346 w 1723"/>
                <a:gd name="T21" fmla="*/ 1741 h 2519"/>
                <a:gd name="T22" fmla="*/ 1394 w 1723"/>
                <a:gd name="T23" fmla="*/ 1865 h 2519"/>
                <a:gd name="T24" fmla="*/ 1459 w 1723"/>
                <a:gd name="T25" fmla="*/ 1979 h 2519"/>
                <a:gd name="T26" fmla="*/ 1541 w 1723"/>
                <a:gd name="T27" fmla="*/ 2083 h 2519"/>
                <a:gd name="T28" fmla="*/ 1628 w 1723"/>
                <a:gd name="T29" fmla="*/ 2165 h 2519"/>
                <a:gd name="T30" fmla="*/ 1723 w 1723"/>
                <a:gd name="T31" fmla="*/ 2230 h 2519"/>
                <a:gd name="T32" fmla="*/ 1714 w 1723"/>
                <a:gd name="T33" fmla="*/ 2268 h 2519"/>
                <a:gd name="T34" fmla="*/ 1708 w 1723"/>
                <a:gd name="T35" fmla="*/ 2294 h 2519"/>
                <a:gd name="T36" fmla="*/ 1706 w 1723"/>
                <a:gd name="T37" fmla="*/ 2304 h 2519"/>
                <a:gd name="T38" fmla="*/ 1659 w 1723"/>
                <a:gd name="T39" fmla="*/ 2513 h 2519"/>
                <a:gd name="T40" fmla="*/ 1530 w 1723"/>
                <a:gd name="T41" fmla="*/ 2519 h 2519"/>
                <a:gd name="T42" fmla="*/ 1338 w 1723"/>
                <a:gd name="T43" fmla="*/ 2506 h 2519"/>
                <a:gd name="T44" fmla="*/ 1154 w 1723"/>
                <a:gd name="T45" fmla="*/ 2468 h 2519"/>
                <a:gd name="T46" fmla="*/ 977 w 1723"/>
                <a:gd name="T47" fmla="*/ 2407 h 2519"/>
                <a:gd name="T48" fmla="*/ 810 w 1723"/>
                <a:gd name="T49" fmla="*/ 2325 h 2519"/>
                <a:gd name="T50" fmla="*/ 656 w 1723"/>
                <a:gd name="T51" fmla="*/ 2222 h 2519"/>
                <a:gd name="T52" fmla="*/ 514 w 1723"/>
                <a:gd name="T53" fmla="*/ 2101 h 2519"/>
                <a:gd name="T54" fmla="*/ 387 w 1723"/>
                <a:gd name="T55" fmla="*/ 1963 h 2519"/>
                <a:gd name="T56" fmla="*/ 274 w 1723"/>
                <a:gd name="T57" fmla="*/ 1809 h 2519"/>
                <a:gd name="T58" fmla="*/ 180 w 1723"/>
                <a:gd name="T59" fmla="*/ 1641 h 2519"/>
                <a:gd name="T60" fmla="*/ 103 w 1723"/>
                <a:gd name="T61" fmla="*/ 1461 h 2519"/>
                <a:gd name="T62" fmla="*/ 47 w 1723"/>
                <a:gd name="T63" fmla="*/ 1270 h 2519"/>
                <a:gd name="T64" fmla="*/ 12 w 1723"/>
                <a:gd name="T65" fmla="*/ 1070 h 2519"/>
                <a:gd name="T66" fmla="*/ 0 w 1723"/>
                <a:gd name="T67" fmla="*/ 862 h 2519"/>
                <a:gd name="T68" fmla="*/ 11 w 1723"/>
                <a:gd name="T69" fmla="*/ 662 h 2519"/>
                <a:gd name="T70" fmla="*/ 44 w 1723"/>
                <a:gd name="T71" fmla="*/ 470 h 2519"/>
                <a:gd name="T72" fmla="*/ 96 w 1723"/>
                <a:gd name="T73" fmla="*/ 285 h 2519"/>
                <a:gd name="T74" fmla="*/ 168 w 1723"/>
                <a:gd name="T75" fmla="*/ 111 h 2519"/>
                <a:gd name="T76" fmla="*/ 320 w 1723"/>
                <a:gd name="T77" fmla="*/ 0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23" h="2519">
                  <a:moveTo>
                    <a:pt x="320" y="0"/>
                  </a:moveTo>
                  <a:lnTo>
                    <a:pt x="210" y="95"/>
                  </a:lnTo>
                  <a:lnTo>
                    <a:pt x="296" y="157"/>
                  </a:lnTo>
                  <a:lnTo>
                    <a:pt x="468" y="157"/>
                  </a:lnTo>
                  <a:lnTo>
                    <a:pt x="724" y="107"/>
                  </a:lnTo>
                  <a:lnTo>
                    <a:pt x="884" y="389"/>
                  </a:lnTo>
                  <a:lnTo>
                    <a:pt x="884" y="655"/>
                  </a:lnTo>
                  <a:lnTo>
                    <a:pt x="1103" y="976"/>
                  </a:lnTo>
                  <a:lnTo>
                    <a:pt x="1141" y="976"/>
                  </a:lnTo>
                  <a:lnTo>
                    <a:pt x="1141" y="862"/>
                  </a:lnTo>
                  <a:lnTo>
                    <a:pt x="1225" y="1054"/>
                  </a:lnTo>
                  <a:lnTo>
                    <a:pt x="1389" y="1094"/>
                  </a:lnTo>
                  <a:lnTo>
                    <a:pt x="1365" y="1153"/>
                  </a:lnTo>
                  <a:lnTo>
                    <a:pt x="1344" y="1213"/>
                  </a:lnTo>
                  <a:lnTo>
                    <a:pt x="1328" y="1277"/>
                  </a:lnTo>
                  <a:lnTo>
                    <a:pt x="1316" y="1341"/>
                  </a:lnTo>
                  <a:lnTo>
                    <a:pt x="1309" y="1406"/>
                  </a:lnTo>
                  <a:lnTo>
                    <a:pt x="1307" y="1472"/>
                  </a:lnTo>
                  <a:lnTo>
                    <a:pt x="1309" y="1542"/>
                  </a:lnTo>
                  <a:lnTo>
                    <a:pt x="1317" y="1609"/>
                  </a:lnTo>
                  <a:lnTo>
                    <a:pt x="1329" y="1676"/>
                  </a:lnTo>
                  <a:lnTo>
                    <a:pt x="1346" y="1741"/>
                  </a:lnTo>
                  <a:lnTo>
                    <a:pt x="1368" y="1803"/>
                  </a:lnTo>
                  <a:lnTo>
                    <a:pt x="1394" y="1865"/>
                  </a:lnTo>
                  <a:lnTo>
                    <a:pt x="1424" y="1923"/>
                  </a:lnTo>
                  <a:lnTo>
                    <a:pt x="1459" y="1979"/>
                  </a:lnTo>
                  <a:lnTo>
                    <a:pt x="1498" y="2032"/>
                  </a:lnTo>
                  <a:lnTo>
                    <a:pt x="1541" y="2083"/>
                  </a:lnTo>
                  <a:lnTo>
                    <a:pt x="1583" y="2126"/>
                  </a:lnTo>
                  <a:lnTo>
                    <a:pt x="1628" y="2165"/>
                  </a:lnTo>
                  <a:lnTo>
                    <a:pt x="1675" y="2200"/>
                  </a:lnTo>
                  <a:lnTo>
                    <a:pt x="1723" y="2230"/>
                  </a:lnTo>
                  <a:lnTo>
                    <a:pt x="1718" y="2251"/>
                  </a:lnTo>
                  <a:lnTo>
                    <a:pt x="1714" y="2268"/>
                  </a:lnTo>
                  <a:lnTo>
                    <a:pt x="1711" y="2283"/>
                  </a:lnTo>
                  <a:lnTo>
                    <a:pt x="1708" y="2294"/>
                  </a:lnTo>
                  <a:lnTo>
                    <a:pt x="1706" y="2302"/>
                  </a:lnTo>
                  <a:lnTo>
                    <a:pt x="1706" y="2304"/>
                  </a:lnTo>
                  <a:lnTo>
                    <a:pt x="1722" y="2505"/>
                  </a:lnTo>
                  <a:lnTo>
                    <a:pt x="1659" y="2513"/>
                  </a:lnTo>
                  <a:lnTo>
                    <a:pt x="1594" y="2517"/>
                  </a:lnTo>
                  <a:lnTo>
                    <a:pt x="1530" y="2519"/>
                  </a:lnTo>
                  <a:lnTo>
                    <a:pt x="1433" y="2516"/>
                  </a:lnTo>
                  <a:lnTo>
                    <a:pt x="1338" y="2506"/>
                  </a:lnTo>
                  <a:lnTo>
                    <a:pt x="1245" y="2490"/>
                  </a:lnTo>
                  <a:lnTo>
                    <a:pt x="1154" y="2468"/>
                  </a:lnTo>
                  <a:lnTo>
                    <a:pt x="1064" y="2441"/>
                  </a:lnTo>
                  <a:lnTo>
                    <a:pt x="977" y="2407"/>
                  </a:lnTo>
                  <a:lnTo>
                    <a:pt x="893" y="2369"/>
                  </a:lnTo>
                  <a:lnTo>
                    <a:pt x="810" y="2325"/>
                  </a:lnTo>
                  <a:lnTo>
                    <a:pt x="732" y="2276"/>
                  </a:lnTo>
                  <a:lnTo>
                    <a:pt x="656" y="2222"/>
                  </a:lnTo>
                  <a:lnTo>
                    <a:pt x="583" y="2164"/>
                  </a:lnTo>
                  <a:lnTo>
                    <a:pt x="514" y="2101"/>
                  </a:lnTo>
                  <a:lnTo>
                    <a:pt x="448" y="2034"/>
                  </a:lnTo>
                  <a:lnTo>
                    <a:pt x="387" y="1963"/>
                  </a:lnTo>
                  <a:lnTo>
                    <a:pt x="328" y="1888"/>
                  </a:lnTo>
                  <a:lnTo>
                    <a:pt x="274" y="1809"/>
                  </a:lnTo>
                  <a:lnTo>
                    <a:pt x="225" y="1727"/>
                  </a:lnTo>
                  <a:lnTo>
                    <a:pt x="180" y="1641"/>
                  </a:lnTo>
                  <a:lnTo>
                    <a:pt x="139" y="1553"/>
                  </a:lnTo>
                  <a:lnTo>
                    <a:pt x="103" y="1461"/>
                  </a:lnTo>
                  <a:lnTo>
                    <a:pt x="72" y="1367"/>
                  </a:lnTo>
                  <a:lnTo>
                    <a:pt x="47" y="1270"/>
                  </a:lnTo>
                  <a:lnTo>
                    <a:pt x="27" y="1171"/>
                  </a:lnTo>
                  <a:lnTo>
                    <a:pt x="12" y="1070"/>
                  </a:lnTo>
                  <a:lnTo>
                    <a:pt x="3" y="968"/>
                  </a:lnTo>
                  <a:lnTo>
                    <a:pt x="0" y="862"/>
                  </a:lnTo>
                  <a:lnTo>
                    <a:pt x="3" y="761"/>
                  </a:lnTo>
                  <a:lnTo>
                    <a:pt x="11" y="662"/>
                  </a:lnTo>
                  <a:lnTo>
                    <a:pt x="25" y="565"/>
                  </a:lnTo>
                  <a:lnTo>
                    <a:pt x="44" y="470"/>
                  </a:lnTo>
                  <a:lnTo>
                    <a:pt x="68" y="376"/>
                  </a:lnTo>
                  <a:lnTo>
                    <a:pt x="96" y="285"/>
                  </a:lnTo>
                  <a:lnTo>
                    <a:pt x="131" y="197"/>
                  </a:lnTo>
                  <a:lnTo>
                    <a:pt x="168" y="111"/>
                  </a:lnTo>
                  <a:lnTo>
                    <a:pt x="210" y="27"/>
                  </a:lnTo>
                  <a:lnTo>
                    <a:pt x="320"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29" name="Freeform 295"/>
            <p:cNvSpPr>
              <a:spLocks noEditPoints="1"/>
            </p:cNvSpPr>
            <p:nvPr/>
          </p:nvSpPr>
          <p:spPr bwMode="auto">
            <a:xfrm>
              <a:off x="2638425" y="4291013"/>
              <a:ext cx="263525" cy="79375"/>
            </a:xfrm>
            <a:custGeom>
              <a:avLst/>
              <a:gdLst>
                <a:gd name="T0" fmla="*/ 782 w 1831"/>
                <a:gd name="T1" fmla="*/ 179 h 603"/>
                <a:gd name="T2" fmla="*/ 779 w 1831"/>
                <a:gd name="T3" fmla="*/ 185 h 603"/>
                <a:gd name="T4" fmla="*/ 773 w 1831"/>
                <a:gd name="T5" fmla="*/ 194 h 603"/>
                <a:gd name="T6" fmla="*/ 763 w 1831"/>
                <a:gd name="T7" fmla="*/ 204 h 603"/>
                <a:gd name="T8" fmla="*/ 750 w 1831"/>
                <a:gd name="T9" fmla="*/ 214 h 603"/>
                <a:gd name="T10" fmla="*/ 737 w 1831"/>
                <a:gd name="T11" fmla="*/ 225 h 603"/>
                <a:gd name="T12" fmla="*/ 724 w 1831"/>
                <a:gd name="T13" fmla="*/ 235 h 603"/>
                <a:gd name="T14" fmla="*/ 711 w 1831"/>
                <a:gd name="T15" fmla="*/ 246 h 603"/>
                <a:gd name="T16" fmla="*/ 699 w 1831"/>
                <a:gd name="T17" fmla="*/ 254 h 603"/>
                <a:gd name="T18" fmla="*/ 690 w 1831"/>
                <a:gd name="T19" fmla="*/ 261 h 603"/>
                <a:gd name="T20" fmla="*/ 683 w 1831"/>
                <a:gd name="T21" fmla="*/ 266 h 603"/>
                <a:gd name="T22" fmla="*/ 681 w 1831"/>
                <a:gd name="T23" fmla="*/ 267 h 603"/>
                <a:gd name="T24" fmla="*/ 782 w 1831"/>
                <a:gd name="T25" fmla="*/ 331 h 603"/>
                <a:gd name="T26" fmla="*/ 990 w 1831"/>
                <a:gd name="T27" fmla="*/ 271 h 603"/>
                <a:gd name="T28" fmla="*/ 941 w 1831"/>
                <a:gd name="T29" fmla="*/ 179 h 603"/>
                <a:gd name="T30" fmla="*/ 851 w 1831"/>
                <a:gd name="T31" fmla="*/ 210 h 603"/>
                <a:gd name="T32" fmla="*/ 782 w 1831"/>
                <a:gd name="T33" fmla="*/ 179 h 603"/>
                <a:gd name="T34" fmla="*/ 1401 w 1831"/>
                <a:gd name="T35" fmla="*/ 72 h 603"/>
                <a:gd name="T36" fmla="*/ 1244 w 1831"/>
                <a:gd name="T37" fmla="*/ 166 h 603"/>
                <a:gd name="T38" fmla="*/ 1155 w 1831"/>
                <a:gd name="T39" fmla="*/ 226 h 603"/>
                <a:gd name="T40" fmla="*/ 1217 w 1831"/>
                <a:gd name="T41" fmla="*/ 270 h 603"/>
                <a:gd name="T42" fmla="*/ 1356 w 1831"/>
                <a:gd name="T43" fmla="*/ 255 h 603"/>
                <a:gd name="T44" fmla="*/ 1502 w 1831"/>
                <a:gd name="T45" fmla="*/ 135 h 603"/>
                <a:gd name="T46" fmla="*/ 1401 w 1831"/>
                <a:gd name="T47" fmla="*/ 72 h 603"/>
                <a:gd name="T48" fmla="*/ 1180 w 1831"/>
                <a:gd name="T49" fmla="*/ 0 h 603"/>
                <a:gd name="T50" fmla="*/ 1180 w 1831"/>
                <a:gd name="T51" fmla="*/ 0 h 603"/>
                <a:gd name="T52" fmla="*/ 1267 w 1831"/>
                <a:gd name="T53" fmla="*/ 4 h 603"/>
                <a:gd name="T54" fmla="*/ 1352 w 1831"/>
                <a:gd name="T55" fmla="*/ 11 h 603"/>
                <a:gd name="T56" fmla="*/ 1436 w 1831"/>
                <a:gd name="T57" fmla="*/ 24 h 603"/>
                <a:gd name="T58" fmla="*/ 1519 w 1831"/>
                <a:gd name="T59" fmla="*/ 43 h 603"/>
                <a:gd name="T60" fmla="*/ 1600 w 1831"/>
                <a:gd name="T61" fmla="*/ 66 h 603"/>
                <a:gd name="T62" fmla="*/ 1679 w 1831"/>
                <a:gd name="T63" fmla="*/ 93 h 603"/>
                <a:gd name="T64" fmla="*/ 1756 w 1831"/>
                <a:gd name="T65" fmla="*/ 124 h 603"/>
                <a:gd name="T66" fmla="*/ 1831 w 1831"/>
                <a:gd name="T67" fmla="*/ 160 h 603"/>
                <a:gd name="T68" fmla="*/ 1776 w 1831"/>
                <a:gd name="T69" fmla="*/ 169 h 603"/>
                <a:gd name="T70" fmla="*/ 1626 w 1831"/>
                <a:gd name="T71" fmla="*/ 145 h 603"/>
                <a:gd name="T72" fmla="*/ 1521 w 1831"/>
                <a:gd name="T73" fmla="*/ 221 h 603"/>
                <a:gd name="T74" fmla="*/ 1445 w 1831"/>
                <a:gd name="T75" fmla="*/ 311 h 603"/>
                <a:gd name="T76" fmla="*/ 1171 w 1831"/>
                <a:gd name="T77" fmla="*/ 338 h 603"/>
                <a:gd name="T78" fmla="*/ 1059 w 1831"/>
                <a:gd name="T79" fmla="*/ 319 h 603"/>
                <a:gd name="T80" fmla="*/ 981 w 1831"/>
                <a:gd name="T81" fmla="*/ 449 h 603"/>
                <a:gd name="T82" fmla="*/ 757 w 1831"/>
                <a:gd name="T83" fmla="*/ 463 h 603"/>
                <a:gd name="T84" fmla="*/ 616 w 1831"/>
                <a:gd name="T85" fmla="*/ 420 h 603"/>
                <a:gd name="T86" fmla="*/ 490 w 1831"/>
                <a:gd name="T87" fmla="*/ 494 h 603"/>
                <a:gd name="T88" fmla="*/ 218 w 1831"/>
                <a:gd name="T89" fmla="*/ 535 h 603"/>
                <a:gd name="T90" fmla="*/ 0 w 1831"/>
                <a:gd name="T91" fmla="*/ 603 h 603"/>
                <a:gd name="T92" fmla="*/ 0 w 1831"/>
                <a:gd name="T93" fmla="*/ 603 h 603"/>
                <a:gd name="T94" fmla="*/ 58 w 1831"/>
                <a:gd name="T95" fmla="*/ 531 h 603"/>
                <a:gd name="T96" fmla="*/ 120 w 1831"/>
                <a:gd name="T97" fmla="*/ 463 h 603"/>
                <a:gd name="T98" fmla="*/ 185 w 1831"/>
                <a:gd name="T99" fmla="*/ 399 h 603"/>
                <a:gd name="T100" fmla="*/ 253 w 1831"/>
                <a:gd name="T101" fmla="*/ 338 h 603"/>
                <a:gd name="T102" fmla="*/ 325 w 1831"/>
                <a:gd name="T103" fmla="*/ 283 h 603"/>
                <a:gd name="T104" fmla="*/ 400 w 1831"/>
                <a:gd name="T105" fmla="*/ 232 h 603"/>
                <a:gd name="T106" fmla="*/ 477 w 1831"/>
                <a:gd name="T107" fmla="*/ 185 h 603"/>
                <a:gd name="T108" fmla="*/ 558 w 1831"/>
                <a:gd name="T109" fmla="*/ 144 h 603"/>
                <a:gd name="T110" fmla="*/ 640 w 1831"/>
                <a:gd name="T111" fmla="*/ 107 h 603"/>
                <a:gd name="T112" fmla="*/ 725 w 1831"/>
                <a:gd name="T113" fmla="*/ 75 h 603"/>
                <a:gd name="T114" fmla="*/ 813 w 1831"/>
                <a:gd name="T115" fmla="*/ 49 h 603"/>
                <a:gd name="T116" fmla="*/ 902 w 1831"/>
                <a:gd name="T117" fmla="*/ 27 h 603"/>
                <a:gd name="T118" fmla="*/ 992 w 1831"/>
                <a:gd name="T119" fmla="*/ 13 h 603"/>
                <a:gd name="T120" fmla="*/ 1086 w 1831"/>
                <a:gd name="T121" fmla="*/ 4 h 603"/>
                <a:gd name="T122" fmla="*/ 1180 w 1831"/>
                <a:gd name="T123" fmla="*/ 0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1" h="603">
                  <a:moveTo>
                    <a:pt x="782" y="179"/>
                  </a:moveTo>
                  <a:lnTo>
                    <a:pt x="779" y="185"/>
                  </a:lnTo>
                  <a:lnTo>
                    <a:pt x="773" y="194"/>
                  </a:lnTo>
                  <a:lnTo>
                    <a:pt x="763" y="204"/>
                  </a:lnTo>
                  <a:lnTo>
                    <a:pt x="750" y="214"/>
                  </a:lnTo>
                  <a:lnTo>
                    <a:pt x="737" y="225"/>
                  </a:lnTo>
                  <a:lnTo>
                    <a:pt x="724" y="235"/>
                  </a:lnTo>
                  <a:lnTo>
                    <a:pt x="711" y="246"/>
                  </a:lnTo>
                  <a:lnTo>
                    <a:pt x="699" y="254"/>
                  </a:lnTo>
                  <a:lnTo>
                    <a:pt x="690" y="261"/>
                  </a:lnTo>
                  <a:lnTo>
                    <a:pt x="683" y="266"/>
                  </a:lnTo>
                  <a:lnTo>
                    <a:pt x="681" y="267"/>
                  </a:lnTo>
                  <a:lnTo>
                    <a:pt x="782" y="331"/>
                  </a:lnTo>
                  <a:lnTo>
                    <a:pt x="990" y="271"/>
                  </a:lnTo>
                  <a:lnTo>
                    <a:pt x="941" y="179"/>
                  </a:lnTo>
                  <a:lnTo>
                    <a:pt x="851" y="210"/>
                  </a:lnTo>
                  <a:lnTo>
                    <a:pt x="782" y="179"/>
                  </a:lnTo>
                  <a:close/>
                  <a:moveTo>
                    <a:pt x="1401" y="72"/>
                  </a:moveTo>
                  <a:lnTo>
                    <a:pt x="1244" y="166"/>
                  </a:lnTo>
                  <a:lnTo>
                    <a:pt x="1155" y="226"/>
                  </a:lnTo>
                  <a:lnTo>
                    <a:pt x="1217" y="270"/>
                  </a:lnTo>
                  <a:lnTo>
                    <a:pt x="1356" y="255"/>
                  </a:lnTo>
                  <a:lnTo>
                    <a:pt x="1502" y="135"/>
                  </a:lnTo>
                  <a:lnTo>
                    <a:pt x="1401" y="72"/>
                  </a:lnTo>
                  <a:close/>
                  <a:moveTo>
                    <a:pt x="1180" y="0"/>
                  </a:moveTo>
                  <a:lnTo>
                    <a:pt x="1180" y="0"/>
                  </a:lnTo>
                  <a:lnTo>
                    <a:pt x="1267" y="4"/>
                  </a:lnTo>
                  <a:lnTo>
                    <a:pt x="1352" y="11"/>
                  </a:lnTo>
                  <a:lnTo>
                    <a:pt x="1436" y="24"/>
                  </a:lnTo>
                  <a:lnTo>
                    <a:pt x="1519" y="43"/>
                  </a:lnTo>
                  <a:lnTo>
                    <a:pt x="1600" y="66"/>
                  </a:lnTo>
                  <a:lnTo>
                    <a:pt x="1679" y="93"/>
                  </a:lnTo>
                  <a:lnTo>
                    <a:pt x="1756" y="124"/>
                  </a:lnTo>
                  <a:lnTo>
                    <a:pt x="1831" y="160"/>
                  </a:lnTo>
                  <a:lnTo>
                    <a:pt x="1776" y="169"/>
                  </a:lnTo>
                  <a:lnTo>
                    <a:pt x="1626" y="145"/>
                  </a:lnTo>
                  <a:lnTo>
                    <a:pt x="1521" y="221"/>
                  </a:lnTo>
                  <a:lnTo>
                    <a:pt x="1445" y="311"/>
                  </a:lnTo>
                  <a:lnTo>
                    <a:pt x="1171" y="338"/>
                  </a:lnTo>
                  <a:lnTo>
                    <a:pt x="1059" y="319"/>
                  </a:lnTo>
                  <a:lnTo>
                    <a:pt x="981" y="449"/>
                  </a:lnTo>
                  <a:lnTo>
                    <a:pt x="757" y="463"/>
                  </a:lnTo>
                  <a:lnTo>
                    <a:pt x="616" y="420"/>
                  </a:lnTo>
                  <a:lnTo>
                    <a:pt x="490" y="494"/>
                  </a:lnTo>
                  <a:lnTo>
                    <a:pt x="218" y="535"/>
                  </a:lnTo>
                  <a:lnTo>
                    <a:pt x="0" y="603"/>
                  </a:lnTo>
                  <a:lnTo>
                    <a:pt x="0" y="603"/>
                  </a:lnTo>
                  <a:lnTo>
                    <a:pt x="58" y="531"/>
                  </a:lnTo>
                  <a:lnTo>
                    <a:pt x="120" y="463"/>
                  </a:lnTo>
                  <a:lnTo>
                    <a:pt x="185" y="399"/>
                  </a:lnTo>
                  <a:lnTo>
                    <a:pt x="253" y="338"/>
                  </a:lnTo>
                  <a:lnTo>
                    <a:pt x="325" y="283"/>
                  </a:lnTo>
                  <a:lnTo>
                    <a:pt x="400" y="232"/>
                  </a:lnTo>
                  <a:lnTo>
                    <a:pt x="477" y="185"/>
                  </a:lnTo>
                  <a:lnTo>
                    <a:pt x="558" y="144"/>
                  </a:lnTo>
                  <a:lnTo>
                    <a:pt x="640" y="107"/>
                  </a:lnTo>
                  <a:lnTo>
                    <a:pt x="725" y="75"/>
                  </a:lnTo>
                  <a:lnTo>
                    <a:pt x="813" y="49"/>
                  </a:lnTo>
                  <a:lnTo>
                    <a:pt x="902" y="27"/>
                  </a:lnTo>
                  <a:lnTo>
                    <a:pt x="992" y="13"/>
                  </a:lnTo>
                  <a:lnTo>
                    <a:pt x="1086" y="4"/>
                  </a:lnTo>
                  <a:lnTo>
                    <a:pt x="1180"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30" name="Group 36"/>
          <p:cNvGrpSpPr/>
          <p:nvPr/>
        </p:nvGrpSpPr>
        <p:grpSpPr>
          <a:xfrm>
            <a:off x="2043673" y="2240921"/>
            <a:ext cx="359552" cy="528864"/>
            <a:chOff x="9209088" y="5059363"/>
            <a:chExt cx="300038" cy="441324"/>
          </a:xfrm>
          <a:solidFill>
            <a:srgbClr val="ADB9CA"/>
          </a:solidFill>
        </p:grpSpPr>
        <p:sp>
          <p:nvSpPr>
            <p:cNvPr id="31" name="Freeform 412"/>
            <p:cNvSpPr/>
            <p:nvPr/>
          </p:nvSpPr>
          <p:spPr bwMode="auto">
            <a:xfrm>
              <a:off x="9313863" y="5059363"/>
              <a:ext cx="90488" cy="90487"/>
            </a:xfrm>
            <a:custGeom>
              <a:avLst/>
              <a:gdLst>
                <a:gd name="T0" fmla="*/ 343 w 686"/>
                <a:gd name="T1" fmla="*/ 0 h 686"/>
                <a:gd name="T2" fmla="*/ 390 w 686"/>
                <a:gd name="T3" fmla="*/ 3 h 686"/>
                <a:gd name="T4" fmla="*/ 435 w 686"/>
                <a:gd name="T5" fmla="*/ 12 h 686"/>
                <a:gd name="T6" fmla="*/ 477 w 686"/>
                <a:gd name="T7" fmla="*/ 27 h 686"/>
                <a:gd name="T8" fmla="*/ 517 w 686"/>
                <a:gd name="T9" fmla="*/ 46 h 686"/>
                <a:gd name="T10" fmla="*/ 553 w 686"/>
                <a:gd name="T11" fmla="*/ 71 h 686"/>
                <a:gd name="T12" fmla="*/ 586 w 686"/>
                <a:gd name="T13" fmla="*/ 100 h 686"/>
                <a:gd name="T14" fmla="*/ 615 w 686"/>
                <a:gd name="T15" fmla="*/ 133 h 686"/>
                <a:gd name="T16" fmla="*/ 640 w 686"/>
                <a:gd name="T17" fmla="*/ 169 h 686"/>
                <a:gd name="T18" fmla="*/ 659 w 686"/>
                <a:gd name="T19" fmla="*/ 209 h 686"/>
                <a:gd name="T20" fmla="*/ 674 w 686"/>
                <a:gd name="T21" fmla="*/ 251 h 686"/>
                <a:gd name="T22" fmla="*/ 683 w 686"/>
                <a:gd name="T23" fmla="*/ 296 h 686"/>
                <a:gd name="T24" fmla="*/ 686 w 686"/>
                <a:gd name="T25" fmla="*/ 342 h 686"/>
                <a:gd name="T26" fmla="*/ 683 w 686"/>
                <a:gd name="T27" fmla="*/ 389 h 686"/>
                <a:gd name="T28" fmla="*/ 674 w 686"/>
                <a:gd name="T29" fmla="*/ 434 h 686"/>
                <a:gd name="T30" fmla="*/ 659 w 686"/>
                <a:gd name="T31" fmla="*/ 476 h 686"/>
                <a:gd name="T32" fmla="*/ 640 w 686"/>
                <a:gd name="T33" fmla="*/ 516 h 686"/>
                <a:gd name="T34" fmla="*/ 615 w 686"/>
                <a:gd name="T35" fmla="*/ 552 h 686"/>
                <a:gd name="T36" fmla="*/ 586 w 686"/>
                <a:gd name="T37" fmla="*/ 585 h 686"/>
                <a:gd name="T38" fmla="*/ 553 w 686"/>
                <a:gd name="T39" fmla="*/ 614 h 686"/>
                <a:gd name="T40" fmla="*/ 517 w 686"/>
                <a:gd name="T41" fmla="*/ 639 h 686"/>
                <a:gd name="T42" fmla="*/ 477 w 686"/>
                <a:gd name="T43" fmla="*/ 659 h 686"/>
                <a:gd name="T44" fmla="*/ 435 w 686"/>
                <a:gd name="T45" fmla="*/ 674 h 686"/>
                <a:gd name="T46" fmla="*/ 390 w 686"/>
                <a:gd name="T47" fmla="*/ 682 h 686"/>
                <a:gd name="T48" fmla="*/ 343 w 686"/>
                <a:gd name="T49" fmla="*/ 686 h 686"/>
                <a:gd name="T50" fmla="*/ 296 w 686"/>
                <a:gd name="T51" fmla="*/ 682 h 686"/>
                <a:gd name="T52" fmla="*/ 252 w 686"/>
                <a:gd name="T53" fmla="*/ 674 h 686"/>
                <a:gd name="T54" fmla="*/ 210 w 686"/>
                <a:gd name="T55" fmla="*/ 659 h 686"/>
                <a:gd name="T56" fmla="*/ 170 w 686"/>
                <a:gd name="T57" fmla="*/ 639 h 686"/>
                <a:gd name="T58" fmla="*/ 134 w 686"/>
                <a:gd name="T59" fmla="*/ 614 h 686"/>
                <a:gd name="T60" fmla="*/ 101 w 686"/>
                <a:gd name="T61" fmla="*/ 585 h 686"/>
                <a:gd name="T62" fmla="*/ 72 w 686"/>
                <a:gd name="T63" fmla="*/ 552 h 686"/>
                <a:gd name="T64" fmla="*/ 48 w 686"/>
                <a:gd name="T65" fmla="*/ 516 h 686"/>
                <a:gd name="T66" fmla="*/ 27 w 686"/>
                <a:gd name="T67" fmla="*/ 476 h 686"/>
                <a:gd name="T68" fmla="*/ 13 w 686"/>
                <a:gd name="T69" fmla="*/ 434 h 686"/>
                <a:gd name="T70" fmla="*/ 4 w 686"/>
                <a:gd name="T71" fmla="*/ 389 h 686"/>
                <a:gd name="T72" fmla="*/ 0 w 686"/>
                <a:gd name="T73" fmla="*/ 342 h 686"/>
                <a:gd name="T74" fmla="*/ 4 w 686"/>
                <a:gd name="T75" fmla="*/ 296 h 686"/>
                <a:gd name="T76" fmla="*/ 13 w 686"/>
                <a:gd name="T77" fmla="*/ 251 h 686"/>
                <a:gd name="T78" fmla="*/ 27 w 686"/>
                <a:gd name="T79" fmla="*/ 209 h 686"/>
                <a:gd name="T80" fmla="*/ 48 w 686"/>
                <a:gd name="T81" fmla="*/ 169 h 686"/>
                <a:gd name="T82" fmla="*/ 72 w 686"/>
                <a:gd name="T83" fmla="*/ 133 h 686"/>
                <a:gd name="T84" fmla="*/ 101 w 686"/>
                <a:gd name="T85" fmla="*/ 100 h 686"/>
                <a:gd name="T86" fmla="*/ 134 w 686"/>
                <a:gd name="T87" fmla="*/ 71 h 686"/>
                <a:gd name="T88" fmla="*/ 170 w 686"/>
                <a:gd name="T89" fmla="*/ 46 h 686"/>
                <a:gd name="T90" fmla="*/ 210 w 686"/>
                <a:gd name="T91" fmla="*/ 27 h 686"/>
                <a:gd name="T92" fmla="*/ 252 w 686"/>
                <a:gd name="T93" fmla="*/ 12 h 686"/>
                <a:gd name="T94" fmla="*/ 296 w 686"/>
                <a:gd name="T95" fmla="*/ 3 h 686"/>
                <a:gd name="T96" fmla="*/ 343 w 686"/>
                <a:gd name="T97" fmla="*/ 0 h 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6" h="686">
                  <a:moveTo>
                    <a:pt x="343" y="0"/>
                  </a:moveTo>
                  <a:lnTo>
                    <a:pt x="390" y="3"/>
                  </a:lnTo>
                  <a:lnTo>
                    <a:pt x="435" y="12"/>
                  </a:lnTo>
                  <a:lnTo>
                    <a:pt x="477" y="27"/>
                  </a:lnTo>
                  <a:lnTo>
                    <a:pt x="517" y="46"/>
                  </a:lnTo>
                  <a:lnTo>
                    <a:pt x="553" y="71"/>
                  </a:lnTo>
                  <a:lnTo>
                    <a:pt x="586" y="100"/>
                  </a:lnTo>
                  <a:lnTo>
                    <a:pt x="615" y="133"/>
                  </a:lnTo>
                  <a:lnTo>
                    <a:pt x="640" y="169"/>
                  </a:lnTo>
                  <a:lnTo>
                    <a:pt x="659" y="209"/>
                  </a:lnTo>
                  <a:lnTo>
                    <a:pt x="674" y="251"/>
                  </a:lnTo>
                  <a:lnTo>
                    <a:pt x="683" y="296"/>
                  </a:lnTo>
                  <a:lnTo>
                    <a:pt x="686" y="342"/>
                  </a:lnTo>
                  <a:lnTo>
                    <a:pt x="683" y="389"/>
                  </a:lnTo>
                  <a:lnTo>
                    <a:pt x="674" y="434"/>
                  </a:lnTo>
                  <a:lnTo>
                    <a:pt x="659" y="476"/>
                  </a:lnTo>
                  <a:lnTo>
                    <a:pt x="640" y="516"/>
                  </a:lnTo>
                  <a:lnTo>
                    <a:pt x="615" y="552"/>
                  </a:lnTo>
                  <a:lnTo>
                    <a:pt x="586" y="585"/>
                  </a:lnTo>
                  <a:lnTo>
                    <a:pt x="553" y="614"/>
                  </a:lnTo>
                  <a:lnTo>
                    <a:pt x="517" y="639"/>
                  </a:lnTo>
                  <a:lnTo>
                    <a:pt x="477" y="659"/>
                  </a:lnTo>
                  <a:lnTo>
                    <a:pt x="435" y="674"/>
                  </a:lnTo>
                  <a:lnTo>
                    <a:pt x="390" y="682"/>
                  </a:lnTo>
                  <a:lnTo>
                    <a:pt x="343" y="686"/>
                  </a:lnTo>
                  <a:lnTo>
                    <a:pt x="296" y="682"/>
                  </a:lnTo>
                  <a:lnTo>
                    <a:pt x="252" y="674"/>
                  </a:lnTo>
                  <a:lnTo>
                    <a:pt x="210" y="659"/>
                  </a:lnTo>
                  <a:lnTo>
                    <a:pt x="170" y="639"/>
                  </a:lnTo>
                  <a:lnTo>
                    <a:pt x="134" y="614"/>
                  </a:lnTo>
                  <a:lnTo>
                    <a:pt x="101" y="585"/>
                  </a:lnTo>
                  <a:lnTo>
                    <a:pt x="72" y="552"/>
                  </a:lnTo>
                  <a:lnTo>
                    <a:pt x="48" y="516"/>
                  </a:lnTo>
                  <a:lnTo>
                    <a:pt x="27" y="476"/>
                  </a:lnTo>
                  <a:lnTo>
                    <a:pt x="13" y="434"/>
                  </a:lnTo>
                  <a:lnTo>
                    <a:pt x="4" y="389"/>
                  </a:lnTo>
                  <a:lnTo>
                    <a:pt x="0" y="342"/>
                  </a:lnTo>
                  <a:lnTo>
                    <a:pt x="4" y="296"/>
                  </a:lnTo>
                  <a:lnTo>
                    <a:pt x="13" y="251"/>
                  </a:lnTo>
                  <a:lnTo>
                    <a:pt x="27" y="209"/>
                  </a:lnTo>
                  <a:lnTo>
                    <a:pt x="48" y="169"/>
                  </a:lnTo>
                  <a:lnTo>
                    <a:pt x="72" y="133"/>
                  </a:lnTo>
                  <a:lnTo>
                    <a:pt x="101" y="100"/>
                  </a:lnTo>
                  <a:lnTo>
                    <a:pt x="134" y="71"/>
                  </a:lnTo>
                  <a:lnTo>
                    <a:pt x="170" y="46"/>
                  </a:lnTo>
                  <a:lnTo>
                    <a:pt x="210" y="27"/>
                  </a:lnTo>
                  <a:lnTo>
                    <a:pt x="252" y="12"/>
                  </a:lnTo>
                  <a:lnTo>
                    <a:pt x="296" y="3"/>
                  </a:lnTo>
                  <a:lnTo>
                    <a:pt x="343"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2" name="Freeform 413"/>
            <p:cNvSpPr/>
            <p:nvPr/>
          </p:nvSpPr>
          <p:spPr bwMode="auto">
            <a:xfrm>
              <a:off x="9288463" y="5156200"/>
              <a:ext cx="141288" cy="344487"/>
            </a:xfrm>
            <a:custGeom>
              <a:avLst/>
              <a:gdLst>
                <a:gd name="T0" fmla="*/ 925 w 1073"/>
                <a:gd name="T1" fmla="*/ 1 h 2605"/>
                <a:gd name="T2" fmla="*/ 982 w 1073"/>
                <a:gd name="T3" fmla="*/ 12 h 2605"/>
                <a:gd name="T4" fmla="*/ 1029 w 1073"/>
                <a:gd name="T5" fmla="*/ 45 h 2605"/>
                <a:gd name="T6" fmla="*/ 1061 w 1073"/>
                <a:gd name="T7" fmla="*/ 91 h 2605"/>
                <a:gd name="T8" fmla="*/ 1073 w 1073"/>
                <a:gd name="T9" fmla="*/ 149 h 2605"/>
                <a:gd name="T10" fmla="*/ 1069 w 1073"/>
                <a:gd name="T11" fmla="*/ 1419 h 2605"/>
                <a:gd name="T12" fmla="*/ 1048 w 1073"/>
                <a:gd name="T13" fmla="*/ 1472 h 2605"/>
                <a:gd name="T14" fmla="*/ 1007 w 1073"/>
                <a:gd name="T15" fmla="*/ 1512 h 2605"/>
                <a:gd name="T16" fmla="*/ 954 w 1073"/>
                <a:gd name="T17" fmla="*/ 1535 h 2605"/>
                <a:gd name="T18" fmla="*/ 900 w 1073"/>
                <a:gd name="T19" fmla="*/ 1536 h 2605"/>
                <a:gd name="T20" fmla="*/ 854 w 1073"/>
                <a:gd name="T21" fmla="*/ 1520 h 2605"/>
                <a:gd name="T22" fmla="*/ 835 w 1073"/>
                <a:gd name="T23" fmla="*/ 2456 h 2605"/>
                <a:gd name="T24" fmla="*/ 824 w 1073"/>
                <a:gd name="T25" fmla="*/ 2515 h 2605"/>
                <a:gd name="T26" fmla="*/ 792 w 1073"/>
                <a:gd name="T27" fmla="*/ 2561 h 2605"/>
                <a:gd name="T28" fmla="*/ 744 w 1073"/>
                <a:gd name="T29" fmla="*/ 2593 h 2605"/>
                <a:gd name="T30" fmla="*/ 687 w 1073"/>
                <a:gd name="T31" fmla="*/ 2605 h 2605"/>
                <a:gd name="T32" fmla="*/ 629 w 1073"/>
                <a:gd name="T33" fmla="*/ 2593 h 2605"/>
                <a:gd name="T34" fmla="*/ 582 w 1073"/>
                <a:gd name="T35" fmla="*/ 2561 h 2605"/>
                <a:gd name="T36" fmla="*/ 551 w 1073"/>
                <a:gd name="T37" fmla="*/ 2515 h 2605"/>
                <a:gd name="T38" fmla="*/ 539 w 1073"/>
                <a:gd name="T39" fmla="*/ 2456 h 2605"/>
                <a:gd name="T40" fmla="*/ 532 w 1073"/>
                <a:gd name="T41" fmla="*/ 2486 h 2605"/>
                <a:gd name="T42" fmla="*/ 509 w 1073"/>
                <a:gd name="T43" fmla="*/ 2539 h 2605"/>
                <a:gd name="T44" fmla="*/ 469 w 1073"/>
                <a:gd name="T45" fmla="*/ 2579 h 2605"/>
                <a:gd name="T46" fmla="*/ 416 w 1073"/>
                <a:gd name="T47" fmla="*/ 2602 h 2605"/>
                <a:gd name="T48" fmla="*/ 357 w 1073"/>
                <a:gd name="T49" fmla="*/ 2602 h 2605"/>
                <a:gd name="T50" fmla="*/ 304 w 1073"/>
                <a:gd name="T51" fmla="*/ 2579 h 2605"/>
                <a:gd name="T52" fmla="*/ 263 w 1073"/>
                <a:gd name="T53" fmla="*/ 2539 h 2605"/>
                <a:gd name="T54" fmla="*/ 241 w 1073"/>
                <a:gd name="T55" fmla="*/ 2486 h 2605"/>
                <a:gd name="T56" fmla="*/ 238 w 1073"/>
                <a:gd name="T57" fmla="*/ 1507 h 2605"/>
                <a:gd name="T58" fmla="*/ 197 w 1073"/>
                <a:gd name="T59" fmla="*/ 1530 h 2605"/>
                <a:gd name="T60" fmla="*/ 148 w 1073"/>
                <a:gd name="T61" fmla="*/ 1538 h 2605"/>
                <a:gd name="T62" fmla="*/ 91 w 1073"/>
                <a:gd name="T63" fmla="*/ 1526 h 2605"/>
                <a:gd name="T64" fmla="*/ 43 w 1073"/>
                <a:gd name="T65" fmla="*/ 1495 h 2605"/>
                <a:gd name="T66" fmla="*/ 12 w 1073"/>
                <a:gd name="T67" fmla="*/ 1447 h 2605"/>
                <a:gd name="T68" fmla="*/ 0 w 1073"/>
                <a:gd name="T69" fmla="*/ 1389 h 2605"/>
                <a:gd name="T70" fmla="*/ 3 w 1073"/>
                <a:gd name="T71" fmla="*/ 119 h 2605"/>
                <a:gd name="T72" fmla="*/ 25 w 1073"/>
                <a:gd name="T73" fmla="*/ 67 h 2605"/>
                <a:gd name="T74" fmla="*/ 64 w 1073"/>
                <a:gd name="T75" fmla="*/ 27 h 2605"/>
                <a:gd name="T76" fmla="*/ 116 w 1073"/>
                <a:gd name="T77" fmla="*/ 5 h 2605"/>
                <a:gd name="T78" fmla="*/ 145 w 1073"/>
                <a:gd name="T79" fmla="*/ 0 h 2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73" h="2605">
                  <a:moveTo>
                    <a:pt x="145" y="0"/>
                  </a:moveTo>
                  <a:lnTo>
                    <a:pt x="925" y="1"/>
                  </a:lnTo>
                  <a:lnTo>
                    <a:pt x="954" y="4"/>
                  </a:lnTo>
                  <a:lnTo>
                    <a:pt x="982" y="12"/>
                  </a:lnTo>
                  <a:lnTo>
                    <a:pt x="1007" y="26"/>
                  </a:lnTo>
                  <a:lnTo>
                    <a:pt x="1029" y="45"/>
                  </a:lnTo>
                  <a:lnTo>
                    <a:pt x="1048" y="66"/>
                  </a:lnTo>
                  <a:lnTo>
                    <a:pt x="1061" y="91"/>
                  </a:lnTo>
                  <a:lnTo>
                    <a:pt x="1069" y="119"/>
                  </a:lnTo>
                  <a:lnTo>
                    <a:pt x="1073" y="149"/>
                  </a:lnTo>
                  <a:lnTo>
                    <a:pt x="1073" y="1389"/>
                  </a:lnTo>
                  <a:lnTo>
                    <a:pt x="1069" y="1419"/>
                  </a:lnTo>
                  <a:lnTo>
                    <a:pt x="1061" y="1447"/>
                  </a:lnTo>
                  <a:lnTo>
                    <a:pt x="1048" y="1472"/>
                  </a:lnTo>
                  <a:lnTo>
                    <a:pt x="1029" y="1495"/>
                  </a:lnTo>
                  <a:lnTo>
                    <a:pt x="1007" y="1512"/>
                  </a:lnTo>
                  <a:lnTo>
                    <a:pt x="982" y="1526"/>
                  </a:lnTo>
                  <a:lnTo>
                    <a:pt x="954" y="1535"/>
                  </a:lnTo>
                  <a:lnTo>
                    <a:pt x="925" y="1538"/>
                  </a:lnTo>
                  <a:lnTo>
                    <a:pt x="900" y="1536"/>
                  </a:lnTo>
                  <a:lnTo>
                    <a:pt x="876" y="1530"/>
                  </a:lnTo>
                  <a:lnTo>
                    <a:pt x="854" y="1520"/>
                  </a:lnTo>
                  <a:lnTo>
                    <a:pt x="835" y="1508"/>
                  </a:lnTo>
                  <a:lnTo>
                    <a:pt x="835" y="2456"/>
                  </a:lnTo>
                  <a:lnTo>
                    <a:pt x="833" y="2486"/>
                  </a:lnTo>
                  <a:lnTo>
                    <a:pt x="824" y="2515"/>
                  </a:lnTo>
                  <a:lnTo>
                    <a:pt x="810" y="2539"/>
                  </a:lnTo>
                  <a:lnTo>
                    <a:pt x="792" y="2561"/>
                  </a:lnTo>
                  <a:lnTo>
                    <a:pt x="770" y="2579"/>
                  </a:lnTo>
                  <a:lnTo>
                    <a:pt x="744" y="2593"/>
                  </a:lnTo>
                  <a:lnTo>
                    <a:pt x="717" y="2602"/>
                  </a:lnTo>
                  <a:lnTo>
                    <a:pt x="687" y="2605"/>
                  </a:lnTo>
                  <a:lnTo>
                    <a:pt x="657" y="2602"/>
                  </a:lnTo>
                  <a:lnTo>
                    <a:pt x="629" y="2593"/>
                  </a:lnTo>
                  <a:lnTo>
                    <a:pt x="604" y="2579"/>
                  </a:lnTo>
                  <a:lnTo>
                    <a:pt x="582" y="2561"/>
                  </a:lnTo>
                  <a:lnTo>
                    <a:pt x="564" y="2539"/>
                  </a:lnTo>
                  <a:lnTo>
                    <a:pt x="551" y="2515"/>
                  </a:lnTo>
                  <a:lnTo>
                    <a:pt x="542" y="2486"/>
                  </a:lnTo>
                  <a:lnTo>
                    <a:pt x="539" y="2456"/>
                  </a:lnTo>
                  <a:lnTo>
                    <a:pt x="535" y="2456"/>
                  </a:lnTo>
                  <a:lnTo>
                    <a:pt x="532" y="2486"/>
                  </a:lnTo>
                  <a:lnTo>
                    <a:pt x="523" y="2515"/>
                  </a:lnTo>
                  <a:lnTo>
                    <a:pt x="509" y="2539"/>
                  </a:lnTo>
                  <a:lnTo>
                    <a:pt x="492" y="2561"/>
                  </a:lnTo>
                  <a:lnTo>
                    <a:pt x="469" y="2579"/>
                  </a:lnTo>
                  <a:lnTo>
                    <a:pt x="444" y="2593"/>
                  </a:lnTo>
                  <a:lnTo>
                    <a:pt x="416" y="2602"/>
                  </a:lnTo>
                  <a:lnTo>
                    <a:pt x="386" y="2605"/>
                  </a:lnTo>
                  <a:lnTo>
                    <a:pt x="357" y="2602"/>
                  </a:lnTo>
                  <a:lnTo>
                    <a:pt x="328" y="2593"/>
                  </a:lnTo>
                  <a:lnTo>
                    <a:pt x="304" y="2579"/>
                  </a:lnTo>
                  <a:lnTo>
                    <a:pt x="281" y="2561"/>
                  </a:lnTo>
                  <a:lnTo>
                    <a:pt x="263" y="2539"/>
                  </a:lnTo>
                  <a:lnTo>
                    <a:pt x="250" y="2515"/>
                  </a:lnTo>
                  <a:lnTo>
                    <a:pt x="241" y="2486"/>
                  </a:lnTo>
                  <a:lnTo>
                    <a:pt x="238" y="2456"/>
                  </a:lnTo>
                  <a:lnTo>
                    <a:pt x="238" y="1507"/>
                  </a:lnTo>
                  <a:lnTo>
                    <a:pt x="218" y="1520"/>
                  </a:lnTo>
                  <a:lnTo>
                    <a:pt x="197" y="1530"/>
                  </a:lnTo>
                  <a:lnTo>
                    <a:pt x="173" y="1536"/>
                  </a:lnTo>
                  <a:lnTo>
                    <a:pt x="148" y="1538"/>
                  </a:lnTo>
                  <a:lnTo>
                    <a:pt x="119" y="1535"/>
                  </a:lnTo>
                  <a:lnTo>
                    <a:pt x="91" y="1526"/>
                  </a:lnTo>
                  <a:lnTo>
                    <a:pt x="66" y="1512"/>
                  </a:lnTo>
                  <a:lnTo>
                    <a:pt x="43" y="1495"/>
                  </a:lnTo>
                  <a:lnTo>
                    <a:pt x="25" y="1472"/>
                  </a:lnTo>
                  <a:lnTo>
                    <a:pt x="12" y="1447"/>
                  </a:lnTo>
                  <a:lnTo>
                    <a:pt x="3" y="1419"/>
                  </a:lnTo>
                  <a:lnTo>
                    <a:pt x="0" y="1389"/>
                  </a:lnTo>
                  <a:lnTo>
                    <a:pt x="0" y="149"/>
                  </a:lnTo>
                  <a:lnTo>
                    <a:pt x="3" y="119"/>
                  </a:lnTo>
                  <a:lnTo>
                    <a:pt x="11" y="92"/>
                  </a:lnTo>
                  <a:lnTo>
                    <a:pt x="25" y="67"/>
                  </a:lnTo>
                  <a:lnTo>
                    <a:pt x="42" y="46"/>
                  </a:lnTo>
                  <a:lnTo>
                    <a:pt x="64" y="27"/>
                  </a:lnTo>
                  <a:lnTo>
                    <a:pt x="89" y="13"/>
                  </a:lnTo>
                  <a:lnTo>
                    <a:pt x="116" y="5"/>
                  </a:lnTo>
                  <a:lnTo>
                    <a:pt x="145" y="1"/>
                  </a:lnTo>
                  <a:lnTo>
                    <a:pt x="14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3" name="Freeform 414"/>
            <p:cNvSpPr/>
            <p:nvPr/>
          </p:nvSpPr>
          <p:spPr bwMode="auto">
            <a:xfrm>
              <a:off x="9232901" y="5059363"/>
              <a:ext cx="74613" cy="82550"/>
            </a:xfrm>
            <a:custGeom>
              <a:avLst/>
              <a:gdLst>
                <a:gd name="T0" fmla="*/ 314 w 565"/>
                <a:gd name="T1" fmla="*/ 0 h 629"/>
                <a:gd name="T2" fmla="*/ 358 w 565"/>
                <a:gd name="T3" fmla="*/ 3 h 629"/>
                <a:gd name="T4" fmla="*/ 400 w 565"/>
                <a:gd name="T5" fmla="*/ 12 h 629"/>
                <a:gd name="T6" fmla="*/ 439 w 565"/>
                <a:gd name="T7" fmla="*/ 25 h 629"/>
                <a:gd name="T8" fmla="*/ 474 w 565"/>
                <a:gd name="T9" fmla="*/ 44 h 629"/>
                <a:gd name="T10" fmla="*/ 508 w 565"/>
                <a:gd name="T11" fmla="*/ 67 h 629"/>
                <a:gd name="T12" fmla="*/ 538 w 565"/>
                <a:gd name="T13" fmla="*/ 94 h 629"/>
                <a:gd name="T14" fmla="*/ 565 w 565"/>
                <a:gd name="T15" fmla="*/ 125 h 629"/>
                <a:gd name="T16" fmla="*/ 545 w 565"/>
                <a:gd name="T17" fmla="*/ 165 h 629"/>
                <a:gd name="T18" fmla="*/ 528 w 565"/>
                <a:gd name="T19" fmla="*/ 206 h 629"/>
                <a:gd name="T20" fmla="*/ 516 w 565"/>
                <a:gd name="T21" fmla="*/ 250 h 629"/>
                <a:gd name="T22" fmla="*/ 509 w 565"/>
                <a:gd name="T23" fmla="*/ 296 h 629"/>
                <a:gd name="T24" fmla="*/ 507 w 565"/>
                <a:gd name="T25" fmla="*/ 342 h 629"/>
                <a:gd name="T26" fmla="*/ 509 w 565"/>
                <a:gd name="T27" fmla="*/ 391 h 629"/>
                <a:gd name="T28" fmla="*/ 518 w 565"/>
                <a:gd name="T29" fmla="*/ 437 h 629"/>
                <a:gd name="T30" fmla="*/ 530 w 565"/>
                <a:gd name="T31" fmla="*/ 483 h 629"/>
                <a:gd name="T32" fmla="*/ 548 w 565"/>
                <a:gd name="T33" fmla="*/ 525 h 629"/>
                <a:gd name="T34" fmla="*/ 518 w 565"/>
                <a:gd name="T35" fmla="*/ 555 h 629"/>
                <a:gd name="T36" fmla="*/ 483 w 565"/>
                <a:gd name="T37" fmla="*/ 581 h 629"/>
                <a:gd name="T38" fmla="*/ 445 w 565"/>
                <a:gd name="T39" fmla="*/ 601 h 629"/>
                <a:gd name="T40" fmla="*/ 404 w 565"/>
                <a:gd name="T41" fmla="*/ 616 h 629"/>
                <a:gd name="T42" fmla="*/ 361 w 565"/>
                <a:gd name="T43" fmla="*/ 626 h 629"/>
                <a:gd name="T44" fmla="*/ 314 w 565"/>
                <a:gd name="T45" fmla="*/ 629 h 629"/>
                <a:gd name="T46" fmla="*/ 272 w 565"/>
                <a:gd name="T47" fmla="*/ 627 h 629"/>
                <a:gd name="T48" fmla="*/ 231 w 565"/>
                <a:gd name="T49" fmla="*/ 619 h 629"/>
                <a:gd name="T50" fmla="*/ 192 w 565"/>
                <a:gd name="T51" fmla="*/ 605 h 629"/>
                <a:gd name="T52" fmla="*/ 156 w 565"/>
                <a:gd name="T53" fmla="*/ 587 h 629"/>
                <a:gd name="T54" fmla="*/ 122 w 565"/>
                <a:gd name="T55" fmla="*/ 565 h 629"/>
                <a:gd name="T56" fmla="*/ 92 w 565"/>
                <a:gd name="T57" fmla="*/ 538 h 629"/>
                <a:gd name="T58" fmla="*/ 66 w 565"/>
                <a:gd name="T59" fmla="*/ 507 h 629"/>
                <a:gd name="T60" fmla="*/ 43 w 565"/>
                <a:gd name="T61" fmla="*/ 474 h 629"/>
                <a:gd name="T62" fmla="*/ 25 w 565"/>
                <a:gd name="T63" fmla="*/ 437 h 629"/>
                <a:gd name="T64" fmla="*/ 11 w 565"/>
                <a:gd name="T65" fmla="*/ 398 h 629"/>
                <a:gd name="T66" fmla="*/ 2 w 565"/>
                <a:gd name="T67" fmla="*/ 357 h 629"/>
                <a:gd name="T68" fmla="*/ 0 w 565"/>
                <a:gd name="T69" fmla="*/ 315 h 629"/>
                <a:gd name="T70" fmla="*/ 3 w 565"/>
                <a:gd name="T71" fmla="*/ 269 h 629"/>
                <a:gd name="T72" fmla="*/ 13 w 565"/>
                <a:gd name="T73" fmla="*/ 223 h 629"/>
                <a:gd name="T74" fmla="*/ 29 w 565"/>
                <a:gd name="T75" fmla="*/ 182 h 629"/>
                <a:gd name="T76" fmla="*/ 51 w 565"/>
                <a:gd name="T77" fmla="*/ 143 h 629"/>
                <a:gd name="T78" fmla="*/ 77 w 565"/>
                <a:gd name="T79" fmla="*/ 108 h 629"/>
                <a:gd name="T80" fmla="*/ 108 w 565"/>
                <a:gd name="T81" fmla="*/ 76 h 629"/>
                <a:gd name="T82" fmla="*/ 144 w 565"/>
                <a:gd name="T83" fmla="*/ 51 h 629"/>
                <a:gd name="T84" fmla="*/ 183 w 565"/>
                <a:gd name="T85" fmla="*/ 29 h 629"/>
                <a:gd name="T86" fmla="*/ 224 w 565"/>
                <a:gd name="T87" fmla="*/ 13 h 629"/>
                <a:gd name="T88" fmla="*/ 268 w 565"/>
                <a:gd name="T89" fmla="*/ 3 h 629"/>
                <a:gd name="T90" fmla="*/ 314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314" y="0"/>
                  </a:moveTo>
                  <a:lnTo>
                    <a:pt x="358" y="3"/>
                  </a:lnTo>
                  <a:lnTo>
                    <a:pt x="400" y="12"/>
                  </a:lnTo>
                  <a:lnTo>
                    <a:pt x="439" y="25"/>
                  </a:lnTo>
                  <a:lnTo>
                    <a:pt x="474" y="44"/>
                  </a:lnTo>
                  <a:lnTo>
                    <a:pt x="508" y="67"/>
                  </a:lnTo>
                  <a:lnTo>
                    <a:pt x="538" y="94"/>
                  </a:lnTo>
                  <a:lnTo>
                    <a:pt x="565" y="125"/>
                  </a:lnTo>
                  <a:lnTo>
                    <a:pt x="545" y="165"/>
                  </a:lnTo>
                  <a:lnTo>
                    <a:pt x="528" y="206"/>
                  </a:lnTo>
                  <a:lnTo>
                    <a:pt x="516" y="250"/>
                  </a:lnTo>
                  <a:lnTo>
                    <a:pt x="509" y="296"/>
                  </a:lnTo>
                  <a:lnTo>
                    <a:pt x="507" y="342"/>
                  </a:lnTo>
                  <a:lnTo>
                    <a:pt x="509" y="391"/>
                  </a:lnTo>
                  <a:lnTo>
                    <a:pt x="518" y="437"/>
                  </a:lnTo>
                  <a:lnTo>
                    <a:pt x="530" y="483"/>
                  </a:lnTo>
                  <a:lnTo>
                    <a:pt x="548" y="525"/>
                  </a:lnTo>
                  <a:lnTo>
                    <a:pt x="518" y="555"/>
                  </a:lnTo>
                  <a:lnTo>
                    <a:pt x="483" y="581"/>
                  </a:lnTo>
                  <a:lnTo>
                    <a:pt x="445" y="601"/>
                  </a:lnTo>
                  <a:lnTo>
                    <a:pt x="404" y="616"/>
                  </a:lnTo>
                  <a:lnTo>
                    <a:pt x="361" y="626"/>
                  </a:lnTo>
                  <a:lnTo>
                    <a:pt x="314" y="629"/>
                  </a:lnTo>
                  <a:lnTo>
                    <a:pt x="272" y="627"/>
                  </a:lnTo>
                  <a:lnTo>
                    <a:pt x="231" y="619"/>
                  </a:lnTo>
                  <a:lnTo>
                    <a:pt x="192" y="605"/>
                  </a:lnTo>
                  <a:lnTo>
                    <a:pt x="156" y="587"/>
                  </a:lnTo>
                  <a:lnTo>
                    <a:pt x="122" y="565"/>
                  </a:lnTo>
                  <a:lnTo>
                    <a:pt x="92" y="538"/>
                  </a:lnTo>
                  <a:lnTo>
                    <a:pt x="66" y="507"/>
                  </a:lnTo>
                  <a:lnTo>
                    <a:pt x="43" y="474"/>
                  </a:lnTo>
                  <a:lnTo>
                    <a:pt x="25" y="437"/>
                  </a:lnTo>
                  <a:lnTo>
                    <a:pt x="11" y="398"/>
                  </a:lnTo>
                  <a:lnTo>
                    <a:pt x="2" y="357"/>
                  </a:lnTo>
                  <a:lnTo>
                    <a:pt x="0" y="315"/>
                  </a:lnTo>
                  <a:lnTo>
                    <a:pt x="3" y="269"/>
                  </a:lnTo>
                  <a:lnTo>
                    <a:pt x="13" y="223"/>
                  </a:lnTo>
                  <a:lnTo>
                    <a:pt x="29" y="182"/>
                  </a:lnTo>
                  <a:lnTo>
                    <a:pt x="51" y="143"/>
                  </a:lnTo>
                  <a:lnTo>
                    <a:pt x="77" y="108"/>
                  </a:lnTo>
                  <a:lnTo>
                    <a:pt x="108" y="76"/>
                  </a:lnTo>
                  <a:lnTo>
                    <a:pt x="144" y="51"/>
                  </a:lnTo>
                  <a:lnTo>
                    <a:pt x="183" y="29"/>
                  </a:lnTo>
                  <a:lnTo>
                    <a:pt x="224" y="13"/>
                  </a:lnTo>
                  <a:lnTo>
                    <a:pt x="268" y="3"/>
                  </a:lnTo>
                  <a:lnTo>
                    <a:pt x="31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4" name="Freeform 415"/>
            <p:cNvSpPr/>
            <p:nvPr/>
          </p:nvSpPr>
          <p:spPr bwMode="auto">
            <a:xfrm>
              <a:off x="9209088" y="5148263"/>
              <a:ext cx="96838" cy="317500"/>
            </a:xfrm>
            <a:custGeom>
              <a:avLst/>
              <a:gdLst>
                <a:gd name="T0" fmla="*/ 373 w 729"/>
                <a:gd name="T1" fmla="*/ 0 h 2394"/>
                <a:gd name="T2" fmla="*/ 510 w 729"/>
                <a:gd name="T3" fmla="*/ 0 h 2394"/>
                <a:gd name="T4" fmla="*/ 600 w 729"/>
                <a:gd name="T5" fmla="*/ 0 h 2394"/>
                <a:gd name="T6" fmla="*/ 550 w 729"/>
                <a:gd name="T7" fmla="*/ 46 h 2394"/>
                <a:gd name="T8" fmla="*/ 513 w 729"/>
                <a:gd name="T9" fmla="*/ 105 h 2394"/>
                <a:gd name="T10" fmla="*/ 494 w 729"/>
                <a:gd name="T11" fmla="*/ 172 h 2394"/>
                <a:gd name="T12" fmla="*/ 490 w 729"/>
                <a:gd name="T13" fmla="*/ 1448 h 2394"/>
                <a:gd name="T14" fmla="*/ 502 w 729"/>
                <a:gd name="T15" fmla="*/ 1526 h 2394"/>
                <a:gd name="T16" fmla="*/ 536 w 729"/>
                <a:gd name="T17" fmla="*/ 1594 h 2394"/>
                <a:gd name="T18" fmla="*/ 588 w 729"/>
                <a:gd name="T19" fmla="*/ 1648 h 2394"/>
                <a:gd name="T20" fmla="*/ 652 w 729"/>
                <a:gd name="T21" fmla="*/ 1685 h 2394"/>
                <a:gd name="T22" fmla="*/ 729 w 729"/>
                <a:gd name="T23" fmla="*/ 1702 h 2394"/>
                <a:gd name="T24" fmla="*/ 708 w 729"/>
                <a:gd name="T25" fmla="*/ 2370 h 2394"/>
                <a:gd name="T26" fmla="*/ 659 w 729"/>
                <a:gd name="T27" fmla="*/ 2392 h 2394"/>
                <a:gd name="T28" fmla="*/ 604 w 729"/>
                <a:gd name="T29" fmla="*/ 2392 h 2394"/>
                <a:gd name="T30" fmla="*/ 555 w 729"/>
                <a:gd name="T31" fmla="*/ 2372 h 2394"/>
                <a:gd name="T32" fmla="*/ 518 w 729"/>
                <a:gd name="T33" fmla="*/ 2335 h 2394"/>
                <a:gd name="T34" fmla="*/ 498 w 729"/>
                <a:gd name="T35" fmla="*/ 2285 h 2394"/>
                <a:gd name="T36" fmla="*/ 491 w 729"/>
                <a:gd name="T37" fmla="*/ 2258 h 2394"/>
                <a:gd name="T38" fmla="*/ 481 w 729"/>
                <a:gd name="T39" fmla="*/ 2311 h 2394"/>
                <a:gd name="T40" fmla="*/ 451 w 729"/>
                <a:gd name="T41" fmla="*/ 2354 h 2394"/>
                <a:gd name="T42" fmla="*/ 408 w 729"/>
                <a:gd name="T43" fmla="*/ 2383 h 2394"/>
                <a:gd name="T44" fmla="*/ 355 w 729"/>
                <a:gd name="T45" fmla="*/ 2394 h 2394"/>
                <a:gd name="T46" fmla="*/ 301 w 729"/>
                <a:gd name="T47" fmla="*/ 2383 h 2394"/>
                <a:gd name="T48" fmla="*/ 258 w 729"/>
                <a:gd name="T49" fmla="*/ 2354 h 2394"/>
                <a:gd name="T50" fmla="*/ 229 w 729"/>
                <a:gd name="T51" fmla="*/ 2311 h 2394"/>
                <a:gd name="T52" fmla="*/ 218 w 729"/>
                <a:gd name="T53" fmla="*/ 2258 h 2394"/>
                <a:gd name="T54" fmla="*/ 201 w 729"/>
                <a:gd name="T55" fmla="*/ 1397 h 2394"/>
                <a:gd name="T56" fmla="*/ 159 w 729"/>
                <a:gd name="T57" fmla="*/ 1411 h 2394"/>
                <a:gd name="T58" fmla="*/ 109 w 729"/>
                <a:gd name="T59" fmla="*/ 1410 h 2394"/>
                <a:gd name="T60" fmla="*/ 60 w 729"/>
                <a:gd name="T61" fmla="*/ 1390 h 2394"/>
                <a:gd name="T62" fmla="*/ 24 w 729"/>
                <a:gd name="T63" fmla="*/ 1353 h 2394"/>
                <a:gd name="T64" fmla="*/ 3 w 729"/>
                <a:gd name="T65" fmla="*/ 1305 h 2394"/>
                <a:gd name="T66" fmla="*/ 0 w 729"/>
                <a:gd name="T67" fmla="*/ 137 h 2394"/>
                <a:gd name="T68" fmla="*/ 11 w 729"/>
                <a:gd name="T69" fmla="*/ 84 h 2394"/>
                <a:gd name="T70" fmla="*/ 39 w 729"/>
                <a:gd name="T71" fmla="*/ 42 h 2394"/>
                <a:gd name="T72" fmla="*/ 81 w 729"/>
                <a:gd name="T73" fmla="*/ 12 h 2394"/>
                <a:gd name="T74" fmla="*/ 133 w 729"/>
                <a:gd name="T75" fmla="*/ 1 h 2394"/>
                <a:gd name="T76" fmla="*/ 289 w 729"/>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9" h="2394">
                  <a:moveTo>
                    <a:pt x="329" y="0"/>
                  </a:moveTo>
                  <a:lnTo>
                    <a:pt x="373" y="0"/>
                  </a:lnTo>
                  <a:lnTo>
                    <a:pt x="463" y="0"/>
                  </a:lnTo>
                  <a:lnTo>
                    <a:pt x="510" y="0"/>
                  </a:lnTo>
                  <a:lnTo>
                    <a:pt x="556" y="0"/>
                  </a:lnTo>
                  <a:lnTo>
                    <a:pt x="600" y="0"/>
                  </a:lnTo>
                  <a:lnTo>
                    <a:pt x="573" y="21"/>
                  </a:lnTo>
                  <a:lnTo>
                    <a:pt x="550" y="46"/>
                  </a:lnTo>
                  <a:lnTo>
                    <a:pt x="529" y="74"/>
                  </a:lnTo>
                  <a:lnTo>
                    <a:pt x="513" y="105"/>
                  </a:lnTo>
                  <a:lnTo>
                    <a:pt x="501" y="137"/>
                  </a:lnTo>
                  <a:lnTo>
                    <a:pt x="494" y="172"/>
                  </a:lnTo>
                  <a:lnTo>
                    <a:pt x="490" y="208"/>
                  </a:lnTo>
                  <a:lnTo>
                    <a:pt x="490" y="1448"/>
                  </a:lnTo>
                  <a:lnTo>
                    <a:pt x="494" y="1488"/>
                  </a:lnTo>
                  <a:lnTo>
                    <a:pt x="502" y="1526"/>
                  </a:lnTo>
                  <a:lnTo>
                    <a:pt x="516" y="1562"/>
                  </a:lnTo>
                  <a:lnTo>
                    <a:pt x="536" y="1594"/>
                  </a:lnTo>
                  <a:lnTo>
                    <a:pt x="559" y="1622"/>
                  </a:lnTo>
                  <a:lnTo>
                    <a:pt x="588" y="1648"/>
                  </a:lnTo>
                  <a:lnTo>
                    <a:pt x="619" y="1668"/>
                  </a:lnTo>
                  <a:lnTo>
                    <a:pt x="652" y="1685"/>
                  </a:lnTo>
                  <a:lnTo>
                    <a:pt x="690" y="1697"/>
                  </a:lnTo>
                  <a:lnTo>
                    <a:pt x="729" y="1702"/>
                  </a:lnTo>
                  <a:lnTo>
                    <a:pt x="729" y="2354"/>
                  </a:lnTo>
                  <a:lnTo>
                    <a:pt x="708" y="2370"/>
                  </a:lnTo>
                  <a:lnTo>
                    <a:pt x="685" y="2383"/>
                  </a:lnTo>
                  <a:lnTo>
                    <a:pt x="659" y="2392"/>
                  </a:lnTo>
                  <a:lnTo>
                    <a:pt x="632" y="2394"/>
                  </a:lnTo>
                  <a:lnTo>
                    <a:pt x="604" y="2392"/>
                  </a:lnTo>
                  <a:lnTo>
                    <a:pt x="579" y="2383"/>
                  </a:lnTo>
                  <a:lnTo>
                    <a:pt x="555" y="2372"/>
                  </a:lnTo>
                  <a:lnTo>
                    <a:pt x="535" y="2354"/>
                  </a:lnTo>
                  <a:lnTo>
                    <a:pt x="518" y="2335"/>
                  </a:lnTo>
                  <a:lnTo>
                    <a:pt x="505" y="2311"/>
                  </a:lnTo>
                  <a:lnTo>
                    <a:pt x="498" y="2285"/>
                  </a:lnTo>
                  <a:lnTo>
                    <a:pt x="495" y="2258"/>
                  </a:lnTo>
                  <a:lnTo>
                    <a:pt x="491" y="2258"/>
                  </a:lnTo>
                  <a:lnTo>
                    <a:pt x="488" y="2285"/>
                  </a:lnTo>
                  <a:lnTo>
                    <a:pt x="481" y="2311"/>
                  </a:lnTo>
                  <a:lnTo>
                    <a:pt x="469" y="2335"/>
                  </a:lnTo>
                  <a:lnTo>
                    <a:pt x="451" y="2354"/>
                  </a:lnTo>
                  <a:lnTo>
                    <a:pt x="431" y="2372"/>
                  </a:lnTo>
                  <a:lnTo>
                    <a:pt x="408" y="2383"/>
                  </a:lnTo>
                  <a:lnTo>
                    <a:pt x="382" y="2392"/>
                  </a:lnTo>
                  <a:lnTo>
                    <a:pt x="355" y="2394"/>
                  </a:lnTo>
                  <a:lnTo>
                    <a:pt x="327" y="2392"/>
                  </a:lnTo>
                  <a:lnTo>
                    <a:pt x="301" y="2383"/>
                  </a:lnTo>
                  <a:lnTo>
                    <a:pt x="279" y="2372"/>
                  </a:lnTo>
                  <a:lnTo>
                    <a:pt x="258" y="2354"/>
                  </a:lnTo>
                  <a:lnTo>
                    <a:pt x="242" y="2335"/>
                  </a:lnTo>
                  <a:lnTo>
                    <a:pt x="229" y="2311"/>
                  </a:lnTo>
                  <a:lnTo>
                    <a:pt x="221" y="2285"/>
                  </a:lnTo>
                  <a:lnTo>
                    <a:pt x="218" y="2258"/>
                  </a:lnTo>
                  <a:lnTo>
                    <a:pt x="218" y="1386"/>
                  </a:lnTo>
                  <a:lnTo>
                    <a:pt x="201" y="1397"/>
                  </a:lnTo>
                  <a:lnTo>
                    <a:pt x="180" y="1406"/>
                  </a:lnTo>
                  <a:lnTo>
                    <a:pt x="159" y="1411"/>
                  </a:lnTo>
                  <a:lnTo>
                    <a:pt x="137" y="1414"/>
                  </a:lnTo>
                  <a:lnTo>
                    <a:pt x="109" y="1410"/>
                  </a:lnTo>
                  <a:lnTo>
                    <a:pt x="83" y="1403"/>
                  </a:lnTo>
                  <a:lnTo>
                    <a:pt x="60" y="1390"/>
                  </a:lnTo>
                  <a:lnTo>
                    <a:pt x="40" y="1374"/>
                  </a:lnTo>
                  <a:lnTo>
                    <a:pt x="24" y="1353"/>
                  </a:lnTo>
                  <a:lnTo>
                    <a:pt x="11" y="1330"/>
                  </a:lnTo>
                  <a:lnTo>
                    <a:pt x="3" y="1305"/>
                  </a:lnTo>
                  <a:lnTo>
                    <a:pt x="0" y="1276"/>
                  </a:lnTo>
                  <a:lnTo>
                    <a:pt x="0" y="137"/>
                  </a:lnTo>
                  <a:lnTo>
                    <a:pt x="2" y="110"/>
                  </a:lnTo>
                  <a:lnTo>
                    <a:pt x="11" y="84"/>
                  </a:lnTo>
                  <a:lnTo>
                    <a:pt x="23" y="61"/>
                  </a:lnTo>
                  <a:lnTo>
                    <a:pt x="39" y="42"/>
                  </a:lnTo>
                  <a:lnTo>
                    <a:pt x="58" y="25"/>
                  </a:lnTo>
                  <a:lnTo>
                    <a:pt x="81" y="12"/>
                  </a:lnTo>
                  <a:lnTo>
                    <a:pt x="106" y="4"/>
                  </a:lnTo>
                  <a:lnTo>
                    <a:pt x="133" y="1"/>
                  </a:lnTo>
                  <a:lnTo>
                    <a:pt x="133" y="0"/>
                  </a:lnTo>
                  <a:lnTo>
                    <a:pt x="289" y="0"/>
                  </a:lnTo>
                  <a:lnTo>
                    <a:pt x="32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5" name="Freeform 416"/>
            <p:cNvSpPr/>
            <p:nvPr/>
          </p:nvSpPr>
          <p:spPr bwMode="auto">
            <a:xfrm>
              <a:off x="9410701" y="5059363"/>
              <a:ext cx="74613" cy="82550"/>
            </a:xfrm>
            <a:custGeom>
              <a:avLst/>
              <a:gdLst>
                <a:gd name="T0" fmla="*/ 249 w 565"/>
                <a:gd name="T1" fmla="*/ 0 h 629"/>
                <a:gd name="T2" fmla="*/ 297 w 565"/>
                <a:gd name="T3" fmla="*/ 3 h 629"/>
                <a:gd name="T4" fmla="*/ 341 w 565"/>
                <a:gd name="T5" fmla="*/ 13 h 629"/>
                <a:gd name="T6" fmla="*/ 382 w 565"/>
                <a:gd name="T7" fmla="*/ 29 h 629"/>
                <a:gd name="T8" fmla="*/ 421 w 565"/>
                <a:gd name="T9" fmla="*/ 51 h 629"/>
                <a:gd name="T10" fmla="*/ 457 w 565"/>
                <a:gd name="T11" fmla="*/ 76 h 629"/>
                <a:gd name="T12" fmla="*/ 488 w 565"/>
                <a:gd name="T13" fmla="*/ 108 h 629"/>
                <a:gd name="T14" fmla="*/ 514 w 565"/>
                <a:gd name="T15" fmla="*/ 143 h 629"/>
                <a:gd name="T16" fmla="*/ 535 w 565"/>
                <a:gd name="T17" fmla="*/ 182 h 629"/>
                <a:gd name="T18" fmla="*/ 552 w 565"/>
                <a:gd name="T19" fmla="*/ 223 h 629"/>
                <a:gd name="T20" fmla="*/ 561 w 565"/>
                <a:gd name="T21" fmla="*/ 269 h 629"/>
                <a:gd name="T22" fmla="*/ 565 w 565"/>
                <a:gd name="T23" fmla="*/ 315 h 629"/>
                <a:gd name="T24" fmla="*/ 562 w 565"/>
                <a:gd name="T25" fmla="*/ 357 h 629"/>
                <a:gd name="T26" fmla="*/ 554 w 565"/>
                <a:gd name="T27" fmla="*/ 398 h 629"/>
                <a:gd name="T28" fmla="*/ 540 w 565"/>
                <a:gd name="T29" fmla="*/ 437 h 629"/>
                <a:gd name="T30" fmla="*/ 521 w 565"/>
                <a:gd name="T31" fmla="*/ 474 h 629"/>
                <a:gd name="T32" fmla="*/ 499 w 565"/>
                <a:gd name="T33" fmla="*/ 507 h 629"/>
                <a:gd name="T34" fmla="*/ 473 w 565"/>
                <a:gd name="T35" fmla="*/ 538 h 629"/>
                <a:gd name="T36" fmla="*/ 443 w 565"/>
                <a:gd name="T37" fmla="*/ 565 h 629"/>
                <a:gd name="T38" fmla="*/ 409 w 565"/>
                <a:gd name="T39" fmla="*/ 587 h 629"/>
                <a:gd name="T40" fmla="*/ 372 w 565"/>
                <a:gd name="T41" fmla="*/ 605 h 629"/>
                <a:gd name="T42" fmla="*/ 333 w 565"/>
                <a:gd name="T43" fmla="*/ 619 h 629"/>
                <a:gd name="T44" fmla="*/ 292 w 565"/>
                <a:gd name="T45" fmla="*/ 627 h 629"/>
                <a:gd name="T46" fmla="*/ 249 w 565"/>
                <a:gd name="T47" fmla="*/ 629 h 629"/>
                <a:gd name="T48" fmla="*/ 204 w 565"/>
                <a:gd name="T49" fmla="*/ 626 h 629"/>
                <a:gd name="T50" fmla="*/ 161 w 565"/>
                <a:gd name="T51" fmla="*/ 616 h 629"/>
                <a:gd name="T52" fmla="*/ 120 w 565"/>
                <a:gd name="T53" fmla="*/ 601 h 629"/>
                <a:gd name="T54" fmla="*/ 82 w 565"/>
                <a:gd name="T55" fmla="*/ 581 h 629"/>
                <a:gd name="T56" fmla="*/ 47 w 565"/>
                <a:gd name="T57" fmla="*/ 555 h 629"/>
                <a:gd name="T58" fmla="*/ 17 w 565"/>
                <a:gd name="T59" fmla="*/ 526 h 629"/>
                <a:gd name="T60" fmla="*/ 34 w 565"/>
                <a:gd name="T61" fmla="*/ 483 h 629"/>
                <a:gd name="T62" fmla="*/ 47 w 565"/>
                <a:gd name="T63" fmla="*/ 438 h 629"/>
                <a:gd name="T64" fmla="*/ 56 w 565"/>
                <a:gd name="T65" fmla="*/ 391 h 629"/>
                <a:gd name="T66" fmla="*/ 59 w 565"/>
                <a:gd name="T67" fmla="*/ 342 h 629"/>
                <a:gd name="T68" fmla="*/ 56 w 565"/>
                <a:gd name="T69" fmla="*/ 296 h 629"/>
                <a:gd name="T70" fmla="*/ 48 w 565"/>
                <a:gd name="T71" fmla="*/ 250 h 629"/>
                <a:gd name="T72" fmla="*/ 36 w 565"/>
                <a:gd name="T73" fmla="*/ 206 h 629"/>
                <a:gd name="T74" fmla="*/ 20 w 565"/>
                <a:gd name="T75" fmla="*/ 164 h 629"/>
                <a:gd name="T76" fmla="*/ 0 w 565"/>
                <a:gd name="T77" fmla="*/ 124 h 629"/>
                <a:gd name="T78" fmla="*/ 27 w 565"/>
                <a:gd name="T79" fmla="*/ 94 h 629"/>
                <a:gd name="T80" fmla="*/ 57 w 565"/>
                <a:gd name="T81" fmla="*/ 67 h 629"/>
                <a:gd name="T82" fmla="*/ 90 w 565"/>
                <a:gd name="T83" fmla="*/ 44 h 629"/>
                <a:gd name="T84" fmla="*/ 126 w 565"/>
                <a:gd name="T85" fmla="*/ 25 h 629"/>
                <a:gd name="T86" fmla="*/ 165 w 565"/>
                <a:gd name="T87" fmla="*/ 12 h 629"/>
                <a:gd name="T88" fmla="*/ 207 w 565"/>
                <a:gd name="T89" fmla="*/ 3 h 629"/>
                <a:gd name="T90" fmla="*/ 249 w 565"/>
                <a:gd name="T91" fmla="*/ 0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5" h="629">
                  <a:moveTo>
                    <a:pt x="249" y="0"/>
                  </a:moveTo>
                  <a:lnTo>
                    <a:pt x="297" y="3"/>
                  </a:lnTo>
                  <a:lnTo>
                    <a:pt x="341" y="13"/>
                  </a:lnTo>
                  <a:lnTo>
                    <a:pt x="382" y="29"/>
                  </a:lnTo>
                  <a:lnTo>
                    <a:pt x="421" y="51"/>
                  </a:lnTo>
                  <a:lnTo>
                    <a:pt x="457" y="76"/>
                  </a:lnTo>
                  <a:lnTo>
                    <a:pt x="488" y="108"/>
                  </a:lnTo>
                  <a:lnTo>
                    <a:pt x="514" y="143"/>
                  </a:lnTo>
                  <a:lnTo>
                    <a:pt x="535" y="182"/>
                  </a:lnTo>
                  <a:lnTo>
                    <a:pt x="552" y="223"/>
                  </a:lnTo>
                  <a:lnTo>
                    <a:pt x="561" y="269"/>
                  </a:lnTo>
                  <a:lnTo>
                    <a:pt x="565" y="315"/>
                  </a:lnTo>
                  <a:lnTo>
                    <a:pt x="562" y="357"/>
                  </a:lnTo>
                  <a:lnTo>
                    <a:pt x="554" y="398"/>
                  </a:lnTo>
                  <a:lnTo>
                    <a:pt x="540" y="437"/>
                  </a:lnTo>
                  <a:lnTo>
                    <a:pt x="521" y="474"/>
                  </a:lnTo>
                  <a:lnTo>
                    <a:pt x="499" y="507"/>
                  </a:lnTo>
                  <a:lnTo>
                    <a:pt x="473" y="538"/>
                  </a:lnTo>
                  <a:lnTo>
                    <a:pt x="443" y="565"/>
                  </a:lnTo>
                  <a:lnTo>
                    <a:pt x="409" y="587"/>
                  </a:lnTo>
                  <a:lnTo>
                    <a:pt x="372" y="605"/>
                  </a:lnTo>
                  <a:lnTo>
                    <a:pt x="333" y="619"/>
                  </a:lnTo>
                  <a:lnTo>
                    <a:pt x="292" y="627"/>
                  </a:lnTo>
                  <a:lnTo>
                    <a:pt x="249" y="629"/>
                  </a:lnTo>
                  <a:lnTo>
                    <a:pt x="204" y="626"/>
                  </a:lnTo>
                  <a:lnTo>
                    <a:pt x="161" y="616"/>
                  </a:lnTo>
                  <a:lnTo>
                    <a:pt x="120" y="601"/>
                  </a:lnTo>
                  <a:lnTo>
                    <a:pt x="82" y="581"/>
                  </a:lnTo>
                  <a:lnTo>
                    <a:pt x="47" y="555"/>
                  </a:lnTo>
                  <a:lnTo>
                    <a:pt x="17" y="526"/>
                  </a:lnTo>
                  <a:lnTo>
                    <a:pt x="34" y="483"/>
                  </a:lnTo>
                  <a:lnTo>
                    <a:pt x="47" y="438"/>
                  </a:lnTo>
                  <a:lnTo>
                    <a:pt x="56" y="391"/>
                  </a:lnTo>
                  <a:lnTo>
                    <a:pt x="59" y="342"/>
                  </a:lnTo>
                  <a:lnTo>
                    <a:pt x="56" y="296"/>
                  </a:lnTo>
                  <a:lnTo>
                    <a:pt x="48" y="250"/>
                  </a:lnTo>
                  <a:lnTo>
                    <a:pt x="36" y="206"/>
                  </a:lnTo>
                  <a:lnTo>
                    <a:pt x="20" y="164"/>
                  </a:lnTo>
                  <a:lnTo>
                    <a:pt x="0" y="124"/>
                  </a:lnTo>
                  <a:lnTo>
                    <a:pt x="27" y="94"/>
                  </a:lnTo>
                  <a:lnTo>
                    <a:pt x="57" y="67"/>
                  </a:lnTo>
                  <a:lnTo>
                    <a:pt x="90" y="44"/>
                  </a:lnTo>
                  <a:lnTo>
                    <a:pt x="126" y="25"/>
                  </a:lnTo>
                  <a:lnTo>
                    <a:pt x="165" y="12"/>
                  </a:lnTo>
                  <a:lnTo>
                    <a:pt x="207" y="3"/>
                  </a:lnTo>
                  <a:lnTo>
                    <a:pt x="24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36" name="Freeform 417"/>
            <p:cNvSpPr/>
            <p:nvPr/>
          </p:nvSpPr>
          <p:spPr bwMode="auto">
            <a:xfrm>
              <a:off x="9412288" y="5148263"/>
              <a:ext cx="96838" cy="317500"/>
            </a:xfrm>
            <a:custGeom>
              <a:avLst/>
              <a:gdLst>
                <a:gd name="T0" fmla="*/ 510 w 728"/>
                <a:gd name="T1" fmla="*/ 0 h 2394"/>
                <a:gd name="T2" fmla="*/ 579 w 728"/>
                <a:gd name="T3" fmla="*/ 0 h 2394"/>
                <a:gd name="T4" fmla="*/ 594 w 728"/>
                <a:gd name="T5" fmla="*/ 0 h 2394"/>
                <a:gd name="T6" fmla="*/ 621 w 728"/>
                <a:gd name="T7" fmla="*/ 4 h 2394"/>
                <a:gd name="T8" fmla="*/ 669 w 728"/>
                <a:gd name="T9" fmla="*/ 25 h 2394"/>
                <a:gd name="T10" fmla="*/ 705 w 728"/>
                <a:gd name="T11" fmla="*/ 61 h 2394"/>
                <a:gd name="T12" fmla="*/ 725 w 728"/>
                <a:gd name="T13" fmla="*/ 110 h 2394"/>
                <a:gd name="T14" fmla="*/ 728 w 728"/>
                <a:gd name="T15" fmla="*/ 1276 h 2394"/>
                <a:gd name="T16" fmla="*/ 717 w 728"/>
                <a:gd name="T17" fmla="*/ 1330 h 2394"/>
                <a:gd name="T18" fmla="*/ 688 w 728"/>
                <a:gd name="T19" fmla="*/ 1374 h 2394"/>
                <a:gd name="T20" fmla="*/ 645 w 728"/>
                <a:gd name="T21" fmla="*/ 1403 h 2394"/>
                <a:gd name="T22" fmla="*/ 592 w 728"/>
                <a:gd name="T23" fmla="*/ 1414 h 2394"/>
                <a:gd name="T24" fmla="*/ 547 w 728"/>
                <a:gd name="T25" fmla="*/ 1406 h 2394"/>
                <a:gd name="T26" fmla="*/ 509 w 728"/>
                <a:gd name="T27" fmla="*/ 1386 h 2394"/>
                <a:gd name="T28" fmla="*/ 506 w 728"/>
                <a:gd name="T29" fmla="*/ 2285 h 2394"/>
                <a:gd name="T30" fmla="*/ 486 w 728"/>
                <a:gd name="T31" fmla="*/ 2335 h 2394"/>
                <a:gd name="T32" fmla="*/ 449 w 728"/>
                <a:gd name="T33" fmla="*/ 2372 h 2394"/>
                <a:gd name="T34" fmla="*/ 401 w 728"/>
                <a:gd name="T35" fmla="*/ 2392 h 2394"/>
                <a:gd name="T36" fmla="*/ 345 w 728"/>
                <a:gd name="T37" fmla="*/ 2392 h 2394"/>
                <a:gd name="T38" fmla="*/ 297 w 728"/>
                <a:gd name="T39" fmla="*/ 2372 h 2394"/>
                <a:gd name="T40" fmla="*/ 260 w 728"/>
                <a:gd name="T41" fmla="*/ 2335 h 2394"/>
                <a:gd name="T42" fmla="*/ 240 w 728"/>
                <a:gd name="T43" fmla="*/ 2285 h 2394"/>
                <a:gd name="T44" fmla="*/ 233 w 728"/>
                <a:gd name="T45" fmla="*/ 2258 h 2394"/>
                <a:gd name="T46" fmla="*/ 222 w 728"/>
                <a:gd name="T47" fmla="*/ 2311 h 2394"/>
                <a:gd name="T48" fmla="*/ 192 w 728"/>
                <a:gd name="T49" fmla="*/ 2354 h 2394"/>
                <a:gd name="T50" fmla="*/ 149 w 728"/>
                <a:gd name="T51" fmla="*/ 2383 h 2394"/>
                <a:gd name="T52" fmla="*/ 96 w 728"/>
                <a:gd name="T53" fmla="*/ 2394 h 2394"/>
                <a:gd name="T54" fmla="*/ 43 w 728"/>
                <a:gd name="T55" fmla="*/ 2383 h 2394"/>
                <a:gd name="T56" fmla="*/ 0 w 728"/>
                <a:gd name="T57" fmla="*/ 2354 h 2394"/>
                <a:gd name="T58" fmla="*/ 39 w 728"/>
                <a:gd name="T59" fmla="*/ 1697 h 2394"/>
                <a:gd name="T60" fmla="*/ 109 w 728"/>
                <a:gd name="T61" fmla="*/ 1668 h 2394"/>
                <a:gd name="T62" fmla="*/ 168 w 728"/>
                <a:gd name="T63" fmla="*/ 1622 h 2394"/>
                <a:gd name="T64" fmla="*/ 210 w 728"/>
                <a:gd name="T65" fmla="*/ 1560 h 2394"/>
                <a:gd name="T66" fmla="*/ 234 w 728"/>
                <a:gd name="T67" fmla="*/ 1488 h 2394"/>
                <a:gd name="T68" fmla="*/ 236 w 728"/>
                <a:gd name="T69" fmla="*/ 208 h 2394"/>
                <a:gd name="T70" fmla="*/ 227 w 728"/>
                <a:gd name="T71" fmla="*/ 137 h 2394"/>
                <a:gd name="T72" fmla="*/ 199 w 728"/>
                <a:gd name="T73" fmla="*/ 74 h 2394"/>
                <a:gd name="T74" fmla="*/ 155 w 728"/>
                <a:gd name="T75" fmla="*/ 21 h 2394"/>
                <a:gd name="T76" fmla="*/ 438 w 728"/>
                <a:gd name="T77" fmla="*/ 0 h 2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8" h="2394">
                  <a:moveTo>
                    <a:pt x="476" y="0"/>
                  </a:moveTo>
                  <a:lnTo>
                    <a:pt x="510" y="0"/>
                  </a:lnTo>
                  <a:lnTo>
                    <a:pt x="561" y="0"/>
                  </a:lnTo>
                  <a:lnTo>
                    <a:pt x="579" y="0"/>
                  </a:lnTo>
                  <a:lnTo>
                    <a:pt x="591" y="0"/>
                  </a:lnTo>
                  <a:lnTo>
                    <a:pt x="594" y="0"/>
                  </a:lnTo>
                  <a:lnTo>
                    <a:pt x="594" y="1"/>
                  </a:lnTo>
                  <a:lnTo>
                    <a:pt x="621" y="4"/>
                  </a:lnTo>
                  <a:lnTo>
                    <a:pt x="647" y="12"/>
                  </a:lnTo>
                  <a:lnTo>
                    <a:pt x="669" y="25"/>
                  </a:lnTo>
                  <a:lnTo>
                    <a:pt x="689" y="42"/>
                  </a:lnTo>
                  <a:lnTo>
                    <a:pt x="705" y="61"/>
                  </a:lnTo>
                  <a:lnTo>
                    <a:pt x="717" y="84"/>
                  </a:lnTo>
                  <a:lnTo>
                    <a:pt x="725" y="110"/>
                  </a:lnTo>
                  <a:lnTo>
                    <a:pt x="728" y="137"/>
                  </a:lnTo>
                  <a:lnTo>
                    <a:pt x="728" y="1276"/>
                  </a:lnTo>
                  <a:lnTo>
                    <a:pt x="725" y="1305"/>
                  </a:lnTo>
                  <a:lnTo>
                    <a:pt x="717" y="1330"/>
                  </a:lnTo>
                  <a:lnTo>
                    <a:pt x="704" y="1353"/>
                  </a:lnTo>
                  <a:lnTo>
                    <a:pt x="688" y="1374"/>
                  </a:lnTo>
                  <a:lnTo>
                    <a:pt x="667" y="1390"/>
                  </a:lnTo>
                  <a:lnTo>
                    <a:pt x="645" y="1403"/>
                  </a:lnTo>
                  <a:lnTo>
                    <a:pt x="619" y="1410"/>
                  </a:lnTo>
                  <a:lnTo>
                    <a:pt x="592" y="1414"/>
                  </a:lnTo>
                  <a:lnTo>
                    <a:pt x="569" y="1411"/>
                  </a:lnTo>
                  <a:lnTo>
                    <a:pt x="547" y="1406"/>
                  </a:lnTo>
                  <a:lnTo>
                    <a:pt x="527" y="1397"/>
                  </a:lnTo>
                  <a:lnTo>
                    <a:pt x="509" y="1386"/>
                  </a:lnTo>
                  <a:lnTo>
                    <a:pt x="509" y="2258"/>
                  </a:lnTo>
                  <a:lnTo>
                    <a:pt x="506" y="2285"/>
                  </a:lnTo>
                  <a:lnTo>
                    <a:pt x="499" y="2311"/>
                  </a:lnTo>
                  <a:lnTo>
                    <a:pt x="486" y="2335"/>
                  </a:lnTo>
                  <a:lnTo>
                    <a:pt x="470" y="2354"/>
                  </a:lnTo>
                  <a:lnTo>
                    <a:pt x="449" y="2372"/>
                  </a:lnTo>
                  <a:lnTo>
                    <a:pt x="426" y="2383"/>
                  </a:lnTo>
                  <a:lnTo>
                    <a:pt x="401" y="2392"/>
                  </a:lnTo>
                  <a:lnTo>
                    <a:pt x="372" y="2394"/>
                  </a:lnTo>
                  <a:lnTo>
                    <a:pt x="345" y="2392"/>
                  </a:lnTo>
                  <a:lnTo>
                    <a:pt x="320" y="2383"/>
                  </a:lnTo>
                  <a:lnTo>
                    <a:pt x="297" y="2372"/>
                  </a:lnTo>
                  <a:lnTo>
                    <a:pt x="276" y="2354"/>
                  </a:lnTo>
                  <a:lnTo>
                    <a:pt x="260" y="2335"/>
                  </a:lnTo>
                  <a:lnTo>
                    <a:pt x="247" y="2311"/>
                  </a:lnTo>
                  <a:lnTo>
                    <a:pt x="240" y="2285"/>
                  </a:lnTo>
                  <a:lnTo>
                    <a:pt x="236" y="2258"/>
                  </a:lnTo>
                  <a:lnTo>
                    <a:pt x="233" y="2258"/>
                  </a:lnTo>
                  <a:lnTo>
                    <a:pt x="230" y="2285"/>
                  </a:lnTo>
                  <a:lnTo>
                    <a:pt x="222" y="2311"/>
                  </a:lnTo>
                  <a:lnTo>
                    <a:pt x="209" y="2335"/>
                  </a:lnTo>
                  <a:lnTo>
                    <a:pt x="192" y="2354"/>
                  </a:lnTo>
                  <a:lnTo>
                    <a:pt x="173" y="2372"/>
                  </a:lnTo>
                  <a:lnTo>
                    <a:pt x="149" y="2383"/>
                  </a:lnTo>
                  <a:lnTo>
                    <a:pt x="123" y="2392"/>
                  </a:lnTo>
                  <a:lnTo>
                    <a:pt x="96" y="2394"/>
                  </a:lnTo>
                  <a:lnTo>
                    <a:pt x="69" y="2392"/>
                  </a:lnTo>
                  <a:lnTo>
                    <a:pt x="43" y="2383"/>
                  </a:lnTo>
                  <a:lnTo>
                    <a:pt x="19" y="2372"/>
                  </a:lnTo>
                  <a:lnTo>
                    <a:pt x="0" y="2354"/>
                  </a:lnTo>
                  <a:lnTo>
                    <a:pt x="0" y="1702"/>
                  </a:lnTo>
                  <a:lnTo>
                    <a:pt x="39" y="1697"/>
                  </a:lnTo>
                  <a:lnTo>
                    <a:pt x="75" y="1685"/>
                  </a:lnTo>
                  <a:lnTo>
                    <a:pt x="109" y="1668"/>
                  </a:lnTo>
                  <a:lnTo>
                    <a:pt x="140" y="1648"/>
                  </a:lnTo>
                  <a:lnTo>
                    <a:pt x="168" y="1622"/>
                  </a:lnTo>
                  <a:lnTo>
                    <a:pt x="191" y="1593"/>
                  </a:lnTo>
                  <a:lnTo>
                    <a:pt x="210" y="1560"/>
                  </a:lnTo>
                  <a:lnTo>
                    <a:pt x="224" y="1526"/>
                  </a:lnTo>
                  <a:lnTo>
                    <a:pt x="234" y="1488"/>
                  </a:lnTo>
                  <a:lnTo>
                    <a:pt x="236" y="1448"/>
                  </a:lnTo>
                  <a:lnTo>
                    <a:pt x="236" y="208"/>
                  </a:lnTo>
                  <a:lnTo>
                    <a:pt x="234" y="172"/>
                  </a:lnTo>
                  <a:lnTo>
                    <a:pt x="227" y="137"/>
                  </a:lnTo>
                  <a:lnTo>
                    <a:pt x="215" y="105"/>
                  </a:lnTo>
                  <a:lnTo>
                    <a:pt x="199" y="74"/>
                  </a:lnTo>
                  <a:lnTo>
                    <a:pt x="178" y="46"/>
                  </a:lnTo>
                  <a:lnTo>
                    <a:pt x="155" y="21"/>
                  </a:lnTo>
                  <a:lnTo>
                    <a:pt x="128" y="0"/>
                  </a:lnTo>
                  <a:lnTo>
                    <a:pt x="438" y="0"/>
                  </a:lnTo>
                  <a:lnTo>
                    <a:pt x="476"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38" name="Inhaltsplatzhalter 4"/>
          <p:cNvSpPr txBox="1"/>
          <p:nvPr/>
        </p:nvSpPr>
        <p:spPr>
          <a:xfrm>
            <a:off x="1146385" y="4187467"/>
            <a:ext cx="1970658" cy="126643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b="1"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9" name="Inhaltsplatzhalter 4"/>
          <p:cNvSpPr txBox="1"/>
          <p:nvPr/>
        </p:nvSpPr>
        <p:spPr>
          <a:xfrm>
            <a:off x="3720572" y="4223844"/>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b="1"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0" name="Inhaltsplatzhalter 4"/>
          <p:cNvSpPr txBox="1"/>
          <p:nvPr/>
        </p:nvSpPr>
        <p:spPr>
          <a:xfrm>
            <a:off x="6345236" y="4210550"/>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b="1"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1" name="Inhaltsplatzhalter 4"/>
          <p:cNvSpPr txBox="1"/>
          <p:nvPr/>
        </p:nvSpPr>
        <p:spPr>
          <a:xfrm>
            <a:off x="8997373" y="4210550"/>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b="1"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dirty="0">
                <a:solidFill>
                  <a:srgbClr val="015BAB"/>
                </a:solidFill>
                <a:latin typeface="微软雅黑" panose="020B0503020204020204" pitchFamily="34" charset="-122"/>
                <a:ea typeface="微软雅黑" panose="020B0503020204020204" pitchFamily="34" charset="-122"/>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44" name="组合 43"/>
          <p:cNvGrpSpPr/>
          <p:nvPr/>
        </p:nvGrpSpPr>
        <p:grpSpPr>
          <a:xfrm>
            <a:off x="583501" y="471624"/>
            <a:ext cx="2177776" cy="553998"/>
            <a:chOff x="592429" y="482522"/>
            <a:chExt cx="2177776" cy="553998"/>
          </a:xfrm>
        </p:grpSpPr>
        <p:grpSp>
          <p:nvGrpSpPr>
            <p:cNvPr id="45" name="组合 44"/>
            <p:cNvGrpSpPr/>
            <p:nvPr/>
          </p:nvGrpSpPr>
          <p:grpSpPr>
            <a:xfrm>
              <a:off x="592429" y="584272"/>
              <a:ext cx="433087" cy="360490"/>
              <a:chOff x="2770053" y="2524936"/>
              <a:chExt cx="433087" cy="317447"/>
            </a:xfrm>
            <a:solidFill>
              <a:srgbClr val="2F5EB2"/>
            </a:solidFill>
          </p:grpSpPr>
          <p:sp>
            <p:nvSpPr>
              <p:cNvPr id="47"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48"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49"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46"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 name="组合 1"/>
          <p:cNvGrpSpPr/>
          <p:nvPr/>
        </p:nvGrpSpPr>
        <p:grpSpPr>
          <a:xfrm>
            <a:off x="3649427" y="1363503"/>
            <a:ext cx="4493096" cy="4473699"/>
            <a:chOff x="3665067" y="1089089"/>
            <a:chExt cx="4944317" cy="4922972"/>
          </a:xfrm>
        </p:grpSpPr>
        <p:sp>
          <p:nvSpPr>
            <p:cNvPr id="41" name="任意多边形 35"/>
            <p:cNvSpPr/>
            <p:nvPr/>
          </p:nvSpPr>
          <p:spPr>
            <a:xfrm>
              <a:off x="5278190" y="1722501"/>
              <a:ext cx="2079662" cy="1634332"/>
            </a:xfrm>
            <a:custGeom>
              <a:avLst/>
              <a:gdLst>
                <a:gd name="connsiteX0" fmla="*/ 1027391 w 2079662"/>
                <a:gd name="connsiteY0" fmla="*/ 0 h 1634332"/>
                <a:gd name="connsiteX1" fmla="*/ 1143691 w 2079662"/>
                <a:gd name="connsiteY1" fmla="*/ 200018 h 1634332"/>
                <a:gd name="connsiteX2" fmla="*/ 1191522 w 2079662"/>
                <a:gd name="connsiteY2" fmla="*/ 203050 h 1634332"/>
                <a:gd name="connsiteX3" fmla="*/ 2079662 w 2079662"/>
                <a:gd name="connsiteY3" fmla="*/ 650350 h 1634332"/>
                <a:gd name="connsiteX4" fmla="*/ 1027391 w 2079662"/>
                <a:gd name="connsiteY4" fmla="*/ 1634332 h 1634332"/>
                <a:gd name="connsiteX5" fmla="*/ 0 w 2079662"/>
                <a:gd name="connsiteY5" fmla="*/ 624401 h 1634332"/>
                <a:gd name="connsiteX6" fmla="*/ 899025 w 2079662"/>
                <a:gd name="connsiteY6" fmla="*/ 199400 h 1634332"/>
                <a:gd name="connsiteX7" fmla="*/ 911734 w 2079662"/>
                <a:gd name="connsiteY7" fmla="*/ 198913 h 163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79662" h="1634332">
                  <a:moveTo>
                    <a:pt x="1027391" y="0"/>
                  </a:moveTo>
                  <a:lnTo>
                    <a:pt x="1143691" y="200018"/>
                  </a:lnTo>
                  <a:lnTo>
                    <a:pt x="1191522" y="203050"/>
                  </a:lnTo>
                  <a:cubicBezTo>
                    <a:pt x="1529686" y="241815"/>
                    <a:pt x="1845029" y="399433"/>
                    <a:pt x="2079662" y="650350"/>
                  </a:cubicBezTo>
                  <a:lnTo>
                    <a:pt x="1027391" y="1634332"/>
                  </a:lnTo>
                  <a:lnTo>
                    <a:pt x="0" y="624401"/>
                  </a:lnTo>
                  <a:cubicBezTo>
                    <a:pt x="240821" y="379417"/>
                    <a:pt x="559999" y="229716"/>
                    <a:pt x="899025" y="199400"/>
                  </a:cubicBezTo>
                  <a:lnTo>
                    <a:pt x="911734" y="198913"/>
                  </a:lnTo>
                  <a:close/>
                </a:path>
              </a:pathLst>
            </a:cu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42" name="任意多边形 36"/>
            <p:cNvSpPr/>
            <p:nvPr/>
          </p:nvSpPr>
          <p:spPr>
            <a:xfrm>
              <a:off x="6451631" y="2536149"/>
              <a:ext cx="1615839" cy="1992245"/>
            </a:xfrm>
            <a:custGeom>
              <a:avLst/>
              <a:gdLst>
                <a:gd name="connsiteX0" fmla="*/ 1069334 w 1615839"/>
                <a:gd name="connsiteY0" fmla="*/ 0 h 1992245"/>
                <a:gd name="connsiteX1" fmla="*/ 1437702 w 1615839"/>
                <a:gd name="connsiteY1" fmla="*/ 873145 h 1992245"/>
                <a:gd name="connsiteX2" fmla="*/ 1438422 w 1615839"/>
                <a:gd name="connsiteY2" fmla="*/ 914376 h 1992245"/>
                <a:gd name="connsiteX3" fmla="*/ 1615839 w 1615839"/>
                <a:gd name="connsiteY3" fmla="*/ 1016945 h 1992245"/>
                <a:gd name="connsiteX4" fmla="*/ 1431306 w 1615839"/>
                <a:gd name="connsiteY4" fmla="*/ 1123485 h 1992245"/>
                <a:gd name="connsiteX5" fmla="*/ 1429914 w 1615839"/>
                <a:gd name="connsiteY5" fmla="*/ 1141920 h 1992245"/>
                <a:gd name="connsiteX6" fmla="*/ 1011607 w 1615839"/>
                <a:gd name="connsiteY6" fmla="*/ 1992245 h 1992245"/>
                <a:gd name="connsiteX7" fmla="*/ 0 w 1615839"/>
                <a:gd name="connsiteY7" fmla="*/ 965941 h 199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5839" h="1992245">
                  <a:moveTo>
                    <a:pt x="1069334" y="0"/>
                  </a:moveTo>
                  <a:cubicBezTo>
                    <a:pt x="1295360" y="250496"/>
                    <a:pt x="1417630" y="559460"/>
                    <a:pt x="1437702" y="873145"/>
                  </a:cubicBezTo>
                  <a:lnTo>
                    <a:pt x="1438422" y="914376"/>
                  </a:lnTo>
                  <a:lnTo>
                    <a:pt x="1615839" y="1016945"/>
                  </a:lnTo>
                  <a:lnTo>
                    <a:pt x="1431306" y="1123485"/>
                  </a:lnTo>
                  <a:lnTo>
                    <a:pt x="1429914" y="1141920"/>
                  </a:lnTo>
                  <a:cubicBezTo>
                    <a:pt x="1391713" y="1453915"/>
                    <a:pt x="1251758" y="1755272"/>
                    <a:pt x="1011607" y="1992245"/>
                  </a:cubicBezTo>
                  <a:lnTo>
                    <a:pt x="0" y="965941"/>
                  </a:lnTo>
                  <a:close/>
                </a:path>
              </a:pathLst>
            </a:cu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43" name="任意多边形 37"/>
            <p:cNvSpPr/>
            <p:nvPr/>
          </p:nvSpPr>
          <p:spPr>
            <a:xfrm>
              <a:off x="5258987" y="3647346"/>
              <a:ext cx="2061994" cy="1647031"/>
            </a:xfrm>
            <a:custGeom>
              <a:avLst/>
              <a:gdLst>
                <a:gd name="connsiteX0" fmla="*/ 1046594 w 2061994"/>
                <a:gd name="connsiteY0" fmla="*/ 0 h 1647031"/>
                <a:gd name="connsiteX1" fmla="*/ 2061994 w 2061994"/>
                <a:gd name="connsiteY1" fmla="*/ 1021985 h 1647031"/>
                <a:gd name="connsiteX2" fmla="*/ 1311438 w 2061994"/>
                <a:gd name="connsiteY2" fmla="*/ 1416110 h 1647031"/>
                <a:gd name="connsiteX3" fmla="*/ 1169669 w 2061994"/>
                <a:gd name="connsiteY3" fmla="*/ 1435361 h 1647031"/>
                <a:gd name="connsiteX4" fmla="*/ 1046594 w 2061994"/>
                <a:gd name="connsiteY4" fmla="*/ 1647031 h 1647031"/>
                <a:gd name="connsiteX5" fmla="*/ 922605 w 2061994"/>
                <a:gd name="connsiteY5" fmla="*/ 1433789 h 1647031"/>
                <a:gd name="connsiteX6" fmla="*/ 879745 w 2061994"/>
                <a:gd name="connsiteY6" fmla="*/ 1430967 h 1647031"/>
                <a:gd name="connsiteX7" fmla="*/ 0 w 2061994"/>
                <a:gd name="connsiteY7" fmla="*/ 990016 h 164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1994" h="1647031">
                  <a:moveTo>
                    <a:pt x="1046594" y="0"/>
                  </a:moveTo>
                  <a:lnTo>
                    <a:pt x="2061994" y="1021985"/>
                  </a:lnTo>
                  <a:cubicBezTo>
                    <a:pt x="1855447" y="1227201"/>
                    <a:pt x="1593340" y="1363383"/>
                    <a:pt x="1311438" y="1416110"/>
                  </a:cubicBezTo>
                  <a:lnTo>
                    <a:pt x="1169669" y="1435361"/>
                  </a:lnTo>
                  <a:lnTo>
                    <a:pt x="1046594" y="1647031"/>
                  </a:lnTo>
                  <a:lnTo>
                    <a:pt x="922605" y="1433789"/>
                  </a:lnTo>
                  <a:lnTo>
                    <a:pt x="879745" y="1430967"/>
                  </a:lnTo>
                  <a:cubicBezTo>
                    <a:pt x="545366" y="1391991"/>
                    <a:pt x="233434" y="1236790"/>
                    <a:pt x="0" y="990016"/>
                  </a:cubicBezTo>
                  <a:close/>
                </a:path>
              </a:pathLst>
            </a:cu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44" name="任意多边形 38"/>
            <p:cNvSpPr/>
            <p:nvPr/>
          </p:nvSpPr>
          <p:spPr>
            <a:xfrm>
              <a:off x="4550042" y="2475503"/>
              <a:ext cx="1611077" cy="2036333"/>
            </a:xfrm>
            <a:custGeom>
              <a:avLst/>
              <a:gdLst>
                <a:gd name="connsiteX0" fmla="*/ 599756 w 1611077"/>
                <a:gd name="connsiteY0" fmla="*/ 0 h 2036333"/>
                <a:gd name="connsiteX1" fmla="*/ 1611077 w 1611077"/>
                <a:gd name="connsiteY1" fmla="*/ 1026587 h 2036333"/>
                <a:gd name="connsiteX2" fmla="*/ 582959 w 1611077"/>
                <a:gd name="connsiteY2" fmla="*/ 2036333 h 2036333"/>
                <a:gd name="connsiteX3" fmla="*/ 194508 w 1611077"/>
                <a:gd name="connsiteY3" fmla="*/ 1289862 h 2036333"/>
                <a:gd name="connsiteX4" fmla="*/ 179796 w 1611077"/>
                <a:gd name="connsiteY4" fmla="*/ 1181396 h 2036333"/>
                <a:gd name="connsiteX5" fmla="*/ 0 w 1611077"/>
                <a:gd name="connsiteY5" fmla="*/ 1077591 h 2036333"/>
                <a:gd name="connsiteX6" fmla="*/ 172531 w 1611077"/>
                <a:gd name="connsiteY6" fmla="*/ 977847 h 2036333"/>
                <a:gd name="connsiteX7" fmla="*/ 178185 w 1611077"/>
                <a:gd name="connsiteY7" fmla="*/ 876759 h 2036333"/>
                <a:gd name="connsiteX8" fmla="*/ 599756 w 1611077"/>
                <a:gd name="connsiteY8" fmla="*/ 0 h 2036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077" h="2036333">
                  <a:moveTo>
                    <a:pt x="599756" y="0"/>
                  </a:moveTo>
                  <a:lnTo>
                    <a:pt x="1611077" y="1026587"/>
                  </a:lnTo>
                  <a:lnTo>
                    <a:pt x="582959" y="2036333"/>
                  </a:lnTo>
                  <a:cubicBezTo>
                    <a:pt x="374256" y="1823598"/>
                    <a:pt x="244873" y="1562528"/>
                    <a:pt x="194508" y="1289862"/>
                  </a:cubicBezTo>
                  <a:lnTo>
                    <a:pt x="179796" y="1181396"/>
                  </a:lnTo>
                  <a:lnTo>
                    <a:pt x="0" y="1077591"/>
                  </a:lnTo>
                  <a:lnTo>
                    <a:pt x="172531" y="977847"/>
                  </a:lnTo>
                  <a:lnTo>
                    <a:pt x="178185" y="876759"/>
                  </a:lnTo>
                  <a:cubicBezTo>
                    <a:pt x="211523" y="555837"/>
                    <a:pt x="352208" y="244137"/>
                    <a:pt x="599756" y="0"/>
                  </a:cubicBezTo>
                  <a:close/>
                </a:path>
              </a:pathLst>
            </a:cu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印品黑体" panose="00000500000000000000" pitchFamily="2" charset="-122"/>
                <a:ea typeface="印品黑体" panose="00000500000000000000" pitchFamily="2" charset="-122"/>
              </a:endParaRPr>
            </a:p>
          </p:txBody>
        </p:sp>
        <p:sp>
          <p:nvSpPr>
            <p:cNvPr id="45" name="椭圆 44"/>
            <p:cNvSpPr>
              <a:spLocks noChangeAspect="1"/>
            </p:cNvSpPr>
            <p:nvPr/>
          </p:nvSpPr>
          <p:spPr>
            <a:xfrm>
              <a:off x="5276087" y="2473389"/>
              <a:ext cx="2058987" cy="2057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latin typeface="印品黑体" panose="00000500000000000000" pitchFamily="2" charset="-122"/>
                <a:ea typeface="印品黑体" panose="00000500000000000000" pitchFamily="2" charset="-122"/>
              </a:endParaRPr>
            </a:p>
          </p:txBody>
        </p:sp>
        <p:sp>
          <p:nvSpPr>
            <p:cNvPr id="46" name="心形 45"/>
            <p:cNvSpPr>
              <a:spLocks noChangeAspect="1"/>
            </p:cNvSpPr>
            <p:nvPr/>
          </p:nvSpPr>
          <p:spPr>
            <a:xfrm>
              <a:off x="6061899" y="1089089"/>
              <a:ext cx="479425" cy="479425"/>
            </a:xfrm>
            <a:prstGeom prst="hear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印品黑体" panose="00000500000000000000" pitchFamily="2" charset="-122"/>
                <a:ea typeface="印品黑体" panose="00000500000000000000" pitchFamily="2" charset="-122"/>
              </a:endParaRPr>
            </a:p>
          </p:txBody>
        </p:sp>
        <p:sp>
          <p:nvSpPr>
            <p:cNvPr id="51" name="Freeform 466"/>
            <p:cNvSpPr/>
            <p:nvPr/>
          </p:nvSpPr>
          <p:spPr bwMode="auto">
            <a:xfrm>
              <a:off x="8334746" y="3155787"/>
              <a:ext cx="274638" cy="762000"/>
            </a:xfrm>
            <a:custGeom>
              <a:avLst/>
              <a:gdLst>
                <a:gd name="T0" fmla="*/ 2147483646 w 6132"/>
                <a:gd name="T1" fmla="*/ 2147483646 h 16980"/>
                <a:gd name="T2" fmla="*/ 2147483646 w 6132"/>
                <a:gd name="T3" fmla="*/ 2147483646 h 16980"/>
                <a:gd name="T4" fmla="*/ 2147483646 w 6132"/>
                <a:gd name="T5" fmla="*/ 2147483646 h 16980"/>
                <a:gd name="T6" fmla="*/ 2147483646 w 6132"/>
                <a:gd name="T7" fmla="*/ 2147483646 h 16980"/>
                <a:gd name="T8" fmla="*/ 2147483646 w 6132"/>
                <a:gd name="T9" fmla="*/ 2147483646 h 16980"/>
                <a:gd name="T10" fmla="*/ 2147483646 w 6132"/>
                <a:gd name="T11" fmla="*/ 2147483646 h 16980"/>
                <a:gd name="T12" fmla="*/ 2147483646 w 6132"/>
                <a:gd name="T13" fmla="*/ 2147483646 h 16980"/>
                <a:gd name="T14" fmla="*/ 2147483646 w 6132"/>
                <a:gd name="T15" fmla="*/ 2147483646 h 16980"/>
                <a:gd name="T16" fmla="*/ 2147483646 w 6132"/>
                <a:gd name="T17" fmla="*/ 2147483646 h 16980"/>
                <a:gd name="T18" fmla="*/ 2147483646 w 6132"/>
                <a:gd name="T19" fmla="*/ 2147483646 h 16980"/>
                <a:gd name="T20" fmla="*/ 2147483646 w 6132"/>
                <a:gd name="T21" fmla="*/ 2147483646 h 16980"/>
                <a:gd name="T22" fmla="*/ 2147483646 w 6132"/>
                <a:gd name="T23" fmla="*/ 2147483646 h 16980"/>
                <a:gd name="T24" fmla="*/ 2147483646 w 6132"/>
                <a:gd name="T25" fmla="*/ 2147483646 h 16980"/>
                <a:gd name="T26" fmla="*/ 2147483646 w 6132"/>
                <a:gd name="T27" fmla="*/ 2147483646 h 16980"/>
                <a:gd name="T28" fmla="*/ 2147483646 w 6132"/>
                <a:gd name="T29" fmla="*/ 2147483646 h 16980"/>
                <a:gd name="T30" fmla="*/ 2147483646 w 6132"/>
                <a:gd name="T31" fmla="*/ 2147483646 h 16980"/>
                <a:gd name="T32" fmla="*/ 2147483646 w 6132"/>
                <a:gd name="T33" fmla="*/ 2147483646 h 16980"/>
                <a:gd name="T34" fmla="*/ 2147483646 w 6132"/>
                <a:gd name="T35" fmla="*/ 2147483646 h 16980"/>
                <a:gd name="T36" fmla="*/ 1214555101 w 6132"/>
                <a:gd name="T37" fmla="*/ 2147483646 h 16980"/>
                <a:gd name="T38" fmla="*/ 496602320 w 6132"/>
                <a:gd name="T39" fmla="*/ 2147483646 h 16980"/>
                <a:gd name="T40" fmla="*/ 93427632 w 6132"/>
                <a:gd name="T41" fmla="*/ 2147483646 h 16980"/>
                <a:gd name="T42" fmla="*/ 4928186 w 6132"/>
                <a:gd name="T43" fmla="*/ 2147483646 h 16980"/>
                <a:gd name="T44" fmla="*/ 280282941 w 6132"/>
                <a:gd name="T45" fmla="*/ 2147483646 h 16980"/>
                <a:gd name="T46" fmla="*/ 1022771606 w 6132"/>
                <a:gd name="T47" fmla="*/ 2147483646 h 16980"/>
                <a:gd name="T48" fmla="*/ 2147483646 w 6132"/>
                <a:gd name="T49" fmla="*/ 2147483646 h 16980"/>
                <a:gd name="T50" fmla="*/ 2147483646 w 6132"/>
                <a:gd name="T51" fmla="*/ 2147483646 h 16980"/>
                <a:gd name="T52" fmla="*/ 2147483646 w 6132"/>
                <a:gd name="T53" fmla="*/ 2147483646 h 16980"/>
                <a:gd name="T54" fmla="*/ 2147483646 w 6132"/>
                <a:gd name="T55" fmla="*/ 2147483646 h 16980"/>
                <a:gd name="T56" fmla="*/ 2147483646 w 6132"/>
                <a:gd name="T57" fmla="*/ 2147483646 h 16980"/>
                <a:gd name="T58" fmla="*/ 2147483646 w 6132"/>
                <a:gd name="T59" fmla="*/ 2147483646 h 16980"/>
                <a:gd name="T60" fmla="*/ 2147483646 w 6132"/>
                <a:gd name="T61" fmla="*/ 2147483646 h 16980"/>
                <a:gd name="T62" fmla="*/ 2147483646 w 6132"/>
                <a:gd name="T63" fmla="*/ 2147483646 h 16980"/>
                <a:gd name="T64" fmla="*/ 2147483646 w 6132"/>
                <a:gd name="T65" fmla="*/ 2147483646 h 16980"/>
                <a:gd name="T66" fmla="*/ 2147483646 w 6132"/>
                <a:gd name="T67" fmla="*/ 2147483646 h 16980"/>
                <a:gd name="T68" fmla="*/ 2147483646 w 6132"/>
                <a:gd name="T69" fmla="*/ 2147483646 h 16980"/>
                <a:gd name="T70" fmla="*/ 2147483646 w 6132"/>
                <a:gd name="T71" fmla="*/ 2147483646 h 16980"/>
                <a:gd name="T72" fmla="*/ 2147483646 w 6132"/>
                <a:gd name="T73" fmla="*/ 2147483646 h 16980"/>
                <a:gd name="T74" fmla="*/ 2147483646 w 6132"/>
                <a:gd name="T75" fmla="*/ 2147483646 h 16980"/>
                <a:gd name="T76" fmla="*/ 2147483646 w 6132"/>
                <a:gd name="T77" fmla="*/ 2147483646 h 16980"/>
                <a:gd name="T78" fmla="*/ 2147483646 w 6132"/>
                <a:gd name="T79" fmla="*/ 2147483646 h 16980"/>
                <a:gd name="T80" fmla="*/ 2147483646 w 6132"/>
                <a:gd name="T81" fmla="*/ 2147483646 h 16980"/>
                <a:gd name="T82" fmla="*/ 2147483646 w 6132"/>
                <a:gd name="T83" fmla="*/ 2147483646 h 16980"/>
                <a:gd name="T84" fmla="*/ 2147483646 w 6132"/>
                <a:gd name="T85" fmla="*/ 2147483646 h 16980"/>
                <a:gd name="T86" fmla="*/ 2147483646 w 6132"/>
                <a:gd name="T87" fmla="*/ 1082970721 h 16980"/>
                <a:gd name="T88" fmla="*/ 2147483646 w 6132"/>
                <a:gd name="T89" fmla="*/ 351057414 h 16980"/>
                <a:gd name="T90" fmla="*/ 2147483646 w 6132"/>
                <a:gd name="T91" fmla="*/ 19796122 h 16980"/>
                <a:gd name="T92" fmla="*/ 2147483646 w 6132"/>
                <a:gd name="T93" fmla="*/ 88976237 h 16980"/>
                <a:gd name="T94" fmla="*/ 2147483646 w 6132"/>
                <a:gd name="T95" fmla="*/ 548909187 h 16980"/>
                <a:gd name="T96" fmla="*/ 2147483646 w 6132"/>
                <a:gd name="T97" fmla="*/ 1419180528 h 16980"/>
                <a:gd name="T98" fmla="*/ 2147483646 w 6132"/>
                <a:gd name="T99" fmla="*/ 2147483646 h 16980"/>
                <a:gd name="T100" fmla="*/ 2147483646 w 6132"/>
                <a:gd name="T101" fmla="*/ 2147483646 h 16980"/>
                <a:gd name="T102" fmla="*/ 2147483646 w 6132"/>
                <a:gd name="T103" fmla="*/ 2147483646 h 16980"/>
                <a:gd name="T104" fmla="*/ 2147483646 w 6132"/>
                <a:gd name="T105" fmla="*/ 2147483646 h 16980"/>
                <a:gd name="T106" fmla="*/ 2147483646 w 6132"/>
                <a:gd name="T107" fmla="*/ 2147483646 h 16980"/>
                <a:gd name="T108" fmla="*/ 2147483646 w 6132"/>
                <a:gd name="T109" fmla="*/ 2147483646 h 16980"/>
                <a:gd name="T110" fmla="*/ 2147483646 w 6132"/>
                <a:gd name="T111" fmla="*/ 2147483646 h 16980"/>
                <a:gd name="T112" fmla="*/ 2147483646 w 6132"/>
                <a:gd name="T113" fmla="*/ 2147483646 h 16980"/>
                <a:gd name="T114" fmla="*/ 2147483646 w 6132"/>
                <a:gd name="T115" fmla="*/ 2147483646 h 16980"/>
                <a:gd name="T116" fmla="*/ 2147483646 w 6132"/>
                <a:gd name="T117" fmla="*/ 2147483646 h 16980"/>
                <a:gd name="T118" fmla="*/ 2147483646 w 6132"/>
                <a:gd name="T119" fmla="*/ 2147483646 h 16980"/>
                <a:gd name="T120" fmla="*/ 2147483646 w 6132"/>
                <a:gd name="T121" fmla="*/ 2147483646 h 169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6132" h="16980">
                  <a:moveTo>
                    <a:pt x="3480" y="3522"/>
                  </a:moveTo>
                  <a:lnTo>
                    <a:pt x="4254" y="3522"/>
                  </a:lnTo>
                  <a:lnTo>
                    <a:pt x="4298" y="3522"/>
                  </a:lnTo>
                  <a:lnTo>
                    <a:pt x="4342" y="3524"/>
                  </a:lnTo>
                  <a:lnTo>
                    <a:pt x="4386" y="3527"/>
                  </a:lnTo>
                  <a:lnTo>
                    <a:pt x="4429" y="3531"/>
                  </a:lnTo>
                  <a:lnTo>
                    <a:pt x="4473" y="3536"/>
                  </a:lnTo>
                  <a:lnTo>
                    <a:pt x="4515" y="3543"/>
                  </a:lnTo>
                  <a:lnTo>
                    <a:pt x="4558" y="3551"/>
                  </a:lnTo>
                  <a:lnTo>
                    <a:pt x="4601" y="3560"/>
                  </a:lnTo>
                  <a:lnTo>
                    <a:pt x="4643" y="3570"/>
                  </a:lnTo>
                  <a:lnTo>
                    <a:pt x="4685" y="3582"/>
                  </a:lnTo>
                  <a:lnTo>
                    <a:pt x="4727" y="3595"/>
                  </a:lnTo>
                  <a:lnTo>
                    <a:pt x="4769" y="3609"/>
                  </a:lnTo>
                  <a:lnTo>
                    <a:pt x="4809" y="3624"/>
                  </a:lnTo>
                  <a:lnTo>
                    <a:pt x="4851" y="3640"/>
                  </a:lnTo>
                  <a:lnTo>
                    <a:pt x="4892" y="3658"/>
                  </a:lnTo>
                  <a:lnTo>
                    <a:pt x="4932" y="3676"/>
                  </a:lnTo>
                  <a:lnTo>
                    <a:pt x="4973" y="3696"/>
                  </a:lnTo>
                  <a:lnTo>
                    <a:pt x="5013" y="3717"/>
                  </a:lnTo>
                  <a:lnTo>
                    <a:pt x="5052" y="3739"/>
                  </a:lnTo>
                  <a:lnTo>
                    <a:pt x="5093" y="3763"/>
                  </a:lnTo>
                  <a:lnTo>
                    <a:pt x="5132" y="3788"/>
                  </a:lnTo>
                  <a:lnTo>
                    <a:pt x="5171" y="3814"/>
                  </a:lnTo>
                  <a:lnTo>
                    <a:pt x="5210" y="3842"/>
                  </a:lnTo>
                  <a:lnTo>
                    <a:pt x="5249" y="3870"/>
                  </a:lnTo>
                  <a:lnTo>
                    <a:pt x="5287" y="3900"/>
                  </a:lnTo>
                  <a:lnTo>
                    <a:pt x="5325" y="3931"/>
                  </a:lnTo>
                  <a:lnTo>
                    <a:pt x="5364" y="3963"/>
                  </a:lnTo>
                  <a:lnTo>
                    <a:pt x="5401" y="3997"/>
                  </a:lnTo>
                  <a:lnTo>
                    <a:pt x="5438" y="4031"/>
                  </a:lnTo>
                  <a:lnTo>
                    <a:pt x="5475" y="4067"/>
                  </a:lnTo>
                  <a:lnTo>
                    <a:pt x="5512" y="4104"/>
                  </a:lnTo>
                  <a:lnTo>
                    <a:pt x="5549" y="4142"/>
                  </a:lnTo>
                  <a:lnTo>
                    <a:pt x="5584" y="4181"/>
                  </a:lnTo>
                  <a:lnTo>
                    <a:pt x="5619" y="4220"/>
                  </a:lnTo>
                  <a:lnTo>
                    <a:pt x="5652" y="4260"/>
                  </a:lnTo>
                  <a:lnTo>
                    <a:pt x="5685" y="4300"/>
                  </a:lnTo>
                  <a:lnTo>
                    <a:pt x="5716" y="4339"/>
                  </a:lnTo>
                  <a:lnTo>
                    <a:pt x="5747" y="4379"/>
                  </a:lnTo>
                  <a:lnTo>
                    <a:pt x="5775" y="4420"/>
                  </a:lnTo>
                  <a:lnTo>
                    <a:pt x="5803" y="4460"/>
                  </a:lnTo>
                  <a:lnTo>
                    <a:pt x="5830" y="4502"/>
                  </a:lnTo>
                  <a:lnTo>
                    <a:pt x="5855" y="4543"/>
                  </a:lnTo>
                  <a:lnTo>
                    <a:pt x="5880" y="4585"/>
                  </a:lnTo>
                  <a:lnTo>
                    <a:pt x="5904" y="4626"/>
                  </a:lnTo>
                  <a:lnTo>
                    <a:pt x="5925" y="4667"/>
                  </a:lnTo>
                  <a:lnTo>
                    <a:pt x="5946" y="4710"/>
                  </a:lnTo>
                  <a:lnTo>
                    <a:pt x="5967" y="4752"/>
                  </a:lnTo>
                  <a:lnTo>
                    <a:pt x="5986" y="4795"/>
                  </a:lnTo>
                  <a:lnTo>
                    <a:pt x="6004" y="4838"/>
                  </a:lnTo>
                  <a:lnTo>
                    <a:pt x="6020" y="4880"/>
                  </a:lnTo>
                  <a:lnTo>
                    <a:pt x="6036" y="4924"/>
                  </a:lnTo>
                  <a:lnTo>
                    <a:pt x="6049" y="4967"/>
                  </a:lnTo>
                  <a:lnTo>
                    <a:pt x="6063" y="5011"/>
                  </a:lnTo>
                  <a:lnTo>
                    <a:pt x="6075" y="5055"/>
                  </a:lnTo>
                  <a:lnTo>
                    <a:pt x="6085" y="5100"/>
                  </a:lnTo>
                  <a:lnTo>
                    <a:pt x="6095" y="5144"/>
                  </a:lnTo>
                  <a:lnTo>
                    <a:pt x="6104" y="5189"/>
                  </a:lnTo>
                  <a:lnTo>
                    <a:pt x="6111" y="5234"/>
                  </a:lnTo>
                  <a:lnTo>
                    <a:pt x="6117" y="5280"/>
                  </a:lnTo>
                  <a:lnTo>
                    <a:pt x="6123" y="5324"/>
                  </a:lnTo>
                  <a:lnTo>
                    <a:pt x="6127" y="5370"/>
                  </a:lnTo>
                  <a:lnTo>
                    <a:pt x="6130" y="5417"/>
                  </a:lnTo>
                  <a:lnTo>
                    <a:pt x="6131" y="5463"/>
                  </a:lnTo>
                  <a:lnTo>
                    <a:pt x="6132" y="5509"/>
                  </a:lnTo>
                  <a:lnTo>
                    <a:pt x="6132" y="9605"/>
                  </a:lnTo>
                  <a:lnTo>
                    <a:pt x="6132" y="9643"/>
                  </a:lnTo>
                  <a:lnTo>
                    <a:pt x="6130" y="9682"/>
                  </a:lnTo>
                  <a:lnTo>
                    <a:pt x="6129" y="9719"/>
                  </a:lnTo>
                  <a:lnTo>
                    <a:pt x="6126" y="9756"/>
                  </a:lnTo>
                  <a:lnTo>
                    <a:pt x="6122" y="9793"/>
                  </a:lnTo>
                  <a:lnTo>
                    <a:pt x="6117" y="9829"/>
                  </a:lnTo>
                  <a:lnTo>
                    <a:pt x="6112" y="9866"/>
                  </a:lnTo>
                  <a:lnTo>
                    <a:pt x="6107" y="9901"/>
                  </a:lnTo>
                  <a:lnTo>
                    <a:pt x="6099" y="9937"/>
                  </a:lnTo>
                  <a:lnTo>
                    <a:pt x="6092" y="9972"/>
                  </a:lnTo>
                  <a:lnTo>
                    <a:pt x="6083" y="10007"/>
                  </a:lnTo>
                  <a:lnTo>
                    <a:pt x="6074" y="10041"/>
                  </a:lnTo>
                  <a:lnTo>
                    <a:pt x="6063" y="10075"/>
                  </a:lnTo>
                  <a:lnTo>
                    <a:pt x="6053" y="10109"/>
                  </a:lnTo>
                  <a:lnTo>
                    <a:pt x="6041" y="10142"/>
                  </a:lnTo>
                  <a:lnTo>
                    <a:pt x="6028" y="10175"/>
                  </a:lnTo>
                  <a:lnTo>
                    <a:pt x="6014" y="10208"/>
                  </a:lnTo>
                  <a:lnTo>
                    <a:pt x="6001" y="10241"/>
                  </a:lnTo>
                  <a:lnTo>
                    <a:pt x="5986" y="10273"/>
                  </a:lnTo>
                  <a:lnTo>
                    <a:pt x="5970" y="10305"/>
                  </a:lnTo>
                  <a:lnTo>
                    <a:pt x="5953" y="10335"/>
                  </a:lnTo>
                  <a:lnTo>
                    <a:pt x="5935" y="10366"/>
                  </a:lnTo>
                  <a:lnTo>
                    <a:pt x="5917" y="10397"/>
                  </a:lnTo>
                  <a:lnTo>
                    <a:pt x="5898" y="10428"/>
                  </a:lnTo>
                  <a:lnTo>
                    <a:pt x="5877" y="10458"/>
                  </a:lnTo>
                  <a:lnTo>
                    <a:pt x="5857" y="10487"/>
                  </a:lnTo>
                  <a:lnTo>
                    <a:pt x="5835" y="10517"/>
                  </a:lnTo>
                  <a:lnTo>
                    <a:pt x="5813" y="10546"/>
                  </a:lnTo>
                  <a:lnTo>
                    <a:pt x="5789" y="10575"/>
                  </a:lnTo>
                  <a:lnTo>
                    <a:pt x="5766" y="10603"/>
                  </a:lnTo>
                  <a:lnTo>
                    <a:pt x="5740" y="10632"/>
                  </a:lnTo>
                  <a:lnTo>
                    <a:pt x="5715" y="10660"/>
                  </a:lnTo>
                  <a:lnTo>
                    <a:pt x="5688" y="10687"/>
                  </a:lnTo>
                  <a:lnTo>
                    <a:pt x="5661" y="10714"/>
                  </a:lnTo>
                  <a:lnTo>
                    <a:pt x="5633" y="10739"/>
                  </a:lnTo>
                  <a:lnTo>
                    <a:pt x="5606" y="10765"/>
                  </a:lnTo>
                  <a:lnTo>
                    <a:pt x="5576" y="10790"/>
                  </a:lnTo>
                  <a:lnTo>
                    <a:pt x="5546" y="10814"/>
                  </a:lnTo>
                  <a:lnTo>
                    <a:pt x="5516" y="10838"/>
                  </a:lnTo>
                  <a:lnTo>
                    <a:pt x="5486" y="10860"/>
                  </a:lnTo>
                  <a:lnTo>
                    <a:pt x="5455" y="10883"/>
                  </a:lnTo>
                  <a:lnTo>
                    <a:pt x="5422" y="10905"/>
                  </a:lnTo>
                  <a:lnTo>
                    <a:pt x="5390" y="10925"/>
                  </a:lnTo>
                  <a:lnTo>
                    <a:pt x="5357" y="10947"/>
                  </a:lnTo>
                  <a:lnTo>
                    <a:pt x="5323" y="10966"/>
                  </a:lnTo>
                  <a:lnTo>
                    <a:pt x="5288" y="10985"/>
                  </a:lnTo>
                  <a:lnTo>
                    <a:pt x="5253" y="11004"/>
                  </a:lnTo>
                  <a:lnTo>
                    <a:pt x="5218" y="11022"/>
                  </a:lnTo>
                  <a:lnTo>
                    <a:pt x="5182" y="11039"/>
                  </a:lnTo>
                  <a:lnTo>
                    <a:pt x="5145" y="11056"/>
                  </a:lnTo>
                  <a:lnTo>
                    <a:pt x="5108" y="11072"/>
                  </a:lnTo>
                  <a:lnTo>
                    <a:pt x="5069" y="11087"/>
                  </a:lnTo>
                  <a:lnTo>
                    <a:pt x="5031" y="11102"/>
                  </a:lnTo>
                  <a:lnTo>
                    <a:pt x="4992" y="11117"/>
                  </a:lnTo>
                  <a:lnTo>
                    <a:pt x="4952" y="11130"/>
                  </a:lnTo>
                  <a:lnTo>
                    <a:pt x="4911" y="11143"/>
                  </a:lnTo>
                  <a:lnTo>
                    <a:pt x="4871" y="11155"/>
                  </a:lnTo>
                  <a:lnTo>
                    <a:pt x="4828" y="11167"/>
                  </a:lnTo>
                  <a:lnTo>
                    <a:pt x="4787" y="11178"/>
                  </a:lnTo>
                  <a:lnTo>
                    <a:pt x="4743" y="11189"/>
                  </a:lnTo>
                  <a:lnTo>
                    <a:pt x="4701" y="11199"/>
                  </a:lnTo>
                  <a:lnTo>
                    <a:pt x="4656" y="11208"/>
                  </a:lnTo>
                  <a:lnTo>
                    <a:pt x="4612" y="11217"/>
                  </a:lnTo>
                  <a:lnTo>
                    <a:pt x="4567" y="11225"/>
                  </a:lnTo>
                  <a:lnTo>
                    <a:pt x="4567" y="16980"/>
                  </a:lnTo>
                  <a:lnTo>
                    <a:pt x="1510" y="16980"/>
                  </a:lnTo>
                  <a:lnTo>
                    <a:pt x="1510" y="11225"/>
                  </a:lnTo>
                  <a:lnTo>
                    <a:pt x="1424" y="11201"/>
                  </a:lnTo>
                  <a:lnTo>
                    <a:pt x="1340" y="11175"/>
                  </a:lnTo>
                  <a:lnTo>
                    <a:pt x="1298" y="11161"/>
                  </a:lnTo>
                  <a:lnTo>
                    <a:pt x="1258" y="11148"/>
                  </a:lnTo>
                  <a:lnTo>
                    <a:pt x="1218" y="11134"/>
                  </a:lnTo>
                  <a:lnTo>
                    <a:pt x="1178" y="11120"/>
                  </a:lnTo>
                  <a:lnTo>
                    <a:pt x="1139" y="11105"/>
                  </a:lnTo>
                  <a:lnTo>
                    <a:pt x="1101" y="11089"/>
                  </a:lnTo>
                  <a:lnTo>
                    <a:pt x="1064" y="11074"/>
                  </a:lnTo>
                  <a:lnTo>
                    <a:pt x="1026" y="11058"/>
                  </a:lnTo>
                  <a:lnTo>
                    <a:pt x="990" y="11042"/>
                  </a:lnTo>
                  <a:lnTo>
                    <a:pt x="954" y="11025"/>
                  </a:lnTo>
                  <a:lnTo>
                    <a:pt x="918" y="11009"/>
                  </a:lnTo>
                  <a:lnTo>
                    <a:pt x="884" y="10991"/>
                  </a:lnTo>
                  <a:lnTo>
                    <a:pt x="849" y="10974"/>
                  </a:lnTo>
                  <a:lnTo>
                    <a:pt x="816" y="10956"/>
                  </a:lnTo>
                  <a:lnTo>
                    <a:pt x="782" y="10938"/>
                  </a:lnTo>
                  <a:lnTo>
                    <a:pt x="750" y="10920"/>
                  </a:lnTo>
                  <a:lnTo>
                    <a:pt x="719" y="10901"/>
                  </a:lnTo>
                  <a:lnTo>
                    <a:pt x="687" y="10882"/>
                  </a:lnTo>
                  <a:lnTo>
                    <a:pt x="656" y="10862"/>
                  </a:lnTo>
                  <a:lnTo>
                    <a:pt x="626" y="10841"/>
                  </a:lnTo>
                  <a:lnTo>
                    <a:pt x="596" y="10821"/>
                  </a:lnTo>
                  <a:lnTo>
                    <a:pt x="567" y="10801"/>
                  </a:lnTo>
                  <a:lnTo>
                    <a:pt x="539" y="10780"/>
                  </a:lnTo>
                  <a:lnTo>
                    <a:pt x="510" y="10758"/>
                  </a:lnTo>
                  <a:lnTo>
                    <a:pt x="484" y="10736"/>
                  </a:lnTo>
                  <a:lnTo>
                    <a:pt x="456" y="10714"/>
                  </a:lnTo>
                  <a:lnTo>
                    <a:pt x="431" y="10691"/>
                  </a:lnTo>
                  <a:lnTo>
                    <a:pt x="405" y="10668"/>
                  </a:lnTo>
                  <a:lnTo>
                    <a:pt x="380" y="10646"/>
                  </a:lnTo>
                  <a:lnTo>
                    <a:pt x="355" y="10622"/>
                  </a:lnTo>
                  <a:lnTo>
                    <a:pt x="332" y="10599"/>
                  </a:lnTo>
                  <a:lnTo>
                    <a:pt x="310" y="10576"/>
                  </a:lnTo>
                  <a:lnTo>
                    <a:pt x="289" y="10551"/>
                  </a:lnTo>
                  <a:lnTo>
                    <a:pt x="267" y="10528"/>
                  </a:lnTo>
                  <a:lnTo>
                    <a:pt x="247" y="10503"/>
                  </a:lnTo>
                  <a:lnTo>
                    <a:pt x="228" y="10480"/>
                  </a:lnTo>
                  <a:lnTo>
                    <a:pt x="209" y="10455"/>
                  </a:lnTo>
                  <a:lnTo>
                    <a:pt x="191" y="10431"/>
                  </a:lnTo>
                  <a:lnTo>
                    <a:pt x="174" y="10407"/>
                  </a:lnTo>
                  <a:lnTo>
                    <a:pt x="158" y="10382"/>
                  </a:lnTo>
                  <a:lnTo>
                    <a:pt x="142" y="10357"/>
                  </a:lnTo>
                  <a:lnTo>
                    <a:pt x="128" y="10332"/>
                  </a:lnTo>
                  <a:lnTo>
                    <a:pt x="114" y="10307"/>
                  </a:lnTo>
                  <a:lnTo>
                    <a:pt x="101" y="10281"/>
                  </a:lnTo>
                  <a:lnTo>
                    <a:pt x="89" y="10256"/>
                  </a:lnTo>
                  <a:lnTo>
                    <a:pt x="77" y="10230"/>
                  </a:lnTo>
                  <a:lnTo>
                    <a:pt x="67" y="10205"/>
                  </a:lnTo>
                  <a:lnTo>
                    <a:pt x="57" y="10179"/>
                  </a:lnTo>
                  <a:lnTo>
                    <a:pt x="48" y="10153"/>
                  </a:lnTo>
                  <a:lnTo>
                    <a:pt x="39" y="10127"/>
                  </a:lnTo>
                  <a:lnTo>
                    <a:pt x="32" y="10100"/>
                  </a:lnTo>
                  <a:lnTo>
                    <a:pt x="25" y="10074"/>
                  </a:lnTo>
                  <a:lnTo>
                    <a:pt x="19" y="10047"/>
                  </a:lnTo>
                  <a:lnTo>
                    <a:pt x="14" y="10021"/>
                  </a:lnTo>
                  <a:lnTo>
                    <a:pt x="9" y="9994"/>
                  </a:lnTo>
                  <a:lnTo>
                    <a:pt x="6" y="9967"/>
                  </a:lnTo>
                  <a:lnTo>
                    <a:pt x="3" y="9940"/>
                  </a:lnTo>
                  <a:lnTo>
                    <a:pt x="1" y="9912"/>
                  </a:lnTo>
                  <a:lnTo>
                    <a:pt x="0" y="9885"/>
                  </a:lnTo>
                  <a:lnTo>
                    <a:pt x="0" y="9857"/>
                  </a:lnTo>
                  <a:lnTo>
                    <a:pt x="0" y="5509"/>
                  </a:lnTo>
                  <a:lnTo>
                    <a:pt x="1" y="5453"/>
                  </a:lnTo>
                  <a:lnTo>
                    <a:pt x="2" y="5398"/>
                  </a:lnTo>
                  <a:lnTo>
                    <a:pt x="5" y="5342"/>
                  </a:lnTo>
                  <a:lnTo>
                    <a:pt x="9" y="5288"/>
                  </a:lnTo>
                  <a:lnTo>
                    <a:pt x="15" y="5235"/>
                  </a:lnTo>
                  <a:lnTo>
                    <a:pt x="21" y="5182"/>
                  </a:lnTo>
                  <a:lnTo>
                    <a:pt x="28" y="5130"/>
                  </a:lnTo>
                  <a:lnTo>
                    <a:pt x="37" y="5079"/>
                  </a:lnTo>
                  <a:lnTo>
                    <a:pt x="47" y="5028"/>
                  </a:lnTo>
                  <a:lnTo>
                    <a:pt x="57" y="4978"/>
                  </a:lnTo>
                  <a:lnTo>
                    <a:pt x="70" y="4929"/>
                  </a:lnTo>
                  <a:lnTo>
                    <a:pt x="83" y="4880"/>
                  </a:lnTo>
                  <a:lnTo>
                    <a:pt x="97" y="4832"/>
                  </a:lnTo>
                  <a:lnTo>
                    <a:pt x="112" y="4785"/>
                  </a:lnTo>
                  <a:lnTo>
                    <a:pt x="129" y="4739"/>
                  </a:lnTo>
                  <a:lnTo>
                    <a:pt x="147" y="4693"/>
                  </a:lnTo>
                  <a:lnTo>
                    <a:pt x="166" y="4648"/>
                  </a:lnTo>
                  <a:lnTo>
                    <a:pt x="187" y="4604"/>
                  </a:lnTo>
                  <a:lnTo>
                    <a:pt x="208" y="4560"/>
                  </a:lnTo>
                  <a:lnTo>
                    <a:pt x="230" y="4518"/>
                  </a:lnTo>
                  <a:lnTo>
                    <a:pt x="255" y="4476"/>
                  </a:lnTo>
                  <a:lnTo>
                    <a:pt x="279" y="4435"/>
                  </a:lnTo>
                  <a:lnTo>
                    <a:pt x="306" y="4393"/>
                  </a:lnTo>
                  <a:lnTo>
                    <a:pt x="332" y="4354"/>
                  </a:lnTo>
                  <a:lnTo>
                    <a:pt x="361" y="4315"/>
                  </a:lnTo>
                  <a:lnTo>
                    <a:pt x="391" y="4275"/>
                  </a:lnTo>
                  <a:lnTo>
                    <a:pt x="421" y="4238"/>
                  </a:lnTo>
                  <a:lnTo>
                    <a:pt x="453" y="4201"/>
                  </a:lnTo>
                  <a:lnTo>
                    <a:pt x="486" y="4165"/>
                  </a:lnTo>
                  <a:lnTo>
                    <a:pt x="520" y="4129"/>
                  </a:lnTo>
                  <a:lnTo>
                    <a:pt x="556" y="4093"/>
                  </a:lnTo>
                  <a:lnTo>
                    <a:pt x="592" y="4059"/>
                  </a:lnTo>
                  <a:lnTo>
                    <a:pt x="629" y="4025"/>
                  </a:lnTo>
                  <a:lnTo>
                    <a:pt x="668" y="3994"/>
                  </a:lnTo>
                  <a:lnTo>
                    <a:pt x="707" y="3963"/>
                  </a:lnTo>
                  <a:lnTo>
                    <a:pt x="747" y="3933"/>
                  </a:lnTo>
                  <a:lnTo>
                    <a:pt x="789" y="3904"/>
                  </a:lnTo>
                  <a:lnTo>
                    <a:pt x="830" y="3876"/>
                  </a:lnTo>
                  <a:lnTo>
                    <a:pt x="873" y="3849"/>
                  </a:lnTo>
                  <a:lnTo>
                    <a:pt x="916" y="3823"/>
                  </a:lnTo>
                  <a:lnTo>
                    <a:pt x="961" y="3799"/>
                  </a:lnTo>
                  <a:lnTo>
                    <a:pt x="1005" y="3775"/>
                  </a:lnTo>
                  <a:lnTo>
                    <a:pt x="1052" y="3752"/>
                  </a:lnTo>
                  <a:lnTo>
                    <a:pt x="1099" y="3731"/>
                  </a:lnTo>
                  <a:lnTo>
                    <a:pt x="1146" y="3711"/>
                  </a:lnTo>
                  <a:lnTo>
                    <a:pt x="1194" y="3691"/>
                  </a:lnTo>
                  <a:lnTo>
                    <a:pt x="1244" y="3672"/>
                  </a:lnTo>
                  <a:lnTo>
                    <a:pt x="1294" y="3655"/>
                  </a:lnTo>
                  <a:lnTo>
                    <a:pt x="1345" y="3640"/>
                  </a:lnTo>
                  <a:lnTo>
                    <a:pt x="1397" y="3624"/>
                  </a:lnTo>
                  <a:lnTo>
                    <a:pt x="1450" y="3610"/>
                  </a:lnTo>
                  <a:lnTo>
                    <a:pt x="1503" y="3597"/>
                  </a:lnTo>
                  <a:lnTo>
                    <a:pt x="1558" y="3584"/>
                  </a:lnTo>
                  <a:lnTo>
                    <a:pt x="1614" y="3574"/>
                  </a:lnTo>
                  <a:lnTo>
                    <a:pt x="1670" y="3564"/>
                  </a:lnTo>
                  <a:lnTo>
                    <a:pt x="1726" y="3554"/>
                  </a:lnTo>
                  <a:lnTo>
                    <a:pt x="1785" y="3547"/>
                  </a:lnTo>
                  <a:lnTo>
                    <a:pt x="1843" y="3540"/>
                  </a:lnTo>
                  <a:lnTo>
                    <a:pt x="1902" y="3534"/>
                  </a:lnTo>
                  <a:lnTo>
                    <a:pt x="1963" y="3530"/>
                  </a:lnTo>
                  <a:lnTo>
                    <a:pt x="2024" y="3526"/>
                  </a:lnTo>
                  <a:lnTo>
                    <a:pt x="2086" y="3524"/>
                  </a:lnTo>
                  <a:lnTo>
                    <a:pt x="2149" y="3522"/>
                  </a:lnTo>
                  <a:lnTo>
                    <a:pt x="2212" y="3522"/>
                  </a:lnTo>
                  <a:lnTo>
                    <a:pt x="2218" y="3517"/>
                  </a:lnTo>
                  <a:lnTo>
                    <a:pt x="2224" y="3514"/>
                  </a:lnTo>
                  <a:lnTo>
                    <a:pt x="2230" y="3513"/>
                  </a:lnTo>
                  <a:lnTo>
                    <a:pt x="2237" y="3512"/>
                  </a:lnTo>
                  <a:lnTo>
                    <a:pt x="2243" y="3512"/>
                  </a:lnTo>
                  <a:lnTo>
                    <a:pt x="2251" y="3512"/>
                  </a:lnTo>
                  <a:lnTo>
                    <a:pt x="2261" y="3512"/>
                  </a:lnTo>
                  <a:lnTo>
                    <a:pt x="2274" y="3512"/>
                  </a:lnTo>
                  <a:lnTo>
                    <a:pt x="2312" y="3514"/>
                  </a:lnTo>
                  <a:lnTo>
                    <a:pt x="2353" y="3516"/>
                  </a:lnTo>
                  <a:lnTo>
                    <a:pt x="2393" y="3517"/>
                  </a:lnTo>
                  <a:lnTo>
                    <a:pt x="2435" y="3519"/>
                  </a:lnTo>
                  <a:lnTo>
                    <a:pt x="2479" y="3520"/>
                  </a:lnTo>
                  <a:lnTo>
                    <a:pt x="2522" y="3520"/>
                  </a:lnTo>
                  <a:lnTo>
                    <a:pt x="2568" y="3522"/>
                  </a:lnTo>
                  <a:lnTo>
                    <a:pt x="2615" y="3522"/>
                  </a:lnTo>
                  <a:lnTo>
                    <a:pt x="2616" y="3516"/>
                  </a:lnTo>
                  <a:lnTo>
                    <a:pt x="2617" y="3511"/>
                  </a:lnTo>
                  <a:lnTo>
                    <a:pt x="2620" y="3505"/>
                  </a:lnTo>
                  <a:lnTo>
                    <a:pt x="2623" y="3498"/>
                  </a:lnTo>
                  <a:lnTo>
                    <a:pt x="2634" y="3483"/>
                  </a:lnTo>
                  <a:lnTo>
                    <a:pt x="2649" y="3466"/>
                  </a:lnTo>
                  <a:lnTo>
                    <a:pt x="2663" y="3450"/>
                  </a:lnTo>
                  <a:lnTo>
                    <a:pt x="2674" y="3439"/>
                  </a:lnTo>
                  <a:lnTo>
                    <a:pt x="2678" y="3434"/>
                  </a:lnTo>
                  <a:lnTo>
                    <a:pt x="2683" y="3431"/>
                  </a:lnTo>
                  <a:lnTo>
                    <a:pt x="2686" y="3430"/>
                  </a:lnTo>
                  <a:lnTo>
                    <a:pt x="2688" y="3429"/>
                  </a:lnTo>
                  <a:lnTo>
                    <a:pt x="2651" y="3417"/>
                  </a:lnTo>
                  <a:lnTo>
                    <a:pt x="2614" y="3406"/>
                  </a:lnTo>
                  <a:lnTo>
                    <a:pt x="2578" y="3393"/>
                  </a:lnTo>
                  <a:lnTo>
                    <a:pt x="2542" y="3380"/>
                  </a:lnTo>
                  <a:lnTo>
                    <a:pt x="2506" y="3366"/>
                  </a:lnTo>
                  <a:lnTo>
                    <a:pt x="2471" y="3351"/>
                  </a:lnTo>
                  <a:lnTo>
                    <a:pt x="2436" y="3337"/>
                  </a:lnTo>
                  <a:lnTo>
                    <a:pt x="2402" y="3322"/>
                  </a:lnTo>
                  <a:lnTo>
                    <a:pt x="2368" y="3306"/>
                  </a:lnTo>
                  <a:lnTo>
                    <a:pt x="2336" y="3289"/>
                  </a:lnTo>
                  <a:lnTo>
                    <a:pt x="2303" y="3272"/>
                  </a:lnTo>
                  <a:lnTo>
                    <a:pt x="2271" y="3255"/>
                  </a:lnTo>
                  <a:lnTo>
                    <a:pt x="2239" y="3237"/>
                  </a:lnTo>
                  <a:lnTo>
                    <a:pt x="2208" y="3218"/>
                  </a:lnTo>
                  <a:lnTo>
                    <a:pt x="2177" y="3198"/>
                  </a:lnTo>
                  <a:lnTo>
                    <a:pt x="2147" y="3178"/>
                  </a:lnTo>
                  <a:lnTo>
                    <a:pt x="2117" y="3158"/>
                  </a:lnTo>
                  <a:lnTo>
                    <a:pt x="2087" y="3137"/>
                  </a:lnTo>
                  <a:lnTo>
                    <a:pt x="2058" y="3115"/>
                  </a:lnTo>
                  <a:lnTo>
                    <a:pt x="2030" y="3093"/>
                  </a:lnTo>
                  <a:lnTo>
                    <a:pt x="2002" y="3071"/>
                  </a:lnTo>
                  <a:lnTo>
                    <a:pt x="1975" y="3047"/>
                  </a:lnTo>
                  <a:lnTo>
                    <a:pt x="1948" y="3024"/>
                  </a:lnTo>
                  <a:lnTo>
                    <a:pt x="1921" y="3000"/>
                  </a:lnTo>
                  <a:lnTo>
                    <a:pt x="1895" y="2975"/>
                  </a:lnTo>
                  <a:lnTo>
                    <a:pt x="1869" y="2950"/>
                  </a:lnTo>
                  <a:lnTo>
                    <a:pt x="1844" y="2924"/>
                  </a:lnTo>
                  <a:lnTo>
                    <a:pt x="1820" y="2898"/>
                  </a:lnTo>
                  <a:lnTo>
                    <a:pt x="1795" y="2871"/>
                  </a:lnTo>
                  <a:lnTo>
                    <a:pt x="1771" y="2843"/>
                  </a:lnTo>
                  <a:lnTo>
                    <a:pt x="1747" y="2816"/>
                  </a:lnTo>
                  <a:lnTo>
                    <a:pt x="1725" y="2787"/>
                  </a:lnTo>
                  <a:lnTo>
                    <a:pt x="1703" y="2757"/>
                  </a:lnTo>
                  <a:lnTo>
                    <a:pt x="1682" y="2729"/>
                  </a:lnTo>
                  <a:lnTo>
                    <a:pt x="1660" y="2699"/>
                  </a:lnTo>
                  <a:lnTo>
                    <a:pt x="1640" y="2669"/>
                  </a:lnTo>
                  <a:lnTo>
                    <a:pt x="1621" y="2638"/>
                  </a:lnTo>
                  <a:lnTo>
                    <a:pt x="1603" y="2608"/>
                  </a:lnTo>
                  <a:lnTo>
                    <a:pt x="1585" y="2578"/>
                  </a:lnTo>
                  <a:lnTo>
                    <a:pt x="1568" y="2547"/>
                  </a:lnTo>
                  <a:lnTo>
                    <a:pt x="1551" y="2516"/>
                  </a:lnTo>
                  <a:lnTo>
                    <a:pt x="1535" y="2484"/>
                  </a:lnTo>
                  <a:lnTo>
                    <a:pt x="1520" y="2452"/>
                  </a:lnTo>
                  <a:lnTo>
                    <a:pt x="1506" y="2420"/>
                  </a:lnTo>
                  <a:lnTo>
                    <a:pt x="1493" y="2388"/>
                  </a:lnTo>
                  <a:lnTo>
                    <a:pt x="1479" y="2356"/>
                  </a:lnTo>
                  <a:lnTo>
                    <a:pt x="1467" y="2324"/>
                  </a:lnTo>
                  <a:lnTo>
                    <a:pt x="1455" y="2291"/>
                  </a:lnTo>
                  <a:lnTo>
                    <a:pt x="1445" y="2258"/>
                  </a:lnTo>
                  <a:lnTo>
                    <a:pt x="1434" y="2225"/>
                  </a:lnTo>
                  <a:lnTo>
                    <a:pt x="1425" y="2191"/>
                  </a:lnTo>
                  <a:lnTo>
                    <a:pt x="1416" y="2157"/>
                  </a:lnTo>
                  <a:lnTo>
                    <a:pt x="1408" y="2123"/>
                  </a:lnTo>
                  <a:lnTo>
                    <a:pt x="1400" y="2089"/>
                  </a:lnTo>
                  <a:lnTo>
                    <a:pt x="1394" y="2054"/>
                  </a:lnTo>
                  <a:lnTo>
                    <a:pt x="1389" y="2018"/>
                  </a:lnTo>
                  <a:lnTo>
                    <a:pt x="1383" y="1983"/>
                  </a:lnTo>
                  <a:lnTo>
                    <a:pt x="1378" y="1948"/>
                  </a:lnTo>
                  <a:lnTo>
                    <a:pt x="1375" y="1912"/>
                  </a:lnTo>
                  <a:lnTo>
                    <a:pt x="1372" y="1876"/>
                  </a:lnTo>
                  <a:lnTo>
                    <a:pt x="1368" y="1840"/>
                  </a:lnTo>
                  <a:lnTo>
                    <a:pt x="1367" y="1804"/>
                  </a:lnTo>
                  <a:lnTo>
                    <a:pt x="1366" y="1767"/>
                  </a:lnTo>
                  <a:lnTo>
                    <a:pt x="1365" y="1729"/>
                  </a:lnTo>
                  <a:lnTo>
                    <a:pt x="1366" y="1686"/>
                  </a:lnTo>
                  <a:lnTo>
                    <a:pt x="1367" y="1641"/>
                  </a:lnTo>
                  <a:lnTo>
                    <a:pt x="1370" y="1598"/>
                  </a:lnTo>
                  <a:lnTo>
                    <a:pt x="1374" y="1555"/>
                  </a:lnTo>
                  <a:lnTo>
                    <a:pt x="1378" y="1511"/>
                  </a:lnTo>
                  <a:lnTo>
                    <a:pt x="1383" y="1469"/>
                  </a:lnTo>
                  <a:lnTo>
                    <a:pt x="1390" y="1427"/>
                  </a:lnTo>
                  <a:lnTo>
                    <a:pt x="1397" y="1386"/>
                  </a:lnTo>
                  <a:lnTo>
                    <a:pt x="1405" y="1345"/>
                  </a:lnTo>
                  <a:lnTo>
                    <a:pt x="1415" y="1304"/>
                  </a:lnTo>
                  <a:lnTo>
                    <a:pt x="1426" y="1264"/>
                  </a:lnTo>
                  <a:lnTo>
                    <a:pt x="1437" y="1223"/>
                  </a:lnTo>
                  <a:lnTo>
                    <a:pt x="1449" y="1184"/>
                  </a:lnTo>
                  <a:lnTo>
                    <a:pt x="1463" y="1145"/>
                  </a:lnTo>
                  <a:lnTo>
                    <a:pt x="1477" y="1106"/>
                  </a:lnTo>
                  <a:lnTo>
                    <a:pt x="1493" y="1068"/>
                  </a:lnTo>
                  <a:lnTo>
                    <a:pt x="1508" y="1030"/>
                  </a:lnTo>
                  <a:lnTo>
                    <a:pt x="1527" y="993"/>
                  </a:lnTo>
                  <a:lnTo>
                    <a:pt x="1545" y="955"/>
                  </a:lnTo>
                  <a:lnTo>
                    <a:pt x="1564" y="919"/>
                  </a:lnTo>
                  <a:lnTo>
                    <a:pt x="1585" y="883"/>
                  </a:lnTo>
                  <a:lnTo>
                    <a:pt x="1606" y="847"/>
                  </a:lnTo>
                  <a:lnTo>
                    <a:pt x="1628" y="811"/>
                  </a:lnTo>
                  <a:lnTo>
                    <a:pt x="1652" y="776"/>
                  </a:lnTo>
                  <a:lnTo>
                    <a:pt x="1676" y="742"/>
                  </a:lnTo>
                  <a:lnTo>
                    <a:pt x="1702" y="708"/>
                  </a:lnTo>
                  <a:lnTo>
                    <a:pt x="1728" y="674"/>
                  </a:lnTo>
                  <a:lnTo>
                    <a:pt x="1756" y="640"/>
                  </a:lnTo>
                  <a:lnTo>
                    <a:pt x="1783" y="607"/>
                  </a:lnTo>
                  <a:lnTo>
                    <a:pt x="1813" y="574"/>
                  </a:lnTo>
                  <a:lnTo>
                    <a:pt x="1844" y="542"/>
                  </a:lnTo>
                  <a:lnTo>
                    <a:pt x="1875" y="510"/>
                  </a:lnTo>
                  <a:lnTo>
                    <a:pt x="1907" y="478"/>
                  </a:lnTo>
                  <a:lnTo>
                    <a:pt x="1940" y="448"/>
                  </a:lnTo>
                  <a:lnTo>
                    <a:pt x="1971" y="419"/>
                  </a:lnTo>
                  <a:lnTo>
                    <a:pt x="2005" y="390"/>
                  </a:lnTo>
                  <a:lnTo>
                    <a:pt x="2038" y="362"/>
                  </a:lnTo>
                  <a:lnTo>
                    <a:pt x="2072" y="336"/>
                  </a:lnTo>
                  <a:lnTo>
                    <a:pt x="2106" y="311"/>
                  </a:lnTo>
                  <a:lnTo>
                    <a:pt x="2141" y="287"/>
                  </a:lnTo>
                  <a:lnTo>
                    <a:pt x="2176" y="263"/>
                  </a:lnTo>
                  <a:lnTo>
                    <a:pt x="2211" y="240"/>
                  </a:lnTo>
                  <a:lnTo>
                    <a:pt x="2247" y="219"/>
                  </a:lnTo>
                  <a:lnTo>
                    <a:pt x="2284" y="199"/>
                  </a:lnTo>
                  <a:lnTo>
                    <a:pt x="2320" y="179"/>
                  </a:lnTo>
                  <a:lnTo>
                    <a:pt x="2357" y="160"/>
                  </a:lnTo>
                  <a:lnTo>
                    <a:pt x="2395" y="143"/>
                  </a:lnTo>
                  <a:lnTo>
                    <a:pt x="2432" y="127"/>
                  </a:lnTo>
                  <a:lnTo>
                    <a:pt x="2470" y="111"/>
                  </a:lnTo>
                  <a:lnTo>
                    <a:pt x="2510" y="98"/>
                  </a:lnTo>
                  <a:lnTo>
                    <a:pt x="2549" y="84"/>
                  </a:lnTo>
                  <a:lnTo>
                    <a:pt x="2588" y="71"/>
                  </a:lnTo>
                  <a:lnTo>
                    <a:pt x="2628" y="60"/>
                  </a:lnTo>
                  <a:lnTo>
                    <a:pt x="2668" y="50"/>
                  </a:lnTo>
                  <a:lnTo>
                    <a:pt x="2709" y="40"/>
                  </a:lnTo>
                  <a:lnTo>
                    <a:pt x="2750" y="32"/>
                  </a:lnTo>
                  <a:lnTo>
                    <a:pt x="2791" y="24"/>
                  </a:lnTo>
                  <a:lnTo>
                    <a:pt x="2833" y="18"/>
                  </a:lnTo>
                  <a:lnTo>
                    <a:pt x="2876" y="13"/>
                  </a:lnTo>
                  <a:lnTo>
                    <a:pt x="2918" y="7"/>
                  </a:lnTo>
                  <a:lnTo>
                    <a:pt x="2962" y="4"/>
                  </a:lnTo>
                  <a:lnTo>
                    <a:pt x="3005" y="2"/>
                  </a:lnTo>
                  <a:lnTo>
                    <a:pt x="3049" y="1"/>
                  </a:lnTo>
                  <a:lnTo>
                    <a:pt x="3094" y="0"/>
                  </a:lnTo>
                  <a:lnTo>
                    <a:pt x="3138" y="1"/>
                  </a:lnTo>
                  <a:lnTo>
                    <a:pt x="3183" y="2"/>
                  </a:lnTo>
                  <a:lnTo>
                    <a:pt x="3226" y="4"/>
                  </a:lnTo>
                  <a:lnTo>
                    <a:pt x="3270" y="7"/>
                  </a:lnTo>
                  <a:lnTo>
                    <a:pt x="3312" y="13"/>
                  </a:lnTo>
                  <a:lnTo>
                    <a:pt x="3356" y="18"/>
                  </a:lnTo>
                  <a:lnTo>
                    <a:pt x="3397" y="24"/>
                  </a:lnTo>
                  <a:lnTo>
                    <a:pt x="3440" y="32"/>
                  </a:lnTo>
                  <a:lnTo>
                    <a:pt x="3481" y="40"/>
                  </a:lnTo>
                  <a:lnTo>
                    <a:pt x="3521" y="50"/>
                  </a:lnTo>
                  <a:lnTo>
                    <a:pt x="3563" y="60"/>
                  </a:lnTo>
                  <a:lnTo>
                    <a:pt x="3602" y="71"/>
                  </a:lnTo>
                  <a:lnTo>
                    <a:pt x="3643" y="84"/>
                  </a:lnTo>
                  <a:lnTo>
                    <a:pt x="3682" y="98"/>
                  </a:lnTo>
                  <a:lnTo>
                    <a:pt x="3721" y="111"/>
                  </a:lnTo>
                  <a:lnTo>
                    <a:pt x="3759" y="127"/>
                  </a:lnTo>
                  <a:lnTo>
                    <a:pt x="3798" y="143"/>
                  </a:lnTo>
                  <a:lnTo>
                    <a:pt x="3835" y="160"/>
                  </a:lnTo>
                  <a:lnTo>
                    <a:pt x="3873" y="179"/>
                  </a:lnTo>
                  <a:lnTo>
                    <a:pt x="3909" y="199"/>
                  </a:lnTo>
                  <a:lnTo>
                    <a:pt x="3946" y="219"/>
                  </a:lnTo>
                  <a:lnTo>
                    <a:pt x="3982" y="240"/>
                  </a:lnTo>
                  <a:lnTo>
                    <a:pt x="4017" y="263"/>
                  </a:lnTo>
                  <a:lnTo>
                    <a:pt x="4053" y="287"/>
                  </a:lnTo>
                  <a:lnTo>
                    <a:pt x="4088" y="311"/>
                  </a:lnTo>
                  <a:lnTo>
                    <a:pt x="4122" y="336"/>
                  </a:lnTo>
                  <a:lnTo>
                    <a:pt x="4156" y="362"/>
                  </a:lnTo>
                  <a:lnTo>
                    <a:pt x="4190" y="390"/>
                  </a:lnTo>
                  <a:lnTo>
                    <a:pt x="4223" y="419"/>
                  </a:lnTo>
                  <a:lnTo>
                    <a:pt x="4256" y="448"/>
                  </a:lnTo>
                  <a:lnTo>
                    <a:pt x="4289" y="478"/>
                  </a:lnTo>
                  <a:lnTo>
                    <a:pt x="4321" y="510"/>
                  </a:lnTo>
                  <a:lnTo>
                    <a:pt x="4353" y="542"/>
                  </a:lnTo>
                  <a:lnTo>
                    <a:pt x="4383" y="574"/>
                  </a:lnTo>
                  <a:lnTo>
                    <a:pt x="4412" y="607"/>
                  </a:lnTo>
                  <a:lnTo>
                    <a:pt x="4440" y="640"/>
                  </a:lnTo>
                  <a:lnTo>
                    <a:pt x="4467" y="674"/>
                  </a:lnTo>
                  <a:lnTo>
                    <a:pt x="4493" y="708"/>
                  </a:lnTo>
                  <a:lnTo>
                    <a:pt x="4518" y="742"/>
                  </a:lnTo>
                  <a:lnTo>
                    <a:pt x="4543" y="776"/>
                  </a:lnTo>
                  <a:lnTo>
                    <a:pt x="4566" y="811"/>
                  </a:lnTo>
                  <a:lnTo>
                    <a:pt x="4588" y="847"/>
                  </a:lnTo>
                  <a:lnTo>
                    <a:pt x="4610" y="883"/>
                  </a:lnTo>
                  <a:lnTo>
                    <a:pt x="4630" y="919"/>
                  </a:lnTo>
                  <a:lnTo>
                    <a:pt x="4649" y="955"/>
                  </a:lnTo>
                  <a:lnTo>
                    <a:pt x="4667" y="993"/>
                  </a:lnTo>
                  <a:lnTo>
                    <a:pt x="4685" y="1030"/>
                  </a:lnTo>
                  <a:lnTo>
                    <a:pt x="4701" y="1068"/>
                  </a:lnTo>
                  <a:lnTo>
                    <a:pt x="4716" y="1106"/>
                  </a:lnTo>
                  <a:lnTo>
                    <a:pt x="4731" y="1145"/>
                  </a:lnTo>
                  <a:lnTo>
                    <a:pt x="4745" y="1184"/>
                  </a:lnTo>
                  <a:lnTo>
                    <a:pt x="4756" y="1223"/>
                  </a:lnTo>
                  <a:lnTo>
                    <a:pt x="4768" y="1264"/>
                  </a:lnTo>
                  <a:lnTo>
                    <a:pt x="4779" y="1304"/>
                  </a:lnTo>
                  <a:lnTo>
                    <a:pt x="4788" y="1345"/>
                  </a:lnTo>
                  <a:lnTo>
                    <a:pt x="4797" y="1386"/>
                  </a:lnTo>
                  <a:lnTo>
                    <a:pt x="4803" y="1427"/>
                  </a:lnTo>
                  <a:lnTo>
                    <a:pt x="4810" y="1469"/>
                  </a:lnTo>
                  <a:lnTo>
                    <a:pt x="4816" y="1511"/>
                  </a:lnTo>
                  <a:lnTo>
                    <a:pt x="4820" y="1555"/>
                  </a:lnTo>
                  <a:lnTo>
                    <a:pt x="4823" y="1598"/>
                  </a:lnTo>
                  <a:lnTo>
                    <a:pt x="4825" y="1641"/>
                  </a:lnTo>
                  <a:lnTo>
                    <a:pt x="4827" y="1686"/>
                  </a:lnTo>
                  <a:lnTo>
                    <a:pt x="4827" y="1729"/>
                  </a:lnTo>
                  <a:lnTo>
                    <a:pt x="4827" y="1768"/>
                  </a:lnTo>
                  <a:lnTo>
                    <a:pt x="4826" y="1806"/>
                  </a:lnTo>
                  <a:lnTo>
                    <a:pt x="4824" y="1843"/>
                  </a:lnTo>
                  <a:lnTo>
                    <a:pt x="4822" y="1880"/>
                  </a:lnTo>
                  <a:lnTo>
                    <a:pt x="4818" y="1917"/>
                  </a:lnTo>
                  <a:lnTo>
                    <a:pt x="4814" y="1954"/>
                  </a:lnTo>
                  <a:lnTo>
                    <a:pt x="4808" y="1990"/>
                  </a:lnTo>
                  <a:lnTo>
                    <a:pt x="4803" y="2027"/>
                  </a:lnTo>
                  <a:lnTo>
                    <a:pt x="4797" y="2062"/>
                  </a:lnTo>
                  <a:lnTo>
                    <a:pt x="4789" y="2098"/>
                  </a:lnTo>
                  <a:lnTo>
                    <a:pt x="4781" y="2134"/>
                  </a:lnTo>
                  <a:lnTo>
                    <a:pt x="4772" y="2169"/>
                  </a:lnTo>
                  <a:lnTo>
                    <a:pt x="4763" y="2204"/>
                  </a:lnTo>
                  <a:lnTo>
                    <a:pt x="4752" y="2240"/>
                  </a:lnTo>
                  <a:lnTo>
                    <a:pt x="4740" y="2274"/>
                  </a:lnTo>
                  <a:lnTo>
                    <a:pt x="4729" y="2308"/>
                  </a:lnTo>
                  <a:lnTo>
                    <a:pt x="4716" y="2342"/>
                  </a:lnTo>
                  <a:lnTo>
                    <a:pt x="4702" y="2376"/>
                  </a:lnTo>
                  <a:lnTo>
                    <a:pt x="4688" y="2410"/>
                  </a:lnTo>
                  <a:lnTo>
                    <a:pt x="4673" y="2443"/>
                  </a:lnTo>
                  <a:lnTo>
                    <a:pt x="4657" y="2476"/>
                  </a:lnTo>
                  <a:lnTo>
                    <a:pt x="4641" y="2508"/>
                  </a:lnTo>
                  <a:lnTo>
                    <a:pt x="4624" y="2541"/>
                  </a:lnTo>
                  <a:lnTo>
                    <a:pt x="4605" y="2573"/>
                  </a:lnTo>
                  <a:lnTo>
                    <a:pt x="4586" y="2606"/>
                  </a:lnTo>
                  <a:lnTo>
                    <a:pt x="4566" y="2638"/>
                  </a:lnTo>
                  <a:lnTo>
                    <a:pt x="4546" y="2669"/>
                  </a:lnTo>
                  <a:lnTo>
                    <a:pt x="4525" y="2701"/>
                  </a:lnTo>
                  <a:lnTo>
                    <a:pt x="4502" y="2732"/>
                  </a:lnTo>
                  <a:lnTo>
                    <a:pt x="4480" y="2763"/>
                  </a:lnTo>
                  <a:lnTo>
                    <a:pt x="4456" y="2793"/>
                  </a:lnTo>
                  <a:lnTo>
                    <a:pt x="4431" y="2824"/>
                  </a:lnTo>
                  <a:lnTo>
                    <a:pt x="4407" y="2853"/>
                  </a:lnTo>
                  <a:lnTo>
                    <a:pt x="4381" y="2883"/>
                  </a:lnTo>
                  <a:lnTo>
                    <a:pt x="4356" y="2910"/>
                  </a:lnTo>
                  <a:lnTo>
                    <a:pt x="4329" y="2938"/>
                  </a:lnTo>
                  <a:lnTo>
                    <a:pt x="4303" y="2965"/>
                  </a:lnTo>
                  <a:lnTo>
                    <a:pt x="4276" y="2991"/>
                  </a:lnTo>
                  <a:lnTo>
                    <a:pt x="4249" y="3017"/>
                  </a:lnTo>
                  <a:lnTo>
                    <a:pt x="4220" y="3041"/>
                  </a:lnTo>
                  <a:lnTo>
                    <a:pt x="4192" y="3066"/>
                  </a:lnTo>
                  <a:lnTo>
                    <a:pt x="4164" y="3089"/>
                  </a:lnTo>
                  <a:lnTo>
                    <a:pt x="4134" y="3112"/>
                  </a:lnTo>
                  <a:lnTo>
                    <a:pt x="4105" y="3134"/>
                  </a:lnTo>
                  <a:lnTo>
                    <a:pt x="4075" y="3155"/>
                  </a:lnTo>
                  <a:lnTo>
                    <a:pt x="4045" y="3176"/>
                  </a:lnTo>
                  <a:lnTo>
                    <a:pt x="4014" y="3196"/>
                  </a:lnTo>
                  <a:lnTo>
                    <a:pt x="3982" y="3215"/>
                  </a:lnTo>
                  <a:lnTo>
                    <a:pt x="3950" y="3233"/>
                  </a:lnTo>
                  <a:lnTo>
                    <a:pt x="3919" y="3252"/>
                  </a:lnTo>
                  <a:lnTo>
                    <a:pt x="3887" y="3269"/>
                  </a:lnTo>
                  <a:lnTo>
                    <a:pt x="3854" y="3286"/>
                  </a:lnTo>
                  <a:lnTo>
                    <a:pt x="3820" y="3301"/>
                  </a:lnTo>
                  <a:lnTo>
                    <a:pt x="3786" y="3316"/>
                  </a:lnTo>
                  <a:lnTo>
                    <a:pt x="3752" y="3331"/>
                  </a:lnTo>
                  <a:lnTo>
                    <a:pt x="3718" y="3344"/>
                  </a:lnTo>
                  <a:lnTo>
                    <a:pt x="3683" y="3358"/>
                  </a:lnTo>
                  <a:lnTo>
                    <a:pt x="3647" y="3370"/>
                  </a:lnTo>
                  <a:lnTo>
                    <a:pt x="3611" y="3381"/>
                  </a:lnTo>
                  <a:lnTo>
                    <a:pt x="3575" y="3393"/>
                  </a:lnTo>
                  <a:lnTo>
                    <a:pt x="3538" y="3402"/>
                  </a:lnTo>
                  <a:lnTo>
                    <a:pt x="3500" y="3412"/>
                  </a:lnTo>
                  <a:lnTo>
                    <a:pt x="3463" y="3421"/>
                  </a:lnTo>
                  <a:lnTo>
                    <a:pt x="3425" y="3429"/>
                  </a:lnTo>
                  <a:lnTo>
                    <a:pt x="3438" y="3443"/>
                  </a:lnTo>
                  <a:lnTo>
                    <a:pt x="3449" y="3456"/>
                  </a:lnTo>
                  <a:lnTo>
                    <a:pt x="3459" y="3468"/>
                  </a:lnTo>
                  <a:lnTo>
                    <a:pt x="3466" y="3480"/>
                  </a:lnTo>
                  <a:lnTo>
                    <a:pt x="3473" y="3491"/>
                  </a:lnTo>
                  <a:lnTo>
                    <a:pt x="3477" y="3501"/>
                  </a:lnTo>
                  <a:lnTo>
                    <a:pt x="3479" y="3512"/>
                  </a:lnTo>
                  <a:lnTo>
                    <a:pt x="3480" y="3522"/>
                  </a:lnTo>
                  <a:close/>
                </a:path>
              </a:pathLst>
            </a:custGeom>
            <a:solidFill>
              <a:srgbClr val="017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印品黑体" panose="00000500000000000000" pitchFamily="2" charset="-122"/>
                <a:ea typeface="印品黑体" panose="00000500000000000000" pitchFamily="2" charset="-122"/>
              </a:endParaRPr>
            </a:p>
          </p:txBody>
        </p:sp>
        <p:grpSp>
          <p:nvGrpSpPr>
            <p:cNvPr id="52" name="Group 35"/>
            <p:cNvGrpSpPr/>
            <p:nvPr/>
          </p:nvGrpSpPr>
          <p:grpSpPr bwMode="auto">
            <a:xfrm>
              <a:off x="3665067" y="3207436"/>
              <a:ext cx="762379" cy="654980"/>
              <a:chOff x="380" y="1155"/>
              <a:chExt cx="504" cy="433"/>
            </a:xfrm>
            <a:solidFill>
              <a:srgbClr val="0170C1"/>
            </a:solidFill>
          </p:grpSpPr>
          <p:sp>
            <p:nvSpPr>
              <p:cNvPr id="53" name="Freeform 36"/>
              <p:cNvSpPr/>
              <p:nvPr/>
            </p:nvSpPr>
            <p:spPr bwMode="auto">
              <a:xfrm>
                <a:off x="380" y="1155"/>
                <a:ext cx="504" cy="433"/>
              </a:xfrm>
              <a:custGeom>
                <a:avLst/>
                <a:gdLst>
                  <a:gd name="T0" fmla="*/ 0 w 15848"/>
                  <a:gd name="T1" fmla="*/ 0 h 16212"/>
                  <a:gd name="T2" fmla="*/ 1 w 15848"/>
                  <a:gd name="T3" fmla="*/ 0 h 16212"/>
                  <a:gd name="T4" fmla="*/ 0 w 15848"/>
                  <a:gd name="T5" fmla="*/ 0 h 16212"/>
                  <a:gd name="T6" fmla="*/ 0 w 15848"/>
                  <a:gd name="T7" fmla="*/ 0 h 16212"/>
                  <a:gd name="T8" fmla="*/ 0 w 15848"/>
                  <a:gd name="T9" fmla="*/ 0 h 16212"/>
                  <a:gd name="T10" fmla="*/ 0 w 15848"/>
                  <a:gd name="T11" fmla="*/ 0 h 16212"/>
                  <a:gd name="T12" fmla="*/ 0 w 15848"/>
                  <a:gd name="T13" fmla="*/ 0 h 16212"/>
                  <a:gd name="T14" fmla="*/ 0 w 15848"/>
                  <a:gd name="T15" fmla="*/ 0 h 16212"/>
                  <a:gd name="T16" fmla="*/ 0 w 15848"/>
                  <a:gd name="T17" fmla="*/ 0 h 16212"/>
                  <a:gd name="T18" fmla="*/ 0 w 15848"/>
                  <a:gd name="T19" fmla="*/ 0 h 16212"/>
                  <a:gd name="T20" fmla="*/ 0 w 15848"/>
                  <a:gd name="T21" fmla="*/ 0 h 16212"/>
                  <a:gd name="T22" fmla="*/ 0 w 15848"/>
                  <a:gd name="T23" fmla="*/ 0 h 16212"/>
                  <a:gd name="T24" fmla="*/ 0 w 15848"/>
                  <a:gd name="T25" fmla="*/ 0 h 16212"/>
                  <a:gd name="T26" fmla="*/ 0 w 15848"/>
                  <a:gd name="T27" fmla="*/ 0 h 16212"/>
                  <a:gd name="T28" fmla="*/ 0 w 15848"/>
                  <a:gd name="T29" fmla="*/ 0 h 16212"/>
                  <a:gd name="T30" fmla="*/ 0 w 15848"/>
                  <a:gd name="T31" fmla="*/ 0 h 16212"/>
                  <a:gd name="T32" fmla="*/ 0 w 15848"/>
                  <a:gd name="T33" fmla="*/ 0 h 16212"/>
                  <a:gd name="T34" fmla="*/ 0 w 15848"/>
                  <a:gd name="T35" fmla="*/ 0 h 16212"/>
                  <a:gd name="T36" fmla="*/ 0 w 15848"/>
                  <a:gd name="T37" fmla="*/ 0 h 16212"/>
                  <a:gd name="T38" fmla="*/ 0 w 15848"/>
                  <a:gd name="T39" fmla="*/ 0 h 16212"/>
                  <a:gd name="T40" fmla="*/ 0 w 15848"/>
                  <a:gd name="T41" fmla="*/ 0 h 16212"/>
                  <a:gd name="T42" fmla="*/ 0 w 15848"/>
                  <a:gd name="T43" fmla="*/ 0 h 16212"/>
                  <a:gd name="T44" fmla="*/ 0 w 15848"/>
                  <a:gd name="T45" fmla="*/ 0 h 16212"/>
                  <a:gd name="T46" fmla="*/ 0 w 15848"/>
                  <a:gd name="T47" fmla="*/ 0 h 16212"/>
                  <a:gd name="T48" fmla="*/ 0 w 15848"/>
                  <a:gd name="T49" fmla="*/ 0 h 162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5848" h="16212">
                    <a:moveTo>
                      <a:pt x="7919" y="0"/>
                    </a:moveTo>
                    <a:lnTo>
                      <a:pt x="15848" y="8200"/>
                    </a:lnTo>
                    <a:lnTo>
                      <a:pt x="14938" y="9012"/>
                    </a:lnTo>
                    <a:lnTo>
                      <a:pt x="13192" y="7330"/>
                    </a:lnTo>
                    <a:lnTo>
                      <a:pt x="13192" y="16212"/>
                    </a:lnTo>
                    <a:lnTo>
                      <a:pt x="12307" y="16212"/>
                    </a:lnTo>
                    <a:lnTo>
                      <a:pt x="11503" y="16212"/>
                    </a:lnTo>
                    <a:lnTo>
                      <a:pt x="10769" y="16212"/>
                    </a:lnTo>
                    <a:lnTo>
                      <a:pt x="10095" y="16212"/>
                    </a:lnTo>
                    <a:lnTo>
                      <a:pt x="9468" y="16212"/>
                    </a:lnTo>
                    <a:lnTo>
                      <a:pt x="8878" y="16212"/>
                    </a:lnTo>
                    <a:lnTo>
                      <a:pt x="8314" y="16212"/>
                    </a:lnTo>
                    <a:lnTo>
                      <a:pt x="7767" y="16212"/>
                    </a:lnTo>
                    <a:lnTo>
                      <a:pt x="7223" y="16212"/>
                    </a:lnTo>
                    <a:lnTo>
                      <a:pt x="6673" y="16212"/>
                    </a:lnTo>
                    <a:lnTo>
                      <a:pt x="6105" y="16212"/>
                    </a:lnTo>
                    <a:lnTo>
                      <a:pt x="5509" y="16212"/>
                    </a:lnTo>
                    <a:lnTo>
                      <a:pt x="4874" y="16212"/>
                    </a:lnTo>
                    <a:lnTo>
                      <a:pt x="4189" y="16212"/>
                    </a:lnTo>
                    <a:lnTo>
                      <a:pt x="3441" y="16212"/>
                    </a:lnTo>
                    <a:lnTo>
                      <a:pt x="2623" y="16212"/>
                    </a:lnTo>
                    <a:lnTo>
                      <a:pt x="2623" y="7330"/>
                    </a:lnTo>
                    <a:lnTo>
                      <a:pt x="905" y="9012"/>
                    </a:lnTo>
                    <a:lnTo>
                      <a:pt x="0" y="8200"/>
                    </a:lnTo>
                    <a:lnTo>
                      <a:pt x="791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印品黑体" panose="00000500000000000000" pitchFamily="2" charset="-122"/>
                  <a:ea typeface="印品黑体" panose="00000500000000000000" pitchFamily="2" charset="-122"/>
                </a:endParaRPr>
              </a:p>
            </p:txBody>
          </p:sp>
          <p:sp>
            <p:nvSpPr>
              <p:cNvPr id="54" name="Rectangle 37"/>
              <p:cNvSpPr>
                <a:spLocks noChangeArrowheads="1"/>
              </p:cNvSpPr>
              <p:nvPr/>
            </p:nvSpPr>
            <p:spPr bwMode="auto">
              <a:xfrm>
                <a:off x="701" y="1193"/>
                <a:ext cx="56" cy="1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印品黑体" panose="00000500000000000000" pitchFamily="2" charset="-122"/>
                  <a:ea typeface="印品黑体" panose="00000500000000000000" pitchFamily="2" charset="-122"/>
                </a:endParaRPr>
              </a:p>
            </p:txBody>
          </p:sp>
        </p:grpSp>
        <p:sp>
          <p:nvSpPr>
            <p:cNvPr id="59" name="矩形 58"/>
            <p:cNvSpPr/>
            <p:nvPr/>
          </p:nvSpPr>
          <p:spPr>
            <a:xfrm>
              <a:off x="3960049" y="3648139"/>
              <a:ext cx="173038" cy="2143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latin typeface="印品黑体" panose="00000500000000000000" pitchFamily="2" charset="-122"/>
                <a:ea typeface="印品黑体" panose="00000500000000000000" pitchFamily="2" charset="-122"/>
              </a:endParaRPr>
            </a:p>
          </p:txBody>
        </p:sp>
        <p:grpSp>
          <p:nvGrpSpPr>
            <p:cNvPr id="72" name="Group 331"/>
            <p:cNvGrpSpPr/>
            <p:nvPr/>
          </p:nvGrpSpPr>
          <p:grpSpPr bwMode="auto">
            <a:xfrm>
              <a:off x="5978729" y="5416106"/>
              <a:ext cx="646203" cy="595955"/>
              <a:chOff x="2100" y="1440"/>
              <a:chExt cx="1560" cy="1440"/>
            </a:xfrm>
            <a:solidFill>
              <a:srgbClr val="00B0F0"/>
            </a:solidFill>
          </p:grpSpPr>
          <p:sp>
            <p:nvSpPr>
              <p:cNvPr id="74" name="Freeform 332"/>
              <p:cNvSpPr>
                <a:spLocks noEditPoints="1"/>
              </p:cNvSpPr>
              <p:nvPr/>
            </p:nvSpPr>
            <p:spPr bwMode="auto">
              <a:xfrm>
                <a:off x="2100" y="1974"/>
                <a:ext cx="904" cy="820"/>
              </a:xfrm>
              <a:custGeom>
                <a:avLst/>
                <a:gdLst>
                  <a:gd name="T0" fmla="*/ 642 w 904"/>
                  <a:gd name="T1" fmla="*/ 356 h 820"/>
                  <a:gd name="T2" fmla="*/ 456 w 904"/>
                  <a:gd name="T3" fmla="*/ 470 h 820"/>
                  <a:gd name="T4" fmla="*/ 736 w 904"/>
                  <a:gd name="T5" fmla="*/ 654 h 820"/>
                  <a:gd name="T6" fmla="*/ 600 w 904"/>
                  <a:gd name="T7" fmla="*/ 790 h 820"/>
                  <a:gd name="T8" fmla="*/ 556 w 904"/>
                  <a:gd name="T9" fmla="*/ 784 h 820"/>
                  <a:gd name="T10" fmla="*/ 492 w 904"/>
                  <a:gd name="T11" fmla="*/ 770 h 820"/>
                  <a:gd name="T12" fmla="*/ 468 w 904"/>
                  <a:gd name="T13" fmla="*/ 760 h 820"/>
                  <a:gd name="T14" fmla="*/ 426 w 904"/>
                  <a:gd name="T15" fmla="*/ 726 h 820"/>
                  <a:gd name="T16" fmla="*/ 372 w 904"/>
                  <a:gd name="T17" fmla="*/ 666 h 820"/>
                  <a:gd name="T18" fmla="*/ 228 w 904"/>
                  <a:gd name="T19" fmla="*/ 486 h 820"/>
                  <a:gd name="T20" fmla="*/ 194 w 904"/>
                  <a:gd name="T21" fmla="*/ 438 h 820"/>
                  <a:gd name="T22" fmla="*/ 174 w 904"/>
                  <a:gd name="T23" fmla="*/ 400 h 820"/>
                  <a:gd name="T24" fmla="*/ 168 w 904"/>
                  <a:gd name="T25" fmla="*/ 384 h 820"/>
                  <a:gd name="T26" fmla="*/ 166 w 904"/>
                  <a:gd name="T27" fmla="*/ 342 h 820"/>
                  <a:gd name="T28" fmla="*/ 168 w 904"/>
                  <a:gd name="T29" fmla="*/ 304 h 820"/>
                  <a:gd name="T30" fmla="*/ 356 w 904"/>
                  <a:gd name="T31" fmla="*/ 0 h 820"/>
                  <a:gd name="T32" fmla="*/ 128 w 904"/>
                  <a:gd name="T33" fmla="*/ 250 h 820"/>
                  <a:gd name="T34" fmla="*/ 218 w 904"/>
                  <a:gd name="T35" fmla="*/ 310 h 820"/>
                  <a:gd name="T36" fmla="*/ 216 w 904"/>
                  <a:gd name="T37" fmla="*/ 330 h 820"/>
                  <a:gd name="T38" fmla="*/ 218 w 904"/>
                  <a:gd name="T39" fmla="*/ 364 h 820"/>
                  <a:gd name="T40" fmla="*/ 222 w 904"/>
                  <a:gd name="T41" fmla="*/ 378 h 820"/>
                  <a:gd name="T42" fmla="*/ 232 w 904"/>
                  <a:gd name="T43" fmla="*/ 406 h 820"/>
                  <a:gd name="T44" fmla="*/ 252 w 904"/>
                  <a:gd name="T45" fmla="*/ 436 h 820"/>
                  <a:gd name="T46" fmla="*/ 426 w 904"/>
                  <a:gd name="T47" fmla="*/ 282 h 820"/>
                  <a:gd name="T48" fmla="*/ 348 w 904"/>
                  <a:gd name="T49" fmla="*/ 74 h 820"/>
                  <a:gd name="T50" fmla="*/ 450 w 904"/>
                  <a:gd name="T51" fmla="*/ 520 h 820"/>
                  <a:gd name="T52" fmla="*/ 446 w 904"/>
                  <a:gd name="T53" fmla="*/ 560 h 820"/>
                  <a:gd name="T54" fmla="*/ 444 w 904"/>
                  <a:gd name="T55" fmla="*/ 620 h 820"/>
                  <a:gd name="T56" fmla="*/ 448 w 904"/>
                  <a:gd name="T57" fmla="*/ 652 h 820"/>
                  <a:gd name="T58" fmla="*/ 458 w 904"/>
                  <a:gd name="T59" fmla="*/ 678 h 820"/>
                  <a:gd name="T60" fmla="*/ 464 w 904"/>
                  <a:gd name="T61" fmla="*/ 688 h 820"/>
                  <a:gd name="T62" fmla="*/ 480 w 904"/>
                  <a:gd name="T63" fmla="*/ 706 h 820"/>
                  <a:gd name="T64" fmla="*/ 502 w 904"/>
                  <a:gd name="T65" fmla="*/ 720 h 820"/>
                  <a:gd name="T66" fmla="*/ 532 w 904"/>
                  <a:gd name="T67" fmla="*/ 730 h 820"/>
                  <a:gd name="T68" fmla="*/ 566 w 904"/>
                  <a:gd name="T69" fmla="*/ 736 h 820"/>
                  <a:gd name="T70" fmla="*/ 666 w 904"/>
                  <a:gd name="T71" fmla="*/ 646 h 8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904" h="820">
                    <a:moveTo>
                      <a:pt x="356" y="0"/>
                    </a:moveTo>
                    <a:lnTo>
                      <a:pt x="642" y="356"/>
                    </a:lnTo>
                    <a:lnTo>
                      <a:pt x="472" y="338"/>
                    </a:lnTo>
                    <a:lnTo>
                      <a:pt x="456" y="470"/>
                    </a:lnTo>
                    <a:lnTo>
                      <a:pt x="904" y="520"/>
                    </a:lnTo>
                    <a:lnTo>
                      <a:pt x="736" y="654"/>
                    </a:lnTo>
                    <a:lnTo>
                      <a:pt x="870" y="820"/>
                    </a:lnTo>
                    <a:lnTo>
                      <a:pt x="600" y="790"/>
                    </a:lnTo>
                    <a:lnTo>
                      <a:pt x="556" y="784"/>
                    </a:lnTo>
                    <a:lnTo>
                      <a:pt x="520" y="778"/>
                    </a:lnTo>
                    <a:lnTo>
                      <a:pt x="492" y="770"/>
                    </a:lnTo>
                    <a:lnTo>
                      <a:pt x="468" y="760"/>
                    </a:lnTo>
                    <a:lnTo>
                      <a:pt x="448" y="746"/>
                    </a:lnTo>
                    <a:lnTo>
                      <a:pt x="426" y="726"/>
                    </a:lnTo>
                    <a:lnTo>
                      <a:pt x="400" y="700"/>
                    </a:lnTo>
                    <a:lnTo>
                      <a:pt x="372" y="666"/>
                    </a:lnTo>
                    <a:lnTo>
                      <a:pt x="228" y="486"/>
                    </a:lnTo>
                    <a:lnTo>
                      <a:pt x="210" y="462"/>
                    </a:lnTo>
                    <a:lnTo>
                      <a:pt x="194" y="438"/>
                    </a:lnTo>
                    <a:lnTo>
                      <a:pt x="182" y="418"/>
                    </a:lnTo>
                    <a:lnTo>
                      <a:pt x="174" y="400"/>
                    </a:lnTo>
                    <a:lnTo>
                      <a:pt x="168" y="384"/>
                    </a:lnTo>
                    <a:lnTo>
                      <a:pt x="166" y="364"/>
                    </a:lnTo>
                    <a:lnTo>
                      <a:pt x="166" y="342"/>
                    </a:lnTo>
                    <a:lnTo>
                      <a:pt x="168" y="320"/>
                    </a:lnTo>
                    <a:lnTo>
                      <a:pt x="168" y="304"/>
                    </a:lnTo>
                    <a:lnTo>
                      <a:pt x="0" y="286"/>
                    </a:lnTo>
                    <a:lnTo>
                      <a:pt x="356" y="0"/>
                    </a:lnTo>
                    <a:close/>
                    <a:moveTo>
                      <a:pt x="348" y="74"/>
                    </a:moveTo>
                    <a:lnTo>
                      <a:pt x="128" y="250"/>
                    </a:lnTo>
                    <a:lnTo>
                      <a:pt x="224" y="260"/>
                    </a:lnTo>
                    <a:lnTo>
                      <a:pt x="218" y="310"/>
                    </a:lnTo>
                    <a:lnTo>
                      <a:pt x="216" y="330"/>
                    </a:lnTo>
                    <a:lnTo>
                      <a:pt x="216" y="348"/>
                    </a:lnTo>
                    <a:lnTo>
                      <a:pt x="218" y="364"/>
                    </a:lnTo>
                    <a:lnTo>
                      <a:pt x="222" y="378"/>
                    </a:lnTo>
                    <a:lnTo>
                      <a:pt x="226" y="392"/>
                    </a:lnTo>
                    <a:lnTo>
                      <a:pt x="232" y="406"/>
                    </a:lnTo>
                    <a:lnTo>
                      <a:pt x="242" y="420"/>
                    </a:lnTo>
                    <a:lnTo>
                      <a:pt x="252" y="436"/>
                    </a:lnTo>
                    <a:lnTo>
                      <a:pt x="392" y="606"/>
                    </a:lnTo>
                    <a:lnTo>
                      <a:pt x="426" y="282"/>
                    </a:lnTo>
                    <a:lnTo>
                      <a:pt x="522" y="294"/>
                    </a:lnTo>
                    <a:lnTo>
                      <a:pt x="348" y="74"/>
                    </a:lnTo>
                    <a:close/>
                    <a:moveTo>
                      <a:pt x="778" y="556"/>
                    </a:moveTo>
                    <a:lnTo>
                      <a:pt x="450" y="520"/>
                    </a:lnTo>
                    <a:lnTo>
                      <a:pt x="446" y="560"/>
                    </a:lnTo>
                    <a:lnTo>
                      <a:pt x="444" y="602"/>
                    </a:lnTo>
                    <a:lnTo>
                      <a:pt x="444" y="620"/>
                    </a:lnTo>
                    <a:lnTo>
                      <a:pt x="446" y="638"/>
                    </a:lnTo>
                    <a:lnTo>
                      <a:pt x="448" y="652"/>
                    </a:lnTo>
                    <a:lnTo>
                      <a:pt x="452" y="666"/>
                    </a:lnTo>
                    <a:lnTo>
                      <a:pt x="458" y="678"/>
                    </a:lnTo>
                    <a:lnTo>
                      <a:pt x="464" y="688"/>
                    </a:lnTo>
                    <a:lnTo>
                      <a:pt x="470" y="698"/>
                    </a:lnTo>
                    <a:lnTo>
                      <a:pt x="480" y="706"/>
                    </a:lnTo>
                    <a:lnTo>
                      <a:pt x="490" y="714"/>
                    </a:lnTo>
                    <a:lnTo>
                      <a:pt x="502" y="720"/>
                    </a:lnTo>
                    <a:lnTo>
                      <a:pt x="516" y="726"/>
                    </a:lnTo>
                    <a:lnTo>
                      <a:pt x="532" y="730"/>
                    </a:lnTo>
                    <a:lnTo>
                      <a:pt x="548" y="734"/>
                    </a:lnTo>
                    <a:lnTo>
                      <a:pt x="566" y="736"/>
                    </a:lnTo>
                    <a:lnTo>
                      <a:pt x="756" y="758"/>
                    </a:lnTo>
                    <a:lnTo>
                      <a:pt x="666" y="646"/>
                    </a:lnTo>
                    <a:lnTo>
                      <a:pt x="778" y="556"/>
                    </a:lnTo>
                    <a:close/>
                  </a:path>
                </a:pathLst>
              </a:cu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印品黑体" panose="00000500000000000000" pitchFamily="2" charset="-122"/>
                  <a:ea typeface="印品黑体" panose="00000500000000000000" pitchFamily="2" charset="-122"/>
                </a:endParaRPr>
              </a:p>
            </p:txBody>
          </p:sp>
          <p:sp>
            <p:nvSpPr>
              <p:cNvPr id="75" name="Freeform 333"/>
              <p:cNvSpPr>
                <a:spLocks noEditPoints="1"/>
              </p:cNvSpPr>
              <p:nvPr/>
            </p:nvSpPr>
            <p:spPr bwMode="auto">
              <a:xfrm>
                <a:off x="2374" y="1440"/>
                <a:ext cx="962" cy="560"/>
              </a:xfrm>
              <a:custGeom>
                <a:avLst/>
                <a:gdLst>
                  <a:gd name="T0" fmla="*/ 506 w 962"/>
                  <a:gd name="T1" fmla="*/ 458 h 560"/>
                  <a:gd name="T2" fmla="*/ 532 w 962"/>
                  <a:gd name="T3" fmla="*/ 242 h 560"/>
                  <a:gd name="T4" fmla="*/ 214 w 962"/>
                  <a:gd name="T5" fmla="*/ 346 h 560"/>
                  <a:gd name="T6" fmla="*/ 192 w 962"/>
                  <a:gd name="T7" fmla="*/ 154 h 560"/>
                  <a:gd name="T8" fmla="*/ 224 w 962"/>
                  <a:gd name="T9" fmla="*/ 124 h 560"/>
                  <a:gd name="T10" fmla="*/ 276 w 962"/>
                  <a:gd name="T11" fmla="*/ 82 h 560"/>
                  <a:gd name="T12" fmla="*/ 298 w 962"/>
                  <a:gd name="T13" fmla="*/ 70 h 560"/>
                  <a:gd name="T14" fmla="*/ 352 w 962"/>
                  <a:gd name="T15" fmla="*/ 58 h 560"/>
                  <a:gd name="T16" fmla="*/ 432 w 962"/>
                  <a:gd name="T17" fmla="*/ 54 h 560"/>
                  <a:gd name="T18" fmla="*/ 662 w 962"/>
                  <a:gd name="T19" fmla="*/ 54 h 560"/>
                  <a:gd name="T20" fmla="*/ 720 w 962"/>
                  <a:gd name="T21" fmla="*/ 56 h 560"/>
                  <a:gd name="T22" fmla="*/ 762 w 962"/>
                  <a:gd name="T23" fmla="*/ 64 h 560"/>
                  <a:gd name="T24" fmla="*/ 780 w 962"/>
                  <a:gd name="T25" fmla="*/ 72 h 560"/>
                  <a:gd name="T26" fmla="*/ 814 w 962"/>
                  <a:gd name="T27" fmla="*/ 94 h 560"/>
                  <a:gd name="T28" fmla="*/ 842 w 962"/>
                  <a:gd name="T29" fmla="*/ 122 h 560"/>
                  <a:gd name="T30" fmla="*/ 962 w 962"/>
                  <a:gd name="T31" fmla="*/ 456 h 560"/>
                  <a:gd name="T32" fmla="*/ 910 w 962"/>
                  <a:gd name="T33" fmla="*/ 124 h 560"/>
                  <a:gd name="T34" fmla="*/ 806 w 962"/>
                  <a:gd name="T35" fmla="*/ 156 h 560"/>
                  <a:gd name="T36" fmla="*/ 792 w 962"/>
                  <a:gd name="T37" fmla="*/ 142 h 560"/>
                  <a:gd name="T38" fmla="*/ 764 w 962"/>
                  <a:gd name="T39" fmla="*/ 122 h 560"/>
                  <a:gd name="T40" fmla="*/ 750 w 962"/>
                  <a:gd name="T41" fmla="*/ 116 h 560"/>
                  <a:gd name="T42" fmla="*/ 722 w 962"/>
                  <a:gd name="T43" fmla="*/ 108 h 560"/>
                  <a:gd name="T44" fmla="*/ 686 w 962"/>
                  <a:gd name="T45" fmla="*/ 104 h 560"/>
                  <a:gd name="T46" fmla="*/ 698 w 962"/>
                  <a:gd name="T47" fmla="*/ 336 h 560"/>
                  <a:gd name="T48" fmla="*/ 910 w 962"/>
                  <a:gd name="T49" fmla="*/ 404 h 560"/>
                  <a:gd name="T50" fmla="*/ 496 w 962"/>
                  <a:gd name="T51" fmla="*/ 206 h 560"/>
                  <a:gd name="T52" fmla="*/ 468 w 962"/>
                  <a:gd name="T53" fmla="*/ 178 h 560"/>
                  <a:gd name="T54" fmla="*/ 422 w 962"/>
                  <a:gd name="T55" fmla="*/ 138 h 560"/>
                  <a:gd name="T56" fmla="*/ 394 w 962"/>
                  <a:gd name="T57" fmla="*/ 122 h 560"/>
                  <a:gd name="T58" fmla="*/ 370 w 962"/>
                  <a:gd name="T59" fmla="*/ 112 h 560"/>
                  <a:gd name="T60" fmla="*/ 358 w 962"/>
                  <a:gd name="T61" fmla="*/ 110 h 560"/>
                  <a:gd name="T62" fmla="*/ 332 w 962"/>
                  <a:gd name="T63" fmla="*/ 112 h 560"/>
                  <a:gd name="T64" fmla="*/ 308 w 962"/>
                  <a:gd name="T65" fmla="*/ 122 h 560"/>
                  <a:gd name="T66" fmla="*/ 282 w 962"/>
                  <a:gd name="T67" fmla="*/ 138 h 560"/>
                  <a:gd name="T68" fmla="*/ 256 w 962"/>
                  <a:gd name="T69" fmla="*/ 162 h 560"/>
                  <a:gd name="T70" fmla="*/ 264 w 962"/>
                  <a:gd name="T71" fmla="*/ 296 h 56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962" h="560">
                    <a:moveTo>
                      <a:pt x="962" y="456"/>
                    </a:moveTo>
                    <a:lnTo>
                      <a:pt x="506" y="458"/>
                    </a:lnTo>
                    <a:lnTo>
                      <a:pt x="626" y="336"/>
                    </a:lnTo>
                    <a:lnTo>
                      <a:pt x="532" y="242"/>
                    </a:lnTo>
                    <a:lnTo>
                      <a:pt x="214" y="560"/>
                    </a:lnTo>
                    <a:lnTo>
                      <a:pt x="214" y="346"/>
                    </a:lnTo>
                    <a:lnTo>
                      <a:pt x="0" y="346"/>
                    </a:lnTo>
                    <a:lnTo>
                      <a:pt x="192" y="154"/>
                    </a:lnTo>
                    <a:lnTo>
                      <a:pt x="224" y="124"/>
                    </a:lnTo>
                    <a:lnTo>
                      <a:pt x="252" y="100"/>
                    </a:lnTo>
                    <a:lnTo>
                      <a:pt x="276" y="82"/>
                    </a:lnTo>
                    <a:lnTo>
                      <a:pt x="298" y="70"/>
                    </a:lnTo>
                    <a:lnTo>
                      <a:pt x="322" y="64"/>
                    </a:lnTo>
                    <a:lnTo>
                      <a:pt x="352" y="58"/>
                    </a:lnTo>
                    <a:lnTo>
                      <a:pt x="388" y="56"/>
                    </a:lnTo>
                    <a:lnTo>
                      <a:pt x="432" y="54"/>
                    </a:lnTo>
                    <a:lnTo>
                      <a:pt x="662" y="54"/>
                    </a:lnTo>
                    <a:lnTo>
                      <a:pt x="694" y="54"/>
                    </a:lnTo>
                    <a:lnTo>
                      <a:pt x="720" y="56"/>
                    </a:lnTo>
                    <a:lnTo>
                      <a:pt x="744" y="60"/>
                    </a:lnTo>
                    <a:lnTo>
                      <a:pt x="762" y="64"/>
                    </a:lnTo>
                    <a:lnTo>
                      <a:pt x="780" y="72"/>
                    </a:lnTo>
                    <a:lnTo>
                      <a:pt x="796" y="82"/>
                    </a:lnTo>
                    <a:lnTo>
                      <a:pt x="814" y="94"/>
                    </a:lnTo>
                    <a:lnTo>
                      <a:pt x="830" y="110"/>
                    </a:lnTo>
                    <a:lnTo>
                      <a:pt x="842" y="122"/>
                    </a:lnTo>
                    <a:lnTo>
                      <a:pt x="962" y="0"/>
                    </a:lnTo>
                    <a:lnTo>
                      <a:pt x="962" y="456"/>
                    </a:lnTo>
                    <a:close/>
                    <a:moveTo>
                      <a:pt x="910" y="404"/>
                    </a:moveTo>
                    <a:lnTo>
                      <a:pt x="910" y="124"/>
                    </a:lnTo>
                    <a:lnTo>
                      <a:pt x="842" y="192"/>
                    </a:lnTo>
                    <a:lnTo>
                      <a:pt x="806" y="156"/>
                    </a:lnTo>
                    <a:lnTo>
                      <a:pt x="792" y="142"/>
                    </a:lnTo>
                    <a:lnTo>
                      <a:pt x="778" y="132"/>
                    </a:lnTo>
                    <a:lnTo>
                      <a:pt x="764" y="122"/>
                    </a:lnTo>
                    <a:lnTo>
                      <a:pt x="750" y="116"/>
                    </a:lnTo>
                    <a:lnTo>
                      <a:pt x="736" y="110"/>
                    </a:lnTo>
                    <a:lnTo>
                      <a:pt x="722" y="108"/>
                    </a:lnTo>
                    <a:lnTo>
                      <a:pt x="706" y="106"/>
                    </a:lnTo>
                    <a:lnTo>
                      <a:pt x="686" y="104"/>
                    </a:lnTo>
                    <a:lnTo>
                      <a:pt x="468" y="106"/>
                    </a:lnTo>
                    <a:lnTo>
                      <a:pt x="698" y="336"/>
                    </a:lnTo>
                    <a:lnTo>
                      <a:pt x="630" y="404"/>
                    </a:lnTo>
                    <a:lnTo>
                      <a:pt x="910" y="404"/>
                    </a:lnTo>
                    <a:close/>
                    <a:moveTo>
                      <a:pt x="264" y="440"/>
                    </a:moveTo>
                    <a:lnTo>
                      <a:pt x="496" y="206"/>
                    </a:lnTo>
                    <a:lnTo>
                      <a:pt x="468" y="178"/>
                    </a:lnTo>
                    <a:lnTo>
                      <a:pt x="438" y="150"/>
                    </a:lnTo>
                    <a:lnTo>
                      <a:pt x="422" y="138"/>
                    </a:lnTo>
                    <a:lnTo>
                      <a:pt x="408" y="130"/>
                    </a:lnTo>
                    <a:lnTo>
                      <a:pt x="394" y="122"/>
                    </a:lnTo>
                    <a:lnTo>
                      <a:pt x="382" y="116"/>
                    </a:lnTo>
                    <a:lnTo>
                      <a:pt x="370" y="112"/>
                    </a:lnTo>
                    <a:lnTo>
                      <a:pt x="358" y="110"/>
                    </a:lnTo>
                    <a:lnTo>
                      <a:pt x="346" y="110"/>
                    </a:lnTo>
                    <a:lnTo>
                      <a:pt x="332" y="112"/>
                    </a:lnTo>
                    <a:lnTo>
                      <a:pt x="320" y="116"/>
                    </a:lnTo>
                    <a:lnTo>
                      <a:pt x="308" y="122"/>
                    </a:lnTo>
                    <a:lnTo>
                      <a:pt x="296" y="128"/>
                    </a:lnTo>
                    <a:lnTo>
                      <a:pt x="282" y="138"/>
                    </a:lnTo>
                    <a:lnTo>
                      <a:pt x="268" y="148"/>
                    </a:lnTo>
                    <a:lnTo>
                      <a:pt x="256" y="162"/>
                    </a:lnTo>
                    <a:lnTo>
                      <a:pt x="120" y="296"/>
                    </a:lnTo>
                    <a:lnTo>
                      <a:pt x="264" y="296"/>
                    </a:lnTo>
                    <a:lnTo>
                      <a:pt x="264" y="440"/>
                    </a:lnTo>
                    <a:close/>
                  </a:path>
                </a:pathLst>
              </a:cu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印品黑体" panose="00000500000000000000" pitchFamily="2" charset="-122"/>
                  <a:ea typeface="印品黑体" panose="00000500000000000000" pitchFamily="2" charset="-122"/>
                </a:endParaRPr>
              </a:p>
            </p:txBody>
          </p:sp>
          <p:sp>
            <p:nvSpPr>
              <p:cNvPr id="76" name="Freeform 334"/>
              <p:cNvSpPr>
                <a:spLocks noEditPoints="1"/>
              </p:cNvSpPr>
              <p:nvPr/>
            </p:nvSpPr>
            <p:spPr bwMode="auto">
              <a:xfrm>
                <a:off x="2996" y="1872"/>
                <a:ext cx="664" cy="1008"/>
              </a:xfrm>
              <a:custGeom>
                <a:avLst/>
                <a:gdLst>
                  <a:gd name="T0" fmla="*/ 224 w 664"/>
                  <a:gd name="T1" fmla="*/ 386 h 1008"/>
                  <a:gd name="T2" fmla="*/ 400 w 664"/>
                  <a:gd name="T3" fmla="*/ 514 h 1008"/>
                  <a:gd name="T4" fmla="*/ 466 w 664"/>
                  <a:gd name="T5" fmla="*/ 188 h 1008"/>
                  <a:gd name="T6" fmla="*/ 644 w 664"/>
                  <a:gd name="T7" fmla="*/ 262 h 1008"/>
                  <a:gd name="T8" fmla="*/ 654 w 664"/>
                  <a:gd name="T9" fmla="*/ 304 h 1008"/>
                  <a:gd name="T10" fmla="*/ 664 w 664"/>
                  <a:gd name="T11" fmla="*/ 372 h 1008"/>
                  <a:gd name="T12" fmla="*/ 664 w 664"/>
                  <a:gd name="T13" fmla="*/ 396 h 1008"/>
                  <a:gd name="T14" fmla="*/ 648 w 664"/>
                  <a:gd name="T15" fmla="*/ 448 h 1008"/>
                  <a:gd name="T16" fmla="*/ 612 w 664"/>
                  <a:gd name="T17" fmla="*/ 520 h 1008"/>
                  <a:gd name="T18" fmla="*/ 498 w 664"/>
                  <a:gd name="T19" fmla="*/ 720 h 1008"/>
                  <a:gd name="T20" fmla="*/ 466 w 664"/>
                  <a:gd name="T21" fmla="*/ 770 h 1008"/>
                  <a:gd name="T22" fmla="*/ 438 w 664"/>
                  <a:gd name="T23" fmla="*/ 802 h 1008"/>
                  <a:gd name="T24" fmla="*/ 424 w 664"/>
                  <a:gd name="T25" fmla="*/ 814 h 1008"/>
                  <a:gd name="T26" fmla="*/ 388 w 664"/>
                  <a:gd name="T27" fmla="*/ 832 h 1008"/>
                  <a:gd name="T28" fmla="*/ 350 w 664"/>
                  <a:gd name="T29" fmla="*/ 844 h 1008"/>
                  <a:gd name="T30" fmla="*/ 0 w 664"/>
                  <a:gd name="T31" fmla="*/ 782 h 1008"/>
                  <a:gd name="T32" fmla="*/ 314 w 664"/>
                  <a:gd name="T33" fmla="*/ 900 h 1008"/>
                  <a:gd name="T34" fmla="*/ 338 w 664"/>
                  <a:gd name="T35" fmla="*/ 794 h 1008"/>
                  <a:gd name="T36" fmla="*/ 358 w 664"/>
                  <a:gd name="T37" fmla="*/ 788 h 1008"/>
                  <a:gd name="T38" fmla="*/ 388 w 664"/>
                  <a:gd name="T39" fmla="*/ 774 h 1008"/>
                  <a:gd name="T40" fmla="*/ 400 w 664"/>
                  <a:gd name="T41" fmla="*/ 766 h 1008"/>
                  <a:gd name="T42" fmla="*/ 422 w 664"/>
                  <a:gd name="T43" fmla="*/ 746 h 1008"/>
                  <a:gd name="T44" fmla="*/ 442 w 664"/>
                  <a:gd name="T45" fmla="*/ 716 h 1008"/>
                  <a:gd name="T46" fmla="*/ 236 w 664"/>
                  <a:gd name="T47" fmla="*/ 612 h 1008"/>
                  <a:gd name="T48" fmla="*/ 72 w 664"/>
                  <a:gd name="T49" fmla="*/ 762 h 1008"/>
                  <a:gd name="T50" fmla="*/ 448 w 664"/>
                  <a:gd name="T51" fmla="*/ 502 h 1008"/>
                  <a:gd name="T52" fmla="*/ 486 w 664"/>
                  <a:gd name="T53" fmla="*/ 490 h 1008"/>
                  <a:gd name="T54" fmla="*/ 542 w 664"/>
                  <a:gd name="T55" fmla="*/ 470 h 1008"/>
                  <a:gd name="T56" fmla="*/ 572 w 664"/>
                  <a:gd name="T57" fmla="*/ 454 h 1008"/>
                  <a:gd name="T58" fmla="*/ 592 w 664"/>
                  <a:gd name="T59" fmla="*/ 436 h 1008"/>
                  <a:gd name="T60" fmla="*/ 600 w 664"/>
                  <a:gd name="T61" fmla="*/ 428 h 1008"/>
                  <a:gd name="T62" fmla="*/ 610 w 664"/>
                  <a:gd name="T63" fmla="*/ 406 h 1008"/>
                  <a:gd name="T64" fmla="*/ 614 w 664"/>
                  <a:gd name="T65" fmla="*/ 380 h 1008"/>
                  <a:gd name="T66" fmla="*/ 612 w 664"/>
                  <a:gd name="T67" fmla="*/ 348 h 1008"/>
                  <a:gd name="T68" fmla="*/ 606 w 664"/>
                  <a:gd name="T69" fmla="*/ 314 h 1008"/>
                  <a:gd name="T70" fmla="*/ 484 w 664"/>
                  <a:gd name="T71" fmla="*/ 254 h 100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64" h="1008">
                    <a:moveTo>
                      <a:pt x="0" y="782"/>
                    </a:moveTo>
                    <a:lnTo>
                      <a:pt x="224" y="386"/>
                    </a:lnTo>
                    <a:lnTo>
                      <a:pt x="270" y="550"/>
                    </a:lnTo>
                    <a:lnTo>
                      <a:pt x="400" y="514"/>
                    </a:lnTo>
                    <a:lnTo>
                      <a:pt x="280" y="80"/>
                    </a:lnTo>
                    <a:lnTo>
                      <a:pt x="466" y="188"/>
                    </a:lnTo>
                    <a:lnTo>
                      <a:pt x="572" y="0"/>
                    </a:lnTo>
                    <a:lnTo>
                      <a:pt x="644" y="262"/>
                    </a:lnTo>
                    <a:lnTo>
                      <a:pt x="654" y="304"/>
                    </a:lnTo>
                    <a:lnTo>
                      <a:pt x="660" y="342"/>
                    </a:lnTo>
                    <a:lnTo>
                      <a:pt x="664" y="372"/>
                    </a:lnTo>
                    <a:lnTo>
                      <a:pt x="664" y="396"/>
                    </a:lnTo>
                    <a:lnTo>
                      <a:pt x="658" y="420"/>
                    </a:lnTo>
                    <a:lnTo>
                      <a:pt x="648" y="448"/>
                    </a:lnTo>
                    <a:lnTo>
                      <a:pt x="632" y="482"/>
                    </a:lnTo>
                    <a:lnTo>
                      <a:pt x="612" y="520"/>
                    </a:lnTo>
                    <a:lnTo>
                      <a:pt x="498" y="720"/>
                    </a:lnTo>
                    <a:lnTo>
                      <a:pt x="482" y="748"/>
                    </a:lnTo>
                    <a:lnTo>
                      <a:pt x="466" y="770"/>
                    </a:lnTo>
                    <a:lnTo>
                      <a:pt x="452" y="788"/>
                    </a:lnTo>
                    <a:lnTo>
                      <a:pt x="438" y="802"/>
                    </a:lnTo>
                    <a:lnTo>
                      <a:pt x="424" y="814"/>
                    </a:lnTo>
                    <a:lnTo>
                      <a:pt x="408" y="824"/>
                    </a:lnTo>
                    <a:lnTo>
                      <a:pt x="388" y="832"/>
                    </a:lnTo>
                    <a:lnTo>
                      <a:pt x="366" y="840"/>
                    </a:lnTo>
                    <a:lnTo>
                      <a:pt x="350" y="844"/>
                    </a:lnTo>
                    <a:lnTo>
                      <a:pt x="396" y="1008"/>
                    </a:lnTo>
                    <a:lnTo>
                      <a:pt x="0" y="782"/>
                    </a:lnTo>
                    <a:close/>
                    <a:moveTo>
                      <a:pt x="72" y="762"/>
                    </a:moveTo>
                    <a:lnTo>
                      <a:pt x="314" y="900"/>
                    </a:lnTo>
                    <a:lnTo>
                      <a:pt x="290" y="808"/>
                    </a:lnTo>
                    <a:lnTo>
                      <a:pt x="338" y="794"/>
                    </a:lnTo>
                    <a:lnTo>
                      <a:pt x="358" y="788"/>
                    </a:lnTo>
                    <a:lnTo>
                      <a:pt x="374" y="782"/>
                    </a:lnTo>
                    <a:lnTo>
                      <a:pt x="388" y="774"/>
                    </a:lnTo>
                    <a:lnTo>
                      <a:pt x="400" y="766"/>
                    </a:lnTo>
                    <a:lnTo>
                      <a:pt x="412" y="758"/>
                    </a:lnTo>
                    <a:lnTo>
                      <a:pt x="422" y="746"/>
                    </a:lnTo>
                    <a:lnTo>
                      <a:pt x="432" y="732"/>
                    </a:lnTo>
                    <a:lnTo>
                      <a:pt x="442" y="716"/>
                    </a:lnTo>
                    <a:lnTo>
                      <a:pt x="548" y="526"/>
                    </a:lnTo>
                    <a:lnTo>
                      <a:pt x="236" y="612"/>
                    </a:lnTo>
                    <a:lnTo>
                      <a:pt x="210" y="518"/>
                    </a:lnTo>
                    <a:lnTo>
                      <a:pt x="72" y="762"/>
                    </a:lnTo>
                    <a:close/>
                    <a:moveTo>
                      <a:pt x="360" y="184"/>
                    </a:moveTo>
                    <a:lnTo>
                      <a:pt x="448" y="502"/>
                    </a:lnTo>
                    <a:lnTo>
                      <a:pt x="486" y="490"/>
                    </a:lnTo>
                    <a:lnTo>
                      <a:pt x="526" y="478"/>
                    </a:lnTo>
                    <a:lnTo>
                      <a:pt x="542" y="470"/>
                    </a:lnTo>
                    <a:lnTo>
                      <a:pt x="558" y="462"/>
                    </a:lnTo>
                    <a:lnTo>
                      <a:pt x="572" y="454"/>
                    </a:lnTo>
                    <a:lnTo>
                      <a:pt x="582" y="446"/>
                    </a:lnTo>
                    <a:lnTo>
                      <a:pt x="592" y="436"/>
                    </a:lnTo>
                    <a:lnTo>
                      <a:pt x="600" y="428"/>
                    </a:lnTo>
                    <a:lnTo>
                      <a:pt x="606" y="416"/>
                    </a:lnTo>
                    <a:lnTo>
                      <a:pt x="610" y="406"/>
                    </a:lnTo>
                    <a:lnTo>
                      <a:pt x="612" y="392"/>
                    </a:lnTo>
                    <a:lnTo>
                      <a:pt x="614" y="380"/>
                    </a:lnTo>
                    <a:lnTo>
                      <a:pt x="614" y="364"/>
                    </a:lnTo>
                    <a:lnTo>
                      <a:pt x="612" y="348"/>
                    </a:lnTo>
                    <a:lnTo>
                      <a:pt x="610" y="332"/>
                    </a:lnTo>
                    <a:lnTo>
                      <a:pt x="606" y="314"/>
                    </a:lnTo>
                    <a:lnTo>
                      <a:pt x="554" y="130"/>
                    </a:lnTo>
                    <a:lnTo>
                      <a:pt x="484" y="254"/>
                    </a:lnTo>
                    <a:lnTo>
                      <a:pt x="360" y="184"/>
                    </a:lnTo>
                    <a:close/>
                  </a:path>
                </a:pathLst>
              </a:cu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印品黑体" panose="00000500000000000000" pitchFamily="2" charset="-122"/>
                  <a:ea typeface="印品黑体" panose="00000500000000000000" pitchFamily="2" charset="-122"/>
                </a:endParaRPr>
              </a:p>
            </p:txBody>
          </p:sp>
        </p:grpSp>
      </p:grpSp>
      <p:grpSp>
        <p:nvGrpSpPr>
          <p:cNvPr id="78" name="组合 77"/>
          <p:cNvGrpSpPr/>
          <p:nvPr/>
        </p:nvGrpSpPr>
        <p:grpSpPr>
          <a:xfrm>
            <a:off x="6879029" y="1184952"/>
            <a:ext cx="3850883" cy="930705"/>
            <a:chOff x="7972671" y="1662220"/>
            <a:chExt cx="3099533" cy="930705"/>
          </a:xfrm>
        </p:grpSpPr>
        <p:sp>
          <p:nvSpPr>
            <p:cNvPr id="81" name="TextBox 20"/>
            <p:cNvSpPr txBox="1"/>
            <p:nvPr/>
          </p:nvSpPr>
          <p:spPr>
            <a:xfrm>
              <a:off x="7972671" y="2065152"/>
              <a:ext cx="3099533"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2" name="矩形 81"/>
            <p:cNvSpPr/>
            <p:nvPr/>
          </p:nvSpPr>
          <p:spPr>
            <a:xfrm>
              <a:off x="7981448" y="1662220"/>
              <a:ext cx="2732522"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3" name="组合 82"/>
          <p:cNvGrpSpPr/>
          <p:nvPr/>
        </p:nvGrpSpPr>
        <p:grpSpPr>
          <a:xfrm>
            <a:off x="8385407" y="3690679"/>
            <a:ext cx="2810515" cy="1150386"/>
            <a:chOff x="7972672" y="4137787"/>
            <a:chExt cx="2539053" cy="1150386"/>
          </a:xfrm>
        </p:grpSpPr>
        <p:sp>
          <p:nvSpPr>
            <p:cNvPr id="84" name="TextBox 22"/>
            <p:cNvSpPr txBox="1"/>
            <p:nvPr/>
          </p:nvSpPr>
          <p:spPr>
            <a:xfrm>
              <a:off x="7972672" y="4529567"/>
              <a:ext cx="2539053"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5" name="矩形 84"/>
            <p:cNvSpPr/>
            <p:nvPr/>
          </p:nvSpPr>
          <p:spPr>
            <a:xfrm>
              <a:off x="7981447" y="4137787"/>
              <a:ext cx="2254779"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6" name="组合 85"/>
          <p:cNvGrpSpPr/>
          <p:nvPr/>
        </p:nvGrpSpPr>
        <p:grpSpPr>
          <a:xfrm>
            <a:off x="1115581" y="3250744"/>
            <a:ext cx="2313221" cy="1150387"/>
            <a:chOff x="1201979" y="1697764"/>
            <a:chExt cx="2904295" cy="1150387"/>
          </a:xfrm>
        </p:grpSpPr>
        <p:sp>
          <p:nvSpPr>
            <p:cNvPr id="87" name="TextBox 24"/>
            <p:cNvSpPr txBox="1"/>
            <p:nvPr/>
          </p:nvSpPr>
          <p:spPr>
            <a:xfrm>
              <a:off x="1201979" y="2089545"/>
              <a:ext cx="2904295" cy="758606"/>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8" name="矩形 87"/>
            <p:cNvSpPr/>
            <p:nvPr/>
          </p:nvSpPr>
          <p:spPr>
            <a:xfrm>
              <a:off x="1442979" y="1697764"/>
              <a:ext cx="2663295" cy="307777"/>
            </a:xfrm>
            <a:prstGeom prst="rect">
              <a:avLst/>
            </a:prstGeom>
          </p:spPr>
          <p:txBody>
            <a:bodyPr wrap="square">
              <a:spAutoFit/>
            </a:bodyPr>
            <a:lstStyle/>
            <a:p>
              <a:pPr marR="0" indent="0" algn="r" fontAlgn="auto">
                <a:lnSpc>
                  <a:spcPct val="100000"/>
                </a:lnSpc>
                <a:spcBef>
                  <a:spcPts val="0"/>
                </a:spcBef>
                <a:spcAft>
                  <a:spcPts val="0"/>
                </a:spcAft>
                <a:buClrTx/>
                <a:buSzTx/>
                <a:buFontTx/>
                <a:buNone/>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94" name="组合 93"/>
          <p:cNvGrpSpPr/>
          <p:nvPr/>
        </p:nvGrpSpPr>
        <p:grpSpPr>
          <a:xfrm>
            <a:off x="2214563" y="4872787"/>
            <a:ext cx="3277743" cy="919554"/>
            <a:chOff x="-8997" y="1697764"/>
            <a:chExt cx="4115271" cy="919554"/>
          </a:xfrm>
        </p:grpSpPr>
        <p:sp>
          <p:nvSpPr>
            <p:cNvPr id="95" name="TextBox 24"/>
            <p:cNvSpPr txBox="1"/>
            <p:nvPr/>
          </p:nvSpPr>
          <p:spPr>
            <a:xfrm>
              <a:off x="-8997" y="2089545"/>
              <a:ext cx="4115271"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96" name="矩形 95"/>
            <p:cNvSpPr/>
            <p:nvPr/>
          </p:nvSpPr>
          <p:spPr>
            <a:xfrm>
              <a:off x="1442979" y="1697764"/>
              <a:ext cx="2663295"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 name="组合 102"/>
          <p:cNvGrpSpPr/>
          <p:nvPr/>
        </p:nvGrpSpPr>
        <p:grpSpPr>
          <a:xfrm>
            <a:off x="583501" y="471624"/>
            <a:ext cx="2177776" cy="553998"/>
            <a:chOff x="592429" y="482522"/>
            <a:chExt cx="2177776" cy="553998"/>
          </a:xfrm>
        </p:grpSpPr>
        <p:grpSp>
          <p:nvGrpSpPr>
            <p:cNvPr id="104" name="组合 103"/>
            <p:cNvGrpSpPr/>
            <p:nvPr/>
          </p:nvGrpSpPr>
          <p:grpSpPr>
            <a:xfrm>
              <a:off x="592429" y="584272"/>
              <a:ext cx="433087" cy="360490"/>
              <a:chOff x="2770053" y="2524936"/>
              <a:chExt cx="433087" cy="317447"/>
            </a:xfrm>
            <a:solidFill>
              <a:srgbClr val="2F5EB2"/>
            </a:solidFill>
          </p:grpSpPr>
          <p:sp>
            <p:nvSpPr>
              <p:cNvPr id="106"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07"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08"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105"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14" name="Freeform 11"/>
          <p:cNvSpPr/>
          <p:nvPr/>
        </p:nvSpPr>
        <p:spPr>
          <a:xfrm flipH="1">
            <a:off x="1899017" y="2240105"/>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rgbClr val="015BAB">
                <a:alpha val="50000"/>
              </a:srgb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115" name="Freeform 13"/>
          <p:cNvSpPr/>
          <p:nvPr/>
        </p:nvSpPr>
        <p:spPr>
          <a:xfrm>
            <a:off x="7360634" y="2371622"/>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rgbClr val="48BAF8">
                <a:alpha val="50000"/>
              </a:srgb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116" name="Freeform 14"/>
          <p:cNvSpPr/>
          <p:nvPr/>
        </p:nvSpPr>
        <p:spPr>
          <a:xfrm flipV="1">
            <a:off x="7278187" y="4268854"/>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2">
                <a:lumMod val="20000"/>
                <a:lumOff val="80000"/>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117" name="Freeform 15"/>
          <p:cNvSpPr/>
          <p:nvPr/>
        </p:nvSpPr>
        <p:spPr>
          <a:xfrm flipH="1" flipV="1">
            <a:off x="1847641" y="4248573"/>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rgbClr val="48BAF8">
                <a:alpha val="50000"/>
              </a:srgb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grpSp>
        <p:nvGrpSpPr>
          <p:cNvPr id="142" name="组合 141"/>
          <p:cNvGrpSpPr/>
          <p:nvPr/>
        </p:nvGrpSpPr>
        <p:grpSpPr>
          <a:xfrm>
            <a:off x="1990307" y="2380428"/>
            <a:ext cx="3333283" cy="835550"/>
            <a:chOff x="1042771" y="4268485"/>
            <a:chExt cx="2729583" cy="835550"/>
          </a:xfrm>
        </p:grpSpPr>
        <p:sp>
          <p:nvSpPr>
            <p:cNvPr id="143" name="TextBox 26"/>
            <p:cNvSpPr txBox="1"/>
            <p:nvPr/>
          </p:nvSpPr>
          <p:spPr>
            <a:xfrm>
              <a:off x="1042771" y="4576262"/>
              <a:ext cx="1794244"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44" name="矩形 143"/>
            <p:cNvSpPr/>
            <p:nvPr/>
          </p:nvSpPr>
          <p:spPr>
            <a:xfrm>
              <a:off x="2102817" y="426848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45" name="组合 144"/>
          <p:cNvGrpSpPr/>
          <p:nvPr/>
        </p:nvGrpSpPr>
        <p:grpSpPr>
          <a:xfrm>
            <a:off x="2001405" y="4633238"/>
            <a:ext cx="2210191" cy="835550"/>
            <a:chOff x="1042771" y="4268485"/>
            <a:chExt cx="1809897" cy="835550"/>
          </a:xfrm>
        </p:grpSpPr>
        <p:sp>
          <p:nvSpPr>
            <p:cNvPr id="146" name="TextBox 26"/>
            <p:cNvSpPr txBox="1"/>
            <p:nvPr/>
          </p:nvSpPr>
          <p:spPr>
            <a:xfrm>
              <a:off x="1042771" y="4576262"/>
              <a:ext cx="1794244" cy="527773"/>
            </a:xfrm>
            <a:prstGeom prst="rect">
              <a:avLst/>
            </a:prstGeom>
            <a:noFill/>
            <a:ln>
              <a:noFill/>
            </a:ln>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47" name="矩形 146"/>
            <p:cNvSpPr/>
            <p:nvPr/>
          </p:nvSpPr>
          <p:spPr>
            <a:xfrm>
              <a:off x="1183131" y="4268485"/>
              <a:ext cx="1669537" cy="307777"/>
            </a:xfrm>
            <a:prstGeom prst="rect">
              <a:avLst/>
            </a:prstGeom>
            <a:ln>
              <a:noFill/>
            </a:ln>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54" name="组合 153"/>
          <p:cNvGrpSpPr/>
          <p:nvPr/>
        </p:nvGrpSpPr>
        <p:grpSpPr>
          <a:xfrm>
            <a:off x="8220153" y="2494890"/>
            <a:ext cx="2196791" cy="849680"/>
            <a:chOff x="1038091" y="4254355"/>
            <a:chExt cx="1798924" cy="849680"/>
          </a:xfrm>
        </p:grpSpPr>
        <p:sp>
          <p:nvSpPr>
            <p:cNvPr id="155" name="TextBox 26"/>
            <p:cNvSpPr txBox="1"/>
            <p:nvPr/>
          </p:nvSpPr>
          <p:spPr>
            <a:xfrm>
              <a:off x="1042771" y="4576262"/>
              <a:ext cx="1794244"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6" name="矩形 155"/>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57" name="组合 156"/>
          <p:cNvGrpSpPr/>
          <p:nvPr/>
        </p:nvGrpSpPr>
        <p:grpSpPr>
          <a:xfrm>
            <a:off x="8231251" y="4704836"/>
            <a:ext cx="2196791" cy="849680"/>
            <a:chOff x="1038091" y="4254355"/>
            <a:chExt cx="1798924" cy="849680"/>
          </a:xfrm>
        </p:grpSpPr>
        <p:sp>
          <p:nvSpPr>
            <p:cNvPr id="158" name="TextBox 26"/>
            <p:cNvSpPr txBox="1"/>
            <p:nvPr/>
          </p:nvSpPr>
          <p:spPr>
            <a:xfrm>
              <a:off x="1042771" y="4576262"/>
              <a:ext cx="1794244"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9" name="矩形 158"/>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7" name="组合 36"/>
          <p:cNvGrpSpPr/>
          <p:nvPr/>
        </p:nvGrpSpPr>
        <p:grpSpPr>
          <a:xfrm>
            <a:off x="4781407" y="2321463"/>
            <a:ext cx="1603375" cy="1603375"/>
            <a:chOff x="4781407" y="2321463"/>
            <a:chExt cx="1603375" cy="1603375"/>
          </a:xfrm>
        </p:grpSpPr>
        <p:sp>
          <p:nvSpPr>
            <p:cNvPr id="38" name="Freeform 8"/>
            <p:cNvSpPr/>
            <p:nvPr/>
          </p:nvSpPr>
          <p:spPr bwMode="auto">
            <a:xfrm rot="2700000">
              <a:off x="4781407" y="2321463"/>
              <a:ext cx="1603375" cy="1603375"/>
            </a:xfrm>
            <a:custGeom>
              <a:avLst/>
              <a:gdLst>
                <a:gd name="T0" fmla="*/ 426 w 426"/>
                <a:gd name="T1" fmla="*/ 213 h 426"/>
                <a:gd name="T2" fmla="*/ 213 w 426"/>
                <a:gd name="T3" fmla="*/ 0 h 426"/>
                <a:gd name="T4" fmla="*/ 0 w 426"/>
                <a:gd name="T5" fmla="*/ 213 h 426"/>
                <a:gd name="T6" fmla="*/ 213 w 426"/>
                <a:gd name="T7" fmla="*/ 426 h 426"/>
                <a:gd name="T8" fmla="*/ 426 w 426"/>
                <a:gd name="T9" fmla="*/ 213 h 426"/>
              </a:gdLst>
              <a:ahLst/>
              <a:cxnLst>
                <a:cxn ang="0">
                  <a:pos x="T0" y="T1"/>
                </a:cxn>
                <a:cxn ang="0">
                  <a:pos x="T2" y="T3"/>
                </a:cxn>
                <a:cxn ang="0">
                  <a:pos x="T4" y="T5"/>
                </a:cxn>
                <a:cxn ang="0">
                  <a:pos x="T6" y="T7"/>
                </a:cxn>
                <a:cxn ang="0">
                  <a:pos x="T8" y="T9"/>
                </a:cxn>
              </a:cxnLst>
              <a:rect l="0" t="0" r="r" b="b"/>
              <a:pathLst>
                <a:path w="426" h="426">
                  <a:moveTo>
                    <a:pt x="426" y="213"/>
                  </a:moveTo>
                  <a:cubicBezTo>
                    <a:pt x="308" y="213"/>
                    <a:pt x="213" y="117"/>
                    <a:pt x="213" y="0"/>
                  </a:cubicBezTo>
                  <a:cubicBezTo>
                    <a:pt x="96" y="0"/>
                    <a:pt x="0" y="95"/>
                    <a:pt x="0" y="213"/>
                  </a:cubicBezTo>
                  <a:cubicBezTo>
                    <a:pt x="0" y="330"/>
                    <a:pt x="96" y="426"/>
                    <a:pt x="213" y="426"/>
                  </a:cubicBezTo>
                  <a:cubicBezTo>
                    <a:pt x="213" y="308"/>
                    <a:pt x="308" y="213"/>
                    <a:pt x="426" y="213"/>
                  </a:cubicBezTo>
                  <a:close/>
                </a:path>
              </a:pathLst>
            </a:custGeom>
            <a:solidFill>
              <a:srgbClr val="015BAB"/>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00" b="1" i="0" u="none" strike="noStrike" kern="1200" cap="none" spc="0" normalizeH="0" baseline="0" noProof="0" dirty="0">
                <a:ln>
                  <a:noFill/>
                </a:ln>
                <a:solidFill>
                  <a:srgbClr val="222222"/>
                </a:solidFill>
                <a:effectLst/>
                <a:uLnTx/>
                <a:uFillTx/>
                <a:latin typeface="+mn-ea"/>
                <a:cs typeface="Bebas Neue" charset="0"/>
              </a:endParaRPr>
            </a:p>
          </p:txBody>
        </p:sp>
        <p:sp>
          <p:nvSpPr>
            <p:cNvPr id="39" name="TextBox 19"/>
            <p:cNvSpPr txBox="1"/>
            <p:nvPr/>
          </p:nvSpPr>
          <p:spPr>
            <a:xfrm>
              <a:off x="5105538" y="2778627"/>
              <a:ext cx="804389" cy="535531"/>
            </a:xfrm>
            <a:prstGeom prst="rect">
              <a:avLst/>
            </a:prstGeom>
            <a:solidFill>
              <a:srgbClr val="015BAB"/>
            </a:solidFill>
          </p:spPr>
          <p:txBody>
            <a:bodyPr wrap="square" lIns="121920" rIns="121920" rtlCol="0">
              <a:spAutoFit/>
            </a:bodyPr>
            <a:lstStyle/>
            <a:p>
              <a:pPr marL="0" marR="0" lvl="0" indent="0" algn="ctr" defTabSz="914400" rtl="0" eaLnBrk="1" fontAlgn="auto" latinLnBrk="0" hangingPunct="1">
                <a:lnSpc>
                  <a:spcPct val="90000"/>
                </a:lnSpc>
                <a:spcBef>
                  <a:spcPts val="1065"/>
                </a:spcBef>
                <a:spcAft>
                  <a:spcPts val="0"/>
                </a:spcAft>
                <a:buClrTx/>
                <a:buSzTx/>
                <a:buFontTx/>
                <a:buNone/>
                <a:defRPr/>
              </a:pPr>
              <a:r>
                <a:rPr kumimoji="0" lang="en-US" sz="3200" b="1" i="0" u="none" strike="noStrike" kern="1200" cap="none" spc="0" normalizeH="0" baseline="0" noProof="0" dirty="0">
                  <a:ln>
                    <a:noFill/>
                  </a:ln>
                  <a:solidFill>
                    <a:srgbClr val="FFFFFF"/>
                  </a:solidFill>
                  <a:effectLst/>
                  <a:uLnTx/>
                  <a:uFillTx/>
                  <a:latin typeface="+mn-ea"/>
                  <a:cs typeface="Bebas Neue" charset="0"/>
                </a:rPr>
                <a:t>01</a:t>
              </a:r>
              <a:endParaRPr kumimoji="0" lang="en-US" sz="2000" b="1" i="0" u="none" strike="noStrike" kern="1200" cap="none" spc="0" normalizeH="0" baseline="0" noProof="0" dirty="0">
                <a:ln>
                  <a:noFill/>
                </a:ln>
                <a:solidFill>
                  <a:srgbClr val="FFFFFF"/>
                </a:solidFill>
                <a:effectLst/>
                <a:uLnTx/>
                <a:uFillTx/>
                <a:latin typeface="+mn-ea"/>
                <a:cs typeface="Bebas Neue" charset="0"/>
              </a:endParaRPr>
            </a:p>
          </p:txBody>
        </p:sp>
      </p:grpSp>
      <p:grpSp>
        <p:nvGrpSpPr>
          <p:cNvPr id="40" name="组合 39"/>
          <p:cNvGrpSpPr/>
          <p:nvPr/>
        </p:nvGrpSpPr>
        <p:grpSpPr>
          <a:xfrm>
            <a:off x="5915166" y="2321463"/>
            <a:ext cx="1603375" cy="1603375"/>
            <a:chOff x="5915166" y="2321463"/>
            <a:chExt cx="1603375" cy="1603375"/>
          </a:xfrm>
        </p:grpSpPr>
        <p:sp>
          <p:nvSpPr>
            <p:cNvPr id="41" name="Freeform 5"/>
            <p:cNvSpPr/>
            <p:nvPr/>
          </p:nvSpPr>
          <p:spPr bwMode="auto">
            <a:xfrm rot="2700000">
              <a:off x="5915166" y="2321463"/>
              <a:ext cx="1603375" cy="1603375"/>
            </a:xfrm>
            <a:custGeom>
              <a:avLst/>
              <a:gdLst>
                <a:gd name="T0" fmla="*/ 213 w 426"/>
                <a:gd name="T1" fmla="*/ 426 h 426"/>
                <a:gd name="T2" fmla="*/ 213 w 426"/>
                <a:gd name="T3" fmla="*/ 426 h 426"/>
                <a:gd name="T4" fmla="*/ 213 w 426"/>
                <a:gd name="T5" fmla="*/ 426 h 426"/>
                <a:gd name="T6" fmla="*/ 426 w 426"/>
                <a:gd name="T7" fmla="*/ 213 h 426"/>
                <a:gd name="T8" fmla="*/ 213 w 426"/>
                <a:gd name="T9" fmla="*/ 0 h 426"/>
                <a:gd name="T10" fmla="*/ 0 w 426"/>
                <a:gd name="T11" fmla="*/ 213 h 426"/>
                <a:gd name="T12" fmla="*/ 213 w 426"/>
                <a:gd name="T13" fmla="*/ 426 h 426"/>
              </a:gdLst>
              <a:ahLst/>
              <a:cxnLst>
                <a:cxn ang="0">
                  <a:pos x="T0" y="T1"/>
                </a:cxn>
                <a:cxn ang="0">
                  <a:pos x="T2" y="T3"/>
                </a:cxn>
                <a:cxn ang="0">
                  <a:pos x="T4" y="T5"/>
                </a:cxn>
                <a:cxn ang="0">
                  <a:pos x="T6" y="T7"/>
                </a:cxn>
                <a:cxn ang="0">
                  <a:pos x="T8" y="T9"/>
                </a:cxn>
                <a:cxn ang="0">
                  <a:pos x="T10" y="T11"/>
                </a:cxn>
                <a:cxn ang="0">
                  <a:pos x="T12" y="T13"/>
                </a:cxn>
              </a:cxnLst>
              <a:rect l="0" t="0" r="r" b="b"/>
              <a:pathLst>
                <a:path w="426" h="426">
                  <a:moveTo>
                    <a:pt x="213" y="426"/>
                  </a:moveTo>
                  <a:cubicBezTo>
                    <a:pt x="213" y="426"/>
                    <a:pt x="213" y="426"/>
                    <a:pt x="213" y="426"/>
                  </a:cubicBezTo>
                  <a:cubicBezTo>
                    <a:pt x="213" y="426"/>
                    <a:pt x="213" y="426"/>
                    <a:pt x="213" y="426"/>
                  </a:cubicBezTo>
                  <a:cubicBezTo>
                    <a:pt x="213" y="308"/>
                    <a:pt x="308" y="213"/>
                    <a:pt x="426" y="213"/>
                  </a:cubicBezTo>
                  <a:cubicBezTo>
                    <a:pt x="426" y="95"/>
                    <a:pt x="331" y="0"/>
                    <a:pt x="213" y="0"/>
                  </a:cubicBezTo>
                  <a:cubicBezTo>
                    <a:pt x="95" y="0"/>
                    <a:pt x="0" y="95"/>
                    <a:pt x="0" y="213"/>
                  </a:cubicBezTo>
                  <a:cubicBezTo>
                    <a:pt x="118" y="213"/>
                    <a:pt x="213" y="308"/>
                    <a:pt x="213" y="426"/>
                  </a:cubicBezTo>
                  <a:close/>
                </a:path>
              </a:pathLst>
            </a:custGeom>
            <a:solidFill>
              <a:srgbClr val="48BAF8"/>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00" b="1" i="0" u="none" strike="noStrike" kern="1200" cap="none" spc="0" normalizeH="0" baseline="0" noProof="0" dirty="0">
                <a:ln>
                  <a:noFill/>
                </a:ln>
                <a:solidFill>
                  <a:srgbClr val="222222"/>
                </a:solidFill>
                <a:effectLst/>
                <a:uLnTx/>
                <a:uFillTx/>
                <a:latin typeface="+mn-ea"/>
                <a:cs typeface="Bebas Neue" charset="0"/>
              </a:endParaRPr>
            </a:p>
          </p:txBody>
        </p:sp>
        <p:sp>
          <p:nvSpPr>
            <p:cNvPr id="42" name="TextBox 20"/>
            <p:cNvSpPr txBox="1"/>
            <p:nvPr/>
          </p:nvSpPr>
          <p:spPr>
            <a:xfrm>
              <a:off x="6417695" y="2778627"/>
              <a:ext cx="804389" cy="535531"/>
            </a:xfrm>
            <a:prstGeom prst="rect">
              <a:avLst/>
            </a:prstGeom>
            <a:solidFill>
              <a:srgbClr val="48BAF8"/>
            </a:solidFill>
          </p:spPr>
          <p:txBody>
            <a:bodyPr wrap="square" lIns="121920" rIns="121920" rtlCol="0">
              <a:spAutoFit/>
            </a:bodyPr>
            <a:lstStyle/>
            <a:p>
              <a:pPr marL="0" marR="0" lvl="0" indent="0" algn="ctr" defTabSz="914400" rtl="0" eaLnBrk="1" fontAlgn="auto" latinLnBrk="0" hangingPunct="1">
                <a:lnSpc>
                  <a:spcPct val="90000"/>
                </a:lnSpc>
                <a:spcBef>
                  <a:spcPts val="1065"/>
                </a:spcBef>
                <a:spcAft>
                  <a:spcPts val="0"/>
                </a:spcAft>
                <a:buClrTx/>
                <a:buSzTx/>
                <a:buFontTx/>
                <a:buNone/>
                <a:defRPr/>
              </a:pPr>
              <a:r>
                <a:rPr kumimoji="0" lang="en-US" sz="3200" b="1" i="0" u="none" strike="noStrike" kern="1200" cap="none" spc="0" normalizeH="0" baseline="0" noProof="0" dirty="0">
                  <a:ln>
                    <a:noFill/>
                  </a:ln>
                  <a:solidFill>
                    <a:srgbClr val="FFFFFF"/>
                  </a:solidFill>
                  <a:effectLst/>
                  <a:uLnTx/>
                  <a:uFillTx/>
                  <a:latin typeface="+mn-ea"/>
                  <a:cs typeface="Bebas Neue" charset="0"/>
                </a:rPr>
                <a:t>02</a:t>
              </a:r>
              <a:endParaRPr kumimoji="0" lang="en-US" sz="2000" b="1" i="0" u="none" strike="noStrike" kern="1200" cap="none" spc="0" normalizeH="0" baseline="0" noProof="0" dirty="0">
                <a:ln>
                  <a:noFill/>
                </a:ln>
                <a:solidFill>
                  <a:srgbClr val="FFFFFF"/>
                </a:solidFill>
                <a:effectLst/>
                <a:uLnTx/>
                <a:uFillTx/>
                <a:latin typeface="+mn-ea"/>
                <a:cs typeface="Bebas Neue" charset="0"/>
              </a:endParaRPr>
            </a:p>
          </p:txBody>
        </p:sp>
      </p:grpSp>
      <p:grpSp>
        <p:nvGrpSpPr>
          <p:cNvPr id="43" name="组合 42"/>
          <p:cNvGrpSpPr/>
          <p:nvPr/>
        </p:nvGrpSpPr>
        <p:grpSpPr>
          <a:xfrm>
            <a:off x="4781408" y="3455221"/>
            <a:ext cx="1603375" cy="1603375"/>
            <a:chOff x="4781408" y="3455221"/>
            <a:chExt cx="1603375" cy="1603375"/>
          </a:xfrm>
        </p:grpSpPr>
        <p:sp>
          <p:nvSpPr>
            <p:cNvPr id="44" name="Freeform 6"/>
            <p:cNvSpPr/>
            <p:nvPr/>
          </p:nvSpPr>
          <p:spPr bwMode="auto">
            <a:xfrm rot="2700000">
              <a:off x="4781408" y="3455221"/>
              <a:ext cx="1603375" cy="1603375"/>
            </a:xfrm>
            <a:custGeom>
              <a:avLst/>
              <a:gdLst>
                <a:gd name="T0" fmla="*/ 213 w 426"/>
                <a:gd name="T1" fmla="*/ 0 h 426"/>
                <a:gd name="T2" fmla="*/ 0 w 426"/>
                <a:gd name="T3" fmla="*/ 213 h 426"/>
                <a:gd name="T4" fmla="*/ 0 w 426"/>
                <a:gd name="T5" fmla="*/ 213 h 426"/>
                <a:gd name="T6" fmla="*/ 0 w 426"/>
                <a:gd name="T7" fmla="*/ 213 h 426"/>
                <a:gd name="T8" fmla="*/ 213 w 426"/>
                <a:gd name="T9" fmla="*/ 426 h 426"/>
                <a:gd name="T10" fmla="*/ 426 w 426"/>
                <a:gd name="T11" fmla="*/ 213 h 426"/>
                <a:gd name="T12" fmla="*/ 213 w 426"/>
                <a:gd name="T13" fmla="*/ 0 h 426"/>
              </a:gdLst>
              <a:ahLst/>
              <a:cxnLst>
                <a:cxn ang="0">
                  <a:pos x="T0" y="T1"/>
                </a:cxn>
                <a:cxn ang="0">
                  <a:pos x="T2" y="T3"/>
                </a:cxn>
                <a:cxn ang="0">
                  <a:pos x="T4" y="T5"/>
                </a:cxn>
                <a:cxn ang="0">
                  <a:pos x="T6" y="T7"/>
                </a:cxn>
                <a:cxn ang="0">
                  <a:pos x="T8" y="T9"/>
                </a:cxn>
                <a:cxn ang="0">
                  <a:pos x="T10" y="T11"/>
                </a:cxn>
                <a:cxn ang="0">
                  <a:pos x="T12" y="T13"/>
                </a:cxn>
              </a:cxnLst>
              <a:rect l="0" t="0" r="r" b="b"/>
              <a:pathLst>
                <a:path w="426" h="426">
                  <a:moveTo>
                    <a:pt x="213" y="0"/>
                  </a:moveTo>
                  <a:cubicBezTo>
                    <a:pt x="213" y="117"/>
                    <a:pt x="118" y="213"/>
                    <a:pt x="0" y="213"/>
                  </a:cubicBezTo>
                  <a:cubicBezTo>
                    <a:pt x="0" y="213"/>
                    <a:pt x="0" y="213"/>
                    <a:pt x="0" y="213"/>
                  </a:cubicBezTo>
                  <a:cubicBezTo>
                    <a:pt x="0" y="213"/>
                    <a:pt x="0" y="213"/>
                    <a:pt x="0" y="213"/>
                  </a:cubicBezTo>
                  <a:cubicBezTo>
                    <a:pt x="0" y="330"/>
                    <a:pt x="95" y="426"/>
                    <a:pt x="213" y="426"/>
                  </a:cubicBezTo>
                  <a:cubicBezTo>
                    <a:pt x="331" y="426"/>
                    <a:pt x="426" y="330"/>
                    <a:pt x="426" y="213"/>
                  </a:cubicBezTo>
                  <a:cubicBezTo>
                    <a:pt x="308" y="213"/>
                    <a:pt x="213" y="117"/>
                    <a:pt x="213" y="0"/>
                  </a:cubicBezTo>
                  <a:close/>
                </a:path>
              </a:pathLst>
            </a:custGeom>
            <a:solidFill>
              <a:srgbClr val="48BAF8"/>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00" b="1" i="0" u="none" strike="noStrike" kern="1200" cap="none" spc="0" normalizeH="0" baseline="0" noProof="0" dirty="0">
                <a:ln>
                  <a:noFill/>
                </a:ln>
                <a:solidFill>
                  <a:srgbClr val="222222"/>
                </a:solidFill>
                <a:effectLst/>
                <a:uLnTx/>
                <a:uFillTx/>
                <a:latin typeface="+mn-ea"/>
                <a:cs typeface="Bebas Neue" charset="0"/>
              </a:endParaRPr>
            </a:p>
          </p:txBody>
        </p:sp>
        <p:sp>
          <p:nvSpPr>
            <p:cNvPr id="45" name="TextBox 24"/>
            <p:cNvSpPr txBox="1"/>
            <p:nvPr/>
          </p:nvSpPr>
          <p:spPr>
            <a:xfrm>
              <a:off x="5105538" y="4087876"/>
              <a:ext cx="804389" cy="535531"/>
            </a:xfrm>
            <a:prstGeom prst="rect">
              <a:avLst/>
            </a:prstGeom>
            <a:solidFill>
              <a:srgbClr val="48BAF8"/>
            </a:solidFill>
          </p:spPr>
          <p:txBody>
            <a:bodyPr wrap="square" lIns="121920" rIns="121920" rtlCol="0">
              <a:spAutoFit/>
            </a:bodyPr>
            <a:lstStyle/>
            <a:p>
              <a:pPr marL="0" marR="0" lvl="0" indent="0" algn="ctr" defTabSz="914400" rtl="0" eaLnBrk="1" fontAlgn="auto" latinLnBrk="0" hangingPunct="1">
                <a:lnSpc>
                  <a:spcPct val="90000"/>
                </a:lnSpc>
                <a:spcBef>
                  <a:spcPts val="1065"/>
                </a:spcBef>
                <a:spcAft>
                  <a:spcPts val="0"/>
                </a:spcAft>
                <a:buClrTx/>
                <a:buSzTx/>
                <a:buFontTx/>
                <a:buNone/>
                <a:defRPr/>
              </a:pPr>
              <a:r>
                <a:rPr kumimoji="0" lang="en-US" sz="3200" b="1" i="0" u="none" strike="noStrike" kern="1200" cap="none" spc="0" normalizeH="0" baseline="0" noProof="0" dirty="0">
                  <a:ln>
                    <a:noFill/>
                  </a:ln>
                  <a:solidFill>
                    <a:srgbClr val="FFFFFF"/>
                  </a:solidFill>
                  <a:effectLst/>
                  <a:uLnTx/>
                  <a:uFillTx/>
                  <a:latin typeface="+mn-ea"/>
                  <a:cs typeface="Bebas Neue" charset="0"/>
                </a:rPr>
                <a:t>03</a:t>
              </a:r>
              <a:endParaRPr kumimoji="0" lang="en-US" sz="2000" b="1" i="0" u="none" strike="noStrike" kern="1200" cap="none" spc="0" normalizeH="0" baseline="0" noProof="0" dirty="0">
                <a:ln>
                  <a:noFill/>
                </a:ln>
                <a:solidFill>
                  <a:srgbClr val="FFFFFF"/>
                </a:solidFill>
                <a:effectLst/>
                <a:uLnTx/>
                <a:uFillTx/>
                <a:latin typeface="+mn-ea"/>
                <a:cs typeface="Bebas Neue" charset="0"/>
              </a:endParaRPr>
            </a:p>
          </p:txBody>
        </p:sp>
      </p:grpSp>
      <p:sp>
        <p:nvSpPr>
          <p:cNvPr id="46" name="Freeform 7"/>
          <p:cNvSpPr/>
          <p:nvPr/>
        </p:nvSpPr>
        <p:spPr bwMode="auto">
          <a:xfrm rot="2700000">
            <a:off x="5915165" y="3455221"/>
            <a:ext cx="1603375" cy="1603375"/>
          </a:xfrm>
          <a:custGeom>
            <a:avLst/>
            <a:gdLst>
              <a:gd name="T0" fmla="*/ 213 w 426"/>
              <a:gd name="T1" fmla="*/ 0 h 426"/>
              <a:gd name="T2" fmla="*/ 0 w 426"/>
              <a:gd name="T3" fmla="*/ 213 h 426"/>
              <a:gd name="T4" fmla="*/ 213 w 426"/>
              <a:gd name="T5" fmla="*/ 426 h 426"/>
              <a:gd name="T6" fmla="*/ 426 w 426"/>
              <a:gd name="T7" fmla="*/ 213 h 426"/>
              <a:gd name="T8" fmla="*/ 213 w 426"/>
              <a:gd name="T9" fmla="*/ 0 h 426"/>
            </a:gdLst>
            <a:ahLst/>
            <a:cxnLst>
              <a:cxn ang="0">
                <a:pos x="T0" y="T1"/>
              </a:cxn>
              <a:cxn ang="0">
                <a:pos x="T2" y="T3"/>
              </a:cxn>
              <a:cxn ang="0">
                <a:pos x="T4" y="T5"/>
              </a:cxn>
              <a:cxn ang="0">
                <a:pos x="T6" y="T7"/>
              </a:cxn>
              <a:cxn ang="0">
                <a:pos x="T8" y="T9"/>
              </a:cxn>
            </a:cxnLst>
            <a:rect l="0" t="0" r="r" b="b"/>
            <a:pathLst>
              <a:path w="426" h="426">
                <a:moveTo>
                  <a:pt x="213" y="0"/>
                </a:moveTo>
                <a:cubicBezTo>
                  <a:pt x="213" y="117"/>
                  <a:pt x="118" y="213"/>
                  <a:pt x="0" y="213"/>
                </a:cubicBezTo>
                <a:cubicBezTo>
                  <a:pt x="118" y="213"/>
                  <a:pt x="213" y="308"/>
                  <a:pt x="213" y="426"/>
                </a:cubicBezTo>
                <a:cubicBezTo>
                  <a:pt x="331" y="426"/>
                  <a:pt x="426" y="330"/>
                  <a:pt x="426" y="213"/>
                </a:cubicBezTo>
                <a:cubicBezTo>
                  <a:pt x="426" y="95"/>
                  <a:pt x="331" y="0"/>
                  <a:pt x="213" y="0"/>
                </a:cubicBezTo>
                <a:close/>
              </a:path>
            </a:pathLst>
          </a:custGeom>
          <a:solidFill>
            <a:srgbClr val="ADB9CA"/>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00" b="1" i="0" u="none" strike="noStrike" kern="1200" cap="none" spc="0" normalizeH="0" baseline="0" noProof="0" dirty="0">
              <a:ln>
                <a:noFill/>
              </a:ln>
              <a:solidFill>
                <a:srgbClr val="222222"/>
              </a:solidFill>
              <a:effectLst/>
              <a:uLnTx/>
              <a:uFillTx/>
              <a:latin typeface="+mn-ea"/>
              <a:cs typeface="Bebas Neue" charset="0"/>
            </a:endParaRPr>
          </a:p>
        </p:txBody>
      </p:sp>
      <p:sp>
        <p:nvSpPr>
          <p:cNvPr id="47" name="TextBox 25"/>
          <p:cNvSpPr txBox="1"/>
          <p:nvPr/>
        </p:nvSpPr>
        <p:spPr>
          <a:xfrm>
            <a:off x="6417695" y="4087876"/>
            <a:ext cx="804389" cy="535531"/>
          </a:xfrm>
          <a:prstGeom prst="rect">
            <a:avLst/>
          </a:prstGeom>
          <a:solidFill>
            <a:srgbClr val="ADB9CA"/>
          </a:solidFill>
        </p:spPr>
        <p:txBody>
          <a:bodyPr wrap="square" lIns="121920" rIns="121920" rtlCol="0">
            <a:spAutoFit/>
          </a:bodyPr>
          <a:lstStyle/>
          <a:p>
            <a:pPr marL="0" marR="0" lvl="0" indent="0" algn="ctr" defTabSz="914400" rtl="0" eaLnBrk="1" fontAlgn="auto" latinLnBrk="0" hangingPunct="1">
              <a:lnSpc>
                <a:spcPct val="90000"/>
              </a:lnSpc>
              <a:spcBef>
                <a:spcPts val="1065"/>
              </a:spcBef>
              <a:spcAft>
                <a:spcPts val="0"/>
              </a:spcAft>
              <a:buClrTx/>
              <a:buSzTx/>
              <a:buFontTx/>
              <a:buNone/>
              <a:defRPr/>
            </a:pPr>
            <a:r>
              <a:rPr kumimoji="0" lang="en-US" sz="3200" b="1" i="0" u="none" strike="noStrike" kern="1200" cap="none" spc="0" normalizeH="0" baseline="0" noProof="0" dirty="0">
                <a:ln>
                  <a:noFill/>
                </a:ln>
                <a:solidFill>
                  <a:srgbClr val="FFFFFF"/>
                </a:solidFill>
                <a:effectLst/>
                <a:uLnTx/>
                <a:uFillTx/>
                <a:latin typeface="+mn-ea"/>
                <a:cs typeface="Bebas Neue" charset="0"/>
              </a:rPr>
              <a:t>04</a:t>
            </a:r>
            <a:endParaRPr kumimoji="0" lang="en-US" sz="2000" b="1" i="0" u="none" strike="noStrike" kern="1200" cap="none" spc="0" normalizeH="0" baseline="0" noProof="0" dirty="0">
              <a:ln>
                <a:noFill/>
              </a:ln>
              <a:solidFill>
                <a:srgbClr val="FFFFFF"/>
              </a:solidFill>
              <a:effectLst/>
              <a:uLnTx/>
              <a:uFillTx/>
              <a:latin typeface="+mn-ea"/>
              <a:cs typeface="Bebas Neue"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8941805e-83aa-4067-ba4c-bb681f61a680"/>
          <p:cNvGrpSpPr>
            <a:grpSpLocks noChangeAspect="1"/>
          </p:cNvGrpSpPr>
          <p:nvPr/>
        </p:nvGrpSpPr>
        <p:grpSpPr>
          <a:xfrm>
            <a:off x="4013886" y="2068816"/>
            <a:ext cx="3690434" cy="3581257"/>
            <a:chOff x="3841909" y="953929"/>
            <a:chExt cx="4378642" cy="4249102"/>
          </a:xfrm>
        </p:grpSpPr>
        <p:sp>
          <p:nvSpPr>
            <p:cNvPr id="3" name="Oval 22"/>
            <p:cNvSpPr/>
            <p:nvPr/>
          </p:nvSpPr>
          <p:spPr>
            <a:xfrm>
              <a:off x="4197668" y="3063240"/>
              <a:ext cx="1856422" cy="1856422"/>
            </a:xfrm>
            <a:prstGeom prst="ellipse">
              <a:avLst/>
            </a:prstGeom>
            <a:solidFill>
              <a:srgbClr val="015BAB"/>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800" dirty="0">
                <a:latin typeface="字魂105号-简雅黑" panose="00000500000000000000" pitchFamily="2" charset="-122"/>
              </a:endParaRPr>
            </a:p>
          </p:txBody>
        </p:sp>
        <p:sp>
          <p:nvSpPr>
            <p:cNvPr id="4" name="Oval 23"/>
            <p:cNvSpPr/>
            <p:nvPr/>
          </p:nvSpPr>
          <p:spPr>
            <a:xfrm>
              <a:off x="6004560" y="1222058"/>
              <a:ext cx="1856422" cy="1856422"/>
            </a:xfrm>
            <a:prstGeom prst="ellipse">
              <a:avLst/>
            </a:prstGeom>
            <a:solidFill>
              <a:srgbClr val="48BAF8"/>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800" dirty="0">
                <a:latin typeface="字魂105号-简雅黑" panose="00000500000000000000" pitchFamily="2" charset="-122"/>
              </a:endParaRPr>
            </a:p>
          </p:txBody>
        </p:sp>
        <p:sp>
          <p:nvSpPr>
            <p:cNvPr id="5" name="Freeform: Shape 24"/>
            <p:cNvSpPr/>
            <p:nvPr/>
          </p:nvSpPr>
          <p:spPr>
            <a:xfrm>
              <a:off x="3841909" y="953929"/>
              <a:ext cx="4378642" cy="4249102"/>
            </a:xfrm>
            <a:custGeom>
              <a:avLst/>
              <a:gdLst>
                <a:gd name="connsiteX0" fmla="*/ 1019651 w 4378642"/>
                <a:gd name="connsiteY0" fmla="*/ 0 h 4249102"/>
                <a:gd name="connsiteX1" fmla="*/ 2039302 w 4378642"/>
                <a:gd name="connsiteY1" fmla="*/ 1019651 h 4249102"/>
                <a:gd name="connsiteX2" fmla="*/ 2034038 w 4378642"/>
                <a:gd name="connsiteY2" fmla="*/ 1123904 h 4249102"/>
                <a:gd name="connsiteX3" fmla="*/ 2031826 w 4378642"/>
                <a:gd name="connsiteY3" fmla="*/ 1138396 h 4249102"/>
                <a:gd name="connsiteX4" fmla="*/ 2031913 w 4378642"/>
                <a:gd name="connsiteY4" fmla="*/ 1138396 h 4249102"/>
                <a:gd name="connsiteX5" fmla="*/ 2030605 w 4378642"/>
                <a:gd name="connsiteY5" fmla="*/ 1146968 h 4249102"/>
                <a:gd name="connsiteX6" fmla="*/ 2025491 w 4378642"/>
                <a:gd name="connsiteY6" fmla="*/ 1248251 h 4249102"/>
                <a:gd name="connsiteX7" fmla="*/ 3016091 w 4378642"/>
                <a:gd name="connsiteY7" fmla="*/ 2238851 h 4249102"/>
                <a:gd name="connsiteX8" fmla="*/ 3117374 w 4378642"/>
                <a:gd name="connsiteY8" fmla="*/ 2233737 h 4249102"/>
                <a:gd name="connsiteX9" fmla="*/ 3187541 w 4378642"/>
                <a:gd name="connsiteY9" fmla="*/ 2223028 h 4249102"/>
                <a:gd name="connsiteX10" fmla="*/ 3187541 w 4378642"/>
                <a:gd name="connsiteY10" fmla="*/ 2225320 h 4249102"/>
                <a:gd name="connsiteX11" fmla="*/ 3254738 w 4378642"/>
                <a:gd name="connsiteY11" fmla="*/ 2215064 h 4249102"/>
                <a:gd name="connsiteX12" fmla="*/ 3358991 w 4378642"/>
                <a:gd name="connsiteY12" fmla="*/ 2209800 h 4249102"/>
                <a:gd name="connsiteX13" fmla="*/ 4378642 w 4378642"/>
                <a:gd name="connsiteY13" fmla="*/ 3229451 h 4249102"/>
                <a:gd name="connsiteX14" fmla="*/ 3358991 w 4378642"/>
                <a:gd name="connsiteY14" fmla="*/ 4249102 h 4249102"/>
                <a:gd name="connsiteX15" fmla="*/ 2339340 w 4378642"/>
                <a:gd name="connsiteY15" fmla="*/ 3229451 h 4249102"/>
                <a:gd name="connsiteX16" fmla="*/ 2344605 w 4378642"/>
                <a:gd name="connsiteY16" fmla="*/ 3125198 h 4249102"/>
                <a:gd name="connsiteX17" fmla="*/ 2350305 w 4378642"/>
                <a:gd name="connsiteY17" fmla="*/ 3087846 h 4249102"/>
                <a:gd name="connsiteX18" fmla="*/ 2348598 w 4378642"/>
                <a:gd name="connsiteY18" fmla="*/ 3087846 h 4249102"/>
                <a:gd name="connsiteX19" fmla="*/ 2353151 w 4378642"/>
                <a:gd name="connsiteY19" fmla="*/ 2997676 h 4249102"/>
                <a:gd name="connsiteX20" fmla="*/ 1362551 w 4378642"/>
                <a:gd name="connsiteY20" fmla="*/ 2007076 h 4249102"/>
                <a:gd name="connsiteX21" fmla="*/ 1261268 w 4378642"/>
                <a:gd name="connsiteY21" fmla="*/ 2012190 h 4249102"/>
                <a:gd name="connsiteX22" fmla="*/ 1233600 w 4378642"/>
                <a:gd name="connsiteY22" fmla="*/ 2016413 h 4249102"/>
                <a:gd name="connsiteX23" fmla="*/ 1225147 w 4378642"/>
                <a:gd name="connsiteY23" fmla="*/ 2018586 h 4249102"/>
                <a:gd name="connsiteX24" fmla="*/ 1019651 w 4378642"/>
                <a:gd name="connsiteY24" fmla="*/ 2039302 h 4249102"/>
                <a:gd name="connsiteX25" fmla="*/ 0 w 4378642"/>
                <a:gd name="connsiteY25" fmla="*/ 1019651 h 4249102"/>
                <a:gd name="connsiteX26" fmla="*/ 1019651 w 4378642"/>
                <a:gd name="connsiteY26" fmla="*/ 0 h 424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378642" h="4249102">
                  <a:moveTo>
                    <a:pt x="1019651" y="0"/>
                  </a:moveTo>
                  <a:cubicBezTo>
                    <a:pt x="1582789" y="0"/>
                    <a:pt x="2039302" y="456513"/>
                    <a:pt x="2039302" y="1019651"/>
                  </a:cubicBezTo>
                  <a:cubicBezTo>
                    <a:pt x="2039302" y="1054847"/>
                    <a:pt x="2037519" y="1089627"/>
                    <a:pt x="2034038" y="1123904"/>
                  </a:cubicBezTo>
                  <a:lnTo>
                    <a:pt x="2031826" y="1138396"/>
                  </a:lnTo>
                  <a:lnTo>
                    <a:pt x="2031913" y="1138396"/>
                  </a:lnTo>
                  <a:lnTo>
                    <a:pt x="2030605" y="1146968"/>
                  </a:lnTo>
                  <a:cubicBezTo>
                    <a:pt x="2027224" y="1180269"/>
                    <a:pt x="2025491" y="1214058"/>
                    <a:pt x="2025491" y="1248251"/>
                  </a:cubicBezTo>
                  <a:cubicBezTo>
                    <a:pt x="2025491" y="1795344"/>
                    <a:pt x="2468998" y="2238851"/>
                    <a:pt x="3016091" y="2238851"/>
                  </a:cubicBezTo>
                  <a:cubicBezTo>
                    <a:pt x="3050285" y="2238851"/>
                    <a:pt x="3084073" y="2237119"/>
                    <a:pt x="3117374" y="2233737"/>
                  </a:cubicBezTo>
                  <a:lnTo>
                    <a:pt x="3187541" y="2223028"/>
                  </a:lnTo>
                  <a:lnTo>
                    <a:pt x="3187541" y="2225320"/>
                  </a:lnTo>
                  <a:lnTo>
                    <a:pt x="3254738" y="2215064"/>
                  </a:lnTo>
                  <a:cubicBezTo>
                    <a:pt x="3289015" y="2211583"/>
                    <a:pt x="3323795" y="2209800"/>
                    <a:pt x="3358991" y="2209800"/>
                  </a:cubicBezTo>
                  <a:cubicBezTo>
                    <a:pt x="3922129" y="2209800"/>
                    <a:pt x="4378642" y="2666313"/>
                    <a:pt x="4378642" y="3229451"/>
                  </a:cubicBezTo>
                  <a:cubicBezTo>
                    <a:pt x="4378642" y="3792589"/>
                    <a:pt x="3922129" y="4249102"/>
                    <a:pt x="3358991" y="4249102"/>
                  </a:cubicBezTo>
                  <a:cubicBezTo>
                    <a:pt x="2795853" y="4249102"/>
                    <a:pt x="2339340" y="3792589"/>
                    <a:pt x="2339340" y="3229451"/>
                  </a:cubicBezTo>
                  <a:cubicBezTo>
                    <a:pt x="2339340" y="3194255"/>
                    <a:pt x="2341124" y="3159475"/>
                    <a:pt x="2344605" y="3125198"/>
                  </a:cubicBezTo>
                  <a:lnTo>
                    <a:pt x="2350305" y="3087846"/>
                  </a:lnTo>
                  <a:lnTo>
                    <a:pt x="2348598" y="3087846"/>
                  </a:lnTo>
                  <a:lnTo>
                    <a:pt x="2353151" y="2997676"/>
                  </a:lnTo>
                  <a:cubicBezTo>
                    <a:pt x="2353151" y="2450583"/>
                    <a:pt x="1909644" y="2007076"/>
                    <a:pt x="1362551" y="2007076"/>
                  </a:cubicBezTo>
                  <a:cubicBezTo>
                    <a:pt x="1328358" y="2007076"/>
                    <a:pt x="1294569" y="2008809"/>
                    <a:pt x="1261268" y="2012190"/>
                  </a:cubicBezTo>
                  <a:lnTo>
                    <a:pt x="1233600" y="2016413"/>
                  </a:lnTo>
                  <a:lnTo>
                    <a:pt x="1225147" y="2018586"/>
                  </a:lnTo>
                  <a:cubicBezTo>
                    <a:pt x="1158769" y="2032169"/>
                    <a:pt x="1090043" y="2039302"/>
                    <a:pt x="1019651" y="2039302"/>
                  </a:cubicBezTo>
                  <a:cubicBezTo>
                    <a:pt x="456513" y="2039302"/>
                    <a:pt x="0" y="1582789"/>
                    <a:pt x="0" y="1019651"/>
                  </a:cubicBezTo>
                  <a:cubicBezTo>
                    <a:pt x="0" y="456513"/>
                    <a:pt x="456513" y="0"/>
                    <a:pt x="1019651" y="0"/>
                  </a:cubicBezTo>
                  <a:close/>
                </a:path>
              </a:pathLst>
            </a:custGeom>
            <a:solidFill>
              <a:schemeClr val="tx2">
                <a:lumMod val="20000"/>
                <a:lumOff val="8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1800" dirty="0">
                <a:latin typeface="字魂105号-简雅黑" panose="00000500000000000000" pitchFamily="2" charset="-122"/>
              </a:endParaRPr>
            </a:p>
          </p:txBody>
        </p:sp>
        <p:sp>
          <p:nvSpPr>
            <p:cNvPr id="6" name="Freeform: Shape 30"/>
            <p:cNvSpPr/>
            <p:nvPr/>
          </p:nvSpPr>
          <p:spPr bwMode="auto">
            <a:xfrm>
              <a:off x="6519355" y="1738793"/>
              <a:ext cx="826832" cy="822952"/>
            </a:xfrm>
            <a:custGeom>
              <a:avLst/>
              <a:gdLst>
                <a:gd name="connsiteX0" fmla="*/ 315609 w 338137"/>
                <a:gd name="connsiteY0" fmla="*/ 185737 h 336550"/>
                <a:gd name="connsiteX1" fmla="*/ 338137 w 338137"/>
                <a:gd name="connsiteY1" fmla="*/ 185737 h 336550"/>
                <a:gd name="connsiteX2" fmla="*/ 185737 w 338137"/>
                <a:gd name="connsiteY2" fmla="*/ 336550 h 336550"/>
                <a:gd name="connsiteX3" fmla="*/ 185737 w 338137"/>
                <a:gd name="connsiteY3" fmla="*/ 314256 h 336550"/>
                <a:gd name="connsiteX4" fmla="*/ 315609 w 338137"/>
                <a:gd name="connsiteY4" fmla="*/ 185737 h 336550"/>
                <a:gd name="connsiteX5" fmla="*/ 249042 w 338137"/>
                <a:gd name="connsiteY5" fmla="*/ 185737 h 336550"/>
                <a:gd name="connsiteX6" fmla="*/ 271462 w 338137"/>
                <a:gd name="connsiteY6" fmla="*/ 185737 h 336550"/>
                <a:gd name="connsiteX7" fmla="*/ 185737 w 338137"/>
                <a:gd name="connsiteY7" fmla="*/ 269875 h 336550"/>
                <a:gd name="connsiteX8" fmla="*/ 185737 w 338137"/>
                <a:gd name="connsiteY8" fmla="*/ 247870 h 336550"/>
                <a:gd name="connsiteX9" fmla="*/ 249042 w 338137"/>
                <a:gd name="connsiteY9" fmla="*/ 185737 h 336550"/>
                <a:gd name="connsiteX10" fmla="*/ 66675 w 338137"/>
                <a:gd name="connsiteY10" fmla="*/ 185737 h 336550"/>
                <a:gd name="connsiteX11" fmla="*/ 89095 w 338137"/>
                <a:gd name="connsiteY11" fmla="*/ 185737 h 336550"/>
                <a:gd name="connsiteX12" fmla="*/ 152400 w 338137"/>
                <a:gd name="connsiteY12" fmla="*/ 247870 h 336550"/>
                <a:gd name="connsiteX13" fmla="*/ 152400 w 338137"/>
                <a:gd name="connsiteY13" fmla="*/ 269875 h 336550"/>
                <a:gd name="connsiteX14" fmla="*/ 66675 w 338137"/>
                <a:gd name="connsiteY14" fmla="*/ 185737 h 336550"/>
                <a:gd name="connsiteX15" fmla="*/ 0 w 338137"/>
                <a:gd name="connsiteY15" fmla="*/ 185737 h 336550"/>
                <a:gd name="connsiteX16" fmla="*/ 22528 w 338137"/>
                <a:gd name="connsiteY16" fmla="*/ 185737 h 336550"/>
                <a:gd name="connsiteX17" fmla="*/ 152400 w 338137"/>
                <a:gd name="connsiteY17" fmla="*/ 314256 h 336550"/>
                <a:gd name="connsiteX18" fmla="*/ 152400 w 338137"/>
                <a:gd name="connsiteY18" fmla="*/ 336550 h 336550"/>
                <a:gd name="connsiteX19" fmla="*/ 0 w 338137"/>
                <a:gd name="connsiteY19" fmla="*/ 185737 h 336550"/>
                <a:gd name="connsiteX20" fmla="*/ 169069 w 338137"/>
                <a:gd name="connsiteY20" fmla="*/ 127000 h 336550"/>
                <a:gd name="connsiteX21" fmla="*/ 186045 w 338137"/>
                <a:gd name="connsiteY21" fmla="*/ 130918 h 336550"/>
                <a:gd name="connsiteX22" fmla="*/ 205633 w 338137"/>
                <a:gd name="connsiteY22" fmla="*/ 150506 h 336550"/>
                <a:gd name="connsiteX23" fmla="*/ 209550 w 338137"/>
                <a:gd name="connsiteY23" fmla="*/ 167482 h 336550"/>
                <a:gd name="connsiteX24" fmla="*/ 205633 w 338137"/>
                <a:gd name="connsiteY24" fmla="*/ 184458 h 336550"/>
                <a:gd name="connsiteX25" fmla="*/ 186045 w 338137"/>
                <a:gd name="connsiteY25" fmla="*/ 204046 h 336550"/>
                <a:gd name="connsiteX26" fmla="*/ 169069 w 338137"/>
                <a:gd name="connsiteY26" fmla="*/ 207963 h 336550"/>
                <a:gd name="connsiteX27" fmla="*/ 152093 w 338137"/>
                <a:gd name="connsiteY27" fmla="*/ 204046 h 336550"/>
                <a:gd name="connsiteX28" fmla="*/ 132505 w 338137"/>
                <a:gd name="connsiteY28" fmla="*/ 184458 h 336550"/>
                <a:gd name="connsiteX29" fmla="*/ 128587 w 338137"/>
                <a:gd name="connsiteY29" fmla="*/ 167482 h 336550"/>
                <a:gd name="connsiteX30" fmla="*/ 132505 w 338137"/>
                <a:gd name="connsiteY30" fmla="*/ 150506 h 336550"/>
                <a:gd name="connsiteX31" fmla="*/ 152093 w 338137"/>
                <a:gd name="connsiteY31" fmla="*/ 130918 h 336550"/>
                <a:gd name="connsiteX32" fmla="*/ 169069 w 338137"/>
                <a:gd name="connsiteY32" fmla="*/ 127000 h 336550"/>
                <a:gd name="connsiteX33" fmla="*/ 185737 w 338137"/>
                <a:gd name="connsiteY33" fmla="*/ 65087 h 336550"/>
                <a:gd name="connsiteX34" fmla="*/ 271462 w 338137"/>
                <a:gd name="connsiteY34" fmla="*/ 150812 h 336550"/>
                <a:gd name="connsiteX35" fmla="*/ 249042 w 338137"/>
                <a:gd name="connsiteY35" fmla="*/ 150812 h 336550"/>
                <a:gd name="connsiteX36" fmla="*/ 185737 w 338137"/>
                <a:gd name="connsiteY36" fmla="*/ 87507 h 336550"/>
                <a:gd name="connsiteX37" fmla="*/ 185737 w 338137"/>
                <a:gd name="connsiteY37" fmla="*/ 65087 h 336550"/>
                <a:gd name="connsiteX38" fmla="*/ 152400 w 338137"/>
                <a:gd name="connsiteY38" fmla="*/ 65087 h 336550"/>
                <a:gd name="connsiteX39" fmla="*/ 152400 w 338137"/>
                <a:gd name="connsiteY39" fmla="*/ 87507 h 336550"/>
                <a:gd name="connsiteX40" fmla="*/ 89095 w 338137"/>
                <a:gd name="connsiteY40" fmla="*/ 150812 h 336550"/>
                <a:gd name="connsiteX41" fmla="*/ 66675 w 338137"/>
                <a:gd name="connsiteY41" fmla="*/ 150812 h 336550"/>
                <a:gd name="connsiteX42" fmla="*/ 152400 w 338137"/>
                <a:gd name="connsiteY42" fmla="*/ 65087 h 336550"/>
                <a:gd name="connsiteX43" fmla="*/ 185737 w 338137"/>
                <a:gd name="connsiteY43" fmla="*/ 0 h 336550"/>
                <a:gd name="connsiteX44" fmla="*/ 338137 w 338137"/>
                <a:gd name="connsiteY44" fmla="*/ 150813 h 336550"/>
                <a:gd name="connsiteX45" fmla="*/ 315609 w 338137"/>
                <a:gd name="connsiteY45" fmla="*/ 150813 h 336550"/>
                <a:gd name="connsiteX46" fmla="*/ 185737 w 338137"/>
                <a:gd name="connsiteY46" fmla="*/ 22294 h 336550"/>
                <a:gd name="connsiteX47" fmla="*/ 185737 w 338137"/>
                <a:gd name="connsiteY47" fmla="*/ 0 h 336550"/>
                <a:gd name="connsiteX48" fmla="*/ 152400 w 338137"/>
                <a:gd name="connsiteY48" fmla="*/ 0 h 336550"/>
                <a:gd name="connsiteX49" fmla="*/ 152400 w 338137"/>
                <a:gd name="connsiteY49" fmla="*/ 22294 h 336550"/>
                <a:gd name="connsiteX50" fmla="*/ 22528 w 338137"/>
                <a:gd name="connsiteY50" fmla="*/ 150813 h 336550"/>
                <a:gd name="connsiteX51" fmla="*/ 0 w 338137"/>
                <a:gd name="connsiteY51" fmla="*/ 150813 h 336550"/>
                <a:gd name="connsiteX52" fmla="*/ 152400 w 338137"/>
                <a:gd name="connsiteY52"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38137" h="336550">
                  <a:moveTo>
                    <a:pt x="315609" y="185737"/>
                  </a:moveTo>
                  <a:cubicBezTo>
                    <a:pt x="315609" y="185737"/>
                    <a:pt x="315609" y="185737"/>
                    <a:pt x="338137" y="185737"/>
                  </a:cubicBezTo>
                  <a:cubicBezTo>
                    <a:pt x="330186" y="265734"/>
                    <a:pt x="266576" y="328682"/>
                    <a:pt x="185737" y="336550"/>
                  </a:cubicBezTo>
                  <a:cubicBezTo>
                    <a:pt x="185737" y="336550"/>
                    <a:pt x="185737" y="336550"/>
                    <a:pt x="185737" y="314256"/>
                  </a:cubicBezTo>
                  <a:cubicBezTo>
                    <a:pt x="253323" y="306388"/>
                    <a:pt x="307657" y="252620"/>
                    <a:pt x="315609" y="185737"/>
                  </a:cubicBezTo>
                  <a:close/>
                  <a:moveTo>
                    <a:pt x="249042" y="185737"/>
                  </a:moveTo>
                  <a:cubicBezTo>
                    <a:pt x="249042" y="185737"/>
                    <a:pt x="249042" y="185737"/>
                    <a:pt x="271462" y="185737"/>
                  </a:cubicBezTo>
                  <a:cubicBezTo>
                    <a:pt x="264868" y="228453"/>
                    <a:pt x="229259" y="263403"/>
                    <a:pt x="185737" y="269875"/>
                  </a:cubicBezTo>
                  <a:cubicBezTo>
                    <a:pt x="185737" y="269875"/>
                    <a:pt x="185737" y="269875"/>
                    <a:pt x="185737" y="247870"/>
                  </a:cubicBezTo>
                  <a:cubicBezTo>
                    <a:pt x="217390" y="241398"/>
                    <a:pt x="242448" y="216804"/>
                    <a:pt x="249042" y="185737"/>
                  </a:cubicBezTo>
                  <a:close/>
                  <a:moveTo>
                    <a:pt x="66675" y="185737"/>
                  </a:moveTo>
                  <a:cubicBezTo>
                    <a:pt x="66675" y="185737"/>
                    <a:pt x="66675" y="185737"/>
                    <a:pt x="89095" y="185737"/>
                  </a:cubicBezTo>
                  <a:cubicBezTo>
                    <a:pt x="95689" y="216804"/>
                    <a:pt x="120747" y="241398"/>
                    <a:pt x="152400" y="247870"/>
                  </a:cubicBezTo>
                  <a:cubicBezTo>
                    <a:pt x="152400" y="247870"/>
                    <a:pt x="152400" y="247870"/>
                    <a:pt x="152400" y="269875"/>
                  </a:cubicBezTo>
                  <a:cubicBezTo>
                    <a:pt x="108878" y="263403"/>
                    <a:pt x="73269" y="228453"/>
                    <a:pt x="66675" y="185737"/>
                  </a:cubicBezTo>
                  <a:close/>
                  <a:moveTo>
                    <a:pt x="0" y="185737"/>
                  </a:moveTo>
                  <a:cubicBezTo>
                    <a:pt x="0" y="185737"/>
                    <a:pt x="0" y="185737"/>
                    <a:pt x="22528" y="185737"/>
                  </a:cubicBezTo>
                  <a:cubicBezTo>
                    <a:pt x="30480" y="252620"/>
                    <a:pt x="84814" y="306388"/>
                    <a:pt x="152400" y="314256"/>
                  </a:cubicBezTo>
                  <a:cubicBezTo>
                    <a:pt x="152400" y="314256"/>
                    <a:pt x="152400" y="314256"/>
                    <a:pt x="152400" y="336550"/>
                  </a:cubicBezTo>
                  <a:cubicBezTo>
                    <a:pt x="71561" y="328682"/>
                    <a:pt x="7951" y="265734"/>
                    <a:pt x="0" y="185737"/>
                  </a:cubicBezTo>
                  <a:close/>
                  <a:moveTo>
                    <a:pt x="169069" y="127000"/>
                  </a:moveTo>
                  <a:cubicBezTo>
                    <a:pt x="175598" y="127000"/>
                    <a:pt x="180821" y="128306"/>
                    <a:pt x="186045" y="130918"/>
                  </a:cubicBezTo>
                  <a:cubicBezTo>
                    <a:pt x="195186" y="134835"/>
                    <a:pt x="201715" y="141365"/>
                    <a:pt x="205633" y="150506"/>
                  </a:cubicBezTo>
                  <a:cubicBezTo>
                    <a:pt x="208244" y="155729"/>
                    <a:pt x="209550" y="160952"/>
                    <a:pt x="209550" y="167482"/>
                  </a:cubicBezTo>
                  <a:cubicBezTo>
                    <a:pt x="209550" y="174011"/>
                    <a:pt x="208244" y="179234"/>
                    <a:pt x="205633" y="184458"/>
                  </a:cubicBezTo>
                  <a:cubicBezTo>
                    <a:pt x="201715" y="193599"/>
                    <a:pt x="195186" y="200128"/>
                    <a:pt x="186045" y="204046"/>
                  </a:cubicBezTo>
                  <a:cubicBezTo>
                    <a:pt x="180821" y="206657"/>
                    <a:pt x="175598" y="207963"/>
                    <a:pt x="169069" y="207963"/>
                  </a:cubicBezTo>
                  <a:cubicBezTo>
                    <a:pt x="162539" y="207963"/>
                    <a:pt x="157316" y="206657"/>
                    <a:pt x="152093" y="204046"/>
                  </a:cubicBezTo>
                  <a:cubicBezTo>
                    <a:pt x="142952" y="200128"/>
                    <a:pt x="136422" y="193599"/>
                    <a:pt x="132505" y="184458"/>
                  </a:cubicBezTo>
                  <a:cubicBezTo>
                    <a:pt x="129893" y="179234"/>
                    <a:pt x="128587" y="174011"/>
                    <a:pt x="128587" y="167482"/>
                  </a:cubicBezTo>
                  <a:cubicBezTo>
                    <a:pt x="128587" y="160952"/>
                    <a:pt x="129893" y="155729"/>
                    <a:pt x="132505" y="150506"/>
                  </a:cubicBezTo>
                  <a:cubicBezTo>
                    <a:pt x="136422" y="141365"/>
                    <a:pt x="142952" y="134835"/>
                    <a:pt x="152093" y="130918"/>
                  </a:cubicBezTo>
                  <a:cubicBezTo>
                    <a:pt x="157316" y="128306"/>
                    <a:pt x="162539" y="127000"/>
                    <a:pt x="169069" y="127000"/>
                  </a:cubicBezTo>
                  <a:close/>
                  <a:moveTo>
                    <a:pt x="185737" y="65087"/>
                  </a:moveTo>
                  <a:cubicBezTo>
                    <a:pt x="229259" y="71681"/>
                    <a:pt x="264868" y="107290"/>
                    <a:pt x="271462" y="150812"/>
                  </a:cubicBezTo>
                  <a:cubicBezTo>
                    <a:pt x="271462" y="150812"/>
                    <a:pt x="271462" y="150812"/>
                    <a:pt x="249042" y="150812"/>
                  </a:cubicBezTo>
                  <a:cubicBezTo>
                    <a:pt x="242448" y="119159"/>
                    <a:pt x="217390" y="94101"/>
                    <a:pt x="185737" y="87507"/>
                  </a:cubicBezTo>
                  <a:cubicBezTo>
                    <a:pt x="185737" y="87507"/>
                    <a:pt x="185737" y="87507"/>
                    <a:pt x="185737" y="65087"/>
                  </a:cubicBezTo>
                  <a:close/>
                  <a:moveTo>
                    <a:pt x="152400" y="65087"/>
                  </a:moveTo>
                  <a:cubicBezTo>
                    <a:pt x="152400" y="65087"/>
                    <a:pt x="152400" y="65087"/>
                    <a:pt x="152400" y="87507"/>
                  </a:cubicBezTo>
                  <a:cubicBezTo>
                    <a:pt x="120747" y="94101"/>
                    <a:pt x="95689" y="119159"/>
                    <a:pt x="89095" y="150812"/>
                  </a:cubicBezTo>
                  <a:lnTo>
                    <a:pt x="66675" y="150812"/>
                  </a:lnTo>
                  <a:cubicBezTo>
                    <a:pt x="73269" y="107290"/>
                    <a:pt x="108878" y="71681"/>
                    <a:pt x="152400" y="65087"/>
                  </a:cubicBezTo>
                  <a:close/>
                  <a:moveTo>
                    <a:pt x="185737" y="0"/>
                  </a:moveTo>
                  <a:cubicBezTo>
                    <a:pt x="266576" y="7868"/>
                    <a:pt x="330186" y="70816"/>
                    <a:pt x="338137" y="150813"/>
                  </a:cubicBezTo>
                  <a:cubicBezTo>
                    <a:pt x="338137" y="150813"/>
                    <a:pt x="338137" y="150813"/>
                    <a:pt x="315609" y="150813"/>
                  </a:cubicBezTo>
                  <a:cubicBezTo>
                    <a:pt x="307657" y="83930"/>
                    <a:pt x="253323" y="30162"/>
                    <a:pt x="185737" y="22294"/>
                  </a:cubicBezTo>
                  <a:cubicBezTo>
                    <a:pt x="185737" y="22294"/>
                    <a:pt x="185737" y="22294"/>
                    <a:pt x="185737" y="0"/>
                  </a:cubicBezTo>
                  <a:close/>
                  <a:moveTo>
                    <a:pt x="152400" y="0"/>
                  </a:moveTo>
                  <a:cubicBezTo>
                    <a:pt x="152400" y="0"/>
                    <a:pt x="152400" y="0"/>
                    <a:pt x="152400" y="22294"/>
                  </a:cubicBezTo>
                  <a:cubicBezTo>
                    <a:pt x="84814" y="30162"/>
                    <a:pt x="30480" y="83930"/>
                    <a:pt x="22528" y="150813"/>
                  </a:cubicBezTo>
                  <a:cubicBezTo>
                    <a:pt x="22528" y="150813"/>
                    <a:pt x="22528" y="150813"/>
                    <a:pt x="0" y="150813"/>
                  </a:cubicBezTo>
                  <a:cubicBezTo>
                    <a:pt x="7951" y="70816"/>
                    <a:pt x="71561" y="7868"/>
                    <a:pt x="15240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800" dirty="0">
                <a:latin typeface="字魂105号-简雅黑" panose="00000500000000000000" pitchFamily="2" charset="-122"/>
              </a:endParaRPr>
            </a:p>
          </p:txBody>
        </p:sp>
        <p:sp>
          <p:nvSpPr>
            <p:cNvPr id="7" name="Freeform: Shape 31"/>
            <p:cNvSpPr/>
            <p:nvPr/>
          </p:nvSpPr>
          <p:spPr bwMode="auto">
            <a:xfrm>
              <a:off x="6864939" y="3852914"/>
              <a:ext cx="681222" cy="575681"/>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800" dirty="0">
                <a:latin typeface="字魂105号-简雅黑" panose="00000500000000000000" pitchFamily="2" charset="-122"/>
              </a:endParaRPr>
            </a:p>
          </p:txBody>
        </p:sp>
        <p:sp>
          <p:nvSpPr>
            <p:cNvPr id="8" name="Freeform: Shape 32"/>
            <p:cNvSpPr>
              <a:spLocks noChangeAspect="1"/>
            </p:cNvSpPr>
            <p:nvPr/>
          </p:nvSpPr>
          <p:spPr bwMode="auto">
            <a:xfrm>
              <a:off x="4512647" y="1573223"/>
              <a:ext cx="691387" cy="783818"/>
            </a:xfrm>
            <a:custGeom>
              <a:avLst/>
              <a:gdLst>
                <a:gd name="connsiteX0" fmla="*/ 85348 w 296863"/>
                <a:gd name="connsiteY0" fmla="*/ 236537 h 336550"/>
                <a:gd name="connsiteX1" fmla="*/ 211516 w 296863"/>
                <a:gd name="connsiteY1" fmla="*/ 236537 h 336550"/>
                <a:gd name="connsiteX2" fmla="*/ 228601 w 296863"/>
                <a:gd name="connsiteY2" fmla="*/ 253206 h 336550"/>
                <a:gd name="connsiteX3" fmla="*/ 211516 w 296863"/>
                <a:gd name="connsiteY3" fmla="*/ 269875 h 336550"/>
                <a:gd name="connsiteX4" fmla="*/ 85348 w 296863"/>
                <a:gd name="connsiteY4" fmla="*/ 269875 h 336550"/>
                <a:gd name="connsiteX5" fmla="*/ 68263 w 296863"/>
                <a:gd name="connsiteY5" fmla="*/ 253206 h 336550"/>
                <a:gd name="connsiteX6" fmla="*/ 85348 w 296863"/>
                <a:gd name="connsiteY6" fmla="*/ 236537 h 336550"/>
                <a:gd name="connsiteX7" fmla="*/ 85348 w 296863"/>
                <a:gd name="connsiteY7" fmla="*/ 173037 h 336550"/>
                <a:gd name="connsiteX8" fmla="*/ 211516 w 296863"/>
                <a:gd name="connsiteY8" fmla="*/ 173037 h 336550"/>
                <a:gd name="connsiteX9" fmla="*/ 228601 w 296863"/>
                <a:gd name="connsiteY9" fmla="*/ 190373 h 336550"/>
                <a:gd name="connsiteX10" fmla="*/ 211516 w 296863"/>
                <a:gd name="connsiteY10" fmla="*/ 206375 h 336550"/>
                <a:gd name="connsiteX11" fmla="*/ 85348 w 296863"/>
                <a:gd name="connsiteY11" fmla="*/ 206375 h 336550"/>
                <a:gd name="connsiteX12" fmla="*/ 68263 w 296863"/>
                <a:gd name="connsiteY12" fmla="*/ 190373 h 336550"/>
                <a:gd name="connsiteX13" fmla="*/ 85348 w 296863"/>
                <a:gd name="connsiteY13" fmla="*/ 173037 h 336550"/>
                <a:gd name="connsiteX14" fmla="*/ 164614 w 296863"/>
                <a:gd name="connsiteY14" fmla="*/ 115887 h 336550"/>
                <a:gd name="connsiteX15" fmla="*/ 211625 w 296863"/>
                <a:gd name="connsiteY15" fmla="*/ 115887 h 336550"/>
                <a:gd name="connsiteX16" fmla="*/ 228601 w 296863"/>
                <a:gd name="connsiteY16" fmla="*/ 133349 h 336550"/>
                <a:gd name="connsiteX17" fmla="*/ 211625 w 296863"/>
                <a:gd name="connsiteY17" fmla="*/ 150812 h 336550"/>
                <a:gd name="connsiteX18" fmla="*/ 164614 w 296863"/>
                <a:gd name="connsiteY18" fmla="*/ 150812 h 336550"/>
                <a:gd name="connsiteX19" fmla="*/ 147638 w 296863"/>
                <a:gd name="connsiteY19" fmla="*/ 133349 h 336550"/>
                <a:gd name="connsiteX20" fmla="*/ 164614 w 296863"/>
                <a:gd name="connsiteY20" fmla="*/ 115887 h 336550"/>
                <a:gd name="connsiteX21" fmla="*/ 164614 w 296863"/>
                <a:gd name="connsiteY21" fmla="*/ 61912 h 336550"/>
                <a:gd name="connsiteX22" fmla="*/ 211625 w 296863"/>
                <a:gd name="connsiteY22" fmla="*/ 61912 h 336550"/>
                <a:gd name="connsiteX23" fmla="*/ 228601 w 296863"/>
                <a:gd name="connsiteY23" fmla="*/ 77152 h 336550"/>
                <a:gd name="connsiteX24" fmla="*/ 211625 w 296863"/>
                <a:gd name="connsiteY24" fmla="*/ 93662 h 336550"/>
                <a:gd name="connsiteX25" fmla="*/ 164614 w 296863"/>
                <a:gd name="connsiteY25" fmla="*/ 93662 h 336550"/>
                <a:gd name="connsiteX26" fmla="*/ 147638 w 296863"/>
                <a:gd name="connsiteY26" fmla="*/ 77152 h 336550"/>
                <a:gd name="connsiteX27" fmla="*/ 164614 w 296863"/>
                <a:gd name="connsiteY27" fmla="*/ 61912 h 336550"/>
                <a:gd name="connsiteX28" fmla="*/ 127397 w 296863"/>
                <a:gd name="connsiteY28" fmla="*/ 22225 h 336550"/>
                <a:gd name="connsiteX29" fmla="*/ 127397 w 296863"/>
                <a:gd name="connsiteY29" fmla="*/ 110381 h 336550"/>
                <a:gd name="connsiteX30" fmla="*/ 111621 w 296863"/>
                <a:gd name="connsiteY30" fmla="*/ 124854 h 336550"/>
                <a:gd name="connsiteX31" fmla="*/ 22225 w 296863"/>
                <a:gd name="connsiteY31" fmla="*/ 124854 h 336550"/>
                <a:gd name="connsiteX32" fmla="*/ 22225 w 296863"/>
                <a:gd name="connsiteY32" fmla="*/ 305115 h 336550"/>
                <a:gd name="connsiteX33" fmla="*/ 31427 w 296863"/>
                <a:gd name="connsiteY33" fmla="*/ 314325 h 336550"/>
                <a:gd name="connsiteX34" fmla="*/ 265436 w 296863"/>
                <a:gd name="connsiteY34" fmla="*/ 314325 h 336550"/>
                <a:gd name="connsiteX35" fmla="*/ 274638 w 296863"/>
                <a:gd name="connsiteY35" fmla="*/ 305115 h 336550"/>
                <a:gd name="connsiteX36" fmla="*/ 274638 w 296863"/>
                <a:gd name="connsiteY36" fmla="*/ 31435 h 336550"/>
                <a:gd name="connsiteX37" fmla="*/ 265436 w 296863"/>
                <a:gd name="connsiteY37" fmla="*/ 22225 h 336550"/>
                <a:gd name="connsiteX38" fmla="*/ 127397 w 296863"/>
                <a:gd name="connsiteY38" fmla="*/ 22225 h 336550"/>
                <a:gd name="connsiteX39" fmla="*/ 118220 w 296863"/>
                <a:gd name="connsiteY39" fmla="*/ 0 h 336550"/>
                <a:gd name="connsiteX40" fmla="*/ 265338 w 296863"/>
                <a:gd name="connsiteY40" fmla="*/ 0 h 336550"/>
                <a:gd name="connsiteX41" fmla="*/ 296863 w 296863"/>
                <a:gd name="connsiteY41" fmla="*/ 31551 h 336550"/>
                <a:gd name="connsiteX42" fmla="*/ 296863 w 296863"/>
                <a:gd name="connsiteY42" fmla="*/ 304999 h 336550"/>
                <a:gd name="connsiteX43" fmla="*/ 265338 w 296863"/>
                <a:gd name="connsiteY43" fmla="*/ 336550 h 336550"/>
                <a:gd name="connsiteX44" fmla="*/ 31525 w 296863"/>
                <a:gd name="connsiteY44" fmla="*/ 336550 h 336550"/>
                <a:gd name="connsiteX45" fmla="*/ 0 w 296863"/>
                <a:gd name="connsiteY45" fmla="*/ 304999 h 336550"/>
                <a:gd name="connsiteX46" fmla="*/ 0 w 296863"/>
                <a:gd name="connsiteY46" fmla="*/ 119633 h 336550"/>
                <a:gd name="connsiteX47" fmla="*/ 9195 w 296863"/>
                <a:gd name="connsiteY47" fmla="*/ 97284 h 336550"/>
                <a:gd name="connsiteX48" fmla="*/ 95889 w 296863"/>
                <a:gd name="connsiteY48" fmla="*/ 9202 h 336550"/>
                <a:gd name="connsiteX49" fmla="*/ 118220 w 296863"/>
                <a:gd name="connsiteY49"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6863" h="336550">
                  <a:moveTo>
                    <a:pt x="85348" y="236537"/>
                  </a:moveTo>
                  <a:cubicBezTo>
                    <a:pt x="85348" y="236537"/>
                    <a:pt x="85348" y="236537"/>
                    <a:pt x="211516" y="236537"/>
                  </a:cubicBezTo>
                  <a:cubicBezTo>
                    <a:pt x="220716" y="236537"/>
                    <a:pt x="228601" y="244231"/>
                    <a:pt x="228601" y="253206"/>
                  </a:cubicBezTo>
                  <a:cubicBezTo>
                    <a:pt x="228601" y="262182"/>
                    <a:pt x="220716" y="269875"/>
                    <a:pt x="211516" y="269875"/>
                  </a:cubicBezTo>
                  <a:cubicBezTo>
                    <a:pt x="211516" y="269875"/>
                    <a:pt x="211516" y="269875"/>
                    <a:pt x="85348" y="269875"/>
                  </a:cubicBezTo>
                  <a:cubicBezTo>
                    <a:pt x="76149" y="269875"/>
                    <a:pt x="68263" y="262182"/>
                    <a:pt x="68263" y="253206"/>
                  </a:cubicBezTo>
                  <a:cubicBezTo>
                    <a:pt x="68263" y="244231"/>
                    <a:pt x="76149" y="236537"/>
                    <a:pt x="85348" y="236537"/>
                  </a:cubicBezTo>
                  <a:close/>
                  <a:moveTo>
                    <a:pt x="85348" y="173037"/>
                  </a:moveTo>
                  <a:cubicBezTo>
                    <a:pt x="85348" y="173037"/>
                    <a:pt x="85348" y="173037"/>
                    <a:pt x="211516" y="173037"/>
                  </a:cubicBezTo>
                  <a:cubicBezTo>
                    <a:pt x="220716" y="173037"/>
                    <a:pt x="228601" y="181038"/>
                    <a:pt x="228601" y="190373"/>
                  </a:cubicBezTo>
                  <a:cubicBezTo>
                    <a:pt x="228601" y="199707"/>
                    <a:pt x="220716" y="206375"/>
                    <a:pt x="211516" y="206375"/>
                  </a:cubicBezTo>
                  <a:cubicBezTo>
                    <a:pt x="211516" y="206375"/>
                    <a:pt x="211516" y="206375"/>
                    <a:pt x="85348" y="206375"/>
                  </a:cubicBezTo>
                  <a:cubicBezTo>
                    <a:pt x="76149" y="206375"/>
                    <a:pt x="68263" y="199707"/>
                    <a:pt x="68263" y="190373"/>
                  </a:cubicBezTo>
                  <a:cubicBezTo>
                    <a:pt x="68263" y="181038"/>
                    <a:pt x="76149" y="173037"/>
                    <a:pt x="85348" y="173037"/>
                  </a:cubicBezTo>
                  <a:close/>
                  <a:moveTo>
                    <a:pt x="164614" y="115887"/>
                  </a:moveTo>
                  <a:cubicBezTo>
                    <a:pt x="164614" y="115887"/>
                    <a:pt x="164614" y="115887"/>
                    <a:pt x="211625" y="115887"/>
                  </a:cubicBezTo>
                  <a:cubicBezTo>
                    <a:pt x="220766" y="115887"/>
                    <a:pt x="228601" y="123946"/>
                    <a:pt x="228601" y="133349"/>
                  </a:cubicBezTo>
                  <a:cubicBezTo>
                    <a:pt x="228601" y="142752"/>
                    <a:pt x="220766" y="150812"/>
                    <a:pt x="211625" y="150812"/>
                  </a:cubicBezTo>
                  <a:cubicBezTo>
                    <a:pt x="211625" y="150812"/>
                    <a:pt x="211625" y="150812"/>
                    <a:pt x="164614" y="150812"/>
                  </a:cubicBezTo>
                  <a:cubicBezTo>
                    <a:pt x="155473" y="150812"/>
                    <a:pt x="147638" y="142752"/>
                    <a:pt x="147638" y="133349"/>
                  </a:cubicBezTo>
                  <a:cubicBezTo>
                    <a:pt x="147638" y="123946"/>
                    <a:pt x="155473" y="115887"/>
                    <a:pt x="164614" y="115887"/>
                  </a:cubicBezTo>
                  <a:close/>
                  <a:moveTo>
                    <a:pt x="164614" y="61912"/>
                  </a:moveTo>
                  <a:cubicBezTo>
                    <a:pt x="164614" y="61912"/>
                    <a:pt x="164614" y="61912"/>
                    <a:pt x="211625" y="61912"/>
                  </a:cubicBezTo>
                  <a:cubicBezTo>
                    <a:pt x="220766" y="61912"/>
                    <a:pt x="228601" y="68262"/>
                    <a:pt x="228601" y="77152"/>
                  </a:cubicBezTo>
                  <a:cubicBezTo>
                    <a:pt x="228601" y="86042"/>
                    <a:pt x="220766" y="93662"/>
                    <a:pt x="211625" y="93662"/>
                  </a:cubicBezTo>
                  <a:cubicBezTo>
                    <a:pt x="211625" y="93662"/>
                    <a:pt x="211625" y="93662"/>
                    <a:pt x="164614" y="93662"/>
                  </a:cubicBezTo>
                  <a:cubicBezTo>
                    <a:pt x="155473" y="93662"/>
                    <a:pt x="147638" y="86042"/>
                    <a:pt x="147638" y="77152"/>
                  </a:cubicBezTo>
                  <a:cubicBezTo>
                    <a:pt x="147638" y="68262"/>
                    <a:pt x="155473" y="61912"/>
                    <a:pt x="164614" y="61912"/>
                  </a:cubicBezTo>
                  <a:close/>
                  <a:moveTo>
                    <a:pt x="127397" y="22225"/>
                  </a:moveTo>
                  <a:cubicBezTo>
                    <a:pt x="127397" y="22225"/>
                    <a:pt x="127397" y="22225"/>
                    <a:pt x="127397" y="110381"/>
                  </a:cubicBezTo>
                  <a:cubicBezTo>
                    <a:pt x="127397" y="118276"/>
                    <a:pt x="119509" y="124854"/>
                    <a:pt x="111621" y="124854"/>
                  </a:cubicBezTo>
                  <a:cubicBezTo>
                    <a:pt x="111621" y="124854"/>
                    <a:pt x="111621" y="124854"/>
                    <a:pt x="22225" y="124854"/>
                  </a:cubicBezTo>
                  <a:cubicBezTo>
                    <a:pt x="22225" y="124854"/>
                    <a:pt x="22225" y="124854"/>
                    <a:pt x="22225" y="305115"/>
                  </a:cubicBezTo>
                  <a:cubicBezTo>
                    <a:pt x="22225" y="310378"/>
                    <a:pt x="26169" y="314325"/>
                    <a:pt x="31427" y="314325"/>
                  </a:cubicBezTo>
                  <a:cubicBezTo>
                    <a:pt x="31427" y="314325"/>
                    <a:pt x="31427" y="314325"/>
                    <a:pt x="265436" y="314325"/>
                  </a:cubicBezTo>
                  <a:cubicBezTo>
                    <a:pt x="270694" y="314325"/>
                    <a:pt x="274638" y="310378"/>
                    <a:pt x="274638" y="305115"/>
                  </a:cubicBezTo>
                  <a:lnTo>
                    <a:pt x="274638" y="31435"/>
                  </a:lnTo>
                  <a:cubicBezTo>
                    <a:pt x="274638" y="26172"/>
                    <a:pt x="270694" y="22225"/>
                    <a:pt x="265436" y="22225"/>
                  </a:cubicBezTo>
                  <a:cubicBezTo>
                    <a:pt x="265436" y="22225"/>
                    <a:pt x="265436" y="22225"/>
                    <a:pt x="127397" y="22225"/>
                  </a:cubicBezTo>
                  <a:close/>
                  <a:moveTo>
                    <a:pt x="118220" y="0"/>
                  </a:moveTo>
                  <a:cubicBezTo>
                    <a:pt x="118220" y="0"/>
                    <a:pt x="118220" y="0"/>
                    <a:pt x="265338" y="0"/>
                  </a:cubicBezTo>
                  <a:cubicBezTo>
                    <a:pt x="282414" y="0"/>
                    <a:pt x="296863" y="14461"/>
                    <a:pt x="296863" y="31551"/>
                  </a:cubicBezTo>
                  <a:cubicBezTo>
                    <a:pt x="296863" y="31551"/>
                    <a:pt x="296863" y="31551"/>
                    <a:pt x="296863" y="304999"/>
                  </a:cubicBezTo>
                  <a:cubicBezTo>
                    <a:pt x="296863" y="322089"/>
                    <a:pt x="282414" y="336550"/>
                    <a:pt x="265338" y="336550"/>
                  </a:cubicBezTo>
                  <a:cubicBezTo>
                    <a:pt x="265338" y="336550"/>
                    <a:pt x="265338" y="336550"/>
                    <a:pt x="31525" y="336550"/>
                  </a:cubicBezTo>
                  <a:cubicBezTo>
                    <a:pt x="14449" y="336550"/>
                    <a:pt x="0" y="322089"/>
                    <a:pt x="0" y="304999"/>
                  </a:cubicBezTo>
                  <a:cubicBezTo>
                    <a:pt x="0" y="304999"/>
                    <a:pt x="0" y="304999"/>
                    <a:pt x="0" y="119633"/>
                  </a:cubicBezTo>
                  <a:cubicBezTo>
                    <a:pt x="0" y="110430"/>
                    <a:pt x="3941" y="102542"/>
                    <a:pt x="9195" y="97284"/>
                  </a:cubicBezTo>
                  <a:cubicBezTo>
                    <a:pt x="9195" y="97284"/>
                    <a:pt x="9195" y="97284"/>
                    <a:pt x="95889" y="9202"/>
                  </a:cubicBezTo>
                  <a:cubicBezTo>
                    <a:pt x="102457" y="3944"/>
                    <a:pt x="110339" y="0"/>
                    <a:pt x="11822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800" dirty="0">
                <a:latin typeface="字魂105号-简雅黑" panose="00000500000000000000" pitchFamily="2" charset="-122"/>
              </a:endParaRPr>
            </a:p>
          </p:txBody>
        </p:sp>
        <p:sp>
          <p:nvSpPr>
            <p:cNvPr id="9" name="Freeform: Shape 34"/>
            <p:cNvSpPr/>
            <p:nvPr/>
          </p:nvSpPr>
          <p:spPr bwMode="auto">
            <a:xfrm>
              <a:off x="4852057" y="3682657"/>
              <a:ext cx="547644" cy="617588"/>
            </a:xfrm>
            <a:custGeom>
              <a:avLst/>
              <a:gdLst>
                <a:gd name="connsiteX0" fmla="*/ 83998 w 298823"/>
                <a:gd name="connsiteY0" fmla="*/ 191940 h 336988"/>
                <a:gd name="connsiteX1" fmla="*/ 75231 w 298823"/>
                <a:gd name="connsiteY1" fmla="*/ 198416 h 336988"/>
                <a:gd name="connsiteX2" fmla="*/ 73932 w 298823"/>
                <a:gd name="connsiteY2" fmla="*/ 208776 h 336988"/>
                <a:gd name="connsiteX3" fmla="*/ 80426 w 298823"/>
                <a:gd name="connsiteY3" fmla="*/ 217842 h 336988"/>
                <a:gd name="connsiteX4" fmla="*/ 115496 w 298823"/>
                <a:gd name="connsiteY4" fmla="*/ 238563 h 336988"/>
                <a:gd name="connsiteX5" fmla="*/ 114197 w 298823"/>
                <a:gd name="connsiteY5" fmla="*/ 233383 h 336988"/>
                <a:gd name="connsiteX6" fmla="*/ 98611 w 298823"/>
                <a:gd name="connsiteY6" fmla="*/ 195826 h 336988"/>
                <a:gd name="connsiteX7" fmla="*/ 94714 w 298823"/>
                <a:gd name="connsiteY7" fmla="*/ 193235 h 336988"/>
                <a:gd name="connsiteX8" fmla="*/ 83998 w 298823"/>
                <a:gd name="connsiteY8" fmla="*/ 191940 h 336988"/>
                <a:gd name="connsiteX9" fmla="*/ 73603 w 298823"/>
                <a:gd name="connsiteY9" fmla="*/ 53869 h 336988"/>
                <a:gd name="connsiteX10" fmla="*/ 65732 w 298823"/>
                <a:gd name="connsiteY10" fmla="*/ 70965 h 336988"/>
                <a:gd name="connsiteX11" fmla="*/ 127388 w 298823"/>
                <a:gd name="connsiteY11" fmla="*/ 227467 h 336988"/>
                <a:gd name="connsiteX12" fmla="*/ 178549 w 298823"/>
                <a:gd name="connsiteY12" fmla="*/ 274812 h 336988"/>
                <a:gd name="connsiteX13" fmla="*/ 183796 w 298823"/>
                <a:gd name="connsiteY13" fmla="*/ 278757 h 336988"/>
                <a:gd name="connsiteX14" fmla="*/ 199538 w 298823"/>
                <a:gd name="connsiteY14" fmla="*/ 319526 h 336988"/>
                <a:gd name="connsiteX15" fmla="*/ 282183 w 298823"/>
                <a:gd name="connsiteY15" fmla="*/ 286648 h 336988"/>
                <a:gd name="connsiteX16" fmla="*/ 266441 w 298823"/>
                <a:gd name="connsiteY16" fmla="*/ 245879 h 336988"/>
                <a:gd name="connsiteX17" fmla="*/ 266441 w 298823"/>
                <a:gd name="connsiteY17" fmla="*/ 239303 h 336988"/>
                <a:gd name="connsiteX18" fmla="*/ 271689 w 298823"/>
                <a:gd name="connsiteY18" fmla="*/ 170916 h 336988"/>
                <a:gd name="connsiteX19" fmla="*/ 244140 w 298823"/>
                <a:gd name="connsiteY19" fmla="*/ 99898 h 336988"/>
                <a:gd name="connsiteX20" fmla="*/ 225775 w 298823"/>
                <a:gd name="connsiteY20" fmla="*/ 92008 h 336988"/>
                <a:gd name="connsiteX21" fmla="*/ 217904 w 298823"/>
                <a:gd name="connsiteY21" fmla="*/ 110419 h 336988"/>
                <a:gd name="connsiteX22" fmla="*/ 229710 w 298823"/>
                <a:gd name="connsiteY22" fmla="*/ 138037 h 336988"/>
                <a:gd name="connsiteX23" fmla="*/ 225775 w 298823"/>
                <a:gd name="connsiteY23" fmla="*/ 147243 h 336988"/>
                <a:gd name="connsiteX24" fmla="*/ 215280 w 298823"/>
                <a:gd name="connsiteY24" fmla="*/ 143298 h 336988"/>
                <a:gd name="connsiteX25" fmla="*/ 204785 w 298823"/>
                <a:gd name="connsiteY25" fmla="*/ 115680 h 336988"/>
                <a:gd name="connsiteX26" fmla="*/ 203474 w 298823"/>
                <a:gd name="connsiteY26" fmla="*/ 113050 h 336988"/>
                <a:gd name="connsiteX27" fmla="*/ 200850 w 298823"/>
                <a:gd name="connsiteY27" fmla="*/ 105159 h 336988"/>
                <a:gd name="connsiteX28" fmla="*/ 192979 w 298823"/>
                <a:gd name="connsiteY28" fmla="*/ 98583 h 336988"/>
                <a:gd name="connsiteX29" fmla="*/ 182484 w 298823"/>
                <a:gd name="connsiteY29" fmla="*/ 97268 h 336988"/>
                <a:gd name="connsiteX30" fmla="*/ 174613 w 298823"/>
                <a:gd name="connsiteY30" fmla="*/ 105159 h 336988"/>
                <a:gd name="connsiteX31" fmla="*/ 174613 w 298823"/>
                <a:gd name="connsiteY31" fmla="*/ 115680 h 336988"/>
                <a:gd name="connsiteX32" fmla="*/ 190355 w 298823"/>
                <a:gd name="connsiteY32" fmla="*/ 155134 h 336988"/>
                <a:gd name="connsiteX33" fmla="*/ 186420 w 298823"/>
                <a:gd name="connsiteY33" fmla="*/ 164340 h 336988"/>
                <a:gd name="connsiteX34" fmla="*/ 177237 w 298823"/>
                <a:gd name="connsiteY34" fmla="*/ 160395 h 336988"/>
                <a:gd name="connsiteX35" fmla="*/ 157560 w 298823"/>
                <a:gd name="connsiteY35" fmla="*/ 111735 h 336988"/>
                <a:gd name="connsiteX36" fmla="*/ 149689 w 298823"/>
                <a:gd name="connsiteY36" fmla="*/ 103844 h 336988"/>
                <a:gd name="connsiteX37" fmla="*/ 139194 w 298823"/>
                <a:gd name="connsiteY37" fmla="*/ 103844 h 336988"/>
                <a:gd name="connsiteX38" fmla="*/ 131323 w 298823"/>
                <a:gd name="connsiteY38" fmla="*/ 122256 h 336988"/>
                <a:gd name="connsiteX39" fmla="*/ 149689 w 298823"/>
                <a:gd name="connsiteY39" fmla="*/ 169601 h 336988"/>
                <a:gd name="connsiteX40" fmla="*/ 145753 w 298823"/>
                <a:gd name="connsiteY40" fmla="*/ 178807 h 336988"/>
                <a:gd name="connsiteX41" fmla="*/ 136570 w 298823"/>
                <a:gd name="connsiteY41" fmla="*/ 174861 h 336988"/>
                <a:gd name="connsiteX42" fmla="*/ 118205 w 298823"/>
                <a:gd name="connsiteY42" fmla="*/ 127516 h 336988"/>
                <a:gd name="connsiteX43" fmla="*/ 91968 w 298823"/>
                <a:gd name="connsiteY43" fmla="*/ 61759 h 336988"/>
                <a:gd name="connsiteX44" fmla="*/ 84753 w 298823"/>
                <a:gd name="connsiteY44" fmla="*/ 53869 h 336988"/>
                <a:gd name="connsiteX45" fmla="*/ 73603 w 298823"/>
                <a:gd name="connsiteY45" fmla="*/ 53869 h 336988"/>
                <a:gd name="connsiteX46" fmla="*/ 56758 w 298823"/>
                <a:gd name="connsiteY46" fmla="*/ 49650 h 336988"/>
                <a:gd name="connsiteX47" fmla="*/ 49954 w 298823"/>
                <a:gd name="connsiteY47" fmla="*/ 55917 h 336988"/>
                <a:gd name="connsiteX48" fmla="*/ 48594 w 298823"/>
                <a:gd name="connsiteY48" fmla="*/ 67197 h 336988"/>
                <a:gd name="connsiteX49" fmla="*/ 51315 w 298823"/>
                <a:gd name="connsiteY49" fmla="*/ 73463 h 336988"/>
                <a:gd name="connsiteX50" fmla="*/ 56758 w 298823"/>
                <a:gd name="connsiteY50" fmla="*/ 49650 h 336988"/>
                <a:gd name="connsiteX51" fmla="*/ 46241 w 298823"/>
                <a:gd name="connsiteY51" fmla="*/ 18716 h 336988"/>
                <a:gd name="connsiteX52" fmla="*/ 18129 w 298823"/>
                <a:gd name="connsiteY52" fmla="*/ 45142 h 336988"/>
                <a:gd name="connsiteX53" fmla="*/ 44588 w 298823"/>
                <a:gd name="connsiteY53" fmla="*/ 109486 h 336988"/>
                <a:gd name="connsiteX54" fmla="*/ 67077 w 298823"/>
                <a:gd name="connsiteY54" fmla="*/ 113425 h 336988"/>
                <a:gd name="connsiteX55" fmla="*/ 59140 w 298823"/>
                <a:gd name="connsiteY55" fmla="*/ 95041 h 336988"/>
                <a:gd name="connsiteX56" fmla="*/ 48556 w 298823"/>
                <a:gd name="connsiteY56" fmla="*/ 91102 h 336988"/>
                <a:gd name="connsiteX57" fmla="*/ 34004 w 298823"/>
                <a:gd name="connsiteY57" fmla="*/ 71405 h 336988"/>
                <a:gd name="connsiteX58" fmla="*/ 37973 w 298823"/>
                <a:gd name="connsiteY58" fmla="*/ 47768 h 336988"/>
                <a:gd name="connsiteX59" fmla="*/ 81629 w 298823"/>
                <a:gd name="connsiteY59" fmla="*/ 37263 h 336988"/>
                <a:gd name="connsiteX60" fmla="*/ 84275 w 298823"/>
                <a:gd name="connsiteY60" fmla="*/ 38577 h 336988"/>
                <a:gd name="connsiteX61" fmla="*/ 105442 w 298823"/>
                <a:gd name="connsiteY61" fmla="*/ 56961 h 336988"/>
                <a:gd name="connsiteX62" fmla="*/ 113379 w 298823"/>
                <a:gd name="connsiteY62" fmla="*/ 75345 h 336988"/>
                <a:gd name="connsiteX63" fmla="*/ 84275 w 298823"/>
                <a:gd name="connsiteY63" fmla="*/ 18880 h 336988"/>
                <a:gd name="connsiteX64" fmla="*/ 46241 w 298823"/>
                <a:gd name="connsiteY64" fmla="*/ 18716 h 336988"/>
                <a:gd name="connsiteX65" fmla="*/ 64058 w 298823"/>
                <a:gd name="connsiteY65" fmla="*/ 0 h 336988"/>
                <a:gd name="connsiteX66" fmla="*/ 89065 w 298823"/>
                <a:gd name="connsiteY66" fmla="*/ 5387 h 336988"/>
                <a:gd name="connsiteX67" fmla="*/ 123284 w 298823"/>
                <a:gd name="connsiteY67" fmla="*/ 89604 h 336988"/>
                <a:gd name="connsiteX68" fmla="*/ 120652 w 298823"/>
                <a:gd name="connsiteY68" fmla="*/ 94867 h 336988"/>
                <a:gd name="connsiteX69" fmla="*/ 121968 w 298823"/>
                <a:gd name="connsiteY69" fmla="*/ 98815 h 336988"/>
                <a:gd name="connsiteX70" fmla="*/ 133813 w 298823"/>
                <a:gd name="connsiteY70" fmla="*/ 90920 h 336988"/>
                <a:gd name="connsiteX71" fmla="*/ 156188 w 298823"/>
                <a:gd name="connsiteY71" fmla="*/ 90920 h 336988"/>
                <a:gd name="connsiteX72" fmla="*/ 164084 w 298823"/>
                <a:gd name="connsiteY72" fmla="*/ 96183 h 336988"/>
                <a:gd name="connsiteX73" fmla="*/ 177246 w 298823"/>
                <a:gd name="connsiteY73" fmla="*/ 84340 h 336988"/>
                <a:gd name="connsiteX74" fmla="*/ 207517 w 298823"/>
                <a:gd name="connsiteY74" fmla="*/ 89604 h 336988"/>
                <a:gd name="connsiteX75" fmla="*/ 220678 w 298823"/>
                <a:gd name="connsiteY75" fmla="*/ 79077 h 336988"/>
                <a:gd name="connsiteX76" fmla="*/ 257530 w 298823"/>
                <a:gd name="connsiteY76" fmla="*/ 94867 h 336988"/>
                <a:gd name="connsiteX77" fmla="*/ 286485 w 298823"/>
                <a:gd name="connsiteY77" fmla="*/ 165925 h 336988"/>
                <a:gd name="connsiteX78" fmla="*/ 281220 w 298823"/>
                <a:gd name="connsiteY78" fmla="*/ 243561 h 336988"/>
                <a:gd name="connsiteX79" fmla="*/ 298330 w 298823"/>
                <a:gd name="connsiteY79" fmla="*/ 289617 h 336988"/>
                <a:gd name="connsiteX80" fmla="*/ 294382 w 298823"/>
                <a:gd name="connsiteY80" fmla="*/ 298828 h 336988"/>
                <a:gd name="connsiteX81" fmla="*/ 198304 w 298823"/>
                <a:gd name="connsiteY81" fmla="*/ 336988 h 336988"/>
                <a:gd name="connsiteX82" fmla="*/ 195672 w 298823"/>
                <a:gd name="connsiteY82" fmla="*/ 336988 h 336988"/>
                <a:gd name="connsiteX83" fmla="*/ 189091 w 298823"/>
                <a:gd name="connsiteY83" fmla="*/ 331725 h 336988"/>
                <a:gd name="connsiteX84" fmla="*/ 170665 w 298823"/>
                <a:gd name="connsiteY84" fmla="*/ 286985 h 336988"/>
                <a:gd name="connsiteX85" fmla="*/ 139078 w 298823"/>
                <a:gd name="connsiteY85" fmla="*/ 269879 h 336988"/>
                <a:gd name="connsiteX86" fmla="*/ 71955 w 298823"/>
                <a:gd name="connsiteY86" fmla="*/ 229087 h 336988"/>
                <a:gd name="connsiteX87" fmla="*/ 58794 w 298823"/>
                <a:gd name="connsiteY87" fmla="*/ 211980 h 336988"/>
                <a:gd name="connsiteX88" fmla="*/ 61426 w 298823"/>
                <a:gd name="connsiteY88" fmla="*/ 189610 h 336988"/>
                <a:gd name="connsiteX89" fmla="*/ 79852 w 298823"/>
                <a:gd name="connsiteY89" fmla="*/ 176452 h 336988"/>
                <a:gd name="connsiteX90" fmla="*/ 90381 w 298823"/>
                <a:gd name="connsiteY90" fmla="*/ 176452 h 336988"/>
                <a:gd name="connsiteX91" fmla="*/ 71955 w 298823"/>
                <a:gd name="connsiteY91" fmla="*/ 127764 h 336988"/>
                <a:gd name="connsiteX92" fmla="*/ 70639 w 298823"/>
                <a:gd name="connsiteY92" fmla="*/ 127764 h 336988"/>
                <a:gd name="connsiteX93" fmla="*/ 64058 w 298823"/>
                <a:gd name="connsiteY93" fmla="*/ 129080 h 336988"/>
                <a:gd name="connsiteX94" fmla="*/ 39052 w 298823"/>
                <a:gd name="connsiteY94" fmla="*/ 123817 h 336988"/>
                <a:gd name="connsiteX95" fmla="*/ 4832 w 298823"/>
                <a:gd name="connsiteY95" fmla="*/ 39600 h 336988"/>
                <a:gd name="connsiteX96" fmla="*/ 64058 w 298823"/>
                <a:gd name="connsiteY96" fmla="*/ 0 h 336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98823" h="336988">
                  <a:moveTo>
                    <a:pt x="83998" y="191940"/>
                  </a:moveTo>
                  <a:cubicBezTo>
                    <a:pt x="80426" y="192912"/>
                    <a:pt x="77179" y="195178"/>
                    <a:pt x="75231" y="198416"/>
                  </a:cubicBezTo>
                  <a:cubicBezTo>
                    <a:pt x="72633" y="201006"/>
                    <a:pt x="72633" y="204891"/>
                    <a:pt x="73932" y="208776"/>
                  </a:cubicBezTo>
                  <a:cubicBezTo>
                    <a:pt x="73932" y="212662"/>
                    <a:pt x="76530" y="215252"/>
                    <a:pt x="80426" y="217842"/>
                  </a:cubicBezTo>
                  <a:lnTo>
                    <a:pt x="115496" y="238563"/>
                  </a:lnTo>
                  <a:cubicBezTo>
                    <a:pt x="115496" y="237268"/>
                    <a:pt x="114197" y="235973"/>
                    <a:pt x="114197" y="233383"/>
                  </a:cubicBezTo>
                  <a:cubicBezTo>
                    <a:pt x="114197" y="233383"/>
                    <a:pt x="114197" y="233383"/>
                    <a:pt x="98611" y="195826"/>
                  </a:cubicBezTo>
                  <a:cubicBezTo>
                    <a:pt x="98611" y="195826"/>
                    <a:pt x="98611" y="195826"/>
                    <a:pt x="94714" y="193235"/>
                  </a:cubicBezTo>
                  <a:cubicBezTo>
                    <a:pt x="91467" y="191293"/>
                    <a:pt x="87570" y="190969"/>
                    <a:pt x="83998" y="191940"/>
                  </a:cubicBezTo>
                  <a:close/>
                  <a:moveTo>
                    <a:pt x="73603" y="53869"/>
                  </a:moveTo>
                  <a:cubicBezTo>
                    <a:pt x="65732" y="56499"/>
                    <a:pt x="63108" y="64390"/>
                    <a:pt x="65732" y="70965"/>
                  </a:cubicBezTo>
                  <a:cubicBezTo>
                    <a:pt x="65732" y="70965"/>
                    <a:pt x="65732" y="70965"/>
                    <a:pt x="127388" y="227467"/>
                  </a:cubicBezTo>
                  <a:cubicBezTo>
                    <a:pt x="136570" y="251139"/>
                    <a:pt x="154936" y="266921"/>
                    <a:pt x="178549" y="274812"/>
                  </a:cubicBezTo>
                  <a:cubicBezTo>
                    <a:pt x="181173" y="274812"/>
                    <a:pt x="182484" y="276127"/>
                    <a:pt x="183796" y="278757"/>
                  </a:cubicBezTo>
                  <a:cubicBezTo>
                    <a:pt x="183796" y="278757"/>
                    <a:pt x="183796" y="278757"/>
                    <a:pt x="199538" y="319526"/>
                  </a:cubicBezTo>
                  <a:lnTo>
                    <a:pt x="282183" y="286648"/>
                  </a:lnTo>
                  <a:cubicBezTo>
                    <a:pt x="282183" y="286648"/>
                    <a:pt x="282183" y="286648"/>
                    <a:pt x="266441" y="245879"/>
                  </a:cubicBezTo>
                  <a:cubicBezTo>
                    <a:pt x="265129" y="243248"/>
                    <a:pt x="265129" y="241933"/>
                    <a:pt x="266441" y="239303"/>
                  </a:cubicBezTo>
                  <a:cubicBezTo>
                    <a:pt x="279559" y="218261"/>
                    <a:pt x="280871" y="193273"/>
                    <a:pt x="271689" y="170916"/>
                  </a:cubicBezTo>
                  <a:cubicBezTo>
                    <a:pt x="271689" y="170916"/>
                    <a:pt x="271689" y="170916"/>
                    <a:pt x="244140" y="99898"/>
                  </a:cubicBezTo>
                  <a:cubicBezTo>
                    <a:pt x="241517" y="92008"/>
                    <a:pt x="233646" y="89377"/>
                    <a:pt x="225775" y="92008"/>
                  </a:cubicBezTo>
                  <a:cubicBezTo>
                    <a:pt x="219215" y="94638"/>
                    <a:pt x="215280" y="102529"/>
                    <a:pt x="217904" y="110419"/>
                  </a:cubicBezTo>
                  <a:cubicBezTo>
                    <a:pt x="217904" y="110419"/>
                    <a:pt x="217904" y="110419"/>
                    <a:pt x="229710" y="138037"/>
                  </a:cubicBezTo>
                  <a:cubicBezTo>
                    <a:pt x="231022" y="141983"/>
                    <a:pt x="228398" y="145928"/>
                    <a:pt x="225775" y="147243"/>
                  </a:cubicBezTo>
                  <a:cubicBezTo>
                    <a:pt x="221839" y="149874"/>
                    <a:pt x="217904" y="147243"/>
                    <a:pt x="215280" y="143298"/>
                  </a:cubicBezTo>
                  <a:cubicBezTo>
                    <a:pt x="215280" y="143298"/>
                    <a:pt x="215280" y="143298"/>
                    <a:pt x="204785" y="115680"/>
                  </a:cubicBezTo>
                  <a:cubicBezTo>
                    <a:pt x="204785" y="114365"/>
                    <a:pt x="204785" y="114365"/>
                    <a:pt x="203474" y="113050"/>
                  </a:cubicBezTo>
                  <a:cubicBezTo>
                    <a:pt x="203474" y="113050"/>
                    <a:pt x="203474" y="113050"/>
                    <a:pt x="200850" y="105159"/>
                  </a:cubicBezTo>
                  <a:cubicBezTo>
                    <a:pt x="199538" y="102529"/>
                    <a:pt x="196914" y="99898"/>
                    <a:pt x="192979" y="98583"/>
                  </a:cubicBezTo>
                  <a:cubicBezTo>
                    <a:pt x="190355" y="95953"/>
                    <a:pt x="186420" y="95953"/>
                    <a:pt x="182484" y="97268"/>
                  </a:cubicBezTo>
                  <a:cubicBezTo>
                    <a:pt x="178549" y="98583"/>
                    <a:pt x="175925" y="101213"/>
                    <a:pt x="174613" y="105159"/>
                  </a:cubicBezTo>
                  <a:cubicBezTo>
                    <a:pt x="173302" y="109104"/>
                    <a:pt x="173302" y="113050"/>
                    <a:pt x="174613" y="115680"/>
                  </a:cubicBezTo>
                  <a:cubicBezTo>
                    <a:pt x="174613" y="115680"/>
                    <a:pt x="174613" y="115680"/>
                    <a:pt x="190355" y="155134"/>
                  </a:cubicBezTo>
                  <a:cubicBezTo>
                    <a:pt x="191667" y="159080"/>
                    <a:pt x="190355" y="163025"/>
                    <a:pt x="186420" y="164340"/>
                  </a:cubicBezTo>
                  <a:cubicBezTo>
                    <a:pt x="182484" y="165655"/>
                    <a:pt x="178549" y="164340"/>
                    <a:pt x="177237" y="160395"/>
                  </a:cubicBezTo>
                  <a:cubicBezTo>
                    <a:pt x="177237" y="160395"/>
                    <a:pt x="177237" y="160395"/>
                    <a:pt x="157560" y="111735"/>
                  </a:cubicBezTo>
                  <a:cubicBezTo>
                    <a:pt x="156248" y="107789"/>
                    <a:pt x="153624" y="105159"/>
                    <a:pt x="149689" y="103844"/>
                  </a:cubicBezTo>
                  <a:cubicBezTo>
                    <a:pt x="147065" y="102529"/>
                    <a:pt x="143130" y="102529"/>
                    <a:pt x="139194" y="103844"/>
                  </a:cubicBezTo>
                  <a:cubicBezTo>
                    <a:pt x="132635" y="106474"/>
                    <a:pt x="128699" y="114365"/>
                    <a:pt x="131323" y="122256"/>
                  </a:cubicBezTo>
                  <a:cubicBezTo>
                    <a:pt x="131323" y="122256"/>
                    <a:pt x="131323" y="122256"/>
                    <a:pt x="149689" y="169601"/>
                  </a:cubicBezTo>
                  <a:cubicBezTo>
                    <a:pt x="151000" y="173546"/>
                    <a:pt x="149689" y="177491"/>
                    <a:pt x="145753" y="178807"/>
                  </a:cubicBezTo>
                  <a:cubicBezTo>
                    <a:pt x="141818" y="180122"/>
                    <a:pt x="137882" y="178807"/>
                    <a:pt x="136570" y="174861"/>
                  </a:cubicBezTo>
                  <a:cubicBezTo>
                    <a:pt x="136570" y="174861"/>
                    <a:pt x="136570" y="174861"/>
                    <a:pt x="118205" y="127516"/>
                  </a:cubicBezTo>
                  <a:cubicBezTo>
                    <a:pt x="118205" y="127516"/>
                    <a:pt x="118205" y="127516"/>
                    <a:pt x="91968" y="61759"/>
                  </a:cubicBezTo>
                  <a:cubicBezTo>
                    <a:pt x="90657" y="57814"/>
                    <a:pt x="88033" y="55184"/>
                    <a:pt x="84753" y="53869"/>
                  </a:cubicBezTo>
                  <a:cubicBezTo>
                    <a:pt x="81474" y="52554"/>
                    <a:pt x="77538" y="52554"/>
                    <a:pt x="73603" y="53869"/>
                  </a:cubicBezTo>
                  <a:close/>
                  <a:moveTo>
                    <a:pt x="56758" y="49650"/>
                  </a:moveTo>
                  <a:cubicBezTo>
                    <a:pt x="54036" y="50903"/>
                    <a:pt x="51315" y="53410"/>
                    <a:pt x="49954" y="55917"/>
                  </a:cubicBezTo>
                  <a:cubicBezTo>
                    <a:pt x="47233" y="59677"/>
                    <a:pt x="47233" y="63437"/>
                    <a:pt x="48594" y="67197"/>
                  </a:cubicBezTo>
                  <a:cubicBezTo>
                    <a:pt x="48594" y="69703"/>
                    <a:pt x="49954" y="72210"/>
                    <a:pt x="51315" y="73463"/>
                  </a:cubicBezTo>
                  <a:cubicBezTo>
                    <a:pt x="48594" y="64690"/>
                    <a:pt x="51315" y="55917"/>
                    <a:pt x="56758" y="49650"/>
                  </a:cubicBezTo>
                  <a:close/>
                  <a:moveTo>
                    <a:pt x="46241" y="18716"/>
                  </a:moveTo>
                  <a:cubicBezTo>
                    <a:pt x="34335" y="23476"/>
                    <a:pt x="24082" y="32668"/>
                    <a:pt x="18129" y="45142"/>
                  </a:cubicBezTo>
                  <a:cubicBezTo>
                    <a:pt x="7546" y="70092"/>
                    <a:pt x="19452" y="98981"/>
                    <a:pt x="44588" y="109486"/>
                  </a:cubicBezTo>
                  <a:cubicBezTo>
                    <a:pt x="52525" y="113425"/>
                    <a:pt x="59140" y="114738"/>
                    <a:pt x="67077" y="113425"/>
                  </a:cubicBezTo>
                  <a:cubicBezTo>
                    <a:pt x="67077" y="113425"/>
                    <a:pt x="67077" y="113425"/>
                    <a:pt x="59140" y="95041"/>
                  </a:cubicBezTo>
                  <a:cubicBezTo>
                    <a:pt x="55171" y="93728"/>
                    <a:pt x="52525" y="92415"/>
                    <a:pt x="48556" y="91102"/>
                  </a:cubicBezTo>
                  <a:cubicBezTo>
                    <a:pt x="41942" y="87163"/>
                    <a:pt x="36650" y="79284"/>
                    <a:pt x="34004" y="71405"/>
                  </a:cubicBezTo>
                  <a:cubicBezTo>
                    <a:pt x="31358" y="63526"/>
                    <a:pt x="32681" y="54335"/>
                    <a:pt x="37973" y="47768"/>
                  </a:cubicBezTo>
                  <a:cubicBezTo>
                    <a:pt x="47233" y="33324"/>
                    <a:pt x="65754" y="28072"/>
                    <a:pt x="81629" y="37263"/>
                  </a:cubicBezTo>
                  <a:cubicBezTo>
                    <a:pt x="81629" y="37263"/>
                    <a:pt x="82952" y="37263"/>
                    <a:pt x="84275" y="38577"/>
                  </a:cubicBezTo>
                  <a:cubicBezTo>
                    <a:pt x="93536" y="41203"/>
                    <a:pt x="101473" y="47768"/>
                    <a:pt x="105442" y="56961"/>
                  </a:cubicBezTo>
                  <a:cubicBezTo>
                    <a:pt x="105442" y="56961"/>
                    <a:pt x="105442" y="56961"/>
                    <a:pt x="113379" y="75345"/>
                  </a:cubicBezTo>
                  <a:cubicBezTo>
                    <a:pt x="118671" y="53021"/>
                    <a:pt x="106765" y="28072"/>
                    <a:pt x="84275" y="18880"/>
                  </a:cubicBezTo>
                  <a:cubicBezTo>
                    <a:pt x="71708" y="13627"/>
                    <a:pt x="58147" y="13956"/>
                    <a:pt x="46241" y="18716"/>
                  </a:cubicBezTo>
                  <a:close/>
                  <a:moveTo>
                    <a:pt x="64058" y="0"/>
                  </a:moveTo>
                  <a:cubicBezTo>
                    <a:pt x="72366" y="42"/>
                    <a:pt x="80839" y="1769"/>
                    <a:pt x="89065" y="5387"/>
                  </a:cubicBezTo>
                  <a:cubicBezTo>
                    <a:pt x="121968" y="18546"/>
                    <a:pt x="137762" y="56707"/>
                    <a:pt x="123284" y="89604"/>
                  </a:cubicBezTo>
                  <a:cubicBezTo>
                    <a:pt x="121968" y="90920"/>
                    <a:pt x="121968" y="93551"/>
                    <a:pt x="120652" y="94867"/>
                  </a:cubicBezTo>
                  <a:cubicBezTo>
                    <a:pt x="120652" y="94867"/>
                    <a:pt x="120652" y="94867"/>
                    <a:pt x="121968" y="98815"/>
                  </a:cubicBezTo>
                  <a:cubicBezTo>
                    <a:pt x="124601" y="94867"/>
                    <a:pt x="128549" y="92236"/>
                    <a:pt x="133813" y="90920"/>
                  </a:cubicBezTo>
                  <a:cubicBezTo>
                    <a:pt x="140394" y="88288"/>
                    <a:pt x="148291" y="88288"/>
                    <a:pt x="156188" y="90920"/>
                  </a:cubicBezTo>
                  <a:cubicBezTo>
                    <a:pt x="158820" y="92236"/>
                    <a:pt x="161452" y="93551"/>
                    <a:pt x="164084" y="96183"/>
                  </a:cubicBezTo>
                  <a:cubicBezTo>
                    <a:pt x="166717" y="90920"/>
                    <a:pt x="171981" y="86972"/>
                    <a:pt x="177246" y="84340"/>
                  </a:cubicBezTo>
                  <a:cubicBezTo>
                    <a:pt x="187775" y="80393"/>
                    <a:pt x="199620" y="83024"/>
                    <a:pt x="207517" y="89604"/>
                  </a:cubicBezTo>
                  <a:cubicBezTo>
                    <a:pt x="210149" y="85656"/>
                    <a:pt x="215414" y="80393"/>
                    <a:pt x="220678" y="79077"/>
                  </a:cubicBezTo>
                  <a:cubicBezTo>
                    <a:pt x="235156" y="72497"/>
                    <a:pt x="252265" y="80393"/>
                    <a:pt x="257530" y="94867"/>
                  </a:cubicBezTo>
                  <a:cubicBezTo>
                    <a:pt x="257530" y="94867"/>
                    <a:pt x="257530" y="94867"/>
                    <a:pt x="286485" y="165925"/>
                  </a:cubicBezTo>
                  <a:cubicBezTo>
                    <a:pt x="295698" y="190926"/>
                    <a:pt x="294382" y="219875"/>
                    <a:pt x="281220" y="243561"/>
                  </a:cubicBezTo>
                  <a:cubicBezTo>
                    <a:pt x="281220" y="243561"/>
                    <a:pt x="281220" y="243561"/>
                    <a:pt x="298330" y="289617"/>
                  </a:cubicBezTo>
                  <a:cubicBezTo>
                    <a:pt x="299646" y="292249"/>
                    <a:pt x="298330" y="297512"/>
                    <a:pt x="294382" y="298828"/>
                  </a:cubicBezTo>
                  <a:cubicBezTo>
                    <a:pt x="294382" y="298828"/>
                    <a:pt x="294382" y="298828"/>
                    <a:pt x="198304" y="336988"/>
                  </a:cubicBezTo>
                  <a:cubicBezTo>
                    <a:pt x="196988" y="336988"/>
                    <a:pt x="196988" y="336988"/>
                    <a:pt x="195672" y="336988"/>
                  </a:cubicBezTo>
                  <a:cubicBezTo>
                    <a:pt x="193039" y="336988"/>
                    <a:pt x="190407" y="335672"/>
                    <a:pt x="189091" y="331725"/>
                  </a:cubicBezTo>
                  <a:cubicBezTo>
                    <a:pt x="189091" y="331725"/>
                    <a:pt x="189091" y="331725"/>
                    <a:pt x="170665" y="286985"/>
                  </a:cubicBezTo>
                  <a:cubicBezTo>
                    <a:pt x="158820" y="284353"/>
                    <a:pt x="148291" y="277774"/>
                    <a:pt x="139078" y="269879"/>
                  </a:cubicBezTo>
                  <a:cubicBezTo>
                    <a:pt x="139078" y="269879"/>
                    <a:pt x="139078" y="269879"/>
                    <a:pt x="71955" y="229087"/>
                  </a:cubicBezTo>
                  <a:cubicBezTo>
                    <a:pt x="65375" y="225139"/>
                    <a:pt x="60110" y="218560"/>
                    <a:pt x="58794" y="211980"/>
                  </a:cubicBezTo>
                  <a:cubicBezTo>
                    <a:pt x="57477" y="204085"/>
                    <a:pt x="57477" y="196190"/>
                    <a:pt x="61426" y="189610"/>
                  </a:cubicBezTo>
                  <a:cubicBezTo>
                    <a:pt x="65375" y="183031"/>
                    <a:pt x="71955" y="179083"/>
                    <a:pt x="79852" y="176452"/>
                  </a:cubicBezTo>
                  <a:cubicBezTo>
                    <a:pt x="83800" y="176452"/>
                    <a:pt x="87749" y="175136"/>
                    <a:pt x="90381" y="176452"/>
                  </a:cubicBezTo>
                  <a:cubicBezTo>
                    <a:pt x="90381" y="176452"/>
                    <a:pt x="90381" y="176452"/>
                    <a:pt x="71955" y="127764"/>
                  </a:cubicBezTo>
                  <a:cubicBezTo>
                    <a:pt x="71955" y="127764"/>
                    <a:pt x="70639" y="127764"/>
                    <a:pt x="70639" y="127764"/>
                  </a:cubicBezTo>
                  <a:cubicBezTo>
                    <a:pt x="68007" y="129080"/>
                    <a:pt x="66691" y="129080"/>
                    <a:pt x="64058" y="129080"/>
                  </a:cubicBezTo>
                  <a:cubicBezTo>
                    <a:pt x="56161" y="129080"/>
                    <a:pt x="46948" y="126448"/>
                    <a:pt x="39052" y="123817"/>
                  </a:cubicBezTo>
                  <a:cubicBezTo>
                    <a:pt x="6148" y="109342"/>
                    <a:pt x="-8329" y="71182"/>
                    <a:pt x="4832" y="39600"/>
                  </a:cubicBezTo>
                  <a:cubicBezTo>
                    <a:pt x="15690" y="14928"/>
                    <a:pt x="39134" y="-123"/>
                    <a:pt x="64058"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1800" dirty="0">
                <a:latin typeface="字魂105号-简雅黑" panose="00000500000000000000" pitchFamily="2" charset="-122"/>
              </a:endParaRPr>
            </a:p>
          </p:txBody>
        </p:sp>
      </p:grpSp>
      <p:grpSp>
        <p:nvGrpSpPr>
          <p:cNvPr id="10" name="组合 9"/>
          <p:cNvGrpSpPr/>
          <p:nvPr/>
        </p:nvGrpSpPr>
        <p:grpSpPr>
          <a:xfrm>
            <a:off x="8134833" y="2174742"/>
            <a:ext cx="3343178" cy="1103663"/>
            <a:chOff x="7972672" y="1720095"/>
            <a:chExt cx="3343178" cy="1103663"/>
          </a:xfrm>
        </p:grpSpPr>
        <p:sp>
          <p:nvSpPr>
            <p:cNvPr id="11" name="TextBox 20"/>
            <p:cNvSpPr txBox="1"/>
            <p:nvPr/>
          </p:nvSpPr>
          <p:spPr>
            <a:xfrm>
              <a:off x="7972672" y="2065152"/>
              <a:ext cx="3145391"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 name="矩形 11"/>
            <p:cNvSpPr/>
            <p:nvPr/>
          </p:nvSpPr>
          <p:spPr>
            <a:xfrm>
              <a:off x="7981447" y="1720095"/>
              <a:ext cx="3334403" cy="328936"/>
            </a:xfrm>
            <a:prstGeom prst="rect">
              <a:avLst/>
            </a:prstGeom>
          </p:spPr>
          <p:txBody>
            <a:bodyPr wrap="square">
              <a:spAutoFit/>
            </a:bodyPr>
            <a:lstStyle/>
            <a:p>
              <a:pPr lvl="0">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3" name="组合 12"/>
          <p:cNvGrpSpPr/>
          <p:nvPr/>
        </p:nvGrpSpPr>
        <p:grpSpPr>
          <a:xfrm>
            <a:off x="8134833" y="4294784"/>
            <a:ext cx="3343178" cy="1080936"/>
            <a:chOff x="7972672" y="4207237"/>
            <a:chExt cx="3343178" cy="1080936"/>
          </a:xfrm>
        </p:grpSpPr>
        <p:sp>
          <p:nvSpPr>
            <p:cNvPr id="14" name="TextBox 22"/>
            <p:cNvSpPr txBox="1"/>
            <p:nvPr/>
          </p:nvSpPr>
          <p:spPr>
            <a:xfrm>
              <a:off x="7972672" y="4529567"/>
              <a:ext cx="3060047"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 name="矩形 14"/>
            <p:cNvSpPr/>
            <p:nvPr/>
          </p:nvSpPr>
          <p:spPr>
            <a:xfrm>
              <a:off x="7981447" y="4207237"/>
              <a:ext cx="3334403" cy="328936"/>
            </a:xfrm>
            <a:prstGeom prst="rect">
              <a:avLst/>
            </a:prstGeom>
          </p:spPr>
          <p:txBody>
            <a:bodyPr wrap="square">
              <a:spAutoFit/>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 name="组合 15"/>
          <p:cNvGrpSpPr/>
          <p:nvPr/>
        </p:nvGrpSpPr>
        <p:grpSpPr>
          <a:xfrm>
            <a:off x="436083" y="4149659"/>
            <a:ext cx="3334404" cy="1115237"/>
            <a:chOff x="771871" y="4219631"/>
            <a:chExt cx="3334404" cy="1115237"/>
          </a:xfrm>
        </p:grpSpPr>
        <p:sp>
          <p:nvSpPr>
            <p:cNvPr id="17" name="TextBox 26"/>
            <p:cNvSpPr txBox="1"/>
            <p:nvPr/>
          </p:nvSpPr>
          <p:spPr>
            <a:xfrm>
              <a:off x="998703" y="4576262"/>
              <a:ext cx="3107572" cy="758606"/>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8" name="矩形 17"/>
            <p:cNvSpPr/>
            <p:nvPr/>
          </p:nvSpPr>
          <p:spPr>
            <a:xfrm>
              <a:off x="771871" y="4219631"/>
              <a:ext cx="3334403" cy="328936"/>
            </a:xfrm>
            <a:prstGeom prst="rect">
              <a:avLst/>
            </a:prstGeom>
          </p:spPr>
          <p:txBody>
            <a:bodyPr wrap="square">
              <a:spAutoFit/>
            </a:bodyPr>
            <a:lstStyle/>
            <a:p>
              <a:pPr algn="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9" name="组合 18"/>
          <p:cNvGrpSpPr/>
          <p:nvPr/>
        </p:nvGrpSpPr>
        <p:grpSpPr>
          <a:xfrm>
            <a:off x="436083" y="2018042"/>
            <a:ext cx="3334404" cy="1127237"/>
            <a:chOff x="771871" y="1720914"/>
            <a:chExt cx="3334404" cy="1127237"/>
          </a:xfrm>
        </p:grpSpPr>
        <p:sp>
          <p:nvSpPr>
            <p:cNvPr id="20" name="TextBox 24"/>
            <p:cNvSpPr txBox="1"/>
            <p:nvPr/>
          </p:nvSpPr>
          <p:spPr>
            <a:xfrm>
              <a:off x="998703" y="2089545"/>
              <a:ext cx="3107572" cy="758606"/>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1" name="矩形 20"/>
            <p:cNvSpPr/>
            <p:nvPr/>
          </p:nvSpPr>
          <p:spPr>
            <a:xfrm>
              <a:off x="771871" y="1720914"/>
              <a:ext cx="3334403" cy="328936"/>
            </a:xfrm>
            <a:prstGeom prst="rect">
              <a:avLst/>
            </a:prstGeom>
          </p:spPr>
          <p:txBody>
            <a:bodyPr wrap="square">
              <a:spAutoFit/>
            </a:bodyPr>
            <a:lstStyle/>
            <a:p>
              <a:pPr marR="0" lvl="0" indent="0" algn="r" fontAlgn="auto">
                <a:lnSpc>
                  <a:spcPct val="120000"/>
                </a:lnSpc>
                <a:spcBef>
                  <a:spcPts val="0"/>
                </a:spcBef>
                <a:spcAft>
                  <a:spcPts val="0"/>
                </a:spcAft>
                <a:buClrTx/>
                <a:buSzTx/>
                <a:buFontTx/>
                <a:buNone/>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p:cNvGrpSpPr/>
          <p:nvPr/>
        </p:nvGrpSpPr>
        <p:grpSpPr>
          <a:xfrm>
            <a:off x="583501" y="471624"/>
            <a:ext cx="2177776" cy="553998"/>
            <a:chOff x="592429" y="482522"/>
            <a:chExt cx="2177776" cy="553998"/>
          </a:xfrm>
        </p:grpSpPr>
        <p:grpSp>
          <p:nvGrpSpPr>
            <p:cNvPr id="24" name="组合 23"/>
            <p:cNvGrpSpPr/>
            <p:nvPr/>
          </p:nvGrpSpPr>
          <p:grpSpPr>
            <a:xfrm>
              <a:off x="592429" y="584272"/>
              <a:ext cx="433087" cy="360490"/>
              <a:chOff x="2770053" y="2524936"/>
              <a:chExt cx="433087" cy="317447"/>
            </a:xfrm>
            <a:solidFill>
              <a:srgbClr val="2F5EB2"/>
            </a:solidFill>
          </p:grpSpPr>
          <p:sp>
            <p:nvSpPr>
              <p:cNvPr id="26"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7"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8"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5"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11984" y="2153709"/>
            <a:ext cx="2429933" cy="3039532"/>
            <a:chOff x="1159934" y="2091268"/>
            <a:chExt cx="2429933" cy="3039532"/>
          </a:xfrm>
        </p:grpSpPr>
        <p:sp>
          <p:nvSpPr>
            <p:cNvPr id="3" name="矩形 2"/>
            <p:cNvSpPr/>
            <p:nvPr/>
          </p:nvSpPr>
          <p:spPr>
            <a:xfrm>
              <a:off x="1159934" y="2091268"/>
              <a:ext cx="2429933" cy="52493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endParaRPr>
            </a:p>
          </p:txBody>
        </p:sp>
        <p:sp>
          <p:nvSpPr>
            <p:cNvPr id="4" name="矩形 3"/>
            <p:cNvSpPr/>
            <p:nvPr/>
          </p:nvSpPr>
          <p:spPr>
            <a:xfrm>
              <a:off x="1159934" y="2616199"/>
              <a:ext cx="2429933" cy="2514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414537" y="2169068"/>
              <a:ext cx="1920725" cy="400110"/>
            </a:xfrm>
            <a:prstGeom prst="rect">
              <a:avLst/>
            </a:prstGeom>
            <a:noFill/>
          </p:spPr>
          <p:txBody>
            <a:bodyPr wrap="square" rtlCol="0">
              <a:sp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输入标题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nvSpPr>
          <p:spPr>
            <a:xfrm>
              <a:off x="1387516" y="3699345"/>
              <a:ext cx="1981199" cy="1220270"/>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 name="文本框 6"/>
            <p:cNvSpPr txBox="1"/>
            <p:nvPr/>
          </p:nvSpPr>
          <p:spPr>
            <a:xfrm>
              <a:off x="1850725" y="2904003"/>
              <a:ext cx="1099149" cy="646331"/>
            </a:xfrm>
            <a:prstGeom prst="rect">
              <a:avLst/>
            </a:prstGeom>
            <a:noFill/>
          </p:spPr>
          <p:txBody>
            <a:bodyPr wrap="squar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3536046" y="2153709"/>
            <a:ext cx="2429933" cy="3039532"/>
            <a:chOff x="3556341" y="1909234"/>
            <a:chExt cx="2429933" cy="3039532"/>
          </a:xfrm>
        </p:grpSpPr>
        <p:sp>
          <p:nvSpPr>
            <p:cNvPr id="9" name="矩形 8"/>
            <p:cNvSpPr/>
            <p:nvPr/>
          </p:nvSpPr>
          <p:spPr>
            <a:xfrm>
              <a:off x="3556341" y="1909234"/>
              <a:ext cx="2429933" cy="524932"/>
            </a:xfrm>
            <a:prstGeom prst="rect">
              <a:avLst/>
            </a:prstGeom>
            <a:solidFill>
              <a:srgbClr val="015BAB"/>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sz="2800" b="1" dirty="0">
                <a:solidFill>
                  <a:srgbClr val="FFFFFF"/>
                </a:solidFill>
                <a:latin typeface="微软雅黑" panose="020B0503020204020204" pitchFamily="34" charset="-122"/>
                <a:ea typeface="微软雅黑" panose="020B0503020204020204" pitchFamily="34" charset="-122"/>
                <a:cs typeface="+mn-ea"/>
              </a:endParaRPr>
            </a:p>
          </p:txBody>
        </p:sp>
        <p:sp>
          <p:nvSpPr>
            <p:cNvPr id="10" name="矩形 9"/>
            <p:cNvSpPr/>
            <p:nvPr/>
          </p:nvSpPr>
          <p:spPr>
            <a:xfrm>
              <a:off x="3556341" y="2434165"/>
              <a:ext cx="2429933" cy="2514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810944" y="1987034"/>
              <a:ext cx="1920725" cy="400110"/>
            </a:xfrm>
            <a:prstGeom prst="rect">
              <a:avLst/>
            </a:prstGeom>
            <a:noFill/>
          </p:spPr>
          <p:txBody>
            <a:bodyPr wrap="square" rtlCol="0">
              <a:spAutoFit/>
            </a:bodyPr>
            <a:lstStyle/>
            <a:p>
              <a:pPr lvl="0" algn="ctr">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输入标题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3783923" y="3517311"/>
              <a:ext cx="1981199" cy="1220270"/>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4247132" y="2721969"/>
              <a:ext cx="1099149" cy="646331"/>
            </a:xfrm>
            <a:prstGeom prst="rect">
              <a:avLst/>
            </a:prstGeom>
            <a:noFill/>
          </p:spPr>
          <p:txBody>
            <a:bodyPr wrap="squar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160108" y="2153709"/>
            <a:ext cx="2429933" cy="3039532"/>
            <a:chOff x="1159934" y="2091268"/>
            <a:chExt cx="2429933" cy="3039532"/>
          </a:xfrm>
        </p:grpSpPr>
        <p:sp>
          <p:nvSpPr>
            <p:cNvPr id="15" name="矩形 14"/>
            <p:cNvSpPr/>
            <p:nvPr/>
          </p:nvSpPr>
          <p:spPr>
            <a:xfrm>
              <a:off x="1159934" y="2091268"/>
              <a:ext cx="2429933" cy="52493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59934" y="2616199"/>
              <a:ext cx="2429933" cy="2514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1414537" y="2169068"/>
              <a:ext cx="1920725" cy="400110"/>
            </a:xfrm>
            <a:prstGeom prst="rect">
              <a:avLst/>
            </a:prstGeom>
            <a:noFill/>
          </p:spPr>
          <p:txBody>
            <a:bodyPr wrap="square" rtlCol="0">
              <a:spAutoFit/>
            </a:bodyPr>
            <a:lstStyle/>
            <a:p>
              <a:pPr algn="ctr">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输入标题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18" name="文本框 17"/>
            <p:cNvSpPr txBox="1"/>
            <p:nvPr/>
          </p:nvSpPr>
          <p:spPr>
            <a:xfrm>
              <a:off x="1398667" y="3699345"/>
              <a:ext cx="1981199" cy="1220270"/>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9" name="文本框 18"/>
            <p:cNvSpPr txBox="1"/>
            <p:nvPr/>
          </p:nvSpPr>
          <p:spPr>
            <a:xfrm>
              <a:off x="1850725" y="2904003"/>
              <a:ext cx="1099149" cy="646331"/>
            </a:xfrm>
            <a:prstGeom prst="rect">
              <a:avLst/>
            </a:prstGeom>
            <a:noFill/>
          </p:spPr>
          <p:txBody>
            <a:bodyPr wrap="squar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8784170" y="2153709"/>
            <a:ext cx="2429933" cy="3039532"/>
            <a:chOff x="8804465" y="1909234"/>
            <a:chExt cx="2429933" cy="3039532"/>
          </a:xfrm>
        </p:grpSpPr>
        <p:sp>
          <p:nvSpPr>
            <p:cNvPr id="21" name="矩形 20"/>
            <p:cNvSpPr/>
            <p:nvPr/>
          </p:nvSpPr>
          <p:spPr>
            <a:xfrm>
              <a:off x="8804465" y="1909234"/>
              <a:ext cx="2429933" cy="524932"/>
            </a:xfrm>
            <a:prstGeom prst="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2" name="矩形 21"/>
            <p:cNvSpPr/>
            <p:nvPr/>
          </p:nvSpPr>
          <p:spPr>
            <a:xfrm>
              <a:off x="8804465" y="2434165"/>
              <a:ext cx="2429933" cy="2514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9059068" y="1987034"/>
              <a:ext cx="1920725" cy="400110"/>
            </a:xfrm>
            <a:prstGeom prst="rect">
              <a:avLst/>
            </a:prstGeom>
            <a:noFill/>
          </p:spPr>
          <p:txBody>
            <a:bodyPr wrap="square" rtlCol="0">
              <a:spAutoFit/>
            </a:bodyPr>
            <a:lstStyle/>
            <a:p>
              <a:pPr lvl="0" algn="ctr">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输入标题</a:t>
              </a:r>
              <a:endParaRPr lang="zh-CN" altLang="en-US" sz="2000"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24" name="文本框 23"/>
            <p:cNvSpPr txBox="1"/>
            <p:nvPr/>
          </p:nvSpPr>
          <p:spPr>
            <a:xfrm>
              <a:off x="9032047" y="3517311"/>
              <a:ext cx="1981199" cy="1220270"/>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5" name="文本框 24"/>
            <p:cNvSpPr txBox="1"/>
            <p:nvPr/>
          </p:nvSpPr>
          <p:spPr>
            <a:xfrm>
              <a:off x="9495256" y="2721969"/>
              <a:ext cx="1099149" cy="646331"/>
            </a:xfrm>
            <a:prstGeom prst="rect">
              <a:avLst/>
            </a:prstGeom>
            <a:noFill/>
          </p:spPr>
          <p:txBody>
            <a:bodyPr wrap="square" rtlCol="0">
              <a:spAutoFit/>
            </a:bodyPr>
            <a:lstStyle/>
            <a:p>
              <a:r>
                <a:rPr lang="en-US" altLang="zh-CN" sz="36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6" name="组合 25"/>
          <p:cNvGrpSpPr/>
          <p:nvPr/>
        </p:nvGrpSpPr>
        <p:grpSpPr>
          <a:xfrm>
            <a:off x="583501" y="471624"/>
            <a:ext cx="2177776" cy="553998"/>
            <a:chOff x="592429" y="482522"/>
            <a:chExt cx="2177776" cy="553998"/>
          </a:xfrm>
        </p:grpSpPr>
        <p:grpSp>
          <p:nvGrpSpPr>
            <p:cNvPr id="27" name="组合 26"/>
            <p:cNvGrpSpPr/>
            <p:nvPr/>
          </p:nvGrpSpPr>
          <p:grpSpPr>
            <a:xfrm>
              <a:off x="592429" y="584272"/>
              <a:ext cx="433087" cy="360490"/>
              <a:chOff x="2770053" y="2524936"/>
              <a:chExt cx="433087" cy="317447"/>
            </a:xfrm>
            <a:solidFill>
              <a:srgbClr val="2F5EB2"/>
            </a:solidFill>
          </p:grpSpPr>
          <p:sp>
            <p:nvSpPr>
              <p:cNvPr id="29"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8"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101618" y="2169895"/>
            <a:ext cx="1946921" cy="1946921"/>
          </a:xfrm>
          <a:prstGeom prst="ellipse">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65000"/>
                  <a:lumOff val="35000"/>
                </a:schemeClr>
              </a:solidFill>
              <a:effectLst/>
              <a:uLnTx/>
              <a:uFillTx/>
              <a:latin typeface="思源宋体 CN" panose="02020400000000000000" pitchFamily="18" charset="-122"/>
              <a:ea typeface="思源宋体 CN" panose="02020400000000000000" pitchFamily="18" charset="-122"/>
              <a:cs typeface="+mn-cs"/>
            </a:endParaRPr>
          </a:p>
        </p:txBody>
      </p:sp>
      <p:sp>
        <p:nvSpPr>
          <p:cNvPr id="3" name="椭圆 2"/>
          <p:cNvSpPr/>
          <p:nvPr/>
        </p:nvSpPr>
        <p:spPr>
          <a:xfrm>
            <a:off x="6492686" y="2169895"/>
            <a:ext cx="1946921" cy="1946921"/>
          </a:xfrm>
          <a:prstGeom prst="ellipse">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65000"/>
                  <a:lumOff val="35000"/>
                </a:schemeClr>
              </a:solidFill>
              <a:effectLst/>
              <a:uLnTx/>
              <a:uFillTx/>
              <a:latin typeface="思源宋体 CN" panose="02020400000000000000" pitchFamily="18" charset="-122"/>
              <a:ea typeface="思源宋体 CN" panose="02020400000000000000" pitchFamily="18" charset="-122"/>
              <a:cs typeface="+mn-cs"/>
            </a:endParaRPr>
          </a:p>
        </p:txBody>
      </p:sp>
      <p:grpSp>
        <p:nvGrpSpPr>
          <p:cNvPr id="4" name="组合 3"/>
          <p:cNvGrpSpPr/>
          <p:nvPr/>
        </p:nvGrpSpPr>
        <p:grpSpPr>
          <a:xfrm>
            <a:off x="3797152" y="2169895"/>
            <a:ext cx="1946921" cy="1946921"/>
            <a:chOff x="3558489" y="1482079"/>
            <a:chExt cx="2419350" cy="2419350"/>
          </a:xfrm>
          <a:solidFill>
            <a:srgbClr val="015BAB"/>
          </a:solidFill>
        </p:grpSpPr>
        <p:sp>
          <p:nvSpPr>
            <p:cNvPr id="5" name="椭圆 4"/>
            <p:cNvSpPr/>
            <p:nvPr/>
          </p:nvSpPr>
          <p:spPr>
            <a:xfrm>
              <a:off x="3558489" y="1482079"/>
              <a:ext cx="2419350" cy="24193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65000"/>
                    <a:lumOff val="35000"/>
                  </a:schemeClr>
                </a:solidFill>
                <a:effectLst/>
                <a:uLnTx/>
                <a:uFillTx/>
                <a:latin typeface="思源宋体 CN" panose="02020400000000000000" pitchFamily="18" charset="-122"/>
                <a:ea typeface="思源宋体 CN" panose="02020400000000000000" pitchFamily="18" charset="-122"/>
                <a:cs typeface="+mn-cs"/>
              </a:endParaRPr>
            </a:p>
          </p:txBody>
        </p:sp>
        <p:pic>
          <p:nvPicPr>
            <p:cNvPr id="6" name="图片 5"/>
            <p:cNvPicPr>
              <a:picLocks noChangeAspect="1"/>
            </p:cNvPicPr>
            <p:nvPr/>
          </p:nvPicPr>
          <p:blipFill>
            <a:blip r:embed="rId3"/>
            <a:stretch>
              <a:fillRect/>
            </a:stretch>
          </p:blipFill>
          <p:spPr>
            <a:xfrm>
              <a:off x="4332493" y="2270356"/>
              <a:ext cx="871342" cy="842796"/>
            </a:xfrm>
            <a:prstGeom prst="rect">
              <a:avLst/>
            </a:prstGeom>
            <a:grpFill/>
          </p:spPr>
        </p:pic>
      </p:grpSp>
      <p:grpSp>
        <p:nvGrpSpPr>
          <p:cNvPr id="7" name="组合 6"/>
          <p:cNvGrpSpPr/>
          <p:nvPr/>
        </p:nvGrpSpPr>
        <p:grpSpPr>
          <a:xfrm>
            <a:off x="9188221" y="2169895"/>
            <a:ext cx="1946921" cy="1946921"/>
            <a:chOff x="8906779" y="1482079"/>
            <a:chExt cx="2419350" cy="2419350"/>
          </a:xfrm>
          <a:solidFill>
            <a:srgbClr val="48BAF8"/>
          </a:solidFill>
        </p:grpSpPr>
        <p:sp>
          <p:nvSpPr>
            <p:cNvPr id="8" name="椭圆 7"/>
            <p:cNvSpPr/>
            <p:nvPr/>
          </p:nvSpPr>
          <p:spPr>
            <a:xfrm>
              <a:off x="8906779" y="1482079"/>
              <a:ext cx="2419350" cy="24193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lumMod val="65000"/>
                    <a:lumOff val="35000"/>
                  </a:schemeClr>
                </a:solidFill>
                <a:effectLst/>
                <a:uLnTx/>
                <a:uFillTx/>
                <a:latin typeface="思源宋体 CN" panose="02020400000000000000" pitchFamily="18" charset="-122"/>
                <a:ea typeface="思源宋体 CN" panose="02020400000000000000" pitchFamily="18" charset="-122"/>
                <a:cs typeface="+mn-cs"/>
              </a:endParaRPr>
            </a:p>
          </p:txBody>
        </p:sp>
        <p:pic>
          <p:nvPicPr>
            <p:cNvPr id="9" name="图片 8"/>
            <p:cNvPicPr>
              <a:picLocks noChangeAspect="1"/>
            </p:cNvPicPr>
            <p:nvPr/>
          </p:nvPicPr>
          <p:blipFill>
            <a:blip r:embed="rId4"/>
            <a:stretch>
              <a:fillRect/>
            </a:stretch>
          </p:blipFill>
          <p:spPr>
            <a:xfrm>
              <a:off x="9627260" y="2254961"/>
              <a:ext cx="978389" cy="873586"/>
            </a:xfrm>
            <a:prstGeom prst="rect">
              <a:avLst/>
            </a:prstGeom>
            <a:grpFill/>
          </p:spPr>
        </p:pic>
      </p:grpSp>
      <p:sp>
        <p:nvSpPr>
          <p:cNvPr id="10" name="Inhaltsplatzhalter 4"/>
          <p:cNvSpPr txBox="1"/>
          <p:nvPr/>
        </p:nvSpPr>
        <p:spPr>
          <a:xfrm>
            <a:off x="1148115" y="4444642"/>
            <a:ext cx="1970658" cy="126643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1" name="Inhaltsplatzhalter 4"/>
          <p:cNvSpPr txBox="1"/>
          <p:nvPr/>
        </p:nvSpPr>
        <p:spPr>
          <a:xfrm>
            <a:off x="3722302" y="4481019"/>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 name="Inhaltsplatzhalter 4"/>
          <p:cNvSpPr txBox="1"/>
          <p:nvPr/>
        </p:nvSpPr>
        <p:spPr>
          <a:xfrm>
            <a:off x="6590297" y="4490809"/>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3" name="Inhaltsplatzhalter 4"/>
          <p:cNvSpPr txBox="1"/>
          <p:nvPr/>
        </p:nvSpPr>
        <p:spPr>
          <a:xfrm>
            <a:off x="9164484" y="4444642"/>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14" name="组合 13"/>
          <p:cNvGrpSpPr/>
          <p:nvPr/>
        </p:nvGrpSpPr>
        <p:grpSpPr>
          <a:xfrm>
            <a:off x="583501" y="471624"/>
            <a:ext cx="2177776" cy="553998"/>
            <a:chOff x="592429" y="482522"/>
            <a:chExt cx="2177776" cy="553998"/>
          </a:xfrm>
        </p:grpSpPr>
        <p:grpSp>
          <p:nvGrpSpPr>
            <p:cNvPr id="15" name="组合 14"/>
            <p:cNvGrpSpPr/>
            <p:nvPr/>
          </p:nvGrpSpPr>
          <p:grpSpPr>
            <a:xfrm>
              <a:off x="592429" y="584272"/>
              <a:ext cx="433087" cy="360490"/>
              <a:chOff x="2770053" y="2524936"/>
              <a:chExt cx="433087" cy="317447"/>
            </a:xfrm>
            <a:solidFill>
              <a:srgbClr val="2F5EB2"/>
            </a:solidFill>
          </p:grpSpPr>
          <p:sp>
            <p:nvSpPr>
              <p:cNvPr id="17"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8"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9"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16"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52029" y="2343149"/>
            <a:ext cx="9767295" cy="1540101"/>
            <a:chOff x="1123914" y="1531412"/>
            <a:chExt cx="11125039" cy="1754189"/>
          </a:xfrm>
        </p:grpSpPr>
        <p:grpSp>
          <p:nvGrpSpPr>
            <p:cNvPr id="3" name="组合 2"/>
            <p:cNvGrpSpPr/>
            <p:nvPr/>
          </p:nvGrpSpPr>
          <p:grpSpPr>
            <a:xfrm>
              <a:off x="1123914" y="1531413"/>
              <a:ext cx="1752600" cy="1754188"/>
              <a:chOff x="1997869" y="1814989"/>
              <a:chExt cx="1752600" cy="1754188"/>
            </a:xfrm>
          </p:grpSpPr>
          <p:sp>
            <p:nvSpPr>
              <p:cNvPr id="14" name="Rectangle 6"/>
              <p:cNvSpPr>
                <a:spLocks noChangeArrowheads="1"/>
              </p:cNvSpPr>
              <p:nvPr/>
            </p:nvSpPr>
            <p:spPr bwMode="auto">
              <a:xfrm rot="16200000">
                <a:off x="1997075" y="1815783"/>
                <a:ext cx="1754188" cy="1752600"/>
              </a:xfrm>
              <a:prstGeom prst="round2DiagRect">
                <a:avLst>
                  <a:gd name="adj1" fmla="val 50000"/>
                  <a:gd name="adj2" fmla="val 0"/>
                </a:avLst>
              </a:prstGeom>
              <a:solidFill>
                <a:srgbClr val="015BA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grpSp>
            <p:nvGrpSpPr>
              <p:cNvPr id="15" name="Group 22"/>
              <p:cNvGrpSpPr/>
              <p:nvPr/>
            </p:nvGrpSpPr>
            <p:grpSpPr>
              <a:xfrm>
                <a:off x="2533845" y="2279891"/>
                <a:ext cx="680649" cy="824385"/>
                <a:chOff x="10386974" y="2925772"/>
                <a:chExt cx="255587" cy="309564"/>
              </a:xfrm>
              <a:solidFill>
                <a:sysClr val="window" lastClr="FFFFFF"/>
              </a:solidFill>
            </p:grpSpPr>
            <p:sp>
              <p:nvSpPr>
                <p:cNvPr id="16" name="Freeform 134"/>
                <p:cNvSpPr>
                  <a:spLocks noEditPoints="1"/>
                </p:cNvSpPr>
                <p:nvPr/>
              </p:nvSpPr>
              <p:spPr bwMode="auto">
                <a:xfrm>
                  <a:off x="10386974" y="2925772"/>
                  <a:ext cx="255587" cy="309564"/>
                </a:xfrm>
                <a:custGeom>
                  <a:avLst/>
                  <a:gdLst>
                    <a:gd name="T0" fmla="*/ 84 w 96"/>
                    <a:gd name="T1" fmla="*/ 44 h 116"/>
                    <a:gd name="T2" fmla="*/ 72 w 96"/>
                    <a:gd name="T3" fmla="*/ 44 h 116"/>
                    <a:gd name="T4" fmla="*/ 72 w 96"/>
                    <a:gd name="T5" fmla="*/ 25 h 116"/>
                    <a:gd name="T6" fmla="*/ 48 w 96"/>
                    <a:gd name="T7" fmla="*/ 0 h 116"/>
                    <a:gd name="T8" fmla="*/ 24 w 96"/>
                    <a:gd name="T9" fmla="*/ 25 h 116"/>
                    <a:gd name="T10" fmla="*/ 24 w 96"/>
                    <a:gd name="T11" fmla="*/ 44 h 116"/>
                    <a:gd name="T12" fmla="*/ 12 w 96"/>
                    <a:gd name="T13" fmla="*/ 44 h 116"/>
                    <a:gd name="T14" fmla="*/ 0 w 96"/>
                    <a:gd name="T15" fmla="*/ 56 h 116"/>
                    <a:gd name="T16" fmla="*/ 0 w 96"/>
                    <a:gd name="T17" fmla="*/ 104 h 116"/>
                    <a:gd name="T18" fmla="*/ 12 w 96"/>
                    <a:gd name="T19" fmla="*/ 116 h 116"/>
                    <a:gd name="T20" fmla="*/ 84 w 96"/>
                    <a:gd name="T21" fmla="*/ 116 h 116"/>
                    <a:gd name="T22" fmla="*/ 96 w 96"/>
                    <a:gd name="T23" fmla="*/ 104 h 116"/>
                    <a:gd name="T24" fmla="*/ 96 w 96"/>
                    <a:gd name="T25" fmla="*/ 56 h 116"/>
                    <a:gd name="T26" fmla="*/ 84 w 96"/>
                    <a:gd name="T27" fmla="*/ 44 h 116"/>
                    <a:gd name="T28" fmla="*/ 32 w 96"/>
                    <a:gd name="T29" fmla="*/ 25 h 116"/>
                    <a:gd name="T30" fmla="*/ 48 w 96"/>
                    <a:gd name="T31" fmla="*/ 8 h 116"/>
                    <a:gd name="T32" fmla="*/ 64 w 96"/>
                    <a:gd name="T33" fmla="*/ 25 h 116"/>
                    <a:gd name="T34" fmla="*/ 64 w 96"/>
                    <a:gd name="T35" fmla="*/ 44 h 116"/>
                    <a:gd name="T36" fmla="*/ 32 w 96"/>
                    <a:gd name="T37" fmla="*/ 44 h 116"/>
                    <a:gd name="T38" fmla="*/ 32 w 96"/>
                    <a:gd name="T39" fmla="*/ 25 h 116"/>
                    <a:gd name="T40" fmla="*/ 88 w 96"/>
                    <a:gd name="T41" fmla="*/ 104 h 116"/>
                    <a:gd name="T42" fmla="*/ 84 w 96"/>
                    <a:gd name="T43" fmla="*/ 108 h 116"/>
                    <a:gd name="T44" fmla="*/ 12 w 96"/>
                    <a:gd name="T45" fmla="*/ 108 h 116"/>
                    <a:gd name="T46" fmla="*/ 8 w 96"/>
                    <a:gd name="T47" fmla="*/ 104 h 116"/>
                    <a:gd name="T48" fmla="*/ 8 w 96"/>
                    <a:gd name="T49" fmla="*/ 56 h 116"/>
                    <a:gd name="T50" fmla="*/ 12 w 96"/>
                    <a:gd name="T51" fmla="*/ 52 h 116"/>
                    <a:gd name="T52" fmla="*/ 84 w 96"/>
                    <a:gd name="T53" fmla="*/ 52 h 116"/>
                    <a:gd name="T54" fmla="*/ 88 w 96"/>
                    <a:gd name="T55" fmla="*/ 56 h 116"/>
                    <a:gd name="T56" fmla="*/ 88 w 96"/>
                    <a:gd name="T57" fmla="*/ 104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6" h="116">
                      <a:moveTo>
                        <a:pt x="84" y="44"/>
                      </a:moveTo>
                      <a:cubicBezTo>
                        <a:pt x="72" y="44"/>
                        <a:pt x="72" y="44"/>
                        <a:pt x="72" y="44"/>
                      </a:cubicBezTo>
                      <a:cubicBezTo>
                        <a:pt x="72" y="25"/>
                        <a:pt x="72" y="25"/>
                        <a:pt x="72" y="25"/>
                      </a:cubicBezTo>
                      <a:cubicBezTo>
                        <a:pt x="72" y="11"/>
                        <a:pt x="61" y="0"/>
                        <a:pt x="48" y="0"/>
                      </a:cubicBezTo>
                      <a:cubicBezTo>
                        <a:pt x="35" y="0"/>
                        <a:pt x="24" y="11"/>
                        <a:pt x="24" y="25"/>
                      </a:cubicBezTo>
                      <a:cubicBezTo>
                        <a:pt x="24" y="44"/>
                        <a:pt x="24" y="44"/>
                        <a:pt x="24" y="44"/>
                      </a:cubicBezTo>
                      <a:cubicBezTo>
                        <a:pt x="12" y="44"/>
                        <a:pt x="12" y="44"/>
                        <a:pt x="12" y="44"/>
                      </a:cubicBezTo>
                      <a:cubicBezTo>
                        <a:pt x="5" y="44"/>
                        <a:pt x="0" y="49"/>
                        <a:pt x="0" y="56"/>
                      </a:cubicBezTo>
                      <a:cubicBezTo>
                        <a:pt x="0" y="104"/>
                        <a:pt x="0" y="104"/>
                        <a:pt x="0" y="104"/>
                      </a:cubicBezTo>
                      <a:cubicBezTo>
                        <a:pt x="0" y="111"/>
                        <a:pt x="5" y="116"/>
                        <a:pt x="12" y="116"/>
                      </a:cubicBezTo>
                      <a:cubicBezTo>
                        <a:pt x="84" y="116"/>
                        <a:pt x="84" y="116"/>
                        <a:pt x="84" y="116"/>
                      </a:cubicBezTo>
                      <a:cubicBezTo>
                        <a:pt x="91" y="116"/>
                        <a:pt x="96" y="111"/>
                        <a:pt x="96" y="104"/>
                      </a:cubicBezTo>
                      <a:cubicBezTo>
                        <a:pt x="96" y="56"/>
                        <a:pt x="96" y="56"/>
                        <a:pt x="96" y="56"/>
                      </a:cubicBezTo>
                      <a:cubicBezTo>
                        <a:pt x="96" y="49"/>
                        <a:pt x="91" y="44"/>
                        <a:pt x="84" y="44"/>
                      </a:cubicBezTo>
                      <a:close/>
                      <a:moveTo>
                        <a:pt x="32" y="25"/>
                      </a:moveTo>
                      <a:cubicBezTo>
                        <a:pt x="32" y="15"/>
                        <a:pt x="39" y="8"/>
                        <a:pt x="48" y="8"/>
                      </a:cubicBezTo>
                      <a:cubicBezTo>
                        <a:pt x="57" y="8"/>
                        <a:pt x="64" y="15"/>
                        <a:pt x="64" y="25"/>
                      </a:cubicBezTo>
                      <a:cubicBezTo>
                        <a:pt x="64" y="44"/>
                        <a:pt x="64" y="44"/>
                        <a:pt x="64" y="44"/>
                      </a:cubicBezTo>
                      <a:cubicBezTo>
                        <a:pt x="32" y="44"/>
                        <a:pt x="32" y="44"/>
                        <a:pt x="32" y="44"/>
                      </a:cubicBezTo>
                      <a:lnTo>
                        <a:pt x="32" y="25"/>
                      </a:lnTo>
                      <a:close/>
                      <a:moveTo>
                        <a:pt x="88" y="104"/>
                      </a:moveTo>
                      <a:cubicBezTo>
                        <a:pt x="88" y="106"/>
                        <a:pt x="86" y="108"/>
                        <a:pt x="84" y="108"/>
                      </a:cubicBezTo>
                      <a:cubicBezTo>
                        <a:pt x="12" y="108"/>
                        <a:pt x="12" y="108"/>
                        <a:pt x="12" y="108"/>
                      </a:cubicBezTo>
                      <a:cubicBezTo>
                        <a:pt x="10" y="108"/>
                        <a:pt x="8" y="106"/>
                        <a:pt x="8" y="104"/>
                      </a:cubicBezTo>
                      <a:cubicBezTo>
                        <a:pt x="8" y="56"/>
                        <a:pt x="8" y="56"/>
                        <a:pt x="8" y="56"/>
                      </a:cubicBezTo>
                      <a:cubicBezTo>
                        <a:pt x="8" y="54"/>
                        <a:pt x="10" y="52"/>
                        <a:pt x="12" y="52"/>
                      </a:cubicBezTo>
                      <a:cubicBezTo>
                        <a:pt x="84" y="52"/>
                        <a:pt x="84" y="52"/>
                        <a:pt x="84" y="52"/>
                      </a:cubicBezTo>
                      <a:cubicBezTo>
                        <a:pt x="86" y="52"/>
                        <a:pt x="88" y="54"/>
                        <a:pt x="88" y="56"/>
                      </a:cubicBezTo>
                      <a:lnTo>
                        <a:pt x="88"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sp>
              <p:nvSpPr>
                <p:cNvPr id="17" name="Freeform 135"/>
                <p:cNvSpPr>
                  <a:spLocks noEditPoints="1"/>
                </p:cNvSpPr>
                <p:nvPr/>
              </p:nvSpPr>
              <p:spPr bwMode="auto">
                <a:xfrm>
                  <a:off x="10488614" y="3100388"/>
                  <a:ext cx="52388" cy="79375"/>
                </a:xfrm>
                <a:custGeom>
                  <a:avLst/>
                  <a:gdLst>
                    <a:gd name="T0" fmla="*/ 10 w 20"/>
                    <a:gd name="T1" fmla="*/ 0 h 30"/>
                    <a:gd name="T2" fmla="*/ 0 w 20"/>
                    <a:gd name="T3" fmla="*/ 10 h 30"/>
                    <a:gd name="T4" fmla="*/ 4 w 20"/>
                    <a:gd name="T5" fmla="*/ 18 h 30"/>
                    <a:gd name="T6" fmla="*/ 4 w 20"/>
                    <a:gd name="T7" fmla="*/ 24 h 30"/>
                    <a:gd name="T8" fmla="*/ 10 w 20"/>
                    <a:gd name="T9" fmla="*/ 30 h 30"/>
                    <a:gd name="T10" fmla="*/ 16 w 20"/>
                    <a:gd name="T11" fmla="*/ 24 h 30"/>
                    <a:gd name="T12" fmla="*/ 16 w 20"/>
                    <a:gd name="T13" fmla="*/ 18 h 30"/>
                    <a:gd name="T14" fmla="*/ 20 w 20"/>
                    <a:gd name="T15" fmla="*/ 10 h 30"/>
                    <a:gd name="T16" fmla="*/ 10 w 20"/>
                    <a:gd name="T17" fmla="*/ 0 h 30"/>
                    <a:gd name="T18" fmla="*/ 12 w 20"/>
                    <a:gd name="T19" fmla="*/ 16 h 30"/>
                    <a:gd name="T20" fmla="*/ 12 w 20"/>
                    <a:gd name="T21" fmla="*/ 24 h 30"/>
                    <a:gd name="T22" fmla="*/ 10 w 20"/>
                    <a:gd name="T23" fmla="*/ 26 h 30"/>
                    <a:gd name="T24" fmla="*/ 8 w 20"/>
                    <a:gd name="T25" fmla="*/ 24 h 30"/>
                    <a:gd name="T26" fmla="*/ 8 w 20"/>
                    <a:gd name="T27" fmla="*/ 16 h 30"/>
                    <a:gd name="T28" fmla="*/ 4 w 20"/>
                    <a:gd name="T29" fmla="*/ 10 h 30"/>
                    <a:gd name="T30" fmla="*/ 10 w 20"/>
                    <a:gd name="T31" fmla="*/ 4 h 30"/>
                    <a:gd name="T32" fmla="*/ 16 w 20"/>
                    <a:gd name="T33" fmla="*/ 10 h 30"/>
                    <a:gd name="T34" fmla="*/ 12 w 20"/>
                    <a:gd name="T35" fmla="*/ 16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0">
                      <a:moveTo>
                        <a:pt x="10" y="0"/>
                      </a:moveTo>
                      <a:cubicBezTo>
                        <a:pt x="4" y="0"/>
                        <a:pt x="0" y="4"/>
                        <a:pt x="0" y="10"/>
                      </a:cubicBezTo>
                      <a:cubicBezTo>
                        <a:pt x="0" y="13"/>
                        <a:pt x="2" y="16"/>
                        <a:pt x="4" y="18"/>
                      </a:cubicBezTo>
                      <a:cubicBezTo>
                        <a:pt x="4" y="24"/>
                        <a:pt x="4" y="24"/>
                        <a:pt x="4" y="24"/>
                      </a:cubicBezTo>
                      <a:cubicBezTo>
                        <a:pt x="4" y="27"/>
                        <a:pt x="7" y="30"/>
                        <a:pt x="10" y="30"/>
                      </a:cubicBezTo>
                      <a:cubicBezTo>
                        <a:pt x="13" y="30"/>
                        <a:pt x="16" y="27"/>
                        <a:pt x="16" y="24"/>
                      </a:cubicBezTo>
                      <a:cubicBezTo>
                        <a:pt x="16" y="18"/>
                        <a:pt x="16" y="18"/>
                        <a:pt x="16" y="18"/>
                      </a:cubicBezTo>
                      <a:cubicBezTo>
                        <a:pt x="18" y="16"/>
                        <a:pt x="20" y="13"/>
                        <a:pt x="20" y="10"/>
                      </a:cubicBezTo>
                      <a:cubicBezTo>
                        <a:pt x="20" y="4"/>
                        <a:pt x="16" y="0"/>
                        <a:pt x="10" y="0"/>
                      </a:cubicBezTo>
                      <a:close/>
                      <a:moveTo>
                        <a:pt x="12" y="16"/>
                      </a:moveTo>
                      <a:cubicBezTo>
                        <a:pt x="12" y="24"/>
                        <a:pt x="12" y="24"/>
                        <a:pt x="12" y="24"/>
                      </a:cubicBezTo>
                      <a:cubicBezTo>
                        <a:pt x="12" y="25"/>
                        <a:pt x="11" y="26"/>
                        <a:pt x="10" y="26"/>
                      </a:cubicBezTo>
                      <a:cubicBezTo>
                        <a:pt x="9" y="26"/>
                        <a:pt x="8" y="25"/>
                        <a:pt x="8" y="24"/>
                      </a:cubicBezTo>
                      <a:cubicBezTo>
                        <a:pt x="8" y="16"/>
                        <a:pt x="8" y="16"/>
                        <a:pt x="8" y="16"/>
                      </a:cubicBezTo>
                      <a:cubicBezTo>
                        <a:pt x="6" y="15"/>
                        <a:pt x="4" y="13"/>
                        <a:pt x="4" y="10"/>
                      </a:cubicBezTo>
                      <a:cubicBezTo>
                        <a:pt x="4" y="7"/>
                        <a:pt x="7" y="4"/>
                        <a:pt x="10" y="4"/>
                      </a:cubicBezTo>
                      <a:cubicBezTo>
                        <a:pt x="13" y="4"/>
                        <a:pt x="16" y="7"/>
                        <a:pt x="16" y="10"/>
                      </a:cubicBezTo>
                      <a:cubicBezTo>
                        <a:pt x="16" y="13"/>
                        <a:pt x="14" y="15"/>
                        <a:pt x="12"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grpSp>
        </p:grpSp>
        <p:grpSp>
          <p:nvGrpSpPr>
            <p:cNvPr id="4" name="组合 3"/>
            <p:cNvGrpSpPr/>
            <p:nvPr/>
          </p:nvGrpSpPr>
          <p:grpSpPr>
            <a:xfrm>
              <a:off x="4222958" y="1532207"/>
              <a:ext cx="1752600" cy="1752600"/>
              <a:chOff x="4222958" y="1676585"/>
              <a:chExt cx="1752600" cy="1752600"/>
            </a:xfrm>
          </p:grpSpPr>
          <p:sp>
            <p:nvSpPr>
              <p:cNvPr id="12" name="Rectangle 9"/>
              <p:cNvSpPr>
                <a:spLocks noChangeArrowheads="1"/>
              </p:cNvSpPr>
              <p:nvPr/>
            </p:nvSpPr>
            <p:spPr bwMode="auto">
              <a:xfrm rot="5400000">
                <a:off x="4222958" y="1676585"/>
                <a:ext cx="1752600" cy="1752600"/>
              </a:xfrm>
              <a:prstGeom prst="round2DiagRect">
                <a:avLst>
                  <a:gd name="adj1" fmla="val 50000"/>
                  <a:gd name="adj2" fmla="val 0"/>
                </a:avLst>
              </a:prstGeom>
              <a:solidFill>
                <a:srgbClr val="48BAF8"/>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B39241"/>
                  </a:solidFill>
                  <a:effectLst/>
                  <a:uLnTx/>
                  <a:uFillTx/>
                  <a:latin typeface="思源宋体 CN" panose="02020400000000000000" pitchFamily="18" charset="-122"/>
                </a:endParaRPr>
              </a:p>
            </p:txBody>
          </p:sp>
          <p:sp>
            <p:nvSpPr>
              <p:cNvPr id="13" name="Freeform 22"/>
              <p:cNvSpPr>
                <a:spLocks noEditPoints="1"/>
              </p:cNvSpPr>
              <p:nvPr/>
            </p:nvSpPr>
            <p:spPr bwMode="auto">
              <a:xfrm>
                <a:off x="4640051" y="2221938"/>
                <a:ext cx="918418" cy="661894"/>
              </a:xfrm>
              <a:custGeom>
                <a:avLst/>
                <a:gdLst>
                  <a:gd name="T0" fmla="*/ 298 w 368"/>
                  <a:gd name="T1" fmla="*/ 94 h 265"/>
                  <a:gd name="T2" fmla="*/ 196 w 368"/>
                  <a:gd name="T3" fmla="*/ 0 h 265"/>
                  <a:gd name="T4" fmla="*/ 102 w 368"/>
                  <a:gd name="T5" fmla="*/ 60 h 265"/>
                  <a:gd name="T6" fmla="*/ 86 w 368"/>
                  <a:gd name="T7" fmla="*/ 58 h 265"/>
                  <a:gd name="T8" fmla="*/ 35 w 368"/>
                  <a:gd name="T9" fmla="*/ 109 h 265"/>
                  <a:gd name="T10" fmla="*/ 37 w 368"/>
                  <a:gd name="T11" fmla="*/ 126 h 265"/>
                  <a:gd name="T12" fmla="*/ 0 w 368"/>
                  <a:gd name="T13" fmla="*/ 190 h 265"/>
                  <a:gd name="T14" fmla="*/ 75 w 368"/>
                  <a:gd name="T15" fmla="*/ 265 h 265"/>
                  <a:gd name="T16" fmla="*/ 75 w 368"/>
                  <a:gd name="T17" fmla="*/ 265 h 265"/>
                  <a:gd name="T18" fmla="*/ 282 w 368"/>
                  <a:gd name="T19" fmla="*/ 265 h 265"/>
                  <a:gd name="T20" fmla="*/ 282 w 368"/>
                  <a:gd name="T21" fmla="*/ 265 h 265"/>
                  <a:gd name="T22" fmla="*/ 368 w 368"/>
                  <a:gd name="T23" fmla="*/ 178 h 265"/>
                  <a:gd name="T24" fmla="*/ 298 w 368"/>
                  <a:gd name="T25" fmla="*/ 94 h 265"/>
                  <a:gd name="T26" fmla="*/ 282 w 368"/>
                  <a:gd name="T27" fmla="*/ 242 h 265"/>
                  <a:gd name="T28" fmla="*/ 282 w 368"/>
                  <a:gd name="T29" fmla="*/ 242 h 265"/>
                  <a:gd name="T30" fmla="*/ 75 w 368"/>
                  <a:gd name="T31" fmla="*/ 242 h 265"/>
                  <a:gd name="T32" fmla="*/ 23 w 368"/>
                  <a:gd name="T33" fmla="*/ 190 h 265"/>
                  <a:gd name="T34" fmla="*/ 49 w 368"/>
                  <a:gd name="T35" fmla="*/ 145 h 265"/>
                  <a:gd name="T36" fmla="*/ 59 w 368"/>
                  <a:gd name="T37" fmla="*/ 118 h 265"/>
                  <a:gd name="T38" fmla="*/ 58 w 368"/>
                  <a:gd name="T39" fmla="*/ 109 h 265"/>
                  <a:gd name="T40" fmla="*/ 86 w 368"/>
                  <a:gd name="T41" fmla="*/ 81 h 265"/>
                  <a:gd name="T42" fmla="*/ 102 w 368"/>
                  <a:gd name="T43" fmla="*/ 83 h 265"/>
                  <a:gd name="T44" fmla="*/ 123 w 368"/>
                  <a:gd name="T45" fmla="*/ 70 h 265"/>
                  <a:gd name="T46" fmla="*/ 196 w 368"/>
                  <a:gd name="T47" fmla="*/ 23 h 265"/>
                  <a:gd name="T48" fmla="*/ 275 w 368"/>
                  <a:gd name="T49" fmla="*/ 96 h 265"/>
                  <a:gd name="T50" fmla="*/ 294 w 368"/>
                  <a:gd name="T51" fmla="*/ 116 h 265"/>
                  <a:gd name="T52" fmla="*/ 345 w 368"/>
                  <a:gd name="T53" fmla="*/ 178 h 265"/>
                  <a:gd name="T54" fmla="*/ 282 w 368"/>
                  <a:gd name="T55" fmla="*/ 24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8" h="265">
                    <a:moveTo>
                      <a:pt x="298" y="94"/>
                    </a:moveTo>
                    <a:cubicBezTo>
                      <a:pt x="293" y="41"/>
                      <a:pt x="250" y="0"/>
                      <a:pt x="196" y="0"/>
                    </a:cubicBezTo>
                    <a:cubicBezTo>
                      <a:pt x="154" y="0"/>
                      <a:pt x="118" y="25"/>
                      <a:pt x="102" y="60"/>
                    </a:cubicBezTo>
                    <a:cubicBezTo>
                      <a:pt x="97" y="59"/>
                      <a:pt x="92" y="58"/>
                      <a:pt x="86" y="58"/>
                    </a:cubicBezTo>
                    <a:cubicBezTo>
                      <a:pt x="58" y="58"/>
                      <a:pt x="35" y="81"/>
                      <a:pt x="35" y="109"/>
                    </a:cubicBezTo>
                    <a:cubicBezTo>
                      <a:pt x="35" y="115"/>
                      <a:pt x="36" y="120"/>
                      <a:pt x="37" y="126"/>
                    </a:cubicBezTo>
                    <a:cubicBezTo>
                      <a:pt x="15" y="139"/>
                      <a:pt x="0" y="162"/>
                      <a:pt x="0" y="190"/>
                    </a:cubicBezTo>
                    <a:cubicBezTo>
                      <a:pt x="0" y="231"/>
                      <a:pt x="34" y="265"/>
                      <a:pt x="75" y="265"/>
                    </a:cubicBezTo>
                    <a:cubicBezTo>
                      <a:pt x="75" y="265"/>
                      <a:pt x="75" y="265"/>
                      <a:pt x="75" y="265"/>
                    </a:cubicBezTo>
                    <a:cubicBezTo>
                      <a:pt x="282" y="265"/>
                      <a:pt x="282" y="265"/>
                      <a:pt x="282" y="265"/>
                    </a:cubicBezTo>
                    <a:cubicBezTo>
                      <a:pt x="282" y="265"/>
                      <a:pt x="282" y="265"/>
                      <a:pt x="282" y="265"/>
                    </a:cubicBezTo>
                    <a:cubicBezTo>
                      <a:pt x="330" y="265"/>
                      <a:pt x="368" y="226"/>
                      <a:pt x="368" y="178"/>
                    </a:cubicBezTo>
                    <a:cubicBezTo>
                      <a:pt x="368" y="136"/>
                      <a:pt x="338" y="101"/>
                      <a:pt x="298" y="94"/>
                    </a:cubicBezTo>
                    <a:close/>
                    <a:moveTo>
                      <a:pt x="282" y="242"/>
                    </a:moveTo>
                    <a:cubicBezTo>
                      <a:pt x="282" y="242"/>
                      <a:pt x="282" y="242"/>
                      <a:pt x="282" y="242"/>
                    </a:cubicBezTo>
                    <a:cubicBezTo>
                      <a:pt x="75" y="242"/>
                      <a:pt x="75" y="242"/>
                      <a:pt x="75" y="242"/>
                    </a:cubicBezTo>
                    <a:cubicBezTo>
                      <a:pt x="46" y="242"/>
                      <a:pt x="23" y="219"/>
                      <a:pt x="23" y="190"/>
                    </a:cubicBezTo>
                    <a:cubicBezTo>
                      <a:pt x="23" y="172"/>
                      <a:pt x="33" y="155"/>
                      <a:pt x="49" y="145"/>
                    </a:cubicBezTo>
                    <a:cubicBezTo>
                      <a:pt x="65" y="136"/>
                      <a:pt x="66" y="135"/>
                      <a:pt x="59" y="118"/>
                    </a:cubicBezTo>
                    <a:cubicBezTo>
                      <a:pt x="58" y="115"/>
                      <a:pt x="58" y="112"/>
                      <a:pt x="58" y="109"/>
                    </a:cubicBezTo>
                    <a:cubicBezTo>
                      <a:pt x="58" y="94"/>
                      <a:pt x="70" y="81"/>
                      <a:pt x="86" y="81"/>
                    </a:cubicBezTo>
                    <a:cubicBezTo>
                      <a:pt x="86" y="81"/>
                      <a:pt x="94" y="80"/>
                      <a:pt x="102" y="83"/>
                    </a:cubicBezTo>
                    <a:cubicBezTo>
                      <a:pt x="115" y="89"/>
                      <a:pt x="117" y="83"/>
                      <a:pt x="123" y="70"/>
                    </a:cubicBezTo>
                    <a:cubicBezTo>
                      <a:pt x="136" y="41"/>
                      <a:pt x="165" y="23"/>
                      <a:pt x="196" y="23"/>
                    </a:cubicBezTo>
                    <a:cubicBezTo>
                      <a:pt x="237" y="23"/>
                      <a:pt x="271" y="54"/>
                      <a:pt x="275" y="96"/>
                    </a:cubicBezTo>
                    <a:cubicBezTo>
                      <a:pt x="277" y="112"/>
                      <a:pt x="277" y="112"/>
                      <a:pt x="294" y="116"/>
                    </a:cubicBezTo>
                    <a:cubicBezTo>
                      <a:pt x="324" y="122"/>
                      <a:pt x="345" y="148"/>
                      <a:pt x="345" y="178"/>
                    </a:cubicBezTo>
                    <a:cubicBezTo>
                      <a:pt x="345" y="213"/>
                      <a:pt x="317" y="242"/>
                      <a:pt x="282" y="242"/>
                    </a:cubicBez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grpSp>
        <p:grpSp>
          <p:nvGrpSpPr>
            <p:cNvPr id="5" name="组合 4"/>
            <p:cNvGrpSpPr/>
            <p:nvPr/>
          </p:nvGrpSpPr>
          <p:grpSpPr>
            <a:xfrm>
              <a:off x="7322003" y="1532207"/>
              <a:ext cx="1752599" cy="1752600"/>
              <a:chOff x="7322003" y="1676585"/>
              <a:chExt cx="1752599" cy="1752600"/>
            </a:xfrm>
          </p:grpSpPr>
          <p:sp>
            <p:nvSpPr>
              <p:cNvPr id="9" name="Rectangle 12"/>
              <p:cNvSpPr>
                <a:spLocks noChangeArrowheads="1"/>
              </p:cNvSpPr>
              <p:nvPr/>
            </p:nvSpPr>
            <p:spPr bwMode="auto">
              <a:xfrm rot="5400000">
                <a:off x="7322003" y="1676585"/>
                <a:ext cx="1752600" cy="1752599"/>
              </a:xfrm>
              <a:prstGeom prst="round2DiagRect">
                <a:avLst>
                  <a:gd name="adj1" fmla="val 50000"/>
                  <a:gd name="adj2" fmla="val 0"/>
                </a:avLst>
              </a:prstGeom>
              <a:solidFill>
                <a:srgbClr val="015BAB"/>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sp>
            <p:nvSpPr>
              <p:cNvPr id="10" name="Freeform 326"/>
              <p:cNvSpPr>
                <a:spLocks noEditPoints="1"/>
              </p:cNvSpPr>
              <p:nvPr/>
            </p:nvSpPr>
            <p:spPr bwMode="auto">
              <a:xfrm>
                <a:off x="7879633" y="2094891"/>
                <a:ext cx="637340" cy="915988"/>
              </a:xfrm>
              <a:custGeom>
                <a:avLst/>
                <a:gdLst>
                  <a:gd name="T0" fmla="*/ 44 w 88"/>
                  <a:gd name="T1" fmla="*/ 0 h 128"/>
                  <a:gd name="T2" fmla="*/ 0 w 88"/>
                  <a:gd name="T3" fmla="*/ 44 h 128"/>
                  <a:gd name="T4" fmla="*/ 20 w 88"/>
                  <a:gd name="T5" fmla="*/ 92 h 128"/>
                  <a:gd name="T6" fmla="*/ 44 w 88"/>
                  <a:gd name="T7" fmla="*/ 128 h 128"/>
                  <a:gd name="T8" fmla="*/ 68 w 88"/>
                  <a:gd name="T9" fmla="*/ 92 h 128"/>
                  <a:gd name="T10" fmla="*/ 88 w 88"/>
                  <a:gd name="T11" fmla="*/ 44 h 128"/>
                  <a:gd name="T12" fmla="*/ 44 w 88"/>
                  <a:gd name="T13" fmla="*/ 0 h 128"/>
                  <a:gd name="T14" fmla="*/ 54 w 88"/>
                  <a:gd name="T15" fmla="*/ 109 h 128"/>
                  <a:gd name="T16" fmla="*/ 35 w 88"/>
                  <a:gd name="T17" fmla="*/ 111 h 128"/>
                  <a:gd name="T18" fmla="*/ 32 w 88"/>
                  <a:gd name="T19" fmla="*/ 104 h 128"/>
                  <a:gd name="T20" fmla="*/ 32 w 88"/>
                  <a:gd name="T21" fmla="*/ 103 h 128"/>
                  <a:gd name="T22" fmla="*/ 57 w 88"/>
                  <a:gd name="T23" fmla="*/ 100 h 128"/>
                  <a:gd name="T24" fmla="*/ 56 w 88"/>
                  <a:gd name="T25" fmla="*/ 104 h 128"/>
                  <a:gd name="T26" fmla="*/ 54 w 88"/>
                  <a:gd name="T27" fmla="*/ 109 h 128"/>
                  <a:gd name="T28" fmla="*/ 31 w 88"/>
                  <a:gd name="T29" fmla="*/ 100 h 128"/>
                  <a:gd name="T30" fmla="*/ 28 w 88"/>
                  <a:gd name="T31" fmla="*/ 92 h 128"/>
                  <a:gd name="T32" fmla="*/ 60 w 88"/>
                  <a:gd name="T33" fmla="*/ 92 h 128"/>
                  <a:gd name="T34" fmla="*/ 58 w 88"/>
                  <a:gd name="T35" fmla="*/ 96 h 128"/>
                  <a:gd name="T36" fmla="*/ 31 w 88"/>
                  <a:gd name="T37" fmla="*/ 100 h 128"/>
                  <a:gd name="T38" fmla="*/ 44 w 88"/>
                  <a:gd name="T39" fmla="*/ 120 h 128"/>
                  <a:gd name="T40" fmla="*/ 36 w 88"/>
                  <a:gd name="T41" fmla="*/ 115 h 128"/>
                  <a:gd name="T42" fmla="*/ 53 w 88"/>
                  <a:gd name="T43" fmla="*/ 113 h 128"/>
                  <a:gd name="T44" fmla="*/ 44 w 88"/>
                  <a:gd name="T45" fmla="*/ 120 h 128"/>
                  <a:gd name="T46" fmla="*/ 63 w 88"/>
                  <a:gd name="T47" fmla="*/ 84 h 128"/>
                  <a:gd name="T48" fmla="*/ 25 w 88"/>
                  <a:gd name="T49" fmla="*/ 84 h 128"/>
                  <a:gd name="T50" fmla="*/ 19 w 88"/>
                  <a:gd name="T51" fmla="*/ 71 h 128"/>
                  <a:gd name="T52" fmla="*/ 8 w 88"/>
                  <a:gd name="T53" fmla="*/ 44 h 128"/>
                  <a:gd name="T54" fmla="*/ 44 w 88"/>
                  <a:gd name="T55" fmla="*/ 8 h 128"/>
                  <a:gd name="T56" fmla="*/ 80 w 88"/>
                  <a:gd name="T57" fmla="*/ 44 h 128"/>
                  <a:gd name="T58" fmla="*/ 69 w 88"/>
                  <a:gd name="T59" fmla="*/ 71 h 128"/>
                  <a:gd name="T60" fmla="*/ 63 w 88"/>
                  <a:gd name="T61" fmla="*/ 8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8" h="12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sp>
            <p:nvSpPr>
              <p:cNvPr id="11" name="Freeform 327"/>
              <p:cNvSpPr/>
              <p:nvPr/>
            </p:nvSpPr>
            <p:spPr bwMode="auto">
              <a:xfrm>
                <a:off x="7988702" y="2221938"/>
                <a:ext cx="189720" cy="186754"/>
              </a:xfrm>
              <a:custGeom>
                <a:avLst/>
                <a:gdLst>
                  <a:gd name="T0" fmla="*/ 24 w 26"/>
                  <a:gd name="T1" fmla="*/ 0 h 26"/>
                  <a:gd name="T2" fmla="*/ 0 w 26"/>
                  <a:gd name="T3" fmla="*/ 24 h 26"/>
                  <a:gd name="T4" fmla="*/ 2 w 26"/>
                  <a:gd name="T5" fmla="*/ 26 h 26"/>
                  <a:gd name="T6" fmla="*/ 4 w 26"/>
                  <a:gd name="T7" fmla="*/ 24 h 26"/>
                  <a:gd name="T8" fmla="*/ 24 w 26"/>
                  <a:gd name="T9" fmla="*/ 4 h 26"/>
                  <a:gd name="T10" fmla="*/ 26 w 26"/>
                  <a:gd name="T11" fmla="*/ 2 h 26"/>
                  <a:gd name="T12" fmla="*/ 24 w 26"/>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26" h="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grpSp>
        <p:grpSp>
          <p:nvGrpSpPr>
            <p:cNvPr id="6" name="组合 5"/>
            <p:cNvGrpSpPr/>
            <p:nvPr/>
          </p:nvGrpSpPr>
          <p:grpSpPr>
            <a:xfrm>
              <a:off x="10496353" y="1531412"/>
              <a:ext cx="1752600" cy="1754188"/>
              <a:chOff x="10496353" y="1675790"/>
              <a:chExt cx="1752600" cy="1754188"/>
            </a:xfrm>
          </p:grpSpPr>
          <p:sp>
            <p:nvSpPr>
              <p:cNvPr id="7" name="Rectangle 15"/>
              <p:cNvSpPr>
                <a:spLocks noChangeArrowheads="1"/>
              </p:cNvSpPr>
              <p:nvPr/>
            </p:nvSpPr>
            <p:spPr bwMode="auto">
              <a:xfrm rot="16200000">
                <a:off x="10495559" y="1676584"/>
                <a:ext cx="1754188" cy="1752600"/>
              </a:xfrm>
              <a:prstGeom prst="round2DiagRect">
                <a:avLst>
                  <a:gd name="adj1" fmla="val 50000"/>
                  <a:gd name="adj2" fmla="val 0"/>
                </a:avLst>
              </a:prstGeom>
              <a:solidFill>
                <a:srgbClr val="48BAF8"/>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sp>
            <p:nvSpPr>
              <p:cNvPr id="8" name="Freeform 60"/>
              <p:cNvSpPr>
                <a:spLocks noEditPoints="1"/>
              </p:cNvSpPr>
              <p:nvPr/>
            </p:nvSpPr>
            <p:spPr bwMode="auto">
              <a:xfrm>
                <a:off x="10937535" y="2117769"/>
                <a:ext cx="870234" cy="870230"/>
              </a:xfrm>
              <a:custGeom>
                <a:avLst/>
                <a:gdLst>
                  <a:gd name="T0" fmla="*/ 126 w 128"/>
                  <a:gd name="T1" fmla="*/ 1 h 128"/>
                  <a:gd name="T2" fmla="*/ 124 w 128"/>
                  <a:gd name="T3" fmla="*/ 0 h 128"/>
                  <a:gd name="T4" fmla="*/ 122 w 128"/>
                  <a:gd name="T5" fmla="*/ 1 h 128"/>
                  <a:gd name="T6" fmla="*/ 2 w 128"/>
                  <a:gd name="T7" fmla="*/ 81 h 128"/>
                  <a:gd name="T8" fmla="*/ 0 w 128"/>
                  <a:gd name="T9" fmla="*/ 84 h 128"/>
                  <a:gd name="T10" fmla="*/ 3 w 128"/>
                  <a:gd name="T11" fmla="*/ 88 h 128"/>
                  <a:gd name="T12" fmla="*/ 34 w 128"/>
                  <a:gd name="T13" fmla="*/ 100 h 128"/>
                  <a:gd name="T14" fmla="*/ 49 w 128"/>
                  <a:gd name="T15" fmla="*/ 126 h 128"/>
                  <a:gd name="T16" fmla="*/ 52 w 128"/>
                  <a:gd name="T17" fmla="*/ 128 h 128"/>
                  <a:gd name="T18" fmla="*/ 52 w 128"/>
                  <a:gd name="T19" fmla="*/ 128 h 128"/>
                  <a:gd name="T20" fmla="*/ 55 w 128"/>
                  <a:gd name="T21" fmla="*/ 126 h 128"/>
                  <a:gd name="T22" fmla="*/ 64 w 128"/>
                  <a:gd name="T23" fmla="*/ 112 h 128"/>
                  <a:gd name="T24" fmla="*/ 103 w 128"/>
                  <a:gd name="T25" fmla="*/ 128 h 128"/>
                  <a:gd name="T26" fmla="*/ 104 w 128"/>
                  <a:gd name="T27" fmla="*/ 128 h 128"/>
                  <a:gd name="T28" fmla="*/ 106 w 128"/>
                  <a:gd name="T29" fmla="*/ 127 h 128"/>
                  <a:gd name="T30" fmla="*/ 108 w 128"/>
                  <a:gd name="T31" fmla="*/ 125 h 128"/>
                  <a:gd name="T32" fmla="*/ 128 w 128"/>
                  <a:gd name="T33" fmla="*/ 5 h 128"/>
                  <a:gd name="T34" fmla="*/ 126 w 128"/>
                  <a:gd name="T35" fmla="*/ 1 h 128"/>
                  <a:gd name="T36" fmla="*/ 13 w 128"/>
                  <a:gd name="T37" fmla="*/ 83 h 128"/>
                  <a:gd name="T38" fmla="*/ 105 w 128"/>
                  <a:gd name="T39" fmla="*/ 21 h 128"/>
                  <a:gd name="T40" fmla="*/ 38 w 128"/>
                  <a:gd name="T41" fmla="*/ 93 h 128"/>
                  <a:gd name="T42" fmla="*/ 37 w 128"/>
                  <a:gd name="T43" fmla="*/ 93 h 128"/>
                  <a:gd name="T44" fmla="*/ 13 w 128"/>
                  <a:gd name="T45" fmla="*/ 83 h 128"/>
                  <a:gd name="T46" fmla="*/ 41 w 128"/>
                  <a:gd name="T47" fmla="*/ 96 h 128"/>
                  <a:gd name="T48" fmla="*/ 41 w 128"/>
                  <a:gd name="T49" fmla="*/ 96 h 128"/>
                  <a:gd name="T50" fmla="*/ 117 w 128"/>
                  <a:gd name="T51" fmla="*/ 15 h 128"/>
                  <a:gd name="T52" fmla="*/ 52 w 128"/>
                  <a:gd name="T53" fmla="*/ 116 h 128"/>
                  <a:gd name="T54" fmla="*/ 41 w 128"/>
                  <a:gd name="T55" fmla="*/ 96 h 128"/>
                  <a:gd name="T56" fmla="*/ 101 w 128"/>
                  <a:gd name="T57" fmla="*/ 118 h 128"/>
                  <a:gd name="T58" fmla="*/ 67 w 128"/>
                  <a:gd name="T59" fmla="*/ 105 h 128"/>
                  <a:gd name="T60" fmla="*/ 64 w 128"/>
                  <a:gd name="T61" fmla="*/ 104 h 128"/>
                  <a:gd name="T62" fmla="*/ 117 w 128"/>
                  <a:gd name="T63" fmla="*/ 23 h 128"/>
                  <a:gd name="T64" fmla="*/ 101 w 128"/>
                  <a:gd name="T65" fmla="*/ 11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8" h="128">
                    <a:moveTo>
                      <a:pt x="126" y="1"/>
                    </a:moveTo>
                    <a:cubicBezTo>
                      <a:pt x="126" y="0"/>
                      <a:pt x="125" y="0"/>
                      <a:pt x="124" y="0"/>
                    </a:cubicBezTo>
                    <a:cubicBezTo>
                      <a:pt x="123" y="0"/>
                      <a:pt x="122" y="0"/>
                      <a:pt x="122" y="1"/>
                    </a:cubicBezTo>
                    <a:cubicBezTo>
                      <a:pt x="2" y="81"/>
                      <a:pt x="2" y="81"/>
                      <a:pt x="2" y="81"/>
                    </a:cubicBezTo>
                    <a:cubicBezTo>
                      <a:pt x="1" y="81"/>
                      <a:pt x="0" y="83"/>
                      <a:pt x="0" y="84"/>
                    </a:cubicBezTo>
                    <a:cubicBezTo>
                      <a:pt x="0" y="86"/>
                      <a:pt x="1" y="87"/>
                      <a:pt x="3" y="88"/>
                    </a:cubicBezTo>
                    <a:cubicBezTo>
                      <a:pt x="34" y="100"/>
                      <a:pt x="34" y="100"/>
                      <a:pt x="34" y="100"/>
                    </a:cubicBezTo>
                    <a:cubicBezTo>
                      <a:pt x="49" y="126"/>
                      <a:pt x="49" y="126"/>
                      <a:pt x="49" y="126"/>
                    </a:cubicBezTo>
                    <a:cubicBezTo>
                      <a:pt x="49" y="127"/>
                      <a:pt x="51" y="128"/>
                      <a:pt x="52" y="128"/>
                    </a:cubicBezTo>
                    <a:cubicBezTo>
                      <a:pt x="52" y="128"/>
                      <a:pt x="52" y="128"/>
                      <a:pt x="52" y="128"/>
                    </a:cubicBezTo>
                    <a:cubicBezTo>
                      <a:pt x="53" y="128"/>
                      <a:pt x="55" y="127"/>
                      <a:pt x="55" y="126"/>
                    </a:cubicBezTo>
                    <a:cubicBezTo>
                      <a:pt x="64" y="112"/>
                      <a:pt x="64" y="112"/>
                      <a:pt x="64" y="112"/>
                    </a:cubicBezTo>
                    <a:cubicBezTo>
                      <a:pt x="103" y="128"/>
                      <a:pt x="103" y="128"/>
                      <a:pt x="103" y="128"/>
                    </a:cubicBezTo>
                    <a:cubicBezTo>
                      <a:pt x="103" y="128"/>
                      <a:pt x="103" y="128"/>
                      <a:pt x="104" y="128"/>
                    </a:cubicBezTo>
                    <a:cubicBezTo>
                      <a:pt x="105" y="128"/>
                      <a:pt x="105" y="128"/>
                      <a:pt x="106" y="127"/>
                    </a:cubicBezTo>
                    <a:cubicBezTo>
                      <a:pt x="107" y="127"/>
                      <a:pt x="108" y="126"/>
                      <a:pt x="108" y="125"/>
                    </a:cubicBezTo>
                    <a:cubicBezTo>
                      <a:pt x="128" y="5"/>
                      <a:pt x="128" y="5"/>
                      <a:pt x="128" y="5"/>
                    </a:cubicBezTo>
                    <a:cubicBezTo>
                      <a:pt x="128" y="3"/>
                      <a:pt x="128" y="2"/>
                      <a:pt x="126" y="1"/>
                    </a:cubicBezTo>
                    <a:close/>
                    <a:moveTo>
                      <a:pt x="13" y="83"/>
                    </a:moveTo>
                    <a:cubicBezTo>
                      <a:pt x="105" y="21"/>
                      <a:pt x="105" y="21"/>
                      <a:pt x="105" y="21"/>
                    </a:cubicBezTo>
                    <a:cubicBezTo>
                      <a:pt x="38" y="93"/>
                      <a:pt x="38" y="93"/>
                      <a:pt x="38" y="93"/>
                    </a:cubicBezTo>
                    <a:cubicBezTo>
                      <a:pt x="37" y="93"/>
                      <a:pt x="37" y="93"/>
                      <a:pt x="37" y="93"/>
                    </a:cubicBezTo>
                    <a:lnTo>
                      <a:pt x="13" y="83"/>
                    </a:lnTo>
                    <a:close/>
                    <a:moveTo>
                      <a:pt x="41" y="96"/>
                    </a:moveTo>
                    <a:cubicBezTo>
                      <a:pt x="41" y="96"/>
                      <a:pt x="41" y="96"/>
                      <a:pt x="41" y="96"/>
                    </a:cubicBezTo>
                    <a:cubicBezTo>
                      <a:pt x="117" y="15"/>
                      <a:pt x="117" y="15"/>
                      <a:pt x="117" y="15"/>
                    </a:cubicBezTo>
                    <a:cubicBezTo>
                      <a:pt x="52" y="116"/>
                      <a:pt x="52" y="116"/>
                      <a:pt x="52" y="116"/>
                    </a:cubicBezTo>
                    <a:lnTo>
                      <a:pt x="41" y="96"/>
                    </a:lnTo>
                    <a:close/>
                    <a:moveTo>
                      <a:pt x="101" y="118"/>
                    </a:moveTo>
                    <a:cubicBezTo>
                      <a:pt x="67" y="105"/>
                      <a:pt x="67" y="105"/>
                      <a:pt x="67" y="105"/>
                    </a:cubicBezTo>
                    <a:cubicBezTo>
                      <a:pt x="66" y="104"/>
                      <a:pt x="65" y="104"/>
                      <a:pt x="64" y="104"/>
                    </a:cubicBezTo>
                    <a:cubicBezTo>
                      <a:pt x="117" y="23"/>
                      <a:pt x="117" y="23"/>
                      <a:pt x="117" y="23"/>
                    </a:cubicBezTo>
                    <a:lnTo>
                      <a:pt x="101" y="118"/>
                    </a:lnTo>
                    <a:close/>
                  </a:path>
                </a:pathLst>
              </a:custGeom>
              <a:solidFill>
                <a:sysClr val="window" lastClr="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id-ID" sz="1800" b="0" i="0" u="none" strike="noStrike" kern="0" cap="none" spc="0" normalizeH="0" baseline="0" noProof="0" dirty="0">
                  <a:ln>
                    <a:noFill/>
                  </a:ln>
                  <a:solidFill>
                    <a:prstClr val="black">
                      <a:lumMod val="65000"/>
                      <a:lumOff val="35000"/>
                    </a:prstClr>
                  </a:solidFill>
                  <a:effectLst/>
                  <a:uLnTx/>
                  <a:uFillTx/>
                  <a:latin typeface="思源宋体 CN" panose="02020400000000000000" pitchFamily="18" charset="-122"/>
                </a:endParaRPr>
              </a:p>
            </p:txBody>
          </p:sp>
        </p:grpSp>
      </p:grpSp>
      <p:sp>
        <p:nvSpPr>
          <p:cNvPr id="18" name="TextBox 11"/>
          <p:cNvSpPr txBox="1"/>
          <p:nvPr/>
        </p:nvSpPr>
        <p:spPr>
          <a:xfrm flipH="1">
            <a:off x="917029" y="4171156"/>
            <a:ext cx="2216979" cy="1035605"/>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19" name="TextBox 11"/>
          <p:cNvSpPr txBox="1"/>
          <p:nvPr/>
        </p:nvSpPr>
        <p:spPr>
          <a:xfrm flipH="1">
            <a:off x="3715248" y="4171155"/>
            <a:ext cx="2216979" cy="1035605"/>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20" name="TextBox 11"/>
          <p:cNvSpPr txBox="1"/>
          <p:nvPr/>
        </p:nvSpPr>
        <p:spPr>
          <a:xfrm flipH="1">
            <a:off x="6469923" y="4171154"/>
            <a:ext cx="2216979" cy="1035605"/>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sp>
        <p:nvSpPr>
          <p:cNvPr id="21" name="TextBox 11"/>
          <p:cNvSpPr txBox="1"/>
          <p:nvPr/>
        </p:nvSpPr>
        <p:spPr>
          <a:xfrm flipH="1">
            <a:off x="9129434" y="4171153"/>
            <a:ext cx="2216979" cy="1035605"/>
          </a:xfrm>
          <a:prstGeom prst="rect">
            <a:avLst/>
          </a:prstGeom>
          <a:noFill/>
        </p:spPr>
        <p:txBody>
          <a:bodyPr wrap="square" lIns="0" tIns="0" rIns="0" bIns="0" rtlCol="0">
            <a:spAutoFit/>
          </a:bodyPr>
          <a:lstStyle/>
          <a:p>
            <a:pPr lvl="0" algn="ctr">
              <a:lnSpc>
                <a:spcPct val="150000"/>
              </a:lnSpc>
              <a:spcAft>
                <a:spcPct val="0"/>
              </a:spcAft>
            </a:pP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添加标题</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a:p>
            <a:pPr lvl="0" algn="ctr">
              <a:lnSpc>
                <a:spcPct val="150000"/>
              </a:lnSpc>
              <a:spcAft>
                <a:spcPct val="0"/>
              </a:spcAft>
            </a:pPr>
            <a:r>
              <a:rPr lang="zh-CN" altLang="en-US" sz="1000" dirty="0">
                <a:solidFill>
                  <a:schemeClr val="tx1">
                    <a:lumMod val="65000"/>
                    <a:lumOff val="35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altLang="zh-CN" sz="1000" dirty="0">
              <a:solidFill>
                <a:schemeClr val="tx1">
                  <a:lumMod val="65000"/>
                  <a:lumOff val="35000"/>
                </a:schemeClr>
              </a:solidFill>
              <a:latin typeface="微软雅黑 Light" panose="020B0502040204020203" pitchFamily="34" charset="-122"/>
              <a:ea typeface="微软雅黑 Light" panose="020B0502040204020203" pitchFamily="34" charset="-122"/>
            </a:endParaRPr>
          </a:p>
        </p:txBody>
      </p:sp>
      <p:grpSp>
        <p:nvGrpSpPr>
          <p:cNvPr id="22" name="组合 21"/>
          <p:cNvGrpSpPr/>
          <p:nvPr/>
        </p:nvGrpSpPr>
        <p:grpSpPr>
          <a:xfrm>
            <a:off x="583501" y="471624"/>
            <a:ext cx="2177776" cy="553998"/>
            <a:chOff x="592429" y="482522"/>
            <a:chExt cx="2177776" cy="553998"/>
          </a:xfrm>
        </p:grpSpPr>
        <p:grpSp>
          <p:nvGrpSpPr>
            <p:cNvPr id="23" name="组合 22"/>
            <p:cNvGrpSpPr/>
            <p:nvPr/>
          </p:nvGrpSpPr>
          <p:grpSpPr>
            <a:xfrm>
              <a:off x="592429" y="584272"/>
              <a:ext cx="433087" cy="360490"/>
              <a:chOff x="2770053" y="2524936"/>
              <a:chExt cx="433087" cy="317447"/>
            </a:xfrm>
            <a:solidFill>
              <a:srgbClr val="2F5EB2"/>
            </a:solidFill>
          </p:grpSpPr>
          <p:sp>
            <p:nvSpPr>
              <p:cNvPr id="25"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6"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7"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4"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583501" y="471624"/>
            <a:ext cx="2177776" cy="553998"/>
            <a:chOff x="592429" y="482522"/>
            <a:chExt cx="2177776" cy="553998"/>
          </a:xfrm>
        </p:grpSpPr>
        <p:grpSp>
          <p:nvGrpSpPr>
            <p:cNvPr id="27" name="组合 26"/>
            <p:cNvGrpSpPr/>
            <p:nvPr/>
          </p:nvGrpSpPr>
          <p:grpSpPr>
            <a:xfrm>
              <a:off x="592429" y="584272"/>
              <a:ext cx="433087" cy="360490"/>
              <a:chOff x="2770053" y="2524936"/>
              <a:chExt cx="433087" cy="317447"/>
            </a:xfrm>
            <a:solidFill>
              <a:srgbClr val="2F5EB2"/>
            </a:solidFill>
          </p:grpSpPr>
          <p:sp>
            <p:nvSpPr>
              <p:cNvPr id="29"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8"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2975854" y="1757855"/>
            <a:ext cx="7332478" cy="873838"/>
            <a:chOff x="3048001" y="2286000"/>
            <a:chExt cx="11116425" cy="1587500"/>
          </a:xfrm>
        </p:grpSpPr>
        <p:sp>
          <p:nvSpPr>
            <p:cNvPr id="11" name="矩形 10"/>
            <p:cNvSpPr/>
            <p:nvPr/>
          </p:nvSpPr>
          <p:spPr>
            <a:xfrm>
              <a:off x="3048001" y="2286000"/>
              <a:ext cx="11116425" cy="1587500"/>
            </a:xfrm>
            <a:prstGeom prst="rect">
              <a:avLst/>
            </a:prstGeom>
            <a:noFill/>
            <a:ln w="9525" cap="rnd">
              <a:solidFill>
                <a:schemeClr val="tx2">
                  <a:lumMod val="40000"/>
                  <a:lumOff val="60000"/>
                </a:schemeClr>
              </a:solidFill>
              <a:prstDash val="solid"/>
              <a:round/>
              <a:headEnd type="oval"/>
              <a:tailEnd type="oval"/>
            </a:ln>
            <a:effectLst/>
          </p:spPr>
          <p:style>
            <a:lnRef idx="1">
              <a:schemeClr val="accent1"/>
            </a:lnRef>
            <a:fillRef idx="0">
              <a:schemeClr val="accent1"/>
            </a:fillRef>
            <a:effectRef idx="0">
              <a:schemeClr val="accent1"/>
            </a:effectRef>
            <a:fontRef idx="minor">
              <a:schemeClr val="tx1"/>
            </a:fontRef>
          </p:style>
          <p:txBody>
            <a:bodyPr anchor="ctr"/>
            <a:lstStyle/>
            <a:p>
              <a:pPr algn="ctr"/>
              <a:endParaRPr lang="zh-CN" altLang="en-US" dirty="0">
                <a:solidFill>
                  <a:schemeClr val="tx1"/>
                </a:solidFill>
              </a:endParaRPr>
            </a:p>
          </p:txBody>
        </p:sp>
        <p:sp>
          <p:nvSpPr>
            <p:cNvPr id="12" name="矩形 11"/>
            <p:cNvSpPr/>
            <p:nvPr/>
          </p:nvSpPr>
          <p:spPr>
            <a:xfrm>
              <a:off x="3474988" y="2403262"/>
              <a:ext cx="2182801" cy="553726"/>
            </a:xfrm>
            <a:prstGeom prst="rect">
              <a:avLst/>
            </a:prstGeom>
            <a:noFill/>
            <a:ln w="12700" cap="rnd">
              <a:noFill/>
              <a:prstDash val="dash"/>
              <a:round/>
              <a:headEnd type="oval"/>
              <a:tailEnd type="oval"/>
            </a:ln>
            <a:effectLst/>
          </p:spPr>
          <p:style>
            <a:lnRef idx="1">
              <a:schemeClr val="accent1"/>
            </a:lnRef>
            <a:fillRef idx="0">
              <a:schemeClr val="accent1"/>
            </a:fillRef>
            <a:effectRef idx="0">
              <a:schemeClr val="accent1"/>
            </a:effectRef>
            <a:fontRef idx="minor">
              <a:schemeClr val="tx1"/>
            </a:fontRef>
          </p:style>
          <p:txBody>
            <a:bodyPr anchor="ct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
        <p:nvSpPr>
          <p:cNvPr id="13" name="矩形 12"/>
          <p:cNvSpPr/>
          <p:nvPr/>
        </p:nvSpPr>
        <p:spPr>
          <a:xfrm>
            <a:off x="2017915" y="1757853"/>
            <a:ext cx="958663" cy="884068"/>
          </a:xfrm>
          <a:prstGeom prst="rect">
            <a:avLst/>
          </a:prstGeom>
          <a:solidFill>
            <a:srgbClr val="ADB9CA"/>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6000" b="1" dirty="0">
              <a:latin typeface="微软雅黑" panose="020B0503020204020204" pitchFamily="34" charset="-122"/>
              <a:ea typeface="微软雅黑" panose="020B0503020204020204" pitchFamily="34" charset="-122"/>
            </a:endParaRPr>
          </a:p>
        </p:txBody>
      </p:sp>
      <p:grpSp>
        <p:nvGrpSpPr>
          <p:cNvPr id="14" name="组合 13"/>
          <p:cNvGrpSpPr/>
          <p:nvPr/>
        </p:nvGrpSpPr>
        <p:grpSpPr>
          <a:xfrm>
            <a:off x="2008390" y="2817966"/>
            <a:ext cx="8281934" cy="884067"/>
            <a:chOff x="2218764" y="3393369"/>
            <a:chExt cx="10886885" cy="1162137"/>
          </a:xfrm>
        </p:grpSpPr>
        <p:sp>
          <p:nvSpPr>
            <p:cNvPr id="15" name="矩形 14"/>
            <p:cNvSpPr/>
            <p:nvPr/>
          </p:nvSpPr>
          <p:spPr>
            <a:xfrm>
              <a:off x="3466856" y="3406815"/>
              <a:ext cx="9638793" cy="1138065"/>
            </a:xfrm>
            <a:prstGeom prst="rect">
              <a:avLst/>
            </a:prstGeom>
            <a:noFill/>
            <a:ln w="9525">
              <a:solidFill>
                <a:srgbClr val="015BA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8000" dirty="0">
                <a:latin typeface="字魂105号-简雅黑" panose="00000500000000000000" pitchFamily="2" charset="-122"/>
                <a:ea typeface="微软雅黑" panose="020B0503020204020204" pitchFamily="34" charset="-122"/>
              </a:endParaRPr>
            </a:p>
          </p:txBody>
        </p:sp>
        <p:sp>
          <p:nvSpPr>
            <p:cNvPr id="16" name="矩形 15"/>
            <p:cNvSpPr/>
            <p:nvPr/>
          </p:nvSpPr>
          <p:spPr>
            <a:xfrm>
              <a:off x="2218764" y="3393369"/>
              <a:ext cx="1260195" cy="1162137"/>
            </a:xfrm>
            <a:prstGeom prst="rect">
              <a:avLst/>
            </a:prstGeom>
            <a:solidFill>
              <a:srgbClr val="015BAB"/>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6000" b="1" dirty="0">
                <a:latin typeface="微软雅黑" panose="020B0503020204020204" pitchFamily="34" charset="-122"/>
                <a:ea typeface="微软雅黑" panose="020B0503020204020204" pitchFamily="34" charset="-122"/>
              </a:endParaRPr>
            </a:p>
          </p:txBody>
        </p:sp>
      </p:grpSp>
      <p:sp>
        <p:nvSpPr>
          <p:cNvPr id="17" name="文本框 16"/>
          <p:cNvSpPr txBox="1"/>
          <p:nvPr/>
        </p:nvSpPr>
        <p:spPr>
          <a:xfrm>
            <a:off x="3243850" y="2063276"/>
            <a:ext cx="6991884"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文字描述文字描述文字描述文字描述文字描述文字描述文字描述文字描述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8" name="矩形 17"/>
          <p:cNvSpPr/>
          <p:nvPr/>
        </p:nvSpPr>
        <p:spPr>
          <a:xfrm>
            <a:off x="3280837" y="2859773"/>
            <a:ext cx="1338521" cy="328936"/>
          </a:xfrm>
          <a:prstGeom prst="rect">
            <a:avLst/>
          </a:prstGeom>
        </p:spPr>
        <p:txBody>
          <a:bodyPr wrap="square">
            <a:spAutoFit/>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9" name="文本框 18"/>
          <p:cNvSpPr txBox="1"/>
          <p:nvPr/>
        </p:nvSpPr>
        <p:spPr>
          <a:xfrm>
            <a:off x="3230202" y="3117065"/>
            <a:ext cx="6954129"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文字描述文字描述文字描述文字描述文字描述文字描述文字描述文字描述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20" name="组合 19"/>
          <p:cNvGrpSpPr/>
          <p:nvPr/>
        </p:nvGrpSpPr>
        <p:grpSpPr>
          <a:xfrm>
            <a:off x="2017916" y="3879819"/>
            <a:ext cx="8272410" cy="884067"/>
            <a:chOff x="2228290" y="4691310"/>
            <a:chExt cx="10874365" cy="1162137"/>
          </a:xfrm>
        </p:grpSpPr>
        <p:sp>
          <p:nvSpPr>
            <p:cNvPr id="21" name="矩形 20"/>
            <p:cNvSpPr/>
            <p:nvPr/>
          </p:nvSpPr>
          <p:spPr>
            <a:xfrm>
              <a:off x="3462937" y="4704756"/>
              <a:ext cx="9639718" cy="1138065"/>
            </a:xfrm>
            <a:prstGeom prst="rect">
              <a:avLst/>
            </a:prstGeom>
            <a:noFill/>
            <a:ln w="9525">
              <a:solidFill>
                <a:schemeClr val="tx2">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8000" dirty="0">
                <a:latin typeface="字魂105号-简雅黑" panose="00000500000000000000" pitchFamily="2" charset="-122"/>
                <a:ea typeface="微软雅黑" panose="020B0503020204020204" pitchFamily="34" charset="-122"/>
              </a:endParaRPr>
            </a:p>
          </p:txBody>
        </p:sp>
        <p:sp>
          <p:nvSpPr>
            <p:cNvPr id="22" name="矩形 21"/>
            <p:cNvSpPr/>
            <p:nvPr/>
          </p:nvSpPr>
          <p:spPr>
            <a:xfrm>
              <a:off x="2228290" y="4691310"/>
              <a:ext cx="1260195" cy="1162137"/>
            </a:xfrm>
            <a:prstGeom prst="rect">
              <a:avLst/>
            </a:prstGeom>
            <a:solidFill>
              <a:srgbClr val="ADB9CA"/>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6000" b="1" dirty="0">
                <a:latin typeface="微软雅黑" panose="020B0503020204020204" pitchFamily="34" charset="-122"/>
                <a:ea typeface="微软雅黑" panose="020B0503020204020204" pitchFamily="34" charset="-122"/>
              </a:endParaRPr>
            </a:p>
          </p:txBody>
        </p:sp>
      </p:grpSp>
      <p:sp>
        <p:nvSpPr>
          <p:cNvPr id="23" name="矩形 22"/>
          <p:cNvSpPr/>
          <p:nvPr/>
        </p:nvSpPr>
        <p:spPr>
          <a:xfrm>
            <a:off x="3270063" y="3938928"/>
            <a:ext cx="1338521" cy="328936"/>
          </a:xfrm>
          <a:prstGeom prst="rect">
            <a:avLst/>
          </a:prstGeom>
        </p:spPr>
        <p:txBody>
          <a:bodyPr wrap="square">
            <a:spAutoFit/>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4" name="文本框 23"/>
          <p:cNvSpPr txBox="1"/>
          <p:nvPr/>
        </p:nvSpPr>
        <p:spPr>
          <a:xfrm>
            <a:off x="3264096" y="4189383"/>
            <a:ext cx="6969222"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文字描述文字描述文字描述文字描述文字描述文字描述文字描述文字描述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25" name="组合 24"/>
          <p:cNvGrpSpPr/>
          <p:nvPr/>
        </p:nvGrpSpPr>
        <p:grpSpPr>
          <a:xfrm>
            <a:off x="2035922" y="4970553"/>
            <a:ext cx="8272410" cy="884067"/>
            <a:chOff x="2228290" y="4691310"/>
            <a:chExt cx="10874365" cy="1162137"/>
          </a:xfrm>
        </p:grpSpPr>
        <p:sp>
          <p:nvSpPr>
            <p:cNvPr id="34" name="矩形 33"/>
            <p:cNvSpPr/>
            <p:nvPr/>
          </p:nvSpPr>
          <p:spPr>
            <a:xfrm>
              <a:off x="3462937" y="4704756"/>
              <a:ext cx="9639718" cy="1138065"/>
            </a:xfrm>
            <a:prstGeom prst="rect">
              <a:avLst/>
            </a:prstGeom>
            <a:noFill/>
            <a:ln w="9525">
              <a:solidFill>
                <a:srgbClr val="48BAF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8000" dirty="0">
                <a:latin typeface="字魂105号-简雅黑" panose="00000500000000000000" pitchFamily="2" charset="-122"/>
                <a:ea typeface="微软雅黑" panose="020B0503020204020204" pitchFamily="34" charset="-122"/>
              </a:endParaRPr>
            </a:p>
          </p:txBody>
        </p:sp>
        <p:sp>
          <p:nvSpPr>
            <p:cNvPr id="35" name="矩形 34"/>
            <p:cNvSpPr/>
            <p:nvPr/>
          </p:nvSpPr>
          <p:spPr>
            <a:xfrm>
              <a:off x="2228290" y="4691310"/>
              <a:ext cx="1260195" cy="1162137"/>
            </a:xfrm>
            <a:prstGeom prst="rect">
              <a:avLst/>
            </a:prstGeom>
            <a:solidFill>
              <a:srgbClr val="48BAF8"/>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6000" b="1" dirty="0">
                <a:latin typeface="微软雅黑" panose="020B0503020204020204" pitchFamily="34" charset="-122"/>
                <a:ea typeface="微软雅黑" panose="020B0503020204020204" pitchFamily="34" charset="-122"/>
              </a:endParaRPr>
            </a:p>
          </p:txBody>
        </p:sp>
      </p:grpSp>
      <p:sp>
        <p:nvSpPr>
          <p:cNvPr id="36" name="矩形 35"/>
          <p:cNvSpPr/>
          <p:nvPr/>
        </p:nvSpPr>
        <p:spPr>
          <a:xfrm>
            <a:off x="3288069" y="5029662"/>
            <a:ext cx="1338521" cy="328936"/>
          </a:xfrm>
          <a:prstGeom prst="rect">
            <a:avLst/>
          </a:prstGeom>
        </p:spPr>
        <p:txBody>
          <a:bodyPr wrap="square">
            <a:spAutoFit/>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37" name="文本框 36"/>
          <p:cNvSpPr txBox="1"/>
          <p:nvPr/>
        </p:nvSpPr>
        <p:spPr>
          <a:xfrm>
            <a:off x="3282102" y="5280117"/>
            <a:ext cx="6969222"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文字描述文字描述文字描述文字描述文字描述文字描述文字描述文字描述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505444" y="1931562"/>
            <a:ext cx="3152257" cy="2353734"/>
            <a:chOff x="742507" y="1931562"/>
            <a:chExt cx="3152257" cy="2353734"/>
          </a:xfrm>
        </p:grpSpPr>
        <p:graphicFrame>
          <p:nvGraphicFramePr>
            <p:cNvPr id="2" name="Content Placeholder 3"/>
            <p:cNvGraphicFramePr/>
            <p:nvPr/>
          </p:nvGraphicFramePr>
          <p:xfrm>
            <a:off x="742507" y="1931562"/>
            <a:ext cx="3152257" cy="2149456"/>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Box 9"/>
            <p:cNvSpPr txBox="1"/>
            <p:nvPr/>
          </p:nvSpPr>
          <p:spPr>
            <a:xfrm>
              <a:off x="1864975" y="2701833"/>
              <a:ext cx="913905" cy="584775"/>
            </a:xfrm>
            <a:prstGeom prst="rect">
              <a:avLst/>
            </a:prstGeom>
            <a:noFill/>
          </p:spPr>
          <p:txBody>
            <a:bodyPr wrap="none" rtlCol="0" anchor="ctr" anchorCtr="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sz="3200" b="0" i="0" u="none" strike="noStrike" kern="900" cap="none" spc="-67" normalizeH="0" baseline="0" noProof="0" dirty="0">
                  <a:ln>
                    <a:noFill/>
                  </a:ln>
                  <a:solidFill>
                    <a:srgbClr val="015BAB"/>
                  </a:solidFill>
                  <a:effectLst/>
                  <a:uLnTx/>
                  <a:uFillTx/>
                  <a:latin typeface="微软雅黑" panose="020B0503020204020204" pitchFamily="34" charset="-122"/>
                  <a:ea typeface="+mn-ea"/>
                  <a:cs typeface="+mn-cs"/>
                </a:rPr>
                <a:t>71</a:t>
              </a:r>
              <a:r>
                <a:rPr kumimoji="0" lang="en-US" sz="2400" b="0" i="0" u="none" strike="noStrike" kern="900" cap="none" spc="-67" normalizeH="0" baseline="0" noProof="0" dirty="0">
                  <a:ln>
                    <a:noFill/>
                  </a:ln>
                  <a:solidFill>
                    <a:srgbClr val="015BAB"/>
                  </a:solidFill>
                  <a:effectLst/>
                  <a:uLnTx/>
                  <a:uFillTx/>
                  <a:latin typeface="微软雅黑" panose="020B0503020204020204" pitchFamily="34" charset="-122"/>
                  <a:ea typeface="+mn-ea"/>
                  <a:cs typeface="+mn-cs"/>
                </a:rPr>
                <a:t>%</a:t>
              </a:r>
              <a:endParaRPr kumimoji="0" lang="en-US" sz="2400" b="0" i="0" u="none" strike="noStrike" kern="1200" cap="none" spc="0" normalizeH="0" baseline="0" noProof="0" dirty="0">
                <a:ln>
                  <a:noFill/>
                </a:ln>
                <a:solidFill>
                  <a:srgbClr val="015BAB"/>
                </a:solidFill>
                <a:effectLst/>
                <a:uLnTx/>
                <a:uFillTx/>
                <a:latin typeface="微软雅黑" panose="020B0503020204020204" pitchFamily="34" charset="-122"/>
                <a:ea typeface="+mn-ea"/>
                <a:cs typeface="+mn-cs"/>
              </a:endParaRPr>
            </a:p>
          </p:txBody>
        </p:sp>
        <p:sp>
          <p:nvSpPr>
            <p:cNvPr id="10" name="Inhaltsplatzhalter 4"/>
            <p:cNvSpPr txBox="1"/>
            <p:nvPr/>
          </p:nvSpPr>
          <p:spPr>
            <a:xfrm>
              <a:off x="1487922" y="3983845"/>
              <a:ext cx="1399790" cy="301451"/>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b="1" dirty="0">
                  <a:solidFill>
                    <a:srgbClr val="015BAB"/>
                  </a:solidFill>
                  <a:latin typeface="+mj-lt"/>
                </a:rPr>
                <a:t>2010</a:t>
              </a:r>
              <a:endParaRPr lang="en-US" sz="1600" dirty="0">
                <a:solidFill>
                  <a:srgbClr val="015BAB"/>
                </a:solidFill>
                <a:latin typeface="+mn-lt"/>
              </a:endParaRPr>
            </a:p>
          </p:txBody>
        </p:sp>
      </p:grpSp>
      <p:grpSp>
        <p:nvGrpSpPr>
          <p:cNvPr id="30" name="组合 29"/>
          <p:cNvGrpSpPr/>
          <p:nvPr/>
        </p:nvGrpSpPr>
        <p:grpSpPr>
          <a:xfrm>
            <a:off x="3119513" y="1931562"/>
            <a:ext cx="3152257" cy="2353734"/>
            <a:chOff x="3238044" y="1931562"/>
            <a:chExt cx="3152257" cy="2353734"/>
          </a:xfrm>
        </p:grpSpPr>
        <p:graphicFrame>
          <p:nvGraphicFramePr>
            <p:cNvPr id="3" name="Content Placeholder 3"/>
            <p:cNvGraphicFramePr/>
            <p:nvPr/>
          </p:nvGraphicFramePr>
          <p:xfrm>
            <a:off x="3238044" y="1931562"/>
            <a:ext cx="3152257" cy="2149456"/>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10"/>
            <p:cNvSpPr txBox="1"/>
            <p:nvPr/>
          </p:nvSpPr>
          <p:spPr>
            <a:xfrm>
              <a:off x="4345643" y="2701833"/>
              <a:ext cx="913905" cy="584775"/>
            </a:xfrm>
            <a:prstGeom prst="rect">
              <a:avLst/>
            </a:prstGeom>
            <a:noFill/>
          </p:spPr>
          <p:txBody>
            <a:bodyPr wrap="none" rtlCol="0" anchor="ctr" anchorCtr="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sz="3200" b="0" i="0" u="none" strike="noStrike" kern="900" cap="none" spc="-67" normalizeH="0" baseline="0" noProof="0" dirty="0">
                  <a:ln>
                    <a:noFill/>
                  </a:ln>
                  <a:solidFill>
                    <a:schemeClr val="tx2">
                      <a:lumMod val="60000"/>
                      <a:lumOff val="40000"/>
                    </a:schemeClr>
                  </a:solidFill>
                  <a:effectLst/>
                  <a:uLnTx/>
                  <a:uFillTx/>
                  <a:latin typeface="微软雅黑" panose="020B0503020204020204" pitchFamily="34" charset="-122"/>
                  <a:ea typeface="+mn-ea"/>
                  <a:cs typeface="+mn-cs"/>
                </a:rPr>
                <a:t>47</a:t>
              </a:r>
              <a:r>
                <a:rPr lang="en-US" sz="2400" kern="900" spc="-67" dirty="0">
                  <a:solidFill>
                    <a:srgbClr val="ADB9CA"/>
                  </a:solidFill>
                  <a:latin typeface="微软雅黑" panose="020B0503020204020204" pitchFamily="34" charset="-122"/>
                </a:rPr>
                <a:t>%</a:t>
              </a:r>
              <a:endParaRPr lang="en-US" sz="2400" kern="900" spc="-67" dirty="0">
                <a:solidFill>
                  <a:srgbClr val="ADB9CA"/>
                </a:solidFill>
                <a:latin typeface="微软雅黑" panose="020B0503020204020204" pitchFamily="34" charset="-122"/>
              </a:endParaRPr>
            </a:p>
          </p:txBody>
        </p:sp>
        <p:sp>
          <p:nvSpPr>
            <p:cNvPr id="11" name="Inhaltsplatzhalter 4"/>
            <p:cNvSpPr txBox="1"/>
            <p:nvPr/>
          </p:nvSpPr>
          <p:spPr>
            <a:xfrm>
              <a:off x="4016752" y="3983845"/>
              <a:ext cx="1399790" cy="301451"/>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b="1" dirty="0">
                  <a:solidFill>
                    <a:schemeClr val="tx2">
                      <a:lumMod val="60000"/>
                      <a:lumOff val="40000"/>
                    </a:schemeClr>
                  </a:solidFill>
                  <a:latin typeface="+mj-lt"/>
                </a:rPr>
                <a:t>2013</a:t>
              </a:r>
              <a:endParaRPr lang="en-US" sz="1600" dirty="0">
                <a:solidFill>
                  <a:schemeClr val="tx2">
                    <a:lumMod val="60000"/>
                    <a:lumOff val="40000"/>
                  </a:schemeClr>
                </a:solidFill>
                <a:latin typeface="+mn-lt"/>
              </a:endParaRPr>
            </a:p>
          </p:txBody>
        </p:sp>
      </p:grpSp>
      <p:grpSp>
        <p:nvGrpSpPr>
          <p:cNvPr id="31" name="组合 30"/>
          <p:cNvGrpSpPr/>
          <p:nvPr/>
        </p:nvGrpSpPr>
        <p:grpSpPr>
          <a:xfrm>
            <a:off x="5818251" y="1931562"/>
            <a:ext cx="3152257" cy="2353734"/>
            <a:chOff x="5733581" y="1931562"/>
            <a:chExt cx="3152257" cy="2353734"/>
          </a:xfrm>
        </p:grpSpPr>
        <p:graphicFrame>
          <p:nvGraphicFramePr>
            <p:cNvPr id="4" name="Content Placeholder 3"/>
            <p:cNvGraphicFramePr/>
            <p:nvPr/>
          </p:nvGraphicFramePr>
          <p:xfrm>
            <a:off x="5733581" y="1931562"/>
            <a:ext cx="3152257" cy="214945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11"/>
            <p:cNvSpPr txBox="1"/>
            <p:nvPr/>
          </p:nvSpPr>
          <p:spPr>
            <a:xfrm>
              <a:off x="6843526" y="2701833"/>
              <a:ext cx="913905" cy="584775"/>
            </a:xfrm>
            <a:prstGeom prst="rect">
              <a:avLst/>
            </a:prstGeom>
            <a:noFill/>
          </p:spPr>
          <p:txBody>
            <a:bodyPr wrap="none" rtlCol="0" anchor="ctr" anchorCtr="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sz="3200" b="0" i="0" u="none" strike="noStrike" kern="900" cap="none" spc="-67" normalizeH="0" baseline="0" noProof="0" dirty="0">
                  <a:ln>
                    <a:noFill/>
                  </a:ln>
                  <a:solidFill>
                    <a:srgbClr val="48BAF8"/>
                  </a:solidFill>
                  <a:effectLst/>
                  <a:uLnTx/>
                  <a:uFillTx/>
                  <a:latin typeface="微软雅黑" panose="020B0503020204020204" pitchFamily="34" charset="-122"/>
                  <a:ea typeface="+mn-ea"/>
                  <a:cs typeface="+mn-cs"/>
                </a:rPr>
                <a:t>80</a:t>
              </a:r>
              <a:r>
                <a:rPr lang="en-US" sz="2400" kern="900" spc="-67" dirty="0">
                  <a:solidFill>
                    <a:srgbClr val="48BAF8"/>
                  </a:solidFill>
                  <a:latin typeface="微软雅黑" panose="020B0503020204020204" pitchFamily="34" charset="-122"/>
                </a:rPr>
                <a:t>%</a:t>
              </a:r>
              <a:endParaRPr lang="en-US" sz="2400" kern="900" spc="-67" dirty="0">
                <a:solidFill>
                  <a:srgbClr val="48BAF8"/>
                </a:solidFill>
                <a:latin typeface="微软雅黑" panose="020B0503020204020204" pitchFamily="34" charset="-122"/>
              </a:endParaRPr>
            </a:p>
          </p:txBody>
        </p:sp>
        <p:sp>
          <p:nvSpPr>
            <p:cNvPr id="12" name="Inhaltsplatzhalter 4"/>
            <p:cNvSpPr txBox="1"/>
            <p:nvPr/>
          </p:nvSpPr>
          <p:spPr>
            <a:xfrm>
              <a:off x="6545582" y="3983845"/>
              <a:ext cx="1399790" cy="301451"/>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b="1" dirty="0">
                  <a:solidFill>
                    <a:srgbClr val="48BAF8"/>
                  </a:solidFill>
                  <a:latin typeface="+mj-lt"/>
                </a:rPr>
                <a:t>2016</a:t>
              </a:r>
              <a:endParaRPr lang="en-US" sz="1600" dirty="0">
                <a:solidFill>
                  <a:srgbClr val="48BAF8"/>
                </a:solidFill>
                <a:latin typeface="+mn-lt"/>
              </a:endParaRPr>
            </a:p>
          </p:txBody>
        </p:sp>
      </p:grpSp>
      <p:grpSp>
        <p:nvGrpSpPr>
          <p:cNvPr id="32" name="组合 31"/>
          <p:cNvGrpSpPr/>
          <p:nvPr/>
        </p:nvGrpSpPr>
        <p:grpSpPr>
          <a:xfrm>
            <a:off x="8449254" y="1931562"/>
            <a:ext cx="3152257" cy="2356897"/>
            <a:chOff x="8229118" y="1931562"/>
            <a:chExt cx="3152257" cy="2356897"/>
          </a:xfrm>
        </p:grpSpPr>
        <p:graphicFrame>
          <p:nvGraphicFramePr>
            <p:cNvPr id="5" name="Content Placeholder 3"/>
            <p:cNvGraphicFramePr/>
            <p:nvPr/>
          </p:nvGraphicFramePr>
          <p:xfrm>
            <a:off x="8229118" y="1931562"/>
            <a:ext cx="3152257" cy="2149456"/>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Box 12"/>
            <p:cNvSpPr txBox="1"/>
            <p:nvPr/>
          </p:nvSpPr>
          <p:spPr>
            <a:xfrm>
              <a:off x="9341408" y="2701833"/>
              <a:ext cx="913905" cy="584775"/>
            </a:xfrm>
            <a:prstGeom prst="rect">
              <a:avLst/>
            </a:prstGeom>
            <a:noFill/>
          </p:spPr>
          <p:txBody>
            <a:bodyPr wrap="none" rtlCol="0" anchor="ctr" anchorCtr="0">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en-US" sz="3200" b="0" i="0" u="none" strike="noStrike" kern="900" cap="none" spc="-67" normalizeH="0" baseline="0" noProof="0" dirty="0">
                  <a:ln>
                    <a:noFill/>
                  </a:ln>
                  <a:solidFill>
                    <a:srgbClr val="ADB9CA"/>
                  </a:solidFill>
                  <a:effectLst/>
                  <a:uLnTx/>
                  <a:uFillTx/>
                  <a:latin typeface="微软雅黑" panose="020B0503020204020204" pitchFamily="34" charset="-122"/>
                  <a:ea typeface="+mn-ea"/>
                  <a:cs typeface="+mn-cs"/>
                </a:rPr>
                <a:t>28</a:t>
              </a:r>
              <a:r>
                <a:rPr lang="en-US" sz="2400" kern="900" spc="-67" dirty="0">
                  <a:solidFill>
                    <a:srgbClr val="ADB9CA"/>
                  </a:solidFill>
                  <a:latin typeface="微软雅黑" panose="020B0503020204020204" pitchFamily="34" charset="-122"/>
                </a:rPr>
                <a:t>%</a:t>
              </a:r>
              <a:endParaRPr lang="en-US" sz="2400" kern="900" spc="-67" dirty="0">
                <a:solidFill>
                  <a:srgbClr val="ADB9CA"/>
                </a:solidFill>
                <a:latin typeface="微软雅黑" panose="020B0503020204020204" pitchFamily="34" charset="-122"/>
              </a:endParaRPr>
            </a:p>
          </p:txBody>
        </p:sp>
        <p:sp>
          <p:nvSpPr>
            <p:cNvPr id="13" name="Inhaltsplatzhalter 4"/>
            <p:cNvSpPr txBox="1"/>
            <p:nvPr/>
          </p:nvSpPr>
          <p:spPr>
            <a:xfrm>
              <a:off x="9074412" y="3980682"/>
              <a:ext cx="1399790" cy="30777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b="1" dirty="0">
                  <a:solidFill>
                    <a:srgbClr val="ADB9CA"/>
                  </a:solidFill>
                  <a:latin typeface="+mj-lt"/>
                </a:rPr>
                <a:t>2017</a:t>
              </a:r>
              <a:endParaRPr lang="en-US" sz="1600" dirty="0">
                <a:solidFill>
                  <a:srgbClr val="ADB9CA"/>
                </a:solidFill>
                <a:latin typeface="+mn-lt"/>
              </a:endParaRPr>
            </a:p>
          </p:txBody>
        </p:sp>
      </p:grpSp>
      <p:grpSp>
        <p:nvGrpSpPr>
          <p:cNvPr id="22" name="组合 21"/>
          <p:cNvGrpSpPr/>
          <p:nvPr/>
        </p:nvGrpSpPr>
        <p:grpSpPr>
          <a:xfrm>
            <a:off x="583501" y="471624"/>
            <a:ext cx="2177776" cy="553998"/>
            <a:chOff x="592429" y="482522"/>
            <a:chExt cx="2177776" cy="553998"/>
          </a:xfrm>
        </p:grpSpPr>
        <p:grpSp>
          <p:nvGrpSpPr>
            <p:cNvPr id="23" name="组合 22"/>
            <p:cNvGrpSpPr/>
            <p:nvPr/>
          </p:nvGrpSpPr>
          <p:grpSpPr>
            <a:xfrm>
              <a:off x="592429" y="584272"/>
              <a:ext cx="433087" cy="360490"/>
              <a:chOff x="2770053" y="2524936"/>
              <a:chExt cx="433087" cy="317447"/>
            </a:xfrm>
            <a:solidFill>
              <a:srgbClr val="2F5EB2"/>
            </a:solidFill>
          </p:grpSpPr>
          <p:sp>
            <p:nvSpPr>
              <p:cNvPr id="25"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6"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7"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4"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33" name="Inhaltsplatzhalter 4"/>
          <p:cNvSpPr txBox="1"/>
          <p:nvPr/>
        </p:nvSpPr>
        <p:spPr>
          <a:xfrm>
            <a:off x="1146385" y="4316058"/>
            <a:ext cx="1970658" cy="126643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4" name="Inhaltsplatzhalter 4"/>
          <p:cNvSpPr txBox="1"/>
          <p:nvPr/>
        </p:nvSpPr>
        <p:spPr>
          <a:xfrm>
            <a:off x="3720572" y="4352435"/>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5" name="Inhaltsplatzhalter 4"/>
          <p:cNvSpPr txBox="1"/>
          <p:nvPr/>
        </p:nvSpPr>
        <p:spPr>
          <a:xfrm>
            <a:off x="6345236" y="4339141"/>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6" name="Inhaltsplatzhalter 4"/>
          <p:cNvSpPr txBox="1"/>
          <p:nvPr/>
        </p:nvSpPr>
        <p:spPr>
          <a:xfrm>
            <a:off x="8997373" y="4339141"/>
            <a:ext cx="1970658" cy="1220270"/>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1200"/>
              </a:spcAft>
              <a:buNone/>
            </a:pPr>
            <a:r>
              <a:rPr lang="en-US" altLang="zh-CN" sz="14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dirty="0">
                <a:solidFill>
                  <a:srgbClr val="015BAB"/>
                </a:solidFill>
                <a:latin typeface="微软雅黑" panose="020B0503020204020204" pitchFamily="34" charset="-122"/>
                <a:ea typeface="微软雅黑" panose="020B0503020204020204" pitchFamily="34" charset="-122"/>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请输入文字信息，请输入文字信息请输入文字信息请输入文字信息请输入文字信息请输入文字信息请输入文字信息</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p:nvPr/>
        </p:nvGrpSpPr>
        <p:grpSpPr>
          <a:xfrm>
            <a:off x="3465151" y="2639355"/>
            <a:ext cx="4690378" cy="2400215"/>
            <a:chOff x="1551612" y="1317261"/>
            <a:chExt cx="6564036" cy="3575914"/>
          </a:xfrm>
        </p:grpSpPr>
        <p:grpSp>
          <p:nvGrpSpPr>
            <p:cNvPr id="3" name="Group 4"/>
            <p:cNvGrpSpPr/>
            <p:nvPr userDrawn="1"/>
          </p:nvGrpSpPr>
          <p:grpSpPr>
            <a:xfrm>
              <a:off x="1551612" y="1792429"/>
              <a:ext cx="3237448" cy="1837018"/>
              <a:chOff x="2804095" y="4023068"/>
              <a:chExt cx="3237448" cy="1837018"/>
            </a:xfrm>
          </p:grpSpPr>
          <p:sp>
            <p:nvSpPr>
              <p:cNvPr id="22" name="Shape 19"/>
              <p:cNvSpPr/>
              <p:nvPr/>
            </p:nvSpPr>
            <p:spPr>
              <a:xfrm>
                <a:off x="4523243" y="4208929"/>
                <a:ext cx="164946" cy="302527"/>
              </a:xfrm>
              <a:custGeom>
                <a:avLst/>
                <a:gdLst/>
                <a:ahLst/>
                <a:cxnLst>
                  <a:cxn ang="0">
                    <a:pos x="wd2" y="hd2"/>
                  </a:cxn>
                  <a:cxn ang="5400000">
                    <a:pos x="wd2" y="hd2"/>
                  </a:cxn>
                  <a:cxn ang="10800000">
                    <a:pos x="wd2" y="hd2"/>
                  </a:cxn>
                  <a:cxn ang="16200000">
                    <a:pos x="wd2" y="hd2"/>
                  </a:cxn>
                </a:cxnLst>
                <a:rect l="0" t="0" r="r" b="b"/>
                <a:pathLst>
                  <a:path w="15099" h="21600" extrusionOk="0">
                    <a:moveTo>
                      <a:pt x="0" y="21600"/>
                    </a:moveTo>
                    <a:cubicBezTo>
                      <a:pt x="21600" y="16939"/>
                      <a:pt x="18555" y="2510"/>
                      <a:pt x="172" y="0"/>
                    </a:cubicBezTo>
                    <a:cubicBezTo>
                      <a:pt x="172" y="0"/>
                      <a:pt x="0" y="21600"/>
                      <a:pt x="0" y="21600"/>
                    </a:cubicBezTo>
                    <a:close/>
                  </a:path>
                </a:pathLst>
              </a:custGeom>
              <a:solidFill>
                <a:srgbClr val="004E95"/>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23" name="Shape 11"/>
              <p:cNvSpPr/>
              <p:nvPr/>
            </p:nvSpPr>
            <p:spPr>
              <a:xfrm>
                <a:off x="3170336" y="4405841"/>
                <a:ext cx="256232" cy="406717"/>
              </a:xfrm>
              <a:custGeom>
                <a:avLst/>
                <a:gdLst/>
                <a:ahLst/>
                <a:cxnLst>
                  <a:cxn ang="0">
                    <a:pos x="wd2" y="hd2"/>
                  </a:cxn>
                  <a:cxn ang="5400000">
                    <a:pos x="wd2" y="hd2"/>
                  </a:cxn>
                  <a:cxn ang="10800000">
                    <a:pos x="wd2" y="hd2"/>
                  </a:cxn>
                  <a:cxn ang="16200000">
                    <a:pos x="wd2" y="hd2"/>
                  </a:cxn>
                </a:cxnLst>
                <a:rect l="0" t="0" r="r" b="b"/>
                <a:pathLst>
                  <a:path w="17496" h="18813" extrusionOk="0">
                    <a:moveTo>
                      <a:pt x="16800" y="14168"/>
                    </a:moveTo>
                    <a:lnTo>
                      <a:pt x="2400" y="0"/>
                    </a:lnTo>
                    <a:lnTo>
                      <a:pt x="0" y="17884"/>
                    </a:lnTo>
                    <a:cubicBezTo>
                      <a:pt x="0" y="17884"/>
                      <a:pt x="21600" y="21600"/>
                      <a:pt x="16800" y="14168"/>
                    </a:cubicBezTo>
                    <a:close/>
                  </a:path>
                </a:pathLst>
              </a:custGeom>
              <a:solidFill>
                <a:srgbClr val="004E95"/>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24" name="Shape 12"/>
              <p:cNvSpPr/>
              <p:nvPr/>
            </p:nvSpPr>
            <p:spPr>
              <a:xfrm>
                <a:off x="2804095" y="4841411"/>
                <a:ext cx="1109185" cy="1018675"/>
              </a:xfrm>
              <a:custGeom>
                <a:avLst/>
                <a:gdLst/>
                <a:ahLst/>
                <a:cxnLst>
                  <a:cxn ang="0">
                    <a:pos x="wd2" y="hd2"/>
                  </a:cxn>
                  <a:cxn ang="5400000">
                    <a:pos x="wd2" y="hd2"/>
                  </a:cxn>
                  <a:cxn ang="10800000">
                    <a:pos x="wd2" y="hd2"/>
                  </a:cxn>
                  <a:cxn ang="16200000">
                    <a:pos x="wd2" y="hd2"/>
                  </a:cxn>
                </a:cxnLst>
                <a:rect l="0" t="0" r="r" b="b"/>
                <a:pathLst>
                  <a:path w="21493" h="21600" extrusionOk="0">
                    <a:moveTo>
                      <a:pt x="21493" y="11060"/>
                    </a:moveTo>
                    <a:lnTo>
                      <a:pt x="17115" y="3713"/>
                    </a:lnTo>
                    <a:cubicBezTo>
                      <a:pt x="16336" y="2329"/>
                      <a:pt x="15169" y="3074"/>
                      <a:pt x="13320" y="4565"/>
                    </a:cubicBezTo>
                    <a:cubicBezTo>
                      <a:pt x="11471" y="6055"/>
                      <a:pt x="7190" y="8504"/>
                      <a:pt x="3493" y="4991"/>
                    </a:cubicBezTo>
                    <a:cubicBezTo>
                      <a:pt x="1644" y="3234"/>
                      <a:pt x="671" y="1424"/>
                      <a:pt x="708" y="0"/>
                    </a:cubicBezTo>
                    <a:cubicBezTo>
                      <a:pt x="-10" y="838"/>
                      <a:pt x="-107" y="6162"/>
                      <a:pt x="88" y="8824"/>
                    </a:cubicBezTo>
                    <a:cubicBezTo>
                      <a:pt x="282" y="11485"/>
                      <a:pt x="3201" y="17128"/>
                      <a:pt x="8942" y="15425"/>
                    </a:cubicBezTo>
                    <a:cubicBezTo>
                      <a:pt x="11569" y="14679"/>
                      <a:pt x="14488" y="12444"/>
                      <a:pt x="14779" y="12124"/>
                    </a:cubicBezTo>
                    <a:cubicBezTo>
                      <a:pt x="15071" y="11805"/>
                      <a:pt x="16142" y="13402"/>
                      <a:pt x="17309" y="15318"/>
                    </a:cubicBezTo>
                    <a:lnTo>
                      <a:pt x="21396" y="21600"/>
                    </a:lnTo>
                    <a:cubicBezTo>
                      <a:pt x="21396" y="21600"/>
                      <a:pt x="21493" y="11060"/>
                      <a:pt x="21493" y="11060"/>
                    </a:cubicBezTo>
                    <a:close/>
                  </a:path>
                </a:pathLst>
              </a:custGeom>
              <a:solidFill>
                <a:srgbClr val="004E95"/>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25" name="Shape 21"/>
              <p:cNvSpPr/>
              <p:nvPr/>
            </p:nvSpPr>
            <p:spPr>
              <a:xfrm>
                <a:off x="2834834" y="4023068"/>
                <a:ext cx="3206709" cy="1432986"/>
              </a:xfrm>
              <a:custGeom>
                <a:avLst/>
                <a:gdLst/>
                <a:ahLst/>
                <a:cxnLst>
                  <a:cxn ang="0">
                    <a:pos x="wd2" y="hd2"/>
                  </a:cxn>
                  <a:cxn ang="5400000">
                    <a:pos x="wd2" y="hd2"/>
                  </a:cxn>
                  <a:cxn ang="10800000">
                    <a:pos x="wd2" y="hd2"/>
                  </a:cxn>
                  <a:cxn ang="16200000">
                    <a:pos x="wd2" y="hd2"/>
                  </a:cxn>
                </a:cxnLst>
                <a:rect l="0" t="0" r="r" b="b"/>
                <a:pathLst>
                  <a:path w="21222" h="21111" extrusionOk="0">
                    <a:moveTo>
                      <a:pt x="2447" y="5622"/>
                    </a:moveTo>
                    <a:lnTo>
                      <a:pt x="7132" y="3699"/>
                    </a:lnTo>
                    <a:lnTo>
                      <a:pt x="7431" y="4956"/>
                    </a:lnTo>
                    <a:cubicBezTo>
                      <a:pt x="6866" y="5844"/>
                      <a:pt x="7132" y="8507"/>
                      <a:pt x="11186" y="6879"/>
                    </a:cubicBezTo>
                    <a:cubicBezTo>
                      <a:pt x="12748" y="5918"/>
                      <a:pt x="12516" y="3329"/>
                      <a:pt x="11186" y="2811"/>
                    </a:cubicBezTo>
                    <a:lnTo>
                      <a:pt x="15240" y="0"/>
                    </a:lnTo>
                    <a:lnTo>
                      <a:pt x="17500" y="5030"/>
                    </a:lnTo>
                    <a:cubicBezTo>
                      <a:pt x="16935" y="5770"/>
                      <a:pt x="16603" y="5696"/>
                      <a:pt x="15540" y="5400"/>
                    </a:cubicBezTo>
                    <a:cubicBezTo>
                      <a:pt x="14476" y="5104"/>
                      <a:pt x="13944" y="7693"/>
                      <a:pt x="14642" y="9173"/>
                    </a:cubicBezTo>
                    <a:cubicBezTo>
                      <a:pt x="15340" y="10652"/>
                      <a:pt x="17234" y="10800"/>
                      <a:pt x="18264" y="9321"/>
                    </a:cubicBezTo>
                    <a:cubicBezTo>
                      <a:pt x="18730" y="8581"/>
                      <a:pt x="18730" y="8581"/>
                      <a:pt x="18730" y="8581"/>
                    </a:cubicBezTo>
                    <a:lnTo>
                      <a:pt x="21222" y="12945"/>
                    </a:lnTo>
                    <a:lnTo>
                      <a:pt x="17965" y="14795"/>
                    </a:lnTo>
                    <a:cubicBezTo>
                      <a:pt x="17367" y="14795"/>
                      <a:pt x="17234" y="16200"/>
                      <a:pt x="17965" y="16348"/>
                    </a:cubicBezTo>
                    <a:cubicBezTo>
                      <a:pt x="18696" y="16496"/>
                      <a:pt x="19328" y="17458"/>
                      <a:pt x="19162" y="18863"/>
                    </a:cubicBezTo>
                    <a:cubicBezTo>
                      <a:pt x="18996" y="20268"/>
                      <a:pt x="16902" y="21600"/>
                      <a:pt x="15041" y="20934"/>
                    </a:cubicBezTo>
                    <a:cubicBezTo>
                      <a:pt x="13180" y="20268"/>
                      <a:pt x="13911" y="18567"/>
                      <a:pt x="13812" y="17827"/>
                    </a:cubicBezTo>
                    <a:cubicBezTo>
                      <a:pt x="13712" y="17088"/>
                      <a:pt x="13479" y="16792"/>
                      <a:pt x="13280" y="16644"/>
                    </a:cubicBezTo>
                    <a:lnTo>
                      <a:pt x="7099" y="19751"/>
                    </a:lnTo>
                    <a:lnTo>
                      <a:pt x="5604" y="14647"/>
                    </a:lnTo>
                    <a:cubicBezTo>
                      <a:pt x="5338" y="13685"/>
                      <a:pt x="4939" y="14203"/>
                      <a:pt x="4308" y="15238"/>
                    </a:cubicBezTo>
                    <a:cubicBezTo>
                      <a:pt x="3676" y="16274"/>
                      <a:pt x="2214" y="17975"/>
                      <a:pt x="951" y="15534"/>
                    </a:cubicBezTo>
                    <a:cubicBezTo>
                      <a:pt x="-312" y="13093"/>
                      <a:pt x="-378" y="10504"/>
                      <a:pt x="1117" y="10208"/>
                    </a:cubicBezTo>
                    <a:cubicBezTo>
                      <a:pt x="2613" y="9912"/>
                      <a:pt x="3842" y="10134"/>
                      <a:pt x="3842" y="10134"/>
                    </a:cubicBezTo>
                    <a:cubicBezTo>
                      <a:pt x="3842" y="10134"/>
                      <a:pt x="2447" y="5622"/>
                      <a:pt x="2447" y="5622"/>
                    </a:cubicBezTo>
                    <a:close/>
                  </a:path>
                </a:pathLst>
              </a:custGeom>
              <a:solidFill>
                <a:srgbClr val="015BAB"/>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grpSp>
        <p:grpSp>
          <p:nvGrpSpPr>
            <p:cNvPr id="4" name="Group 5"/>
            <p:cNvGrpSpPr/>
            <p:nvPr userDrawn="1"/>
          </p:nvGrpSpPr>
          <p:grpSpPr>
            <a:xfrm>
              <a:off x="3747001" y="1317261"/>
              <a:ext cx="3095507" cy="1356545"/>
              <a:chOff x="4999484" y="3547900"/>
              <a:chExt cx="3095507" cy="1356545"/>
            </a:xfrm>
          </p:grpSpPr>
          <p:sp>
            <p:nvSpPr>
              <p:cNvPr id="19" name="Shape 8"/>
              <p:cNvSpPr/>
              <p:nvPr/>
            </p:nvSpPr>
            <p:spPr>
              <a:xfrm>
                <a:off x="6873755" y="3976871"/>
                <a:ext cx="490743" cy="353052"/>
              </a:xfrm>
              <a:custGeom>
                <a:avLst/>
                <a:gdLst/>
                <a:ahLst/>
                <a:cxnLst>
                  <a:cxn ang="0">
                    <a:pos x="wd2" y="hd2"/>
                  </a:cxn>
                  <a:cxn ang="5400000">
                    <a:pos x="wd2" y="hd2"/>
                  </a:cxn>
                  <a:cxn ang="10800000">
                    <a:pos x="wd2" y="hd2"/>
                  </a:cxn>
                  <a:cxn ang="16200000">
                    <a:pos x="wd2" y="hd2"/>
                  </a:cxn>
                </a:cxnLst>
                <a:rect l="0" t="0" r="r" b="b"/>
                <a:pathLst>
                  <a:path w="20347" h="18411" extrusionOk="0">
                    <a:moveTo>
                      <a:pt x="20347" y="17936"/>
                    </a:moveTo>
                    <a:cubicBezTo>
                      <a:pt x="10012" y="20814"/>
                      <a:pt x="-1253" y="9869"/>
                      <a:pt x="114" y="4713"/>
                    </a:cubicBezTo>
                    <a:cubicBezTo>
                      <a:pt x="1571" y="-786"/>
                      <a:pt x="9065" y="1309"/>
                      <a:pt x="13021" y="1832"/>
                    </a:cubicBezTo>
                    <a:cubicBezTo>
                      <a:pt x="16976" y="2356"/>
                      <a:pt x="20307" y="0"/>
                      <a:pt x="20307" y="0"/>
                    </a:cubicBezTo>
                    <a:cubicBezTo>
                      <a:pt x="20307" y="0"/>
                      <a:pt x="20347" y="17936"/>
                      <a:pt x="20347" y="17936"/>
                    </a:cubicBezTo>
                    <a:close/>
                  </a:path>
                </a:pathLst>
              </a:custGeom>
              <a:solidFill>
                <a:srgbClr val="34A0DD"/>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20" name="Shape 20"/>
              <p:cNvSpPr/>
              <p:nvPr/>
            </p:nvSpPr>
            <p:spPr>
              <a:xfrm>
                <a:off x="5803555" y="3759086"/>
                <a:ext cx="241258" cy="177992"/>
              </a:xfrm>
              <a:custGeom>
                <a:avLst/>
                <a:gdLst/>
                <a:ahLst/>
                <a:cxnLst>
                  <a:cxn ang="0">
                    <a:pos x="wd2" y="hd2"/>
                  </a:cxn>
                  <a:cxn ang="5400000">
                    <a:pos x="wd2" y="hd2"/>
                  </a:cxn>
                  <a:cxn ang="10800000">
                    <a:pos x="wd2" y="hd2"/>
                  </a:cxn>
                  <a:cxn ang="16200000">
                    <a:pos x="wd2" y="hd2"/>
                  </a:cxn>
                </a:cxnLst>
                <a:rect l="0" t="0" r="r" b="b"/>
                <a:pathLst>
                  <a:path w="19010" h="20933" extrusionOk="0">
                    <a:moveTo>
                      <a:pt x="864" y="16"/>
                    </a:moveTo>
                    <a:cubicBezTo>
                      <a:pt x="1652" y="9523"/>
                      <a:pt x="12019" y="9040"/>
                      <a:pt x="15596" y="9040"/>
                    </a:cubicBezTo>
                    <a:cubicBezTo>
                      <a:pt x="19553" y="9040"/>
                      <a:pt x="21531" y="13174"/>
                      <a:pt x="13222" y="17307"/>
                    </a:cubicBezTo>
                    <a:cubicBezTo>
                      <a:pt x="13222" y="17307"/>
                      <a:pt x="7648" y="18833"/>
                      <a:pt x="1" y="20933"/>
                    </a:cubicBezTo>
                    <a:cubicBezTo>
                      <a:pt x="1" y="20933"/>
                      <a:pt x="-69" y="-667"/>
                      <a:pt x="864" y="16"/>
                    </a:cubicBezTo>
                    <a:close/>
                  </a:path>
                </a:pathLst>
              </a:custGeom>
              <a:solidFill>
                <a:srgbClr val="34A0DD"/>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21" name="Shape 22"/>
              <p:cNvSpPr/>
              <p:nvPr/>
            </p:nvSpPr>
            <p:spPr>
              <a:xfrm>
                <a:off x="4999484" y="3547900"/>
                <a:ext cx="3095507" cy="1356545"/>
              </a:xfrm>
              <a:custGeom>
                <a:avLst/>
                <a:gdLst/>
                <a:ahLst/>
                <a:cxnLst>
                  <a:cxn ang="0">
                    <a:pos x="wd2" y="hd2"/>
                  </a:cxn>
                  <a:cxn ang="5400000">
                    <a:pos x="wd2" y="hd2"/>
                  </a:cxn>
                  <a:cxn ang="10800000">
                    <a:pos x="wd2" y="hd2"/>
                  </a:cxn>
                  <a:cxn ang="16200000">
                    <a:pos x="wd2" y="hd2"/>
                  </a:cxn>
                </a:cxnLst>
                <a:rect l="0" t="0" r="r" b="b"/>
                <a:pathLst>
                  <a:path w="21204" h="20841" extrusionOk="0">
                    <a:moveTo>
                      <a:pt x="7136" y="20841"/>
                    </a:moveTo>
                    <a:lnTo>
                      <a:pt x="4557" y="16290"/>
                    </a:lnTo>
                    <a:cubicBezTo>
                      <a:pt x="4557" y="16290"/>
                      <a:pt x="4557" y="16290"/>
                      <a:pt x="4075" y="17061"/>
                    </a:cubicBezTo>
                    <a:cubicBezTo>
                      <a:pt x="3009" y="18604"/>
                      <a:pt x="1049" y="18450"/>
                      <a:pt x="326" y="16907"/>
                    </a:cubicBezTo>
                    <a:cubicBezTo>
                      <a:pt x="-396" y="15364"/>
                      <a:pt x="154" y="12664"/>
                      <a:pt x="1255" y="12972"/>
                    </a:cubicBezTo>
                    <a:cubicBezTo>
                      <a:pt x="2356" y="13281"/>
                      <a:pt x="2700" y="13358"/>
                      <a:pt x="3284" y="12587"/>
                    </a:cubicBezTo>
                    <a:lnTo>
                      <a:pt x="1306" y="8149"/>
                    </a:lnTo>
                    <a:cubicBezTo>
                      <a:pt x="1306" y="8149"/>
                      <a:pt x="1152" y="7804"/>
                      <a:pt x="1840" y="7495"/>
                    </a:cubicBezTo>
                    <a:cubicBezTo>
                      <a:pt x="2528" y="7187"/>
                      <a:pt x="6655" y="5490"/>
                      <a:pt x="6655" y="5490"/>
                    </a:cubicBezTo>
                    <a:cubicBezTo>
                      <a:pt x="7377" y="4950"/>
                      <a:pt x="7205" y="4410"/>
                      <a:pt x="6861" y="4410"/>
                    </a:cubicBezTo>
                    <a:cubicBezTo>
                      <a:pt x="6517" y="4410"/>
                      <a:pt x="5451" y="4487"/>
                      <a:pt x="5589" y="2790"/>
                    </a:cubicBezTo>
                    <a:cubicBezTo>
                      <a:pt x="5726" y="1092"/>
                      <a:pt x="8409" y="-759"/>
                      <a:pt x="9750" y="321"/>
                    </a:cubicBezTo>
                    <a:cubicBezTo>
                      <a:pt x="11092" y="1401"/>
                      <a:pt x="10026" y="3252"/>
                      <a:pt x="10232" y="3561"/>
                    </a:cubicBezTo>
                    <a:cubicBezTo>
                      <a:pt x="10438" y="3870"/>
                      <a:pt x="14497" y="2558"/>
                      <a:pt x="14497" y="2558"/>
                    </a:cubicBezTo>
                    <a:lnTo>
                      <a:pt x="16217" y="6570"/>
                    </a:lnTo>
                    <a:cubicBezTo>
                      <a:pt x="16217" y="6570"/>
                      <a:pt x="15666" y="7264"/>
                      <a:pt x="15013" y="7110"/>
                    </a:cubicBezTo>
                    <a:cubicBezTo>
                      <a:pt x="14359" y="6955"/>
                      <a:pt x="13121" y="6338"/>
                      <a:pt x="12880" y="7958"/>
                    </a:cubicBezTo>
                    <a:cubicBezTo>
                      <a:pt x="12640" y="9578"/>
                      <a:pt x="14772" y="12818"/>
                      <a:pt x="16561" y="11352"/>
                    </a:cubicBezTo>
                    <a:cubicBezTo>
                      <a:pt x="17455" y="10581"/>
                      <a:pt x="18040" y="9655"/>
                      <a:pt x="18040" y="9655"/>
                    </a:cubicBezTo>
                    <a:lnTo>
                      <a:pt x="21204" y="15055"/>
                    </a:lnTo>
                    <a:lnTo>
                      <a:pt x="15288" y="17292"/>
                    </a:lnTo>
                    <a:cubicBezTo>
                      <a:pt x="14635" y="17524"/>
                      <a:pt x="14635" y="15981"/>
                      <a:pt x="14807" y="15132"/>
                    </a:cubicBezTo>
                    <a:cubicBezTo>
                      <a:pt x="14979" y="14284"/>
                      <a:pt x="13843" y="12895"/>
                      <a:pt x="12193" y="13204"/>
                    </a:cubicBezTo>
                    <a:cubicBezTo>
                      <a:pt x="10542" y="13512"/>
                      <a:pt x="9269" y="15750"/>
                      <a:pt x="9750" y="16598"/>
                    </a:cubicBezTo>
                    <a:cubicBezTo>
                      <a:pt x="10232" y="17447"/>
                      <a:pt x="11642" y="17678"/>
                      <a:pt x="11642" y="18681"/>
                    </a:cubicBezTo>
                    <a:cubicBezTo>
                      <a:pt x="11608" y="19375"/>
                      <a:pt x="9854" y="19838"/>
                      <a:pt x="9854" y="19838"/>
                    </a:cubicBezTo>
                    <a:cubicBezTo>
                      <a:pt x="9854" y="19838"/>
                      <a:pt x="7136" y="20841"/>
                      <a:pt x="7136" y="20841"/>
                    </a:cubicBezTo>
                    <a:close/>
                  </a:path>
                </a:pathLst>
              </a:custGeom>
              <a:solidFill>
                <a:srgbClr val="48BAF8"/>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grpSp>
        <p:grpSp>
          <p:nvGrpSpPr>
            <p:cNvPr id="5" name="Group 6"/>
            <p:cNvGrpSpPr/>
            <p:nvPr userDrawn="1"/>
          </p:nvGrpSpPr>
          <p:grpSpPr>
            <a:xfrm>
              <a:off x="4783130" y="2169676"/>
              <a:ext cx="3332518" cy="2106285"/>
              <a:chOff x="6035613" y="4400315"/>
              <a:chExt cx="3332518" cy="2106285"/>
            </a:xfrm>
          </p:grpSpPr>
          <p:sp>
            <p:nvSpPr>
              <p:cNvPr id="14" name="Shape 9"/>
              <p:cNvSpPr/>
              <p:nvPr/>
            </p:nvSpPr>
            <p:spPr>
              <a:xfrm>
                <a:off x="8775498" y="4900807"/>
                <a:ext cx="592633" cy="618723"/>
              </a:xfrm>
              <a:custGeom>
                <a:avLst/>
                <a:gdLst/>
                <a:ahLst/>
                <a:cxnLst>
                  <a:cxn ang="0">
                    <a:pos x="wd2" y="hd2"/>
                  </a:cxn>
                  <a:cxn ang="5400000">
                    <a:pos x="wd2" y="hd2"/>
                  </a:cxn>
                  <a:cxn ang="10800000">
                    <a:pos x="wd2" y="hd2"/>
                  </a:cxn>
                  <a:cxn ang="16200000">
                    <a:pos x="wd2" y="hd2"/>
                  </a:cxn>
                </a:cxnLst>
                <a:rect l="0" t="0" r="r" b="b"/>
                <a:pathLst>
                  <a:path w="21468" h="21600" extrusionOk="0">
                    <a:moveTo>
                      <a:pt x="15511" y="21600"/>
                    </a:moveTo>
                    <a:lnTo>
                      <a:pt x="0" y="5678"/>
                    </a:lnTo>
                    <a:cubicBezTo>
                      <a:pt x="0" y="5678"/>
                      <a:pt x="909" y="4275"/>
                      <a:pt x="3456" y="4626"/>
                    </a:cubicBezTo>
                    <a:cubicBezTo>
                      <a:pt x="6003" y="4976"/>
                      <a:pt x="4729" y="7430"/>
                      <a:pt x="13824" y="6554"/>
                    </a:cubicBezTo>
                    <a:cubicBezTo>
                      <a:pt x="18940" y="6061"/>
                      <a:pt x="21063" y="3128"/>
                      <a:pt x="20355" y="0"/>
                    </a:cubicBezTo>
                    <a:cubicBezTo>
                      <a:pt x="21600" y="1339"/>
                      <a:pt x="21395" y="4231"/>
                      <a:pt x="21464" y="8175"/>
                    </a:cubicBezTo>
                    <a:cubicBezTo>
                      <a:pt x="21532" y="12120"/>
                      <a:pt x="20850" y="17576"/>
                      <a:pt x="20850" y="17576"/>
                    </a:cubicBezTo>
                    <a:cubicBezTo>
                      <a:pt x="20577" y="19679"/>
                      <a:pt x="19175" y="21154"/>
                      <a:pt x="15511" y="21600"/>
                    </a:cubicBezTo>
                    <a:close/>
                  </a:path>
                </a:pathLst>
              </a:custGeom>
              <a:solidFill>
                <a:schemeClr val="tx2">
                  <a:lumMod val="40000"/>
                  <a:lumOff val="60000"/>
                </a:schemeClr>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5" name="Shape 10"/>
              <p:cNvSpPr/>
              <p:nvPr/>
            </p:nvSpPr>
            <p:spPr>
              <a:xfrm>
                <a:off x="8553296" y="5548637"/>
                <a:ext cx="689158" cy="561193"/>
              </a:xfrm>
              <a:custGeom>
                <a:avLst/>
                <a:gdLst/>
                <a:ahLst/>
                <a:cxnLst>
                  <a:cxn ang="0">
                    <a:pos x="wd2" y="hd2"/>
                  </a:cxn>
                  <a:cxn ang="5400000">
                    <a:pos x="wd2" y="hd2"/>
                  </a:cxn>
                  <a:cxn ang="10800000">
                    <a:pos x="wd2" y="hd2"/>
                  </a:cxn>
                  <a:cxn ang="16200000">
                    <a:pos x="wd2" y="hd2"/>
                  </a:cxn>
                </a:cxnLst>
                <a:rect l="0" t="0" r="r" b="b"/>
                <a:pathLst>
                  <a:path w="21600" h="21459" extrusionOk="0">
                    <a:moveTo>
                      <a:pt x="0" y="20088"/>
                    </a:moveTo>
                    <a:lnTo>
                      <a:pt x="354" y="3480"/>
                    </a:lnTo>
                    <a:lnTo>
                      <a:pt x="21285" y="24"/>
                    </a:lnTo>
                    <a:cubicBezTo>
                      <a:pt x="21541" y="-72"/>
                      <a:pt x="21600" y="72"/>
                      <a:pt x="21600" y="1296"/>
                    </a:cubicBezTo>
                    <a:cubicBezTo>
                      <a:pt x="21600" y="2520"/>
                      <a:pt x="20892" y="16920"/>
                      <a:pt x="20892" y="16920"/>
                    </a:cubicBezTo>
                    <a:cubicBezTo>
                      <a:pt x="20892" y="16920"/>
                      <a:pt x="5548" y="21456"/>
                      <a:pt x="5252" y="21456"/>
                    </a:cubicBezTo>
                    <a:cubicBezTo>
                      <a:pt x="2066" y="21528"/>
                      <a:pt x="0" y="20088"/>
                      <a:pt x="0" y="20088"/>
                    </a:cubicBezTo>
                    <a:close/>
                  </a:path>
                </a:pathLst>
              </a:custGeom>
              <a:solidFill>
                <a:schemeClr val="tx2">
                  <a:lumMod val="40000"/>
                  <a:lumOff val="60000"/>
                </a:schemeClr>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6" name="Shape 17"/>
              <p:cNvSpPr/>
              <p:nvPr/>
            </p:nvSpPr>
            <p:spPr>
              <a:xfrm>
                <a:off x="6985948" y="5765347"/>
                <a:ext cx="1088343" cy="741253"/>
              </a:xfrm>
              <a:custGeom>
                <a:avLst/>
                <a:gdLst/>
                <a:ahLst/>
                <a:cxnLst>
                  <a:cxn ang="0">
                    <a:pos x="wd2" y="hd2"/>
                  </a:cxn>
                  <a:cxn ang="5400000">
                    <a:pos x="wd2" y="hd2"/>
                  </a:cxn>
                  <a:cxn ang="10800000">
                    <a:pos x="wd2" y="hd2"/>
                  </a:cxn>
                  <a:cxn ang="16200000">
                    <a:pos x="wd2" y="hd2"/>
                  </a:cxn>
                </a:cxnLst>
                <a:rect l="0" t="0" r="r" b="b"/>
                <a:pathLst>
                  <a:path w="21600" h="21600" extrusionOk="0">
                    <a:moveTo>
                      <a:pt x="710" y="7755"/>
                    </a:moveTo>
                    <a:lnTo>
                      <a:pt x="21538" y="0"/>
                    </a:lnTo>
                    <a:lnTo>
                      <a:pt x="21600" y="14741"/>
                    </a:lnTo>
                    <a:lnTo>
                      <a:pt x="0" y="21600"/>
                    </a:lnTo>
                    <a:lnTo>
                      <a:pt x="710" y="7755"/>
                    </a:lnTo>
                  </a:path>
                </a:pathLst>
              </a:custGeom>
              <a:solidFill>
                <a:schemeClr val="tx2">
                  <a:lumMod val="40000"/>
                  <a:lumOff val="60000"/>
                </a:schemeClr>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7" name="Shape 18"/>
              <p:cNvSpPr/>
              <p:nvPr/>
            </p:nvSpPr>
            <p:spPr>
              <a:xfrm>
                <a:off x="7744895" y="5317653"/>
                <a:ext cx="832143" cy="757835"/>
              </a:xfrm>
              <a:custGeom>
                <a:avLst/>
                <a:gdLst/>
                <a:ahLst/>
                <a:cxnLst>
                  <a:cxn ang="0">
                    <a:pos x="wd2" y="hd2"/>
                  </a:cxn>
                  <a:cxn ang="5400000">
                    <a:pos x="wd2" y="hd2"/>
                  </a:cxn>
                  <a:cxn ang="10800000">
                    <a:pos x="wd2" y="hd2"/>
                  </a:cxn>
                  <a:cxn ang="16200000">
                    <a:pos x="wd2" y="hd2"/>
                  </a:cxn>
                </a:cxnLst>
                <a:rect l="0" t="0" r="r" b="b"/>
                <a:pathLst>
                  <a:path w="19455" h="21100" extrusionOk="0">
                    <a:moveTo>
                      <a:pt x="7691" y="13498"/>
                    </a:moveTo>
                    <a:lnTo>
                      <a:pt x="7685" y="12362"/>
                    </a:lnTo>
                    <a:cubicBezTo>
                      <a:pt x="7685" y="12362"/>
                      <a:pt x="7685" y="12362"/>
                      <a:pt x="6159" y="9985"/>
                    </a:cubicBezTo>
                    <a:cubicBezTo>
                      <a:pt x="4633" y="7609"/>
                      <a:pt x="993" y="9007"/>
                      <a:pt x="172" y="6630"/>
                    </a:cubicBezTo>
                    <a:cubicBezTo>
                      <a:pt x="-650" y="4253"/>
                      <a:pt x="1346" y="618"/>
                      <a:pt x="9093" y="59"/>
                    </a:cubicBezTo>
                    <a:cubicBezTo>
                      <a:pt x="16841" y="-500"/>
                      <a:pt x="20950" y="2995"/>
                      <a:pt x="18954" y="5232"/>
                    </a:cubicBezTo>
                    <a:cubicBezTo>
                      <a:pt x="16959" y="7469"/>
                      <a:pt x="18133" y="9426"/>
                      <a:pt x="19424" y="9007"/>
                    </a:cubicBezTo>
                    <a:lnTo>
                      <a:pt x="19160" y="21100"/>
                    </a:lnTo>
                    <a:cubicBezTo>
                      <a:pt x="18015" y="20785"/>
                      <a:pt x="18077" y="17825"/>
                      <a:pt x="17311" y="15438"/>
                    </a:cubicBezTo>
                    <a:cubicBezTo>
                      <a:pt x="16739" y="13655"/>
                      <a:pt x="13874" y="11610"/>
                      <a:pt x="7691" y="13498"/>
                    </a:cubicBezTo>
                    <a:close/>
                  </a:path>
                </a:pathLst>
              </a:custGeom>
              <a:solidFill>
                <a:schemeClr val="tx2">
                  <a:lumMod val="40000"/>
                  <a:lumOff val="60000"/>
                </a:schemeClr>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8" name="Shape 23"/>
              <p:cNvSpPr/>
              <p:nvPr/>
            </p:nvSpPr>
            <p:spPr>
              <a:xfrm>
                <a:off x="6035613" y="4400315"/>
                <a:ext cx="3307125" cy="1629726"/>
              </a:xfrm>
              <a:custGeom>
                <a:avLst/>
                <a:gdLst/>
                <a:ahLst/>
                <a:cxnLst>
                  <a:cxn ang="0">
                    <a:pos x="wd2" y="hd2"/>
                  </a:cxn>
                  <a:cxn ang="5400000">
                    <a:pos x="wd2" y="hd2"/>
                  </a:cxn>
                  <a:cxn ang="10800000">
                    <a:pos x="wd2" y="hd2"/>
                  </a:cxn>
                  <a:cxn ang="16200000">
                    <a:pos x="wd2" y="hd2"/>
                  </a:cxn>
                </a:cxnLst>
                <a:rect l="0" t="0" r="r" b="b"/>
                <a:pathLst>
                  <a:path w="21170" h="21374" extrusionOk="0">
                    <a:moveTo>
                      <a:pt x="0" y="6557"/>
                    </a:moveTo>
                    <a:lnTo>
                      <a:pt x="2539" y="5701"/>
                    </a:lnTo>
                    <a:cubicBezTo>
                      <a:pt x="2539" y="5701"/>
                      <a:pt x="4179" y="5306"/>
                      <a:pt x="4211" y="4713"/>
                    </a:cubicBezTo>
                    <a:cubicBezTo>
                      <a:pt x="4211" y="3857"/>
                      <a:pt x="2893" y="3659"/>
                      <a:pt x="2443" y="2935"/>
                    </a:cubicBezTo>
                    <a:cubicBezTo>
                      <a:pt x="1993" y="2211"/>
                      <a:pt x="3182" y="301"/>
                      <a:pt x="4725" y="37"/>
                    </a:cubicBezTo>
                    <a:cubicBezTo>
                      <a:pt x="6268" y="-226"/>
                      <a:pt x="7329" y="959"/>
                      <a:pt x="7168" y="1684"/>
                    </a:cubicBezTo>
                    <a:cubicBezTo>
                      <a:pt x="7007" y="2408"/>
                      <a:pt x="7007" y="3725"/>
                      <a:pt x="7618" y="3528"/>
                    </a:cubicBezTo>
                    <a:lnTo>
                      <a:pt x="13146" y="1618"/>
                    </a:lnTo>
                    <a:cubicBezTo>
                      <a:pt x="13146" y="1618"/>
                      <a:pt x="13339" y="1420"/>
                      <a:pt x="13436" y="1486"/>
                    </a:cubicBezTo>
                    <a:cubicBezTo>
                      <a:pt x="13532" y="1552"/>
                      <a:pt x="15139" y="4581"/>
                      <a:pt x="15621" y="5108"/>
                    </a:cubicBezTo>
                    <a:cubicBezTo>
                      <a:pt x="16104" y="5635"/>
                      <a:pt x="16650" y="5964"/>
                      <a:pt x="16843" y="4647"/>
                    </a:cubicBezTo>
                    <a:cubicBezTo>
                      <a:pt x="17036" y="3330"/>
                      <a:pt x="18386" y="2672"/>
                      <a:pt x="19961" y="4054"/>
                    </a:cubicBezTo>
                    <a:cubicBezTo>
                      <a:pt x="21536" y="5437"/>
                      <a:pt x="21600" y="8664"/>
                      <a:pt x="19993" y="8994"/>
                    </a:cubicBezTo>
                    <a:cubicBezTo>
                      <a:pt x="18386" y="9323"/>
                      <a:pt x="18611" y="8401"/>
                      <a:pt x="18161" y="8269"/>
                    </a:cubicBezTo>
                    <a:cubicBezTo>
                      <a:pt x="17711" y="8137"/>
                      <a:pt x="17550" y="8664"/>
                      <a:pt x="17550" y="8664"/>
                    </a:cubicBezTo>
                    <a:lnTo>
                      <a:pt x="20507" y="15118"/>
                    </a:lnTo>
                    <a:lnTo>
                      <a:pt x="16232" y="16303"/>
                    </a:lnTo>
                    <a:cubicBezTo>
                      <a:pt x="15879" y="16501"/>
                      <a:pt x="15557" y="15579"/>
                      <a:pt x="16104" y="14525"/>
                    </a:cubicBezTo>
                    <a:cubicBezTo>
                      <a:pt x="16650" y="13472"/>
                      <a:pt x="15525" y="11825"/>
                      <a:pt x="13404" y="12089"/>
                    </a:cubicBezTo>
                    <a:cubicBezTo>
                      <a:pt x="11282" y="12352"/>
                      <a:pt x="10736" y="14064"/>
                      <a:pt x="10961" y="15184"/>
                    </a:cubicBezTo>
                    <a:cubicBezTo>
                      <a:pt x="11186" y="16303"/>
                      <a:pt x="12182" y="15645"/>
                      <a:pt x="12600" y="16764"/>
                    </a:cubicBezTo>
                    <a:cubicBezTo>
                      <a:pt x="13018" y="17884"/>
                      <a:pt x="13018" y="17884"/>
                      <a:pt x="13018" y="17884"/>
                    </a:cubicBezTo>
                    <a:lnTo>
                      <a:pt x="6300" y="21374"/>
                    </a:lnTo>
                    <a:lnTo>
                      <a:pt x="4211" y="15184"/>
                    </a:lnTo>
                    <a:cubicBezTo>
                      <a:pt x="3857" y="14196"/>
                      <a:pt x="4275" y="13472"/>
                      <a:pt x="5432" y="13933"/>
                    </a:cubicBezTo>
                    <a:cubicBezTo>
                      <a:pt x="6589" y="14394"/>
                      <a:pt x="8036" y="14394"/>
                      <a:pt x="8229" y="12813"/>
                    </a:cubicBezTo>
                    <a:cubicBezTo>
                      <a:pt x="8421" y="11233"/>
                      <a:pt x="6943" y="8730"/>
                      <a:pt x="5207" y="8862"/>
                    </a:cubicBezTo>
                    <a:cubicBezTo>
                      <a:pt x="3471" y="8994"/>
                      <a:pt x="3761" y="10837"/>
                      <a:pt x="2539" y="10837"/>
                    </a:cubicBezTo>
                    <a:cubicBezTo>
                      <a:pt x="1993" y="10772"/>
                      <a:pt x="1543" y="10245"/>
                      <a:pt x="1543" y="10245"/>
                    </a:cubicBezTo>
                    <a:cubicBezTo>
                      <a:pt x="1543" y="10245"/>
                      <a:pt x="0" y="6557"/>
                      <a:pt x="0" y="6557"/>
                    </a:cubicBezTo>
                    <a:close/>
                  </a:path>
                </a:pathLst>
              </a:custGeom>
              <a:solidFill>
                <a:schemeClr val="tx2">
                  <a:lumMod val="20000"/>
                  <a:lumOff val="80000"/>
                </a:schemeClr>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grpSp>
        <p:grpSp>
          <p:nvGrpSpPr>
            <p:cNvPr id="6" name="Group 7"/>
            <p:cNvGrpSpPr/>
            <p:nvPr userDrawn="1"/>
          </p:nvGrpSpPr>
          <p:grpSpPr>
            <a:xfrm>
              <a:off x="2644877" y="2670168"/>
              <a:ext cx="3428682" cy="2223007"/>
              <a:chOff x="3897360" y="4900807"/>
              <a:chExt cx="3428682" cy="2223007"/>
            </a:xfrm>
          </p:grpSpPr>
          <p:sp>
            <p:nvSpPr>
              <p:cNvPr id="7" name="Shape 7"/>
              <p:cNvSpPr/>
              <p:nvPr/>
            </p:nvSpPr>
            <p:spPr>
              <a:xfrm>
                <a:off x="4547373" y="5576108"/>
                <a:ext cx="640283" cy="513832"/>
              </a:xfrm>
              <a:custGeom>
                <a:avLst/>
                <a:gdLst/>
                <a:ahLst/>
                <a:cxnLst>
                  <a:cxn ang="0">
                    <a:pos x="wd2" y="hd2"/>
                  </a:cxn>
                  <a:cxn ang="5400000">
                    <a:pos x="wd2" y="hd2"/>
                  </a:cxn>
                  <a:cxn ang="10800000">
                    <a:pos x="wd2" y="hd2"/>
                  </a:cxn>
                  <a:cxn ang="16200000">
                    <a:pos x="wd2" y="hd2"/>
                  </a:cxn>
                </a:cxnLst>
                <a:rect l="0" t="0" r="r" b="b"/>
                <a:pathLst>
                  <a:path w="21435" h="18420" extrusionOk="0">
                    <a:moveTo>
                      <a:pt x="1723" y="1951"/>
                    </a:moveTo>
                    <a:cubicBezTo>
                      <a:pt x="7774" y="-2549"/>
                      <a:pt x="21264" y="1096"/>
                      <a:pt x="21432" y="9196"/>
                    </a:cubicBezTo>
                    <a:cubicBezTo>
                      <a:pt x="21600" y="17296"/>
                      <a:pt x="13868" y="19051"/>
                      <a:pt x="0" y="18241"/>
                    </a:cubicBezTo>
                    <a:cubicBezTo>
                      <a:pt x="0" y="18241"/>
                      <a:pt x="1723" y="1951"/>
                      <a:pt x="1723" y="1951"/>
                    </a:cubicBezTo>
                    <a:close/>
                  </a:path>
                </a:pathLst>
              </a:custGeom>
              <a:solidFill>
                <a:srgbClr val="B39A62"/>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8" name="Shape 6"/>
              <p:cNvSpPr/>
              <p:nvPr/>
            </p:nvSpPr>
            <p:spPr>
              <a:xfrm>
                <a:off x="6378789" y="6030403"/>
                <a:ext cx="642712" cy="54982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3945"/>
                    </a:lnTo>
                    <a:cubicBezTo>
                      <a:pt x="506" y="6115"/>
                      <a:pt x="1350" y="6115"/>
                      <a:pt x="6075" y="7299"/>
                    </a:cubicBezTo>
                    <a:cubicBezTo>
                      <a:pt x="9269" y="8099"/>
                      <a:pt x="14313" y="12233"/>
                      <a:pt x="11984" y="16473"/>
                    </a:cubicBezTo>
                    <a:lnTo>
                      <a:pt x="12066" y="21600"/>
                    </a:lnTo>
                    <a:lnTo>
                      <a:pt x="19237" y="19430"/>
                    </a:lnTo>
                    <a:cubicBezTo>
                      <a:pt x="20166" y="19134"/>
                      <a:pt x="20588" y="19036"/>
                      <a:pt x="20588" y="18148"/>
                    </a:cubicBezTo>
                    <a:cubicBezTo>
                      <a:pt x="20588" y="18148"/>
                      <a:pt x="21600" y="0"/>
                      <a:pt x="21600" y="0"/>
                    </a:cubicBezTo>
                    <a:close/>
                  </a:path>
                </a:pathLst>
              </a:custGeom>
              <a:solidFill>
                <a:srgbClr val="B39A62"/>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9" name="Shape 13"/>
              <p:cNvSpPr/>
              <p:nvPr/>
            </p:nvSpPr>
            <p:spPr>
              <a:xfrm>
                <a:off x="3897360" y="5362776"/>
                <a:ext cx="707988" cy="969089"/>
              </a:xfrm>
              <a:custGeom>
                <a:avLst/>
                <a:gdLst/>
                <a:ahLst/>
                <a:cxnLst>
                  <a:cxn ang="0">
                    <a:pos x="wd2" y="hd2"/>
                  </a:cxn>
                  <a:cxn ang="5400000">
                    <a:pos x="wd2" y="hd2"/>
                  </a:cxn>
                  <a:cxn ang="10800000">
                    <a:pos x="wd2" y="hd2"/>
                  </a:cxn>
                  <a:cxn ang="16200000">
                    <a:pos x="wd2" y="hd2"/>
                  </a:cxn>
                </a:cxnLst>
                <a:rect l="0" t="0" r="r" b="b"/>
                <a:pathLst>
                  <a:path w="21600" h="21600" extrusionOk="0">
                    <a:moveTo>
                      <a:pt x="0" y="11080"/>
                    </a:moveTo>
                    <a:lnTo>
                      <a:pt x="153" y="0"/>
                    </a:lnTo>
                    <a:lnTo>
                      <a:pt x="10723" y="10968"/>
                    </a:lnTo>
                    <a:cubicBezTo>
                      <a:pt x="12255" y="11416"/>
                      <a:pt x="16085" y="8953"/>
                      <a:pt x="21600" y="6155"/>
                    </a:cubicBezTo>
                    <a:lnTo>
                      <a:pt x="20374" y="16676"/>
                    </a:lnTo>
                    <a:cubicBezTo>
                      <a:pt x="17464" y="18019"/>
                      <a:pt x="13021" y="21376"/>
                      <a:pt x="9957" y="21600"/>
                    </a:cubicBezTo>
                    <a:cubicBezTo>
                      <a:pt x="9957" y="21600"/>
                      <a:pt x="0" y="11080"/>
                      <a:pt x="0" y="11080"/>
                    </a:cubicBezTo>
                    <a:close/>
                  </a:path>
                </a:pathLst>
              </a:custGeom>
              <a:solidFill>
                <a:srgbClr val="C2A76A"/>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0" name="Shape 14"/>
              <p:cNvSpPr/>
              <p:nvPr/>
            </p:nvSpPr>
            <p:spPr>
              <a:xfrm>
                <a:off x="4369271" y="6085469"/>
                <a:ext cx="273734" cy="985409"/>
              </a:xfrm>
              <a:custGeom>
                <a:avLst/>
                <a:gdLst/>
                <a:ahLst/>
                <a:cxnLst>
                  <a:cxn ang="0">
                    <a:pos x="wd2" y="hd2"/>
                  </a:cxn>
                  <a:cxn ang="5400000">
                    <a:pos x="wd2" y="hd2"/>
                  </a:cxn>
                  <a:cxn ang="10800000">
                    <a:pos x="wd2" y="hd2"/>
                  </a:cxn>
                  <a:cxn ang="16200000">
                    <a:pos x="wd2" y="hd2"/>
                  </a:cxn>
                </a:cxnLst>
                <a:rect l="0" t="0" r="r" b="b"/>
                <a:pathLst>
                  <a:path w="21508" h="21600" extrusionOk="0">
                    <a:moveTo>
                      <a:pt x="20916" y="11557"/>
                    </a:moveTo>
                    <a:lnTo>
                      <a:pt x="7" y="0"/>
                    </a:lnTo>
                    <a:cubicBezTo>
                      <a:pt x="7" y="0"/>
                      <a:pt x="-92" y="8062"/>
                      <a:pt x="500" y="9961"/>
                    </a:cubicBezTo>
                    <a:cubicBezTo>
                      <a:pt x="1092" y="11859"/>
                      <a:pt x="7305" y="15161"/>
                      <a:pt x="10560" y="17390"/>
                    </a:cubicBezTo>
                    <a:cubicBezTo>
                      <a:pt x="12927" y="18546"/>
                      <a:pt x="21508" y="21600"/>
                      <a:pt x="21508" y="21600"/>
                    </a:cubicBezTo>
                    <a:cubicBezTo>
                      <a:pt x="21508" y="21600"/>
                      <a:pt x="20916" y="11557"/>
                      <a:pt x="20916" y="11557"/>
                    </a:cubicBezTo>
                    <a:close/>
                  </a:path>
                </a:pathLst>
              </a:custGeom>
              <a:solidFill>
                <a:srgbClr val="C2A76A"/>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1" name="Shape 15"/>
              <p:cNvSpPr/>
              <p:nvPr/>
            </p:nvSpPr>
            <p:spPr>
              <a:xfrm>
                <a:off x="4629910" y="6230486"/>
                <a:ext cx="1167427" cy="846639"/>
              </a:xfrm>
              <a:custGeom>
                <a:avLst/>
                <a:gdLst/>
                <a:ahLst/>
                <a:cxnLst>
                  <a:cxn ang="0">
                    <a:pos x="wd2" y="hd2"/>
                  </a:cxn>
                  <a:cxn ang="5400000">
                    <a:pos x="wd2" y="hd2"/>
                  </a:cxn>
                  <a:cxn ang="10800000">
                    <a:pos x="wd2" y="hd2"/>
                  </a:cxn>
                  <a:cxn ang="16200000">
                    <a:pos x="wd2" y="hd2"/>
                  </a:cxn>
                </a:cxnLst>
                <a:rect l="0" t="0" r="r" b="b"/>
                <a:pathLst>
                  <a:path w="21600" h="21519" extrusionOk="0">
                    <a:moveTo>
                      <a:pt x="21554" y="0"/>
                    </a:moveTo>
                    <a:lnTo>
                      <a:pt x="0" y="8806"/>
                    </a:lnTo>
                    <a:lnTo>
                      <a:pt x="139" y="20451"/>
                    </a:lnTo>
                    <a:cubicBezTo>
                      <a:pt x="139" y="21217"/>
                      <a:pt x="279" y="21600"/>
                      <a:pt x="1463" y="21504"/>
                    </a:cubicBezTo>
                    <a:cubicBezTo>
                      <a:pt x="2439" y="21217"/>
                      <a:pt x="21600" y="14038"/>
                      <a:pt x="21600" y="14038"/>
                    </a:cubicBezTo>
                    <a:cubicBezTo>
                      <a:pt x="21600" y="14038"/>
                      <a:pt x="21554" y="0"/>
                      <a:pt x="21554" y="0"/>
                    </a:cubicBezTo>
                    <a:close/>
                  </a:path>
                </a:pathLst>
              </a:custGeom>
              <a:solidFill>
                <a:srgbClr val="B39A62"/>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2" name="Shape 16"/>
              <p:cNvSpPr/>
              <p:nvPr/>
            </p:nvSpPr>
            <p:spPr>
              <a:xfrm>
                <a:off x="5791430" y="6240429"/>
                <a:ext cx="986821" cy="883385"/>
              </a:xfrm>
              <a:custGeom>
                <a:avLst/>
                <a:gdLst/>
                <a:ahLst/>
                <a:cxnLst>
                  <a:cxn ang="0">
                    <a:pos x="wd2" y="hd2"/>
                  </a:cxn>
                  <a:cxn ang="5400000">
                    <a:pos x="wd2" y="hd2"/>
                  </a:cxn>
                  <a:cxn ang="10800000">
                    <a:pos x="wd2" y="hd2"/>
                  </a:cxn>
                  <a:cxn ang="16200000">
                    <a:pos x="wd2" y="hd2"/>
                  </a:cxn>
                </a:cxnLst>
                <a:rect l="0" t="0" r="r" b="b"/>
                <a:pathLst>
                  <a:path w="20963" h="20541" extrusionOk="0">
                    <a:moveTo>
                      <a:pt x="20360" y="2583"/>
                    </a:moveTo>
                    <a:cubicBezTo>
                      <a:pt x="20462" y="3014"/>
                      <a:pt x="20459" y="3463"/>
                      <a:pt x="20314" y="3919"/>
                    </a:cubicBezTo>
                    <a:cubicBezTo>
                      <a:pt x="19875" y="5304"/>
                      <a:pt x="18132" y="6754"/>
                      <a:pt x="14080" y="7939"/>
                    </a:cubicBezTo>
                    <a:cubicBezTo>
                      <a:pt x="3306" y="11092"/>
                      <a:pt x="106" y="7122"/>
                      <a:pt x="1173" y="3036"/>
                    </a:cubicBezTo>
                    <a:cubicBezTo>
                      <a:pt x="1386" y="467"/>
                      <a:pt x="0" y="0"/>
                      <a:pt x="0" y="0"/>
                    </a:cubicBezTo>
                    <a:lnTo>
                      <a:pt x="53" y="12843"/>
                    </a:lnTo>
                    <a:cubicBezTo>
                      <a:pt x="1493" y="13894"/>
                      <a:pt x="-427" y="18010"/>
                      <a:pt x="3173" y="19586"/>
                    </a:cubicBezTo>
                    <a:cubicBezTo>
                      <a:pt x="6773" y="21162"/>
                      <a:pt x="19573" y="21600"/>
                      <a:pt x="20853" y="14332"/>
                    </a:cubicBezTo>
                    <a:cubicBezTo>
                      <a:pt x="21173" y="11355"/>
                      <a:pt x="20693" y="6597"/>
                      <a:pt x="20693" y="6597"/>
                    </a:cubicBezTo>
                    <a:cubicBezTo>
                      <a:pt x="20693" y="6597"/>
                      <a:pt x="20360" y="2583"/>
                      <a:pt x="20360" y="2583"/>
                    </a:cubicBezTo>
                    <a:close/>
                  </a:path>
                </a:pathLst>
              </a:custGeom>
              <a:solidFill>
                <a:srgbClr val="DAB971"/>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sp>
            <p:nvSpPr>
              <p:cNvPr id="13" name="Shape 24"/>
              <p:cNvSpPr/>
              <p:nvPr/>
            </p:nvSpPr>
            <p:spPr>
              <a:xfrm>
                <a:off x="3903960" y="4900807"/>
                <a:ext cx="3422082" cy="1746124"/>
              </a:xfrm>
              <a:custGeom>
                <a:avLst/>
                <a:gdLst/>
                <a:ahLst/>
                <a:cxnLst>
                  <a:cxn ang="0">
                    <a:pos x="wd2" y="hd2"/>
                  </a:cxn>
                  <a:cxn ang="5400000">
                    <a:pos x="wd2" y="hd2"/>
                  </a:cxn>
                  <a:cxn ang="10800000">
                    <a:pos x="wd2" y="hd2"/>
                  </a:cxn>
                  <a:cxn ang="16200000">
                    <a:pos x="wd2" y="hd2"/>
                  </a:cxn>
                </a:cxnLst>
                <a:rect l="0" t="0" r="r" b="b"/>
                <a:pathLst>
                  <a:path w="21428" h="20579" extrusionOk="0">
                    <a:moveTo>
                      <a:pt x="0" y="5444"/>
                    </a:moveTo>
                    <a:lnTo>
                      <a:pt x="5848" y="2959"/>
                    </a:lnTo>
                    <a:cubicBezTo>
                      <a:pt x="6037" y="3077"/>
                      <a:pt x="6257" y="3314"/>
                      <a:pt x="6351" y="3906"/>
                    </a:cubicBezTo>
                    <a:cubicBezTo>
                      <a:pt x="6445" y="4498"/>
                      <a:pt x="5754" y="5859"/>
                      <a:pt x="7514" y="6391"/>
                    </a:cubicBezTo>
                    <a:cubicBezTo>
                      <a:pt x="9275" y="6924"/>
                      <a:pt x="11256" y="5859"/>
                      <a:pt x="11413" y="4734"/>
                    </a:cubicBezTo>
                    <a:cubicBezTo>
                      <a:pt x="11570" y="3610"/>
                      <a:pt x="10973" y="2841"/>
                      <a:pt x="10281" y="2722"/>
                    </a:cubicBezTo>
                    <a:cubicBezTo>
                      <a:pt x="9590" y="2604"/>
                      <a:pt x="9715" y="1479"/>
                      <a:pt x="10281" y="1479"/>
                    </a:cubicBezTo>
                    <a:lnTo>
                      <a:pt x="13362" y="0"/>
                    </a:lnTo>
                    <a:lnTo>
                      <a:pt x="14872" y="3314"/>
                    </a:lnTo>
                    <a:cubicBezTo>
                      <a:pt x="14872" y="3314"/>
                      <a:pt x="15312" y="3787"/>
                      <a:pt x="15846" y="3847"/>
                    </a:cubicBezTo>
                    <a:cubicBezTo>
                      <a:pt x="17041" y="3847"/>
                      <a:pt x="16758" y="2190"/>
                      <a:pt x="18456" y="2071"/>
                    </a:cubicBezTo>
                    <a:cubicBezTo>
                      <a:pt x="20154" y="1953"/>
                      <a:pt x="21600" y="4202"/>
                      <a:pt x="21411" y="5622"/>
                    </a:cubicBezTo>
                    <a:cubicBezTo>
                      <a:pt x="21223" y="7042"/>
                      <a:pt x="19808" y="7042"/>
                      <a:pt x="18676" y="6628"/>
                    </a:cubicBezTo>
                    <a:cubicBezTo>
                      <a:pt x="17544" y="6214"/>
                      <a:pt x="17135" y="6865"/>
                      <a:pt x="17481" y="7752"/>
                    </a:cubicBezTo>
                    <a:lnTo>
                      <a:pt x="19525" y="13315"/>
                    </a:lnTo>
                    <a:lnTo>
                      <a:pt x="15500" y="14499"/>
                    </a:lnTo>
                    <a:cubicBezTo>
                      <a:pt x="15595" y="15150"/>
                      <a:pt x="15752" y="15150"/>
                      <a:pt x="16632" y="15505"/>
                    </a:cubicBezTo>
                    <a:cubicBezTo>
                      <a:pt x="17513" y="15860"/>
                      <a:pt x="19148" y="18404"/>
                      <a:pt x="15972" y="20002"/>
                    </a:cubicBezTo>
                    <a:cubicBezTo>
                      <a:pt x="12797" y="21600"/>
                      <a:pt x="11853" y="19588"/>
                      <a:pt x="12168" y="17517"/>
                    </a:cubicBezTo>
                    <a:cubicBezTo>
                      <a:pt x="12231" y="16215"/>
                      <a:pt x="11822" y="15978"/>
                      <a:pt x="11822" y="15978"/>
                    </a:cubicBezTo>
                    <a:lnTo>
                      <a:pt x="4528" y="20061"/>
                    </a:lnTo>
                    <a:lnTo>
                      <a:pt x="2861" y="13848"/>
                    </a:lnTo>
                    <a:cubicBezTo>
                      <a:pt x="2861" y="13848"/>
                      <a:pt x="3113" y="12842"/>
                      <a:pt x="4307" y="13315"/>
                    </a:cubicBezTo>
                    <a:cubicBezTo>
                      <a:pt x="5502" y="13788"/>
                      <a:pt x="7892" y="13552"/>
                      <a:pt x="7860" y="10889"/>
                    </a:cubicBezTo>
                    <a:cubicBezTo>
                      <a:pt x="7829" y="8226"/>
                      <a:pt x="5534" y="7220"/>
                      <a:pt x="4402" y="8699"/>
                    </a:cubicBezTo>
                    <a:cubicBezTo>
                      <a:pt x="3270" y="10179"/>
                      <a:pt x="2484" y="11481"/>
                      <a:pt x="2169" y="11244"/>
                    </a:cubicBezTo>
                    <a:cubicBezTo>
                      <a:pt x="2169" y="11244"/>
                      <a:pt x="0" y="5444"/>
                      <a:pt x="0" y="5444"/>
                    </a:cubicBezTo>
                    <a:close/>
                  </a:path>
                </a:pathLst>
              </a:custGeom>
              <a:solidFill>
                <a:srgbClr val="DAB971"/>
              </a:solidFill>
              <a:ln w="17392">
                <a:noFill/>
                <a:miter lim="400000"/>
              </a:ln>
            </p:spPr>
            <p:txBody>
              <a:bodyPr lIns="0" tIns="0" rIns="0" bIns="0" anchor="ctr"/>
              <a:lstStyle/>
              <a:p>
                <a:pPr>
                  <a:defRPr sz="3000">
                    <a:solidFill>
                      <a:srgbClr val="FFFFFF"/>
                    </a:solidFill>
                    <a:effectLst>
                      <a:outerShdw blurRad="38100" dist="12700" dir="5400000" rotWithShape="0">
                        <a:srgbClr val="000000">
                          <a:alpha val="50000"/>
                        </a:srgbClr>
                      </a:outerShdw>
                    </a:effectLst>
                  </a:defRPr>
                </a:pPr>
                <a:endParaRPr sz="3000">
                  <a:solidFill>
                    <a:srgbClr val="FFFFFF"/>
                  </a:solidFill>
                  <a:effectLst>
                    <a:outerShdw blurRad="38100" dist="12700" dir="5400000" rotWithShape="0">
                      <a:srgbClr val="000000">
                        <a:alpha val="50000"/>
                      </a:srgbClr>
                    </a:outerShdw>
                  </a:effectLst>
                </a:endParaRPr>
              </a:p>
            </p:txBody>
          </p:sp>
        </p:grpSp>
      </p:grpSp>
      <p:sp>
        <p:nvSpPr>
          <p:cNvPr id="26" name="Teardrop 42"/>
          <p:cNvSpPr/>
          <p:nvPr/>
        </p:nvSpPr>
        <p:spPr>
          <a:xfrm>
            <a:off x="3481430" y="2264050"/>
            <a:ext cx="511114" cy="511114"/>
          </a:xfrm>
          <a:prstGeom prst="teardrop">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id-ID">
              <a:solidFill>
                <a:srgbClr val="2B2B2B">
                  <a:lumMod val="50000"/>
                  <a:lumOff val="50000"/>
                </a:srgbClr>
              </a:solidFill>
            </a:endParaRPr>
          </a:p>
        </p:txBody>
      </p:sp>
      <p:sp>
        <p:nvSpPr>
          <p:cNvPr id="27" name="Teardrop 43"/>
          <p:cNvSpPr/>
          <p:nvPr/>
        </p:nvSpPr>
        <p:spPr>
          <a:xfrm>
            <a:off x="3452890" y="4706161"/>
            <a:ext cx="511114" cy="511114"/>
          </a:xfrm>
          <a:prstGeom prst="teardrop">
            <a:avLst/>
          </a:prstGeom>
          <a:solidFill>
            <a:srgbClr val="DAB9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id-ID">
              <a:solidFill>
                <a:srgbClr val="2B2B2B">
                  <a:lumMod val="50000"/>
                  <a:lumOff val="50000"/>
                </a:srgbClr>
              </a:solidFill>
            </a:endParaRPr>
          </a:p>
        </p:txBody>
      </p:sp>
      <p:pic>
        <p:nvPicPr>
          <p:cNvPr id="28" name="Picture 44"/>
          <p:cNvPicPr>
            <a:picLocks noChangeAspect="1"/>
          </p:cNvPicPr>
          <p:nvPr/>
        </p:nvPicPr>
        <p:blipFill>
          <a:blip r:embed="rId1"/>
          <a:stretch>
            <a:fillRect/>
          </a:stretch>
        </p:blipFill>
        <p:spPr>
          <a:xfrm>
            <a:off x="3589383" y="4790272"/>
            <a:ext cx="203967" cy="323534"/>
          </a:xfrm>
          <a:prstGeom prst="rect">
            <a:avLst/>
          </a:prstGeom>
        </p:spPr>
      </p:pic>
      <p:pic>
        <p:nvPicPr>
          <p:cNvPr id="29" name="Picture 45"/>
          <p:cNvPicPr>
            <a:picLocks noChangeAspect="1"/>
          </p:cNvPicPr>
          <p:nvPr/>
        </p:nvPicPr>
        <p:blipFill>
          <a:blip r:embed="rId2"/>
          <a:stretch>
            <a:fillRect/>
          </a:stretch>
        </p:blipFill>
        <p:spPr>
          <a:xfrm>
            <a:off x="3529132" y="2369822"/>
            <a:ext cx="439239" cy="269533"/>
          </a:xfrm>
          <a:prstGeom prst="rect">
            <a:avLst/>
          </a:prstGeom>
        </p:spPr>
      </p:pic>
      <p:sp>
        <p:nvSpPr>
          <p:cNvPr id="32" name="Teardrop 48"/>
          <p:cNvSpPr/>
          <p:nvPr/>
        </p:nvSpPr>
        <p:spPr>
          <a:xfrm>
            <a:off x="7704880" y="2276627"/>
            <a:ext cx="511113" cy="523665"/>
          </a:xfrm>
          <a:prstGeom prst="teardrop">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2B2B2B">
                  <a:lumMod val="50000"/>
                  <a:lumOff val="50000"/>
                </a:srgbClr>
              </a:solidFill>
            </a:endParaRPr>
          </a:p>
        </p:txBody>
      </p:sp>
      <p:pic>
        <p:nvPicPr>
          <p:cNvPr id="33" name="Picture 49"/>
          <p:cNvPicPr>
            <a:picLocks noChangeAspect="1"/>
          </p:cNvPicPr>
          <p:nvPr/>
        </p:nvPicPr>
        <p:blipFill>
          <a:blip r:embed="rId3"/>
          <a:stretch>
            <a:fillRect/>
          </a:stretch>
        </p:blipFill>
        <p:spPr>
          <a:xfrm>
            <a:off x="7821766" y="2403955"/>
            <a:ext cx="297584" cy="281046"/>
          </a:xfrm>
          <a:prstGeom prst="rect">
            <a:avLst/>
          </a:prstGeom>
        </p:spPr>
      </p:pic>
      <p:sp>
        <p:nvSpPr>
          <p:cNvPr id="35" name="Teardrop 51"/>
          <p:cNvSpPr/>
          <p:nvPr/>
        </p:nvSpPr>
        <p:spPr>
          <a:xfrm>
            <a:off x="7732059" y="4678321"/>
            <a:ext cx="511114" cy="511114"/>
          </a:xfrm>
          <a:prstGeom prst="teardrop">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2B2B2B">
                  <a:lumMod val="50000"/>
                  <a:lumOff val="50000"/>
                </a:srgbClr>
              </a:solidFill>
            </a:endParaRPr>
          </a:p>
        </p:txBody>
      </p:sp>
      <p:pic>
        <p:nvPicPr>
          <p:cNvPr id="36" name="Picture 52"/>
          <p:cNvPicPr>
            <a:picLocks noChangeAspect="1"/>
          </p:cNvPicPr>
          <p:nvPr/>
        </p:nvPicPr>
        <p:blipFill>
          <a:blip r:embed="rId2"/>
          <a:stretch>
            <a:fillRect/>
          </a:stretch>
        </p:blipFill>
        <p:spPr>
          <a:xfrm>
            <a:off x="7767569" y="4784093"/>
            <a:ext cx="439239" cy="269533"/>
          </a:xfrm>
          <a:prstGeom prst="rect">
            <a:avLst/>
          </a:prstGeom>
        </p:spPr>
      </p:pic>
      <p:grpSp>
        <p:nvGrpSpPr>
          <p:cNvPr id="38" name="组合 37"/>
          <p:cNvGrpSpPr/>
          <p:nvPr/>
        </p:nvGrpSpPr>
        <p:grpSpPr>
          <a:xfrm>
            <a:off x="583501" y="471624"/>
            <a:ext cx="2177776" cy="553998"/>
            <a:chOff x="592429" y="482522"/>
            <a:chExt cx="2177776" cy="553998"/>
          </a:xfrm>
        </p:grpSpPr>
        <p:grpSp>
          <p:nvGrpSpPr>
            <p:cNvPr id="39" name="组合 38"/>
            <p:cNvGrpSpPr/>
            <p:nvPr/>
          </p:nvGrpSpPr>
          <p:grpSpPr>
            <a:xfrm>
              <a:off x="592429" y="584272"/>
              <a:ext cx="433087" cy="360490"/>
              <a:chOff x="2770053" y="2524936"/>
              <a:chExt cx="433087" cy="317447"/>
            </a:xfrm>
            <a:solidFill>
              <a:srgbClr val="2F5EB2"/>
            </a:solidFill>
          </p:grpSpPr>
          <p:sp>
            <p:nvSpPr>
              <p:cNvPr id="41"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42"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43"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40"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47" name="Rectangle 28"/>
          <p:cNvSpPr/>
          <p:nvPr/>
        </p:nvSpPr>
        <p:spPr>
          <a:xfrm>
            <a:off x="8331372" y="2203488"/>
            <a:ext cx="2937164" cy="758606"/>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9" name="Rectangle 28"/>
          <p:cNvSpPr/>
          <p:nvPr/>
        </p:nvSpPr>
        <p:spPr>
          <a:xfrm>
            <a:off x="8346628" y="4570223"/>
            <a:ext cx="2766267" cy="758606"/>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0" name="Rectangle 28"/>
          <p:cNvSpPr/>
          <p:nvPr/>
        </p:nvSpPr>
        <p:spPr>
          <a:xfrm>
            <a:off x="660365" y="4570223"/>
            <a:ext cx="2572357" cy="758606"/>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1" name="Rectangle 28"/>
          <p:cNvSpPr/>
          <p:nvPr/>
        </p:nvSpPr>
        <p:spPr>
          <a:xfrm>
            <a:off x="702170" y="2203488"/>
            <a:ext cx="2591575" cy="758606"/>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176950" y="2542228"/>
            <a:ext cx="1703134" cy="1558824"/>
            <a:chOff x="7981446" y="1580950"/>
            <a:chExt cx="3606127" cy="748396"/>
          </a:xfrm>
        </p:grpSpPr>
        <p:sp>
          <p:nvSpPr>
            <p:cNvPr id="11" name="TextBox 20"/>
            <p:cNvSpPr txBox="1"/>
            <p:nvPr/>
          </p:nvSpPr>
          <p:spPr>
            <a:xfrm>
              <a:off x="7981446" y="1743491"/>
              <a:ext cx="3606127" cy="585855"/>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 name="矩形 11"/>
            <p:cNvSpPr/>
            <p:nvPr/>
          </p:nvSpPr>
          <p:spPr>
            <a:xfrm>
              <a:off x="7981446" y="1580950"/>
              <a:ext cx="3248450" cy="147765"/>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 name="组合 15"/>
          <p:cNvGrpSpPr/>
          <p:nvPr/>
        </p:nvGrpSpPr>
        <p:grpSpPr>
          <a:xfrm>
            <a:off x="3799150" y="2549662"/>
            <a:ext cx="1703134" cy="1558824"/>
            <a:chOff x="7981446" y="1580950"/>
            <a:chExt cx="3606127" cy="748396"/>
          </a:xfrm>
        </p:grpSpPr>
        <p:sp>
          <p:nvSpPr>
            <p:cNvPr id="17" name="TextBox 20"/>
            <p:cNvSpPr txBox="1"/>
            <p:nvPr/>
          </p:nvSpPr>
          <p:spPr>
            <a:xfrm>
              <a:off x="7981446" y="1743491"/>
              <a:ext cx="3606127" cy="585855"/>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8" name="矩形 17"/>
            <p:cNvSpPr/>
            <p:nvPr/>
          </p:nvSpPr>
          <p:spPr>
            <a:xfrm>
              <a:off x="7981446" y="1580950"/>
              <a:ext cx="3248450" cy="147765"/>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9" name="组合 18"/>
          <p:cNvGrpSpPr/>
          <p:nvPr/>
        </p:nvGrpSpPr>
        <p:grpSpPr>
          <a:xfrm>
            <a:off x="6514253" y="2534509"/>
            <a:ext cx="1703134" cy="1558824"/>
            <a:chOff x="7981446" y="1580950"/>
            <a:chExt cx="3606127" cy="748396"/>
          </a:xfrm>
        </p:grpSpPr>
        <p:sp>
          <p:nvSpPr>
            <p:cNvPr id="20" name="TextBox 20"/>
            <p:cNvSpPr txBox="1"/>
            <p:nvPr/>
          </p:nvSpPr>
          <p:spPr>
            <a:xfrm>
              <a:off x="7981446" y="1743491"/>
              <a:ext cx="3606127" cy="585855"/>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1" name="矩形 20"/>
            <p:cNvSpPr/>
            <p:nvPr/>
          </p:nvSpPr>
          <p:spPr>
            <a:xfrm>
              <a:off x="7981446" y="1580950"/>
              <a:ext cx="3248450" cy="147765"/>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2" name="组合 21"/>
          <p:cNvGrpSpPr/>
          <p:nvPr/>
        </p:nvGrpSpPr>
        <p:grpSpPr>
          <a:xfrm>
            <a:off x="9123674" y="2534509"/>
            <a:ext cx="1703134" cy="1558824"/>
            <a:chOff x="7981446" y="1580950"/>
            <a:chExt cx="3606127" cy="748396"/>
          </a:xfrm>
        </p:grpSpPr>
        <p:sp>
          <p:nvSpPr>
            <p:cNvPr id="23" name="TextBox 20"/>
            <p:cNvSpPr txBox="1"/>
            <p:nvPr/>
          </p:nvSpPr>
          <p:spPr>
            <a:xfrm>
              <a:off x="7981446" y="1743491"/>
              <a:ext cx="3606127" cy="585855"/>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4" name="矩形 23"/>
            <p:cNvSpPr/>
            <p:nvPr/>
          </p:nvSpPr>
          <p:spPr>
            <a:xfrm>
              <a:off x="7981446" y="1580950"/>
              <a:ext cx="3248450" cy="147765"/>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5" name="组合 24"/>
          <p:cNvGrpSpPr/>
          <p:nvPr/>
        </p:nvGrpSpPr>
        <p:grpSpPr>
          <a:xfrm>
            <a:off x="583501" y="471624"/>
            <a:ext cx="2177776" cy="553998"/>
            <a:chOff x="592429" y="482522"/>
            <a:chExt cx="2177776" cy="553998"/>
          </a:xfrm>
        </p:grpSpPr>
        <p:grpSp>
          <p:nvGrpSpPr>
            <p:cNvPr id="26" name="组合 25"/>
            <p:cNvGrpSpPr/>
            <p:nvPr/>
          </p:nvGrpSpPr>
          <p:grpSpPr>
            <a:xfrm>
              <a:off x="592429" y="584272"/>
              <a:ext cx="433087" cy="360490"/>
              <a:chOff x="2770053" y="2524936"/>
              <a:chExt cx="433087" cy="317447"/>
            </a:xfrm>
            <a:solidFill>
              <a:srgbClr val="2F5EB2"/>
            </a:solidFill>
          </p:grpSpPr>
          <p:sp>
            <p:nvSpPr>
              <p:cNvPr id="28"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9"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0"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7"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四</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31" name="Freeform 11"/>
          <p:cNvSpPr/>
          <p:nvPr/>
        </p:nvSpPr>
        <p:spPr bwMode="auto">
          <a:xfrm>
            <a:off x="8743591" y="5210187"/>
            <a:ext cx="2324295" cy="0"/>
          </a:xfrm>
          <a:custGeom>
            <a:avLst/>
            <a:gdLst>
              <a:gd name="T0" fmla="*/ 1984 w 1984"/>
              <a:gd name="T1" fmla="*/ 0 w 1984"/>
              <a:gd name="T2" fmla="*/ 1984 w 1984"/>
            </a:gdLst>
            <a:ahLst/>
            <a:cxnLst>
              <a:cxn ang="0">
                <a:pos x="T0" y="0"/>
              </a:cxn>
              <a:cxn ang="0">
                <a:pos x="T1" y="0"/>
              </a:cxn>
              <a:cxn ang="0">
                <a:pos x="T2" y="0"/>
              </a:cxn>
            </a:cxnLst>
            <a:rect l="0" t="0" r="r" b="b"/>
            <a:pathLst>
              <a:path w="1984">
                <a:moveTo>
                  <a:pt x="1984" y="0"/>
                </a:moveTo>
                <a:lnTo>
                  <a:pt x="0" y="0"/>
                </a:lnTo>
                <a:lnTo>
                  <a:pt x="1984"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121893" tIns="60947" rIns="121893" bIns="6094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Line 12"/>
          <p:cNvSpPr>
            <a:spLocks noChangeShapeType="1"/>
          </p:cNvSpPr>
          <p:nvPr/>
        </p:nvSpPr>
        <p:spPr bwMode="auto">
          <a:xfrm flipH="1">
            <a:off x="8743591" y="5210187"/>
            <a:ext cx="2324295" cy="0"/>
          </a:xfrm>
          <a:prstGeom prst="line">
            <a:avLst/>
          </a:pr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vert="horz" wrap="square" lIns="121893" tIns="60947" rIns="121893" bIns="60947"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cxnSp>
        <p:nvCxnSpPr>
          <p:cNvPr id="33" name="直接连接符 28"/>
          <p:cNvCxnSpPr/>
          <p:nvPr/>
        </p:nvCxnSpPr>
        <p:spPr>
          <a:xfrm flipV="1">
            <a:off x="911984" y="2329868"/>
            <a:ext cx="0" cy="2022650"/>
          </a:xfrm>
          <a:prstGeom prst="line">
            <a:avLst/>
          </a:prstGeom>
          <a:ln>
            <a:solidFill>
              <a:srgbClr val="ADB9CA"/>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4" name="直接连接符 29"/>
          <p:cNvCxnSpPr/>
          <p:nvPr/>
        </p:nvCxnSpPr>
        <p:spPr>
          <a:xfrm flipV="1">
            <a:off x="3543845" y="2329868"/>
            <a:ext cx="0" cy="2022653"/>
          </a:xfrm>
          <a:prstGeom prst="line">
            <a:avLst/>
          </a:prstGeom>
          <a:ln>
            <a:solidFill>
              <a:srgbClr val="ADB9CA"/>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5" name="直接连接符 30"/>
          <p:cNvCxnSpPr/>
          <p:nvPr/>
        </p:nvCxnSpPr>
        <p:spPr>
          <a:xfrm flipV="1">
            <a:off x="6185205" y="2329868"/>
            <a:ext cx="0" cy="2022653"/>
          </a:xfrm>
          <a:prstGeom prst="line">
            <a:avLst/>
          </a:prstGeom>
          <a:ln>
            <a:solidFill>
              <a:srgbClr val="ADB9CA"/>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6" name="直接连接符 31"/>
          <p:cNvCxnSpPr/>
          <p:nvPr/>
        </p:nvCxnSpPr>
        <p:spPr>
          <a:xfrm flipV="1">
            <a:off x="8826566" y="2329868"/>
            <a:ext cx="0" cy="2022653"/>
          </a:xfrm>
          <a:prstGeom prst="line">
            <a:avLst/>
          </a:prstGeom>
          <a:ln>
            <a:solidFill>
              <a:srgbClr val="ADB9CA"/>
            </a:solidFill>
            <a:prstDash val="dash"/>
            <a:tailEnd type="oval"/>
          </a:ln>
        </p:spPr>
        <p:style>
          <a:lnRef idx="1">
            <a:schemeClr val="accent1"/>
          </a:lnRef>
          <a:fillRef idx="0">
            <a:schemeClr val="accent1"/>
          </a:fillRef>
          <a:effectRef idx="0">
            <a:schemeClr val="accent1"/>
          </a:effectRef>
          <a:fontRef idx="minor">
            <a:schemeClr val="tx1"/>
          </a:fontRef>
        </p:style>
      </p:cxnSp>
      <p:grpSp>
        <p:nvGrpSpPr>
          <p:cNvPr id="37" name="组合 24"/>
          <p:cNvGrpSpPr/>
          <p:nvPr/>
        </p:nvGrpSpPr>
        <p:grpSpPr>
          <a:xfrm>
            <a:off x="8834970" y="4352520"/>
            <a:ext cx="2698010" cy="857669"/>
            <a:chOff x="6575446" y="3440667"/>
            <a:chExt cx="2023780" cy="643251"/>
          </a:xfrm>
          <a:solidFill>
            <a:srgbClr val="ADB9CA"/>
          </a:solidFill>
        </p:grpSpPr>
        <p:sp>
          <p:nvSpPr>
            <p:cNvPr id="38" name="Freeform 13"/>
            <p:cNvSpPr/>
            <p:nvPr/>
          </p:nvSpPr>
          <p:spPr bwMode="auto">
            <a:xfrm>
              <a:off x="6575446" y="3440667"/>
              <a:ext cx="2023780" cy="643251"/>
            </a:xfrm>
            <a:custGeom>
              <a:avLst/>
              <a:gdLst>
                <a:gd name="T0" fmla="*/ 1984 w 2303"/>
                <a:gd name="T1" fmla="*/ 732 h 732"/>
                <a:gd name="T2" fmla="*/ 0 w 2303"/>
                <a:gd name="T3" fmla="*/ 732 h 732"/>
                <a:gd name="T4" fmla="*/ 321 w 2303"/>
                <a:gd name="T5" fmla="*/ 366 h 732"/>
                <a:gd name="T6" fmla="*/ 0 w 2303"/>
                <a:gd name="T7" fmla="*/ 0 h 732"/>
                <a:gd name="T8" fmla="*/ 1984 w 2303"/>
                <a:gd name="T9" fmla="*/ 0 h 732"/>
                <a:gd name="T10" fmla="*/ 2303 w 2303"/>
                <a:gd name="T11" fmla="*/ 366 h 732"/>
                <a:gd name="T12" fmla="*/ 1984 w 2303"/>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3" h="732">
                  <a:moveTo>
                    <a:pt x="1984" y="732"/>
                  </a:moveTo>
                  <a:lnTo>
                    <a:pt x="0" y="732"/>
                  </a:lnTo>
                  <a:lnTo>
                    <a:pt x="321" y="366"/>
                  </a:lnTo>
                  <a:lnTo>
                    <a:pt x="0" y="0"/>
                  </a:lnTo>
                  <a:lnTo>
                    <a:pt x="1984" y="0"/>
                  </a:lnTo>
                  <a:lnTo>
                    <a:pt x="2303" y="366"/>
                  </a:lnTo>
                  <a:lnTo>
                    <a:pt x="1984" y="7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 name="TextBox 28"/>
            <p:cNvSpPr txBox="1"/>
            <p:nvPr/>
          </p:nvSpPr>
          <p:spPr>
            <a:xfrm>
              <a:off x="7399929" y="3612251"/>
              <a:ext cx="831109" cy="276999"/>
            </a:xfrm>
            <a:prstGeom prst="rect">
              <a:avLst/>
            </a:prstGeom>
            <a:grpFill/>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输入标题</a:t>
              </a:r>
              <a:endPar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grpSp>
      <p:grpSp>
        <p:nvGrpSpPr>
          <p:cNvPr id="40" name="组合 39"/>
          <p:cNvGrpSpPr/>
          <p:nvPr/>
        </p:nvGrpSpPr>
        <p:grpSpPr>
          <a:xfrm>
            <a:off x="6193584" y="4352520"/>
            <a:ext cx="2701524" cy="857669"/>
            <a:chOff x="4594140" y="3440667"/>
            <a:chExt cx="2026416" cy="643251"/>
          </a:xfrm>
          <a:solidFill>
            <a:srgbClr val="48BAF8"/>
          </a:solidFill>
        </p:grpSpPr>
        <p:sp>
          <p:nvSpPr>
            <p:cNvPr id="41" name="Freeform 8"/>
            <p:cNvSpPr/>
            <p:nvPr/>
          </p:nvSpPr>
          <p:spPr bwMode="auto">
            <a:xfrm>
              <a:off x="4594140" y="3440667"/>
              <a:ext cx="2026416" cy="643251"/>
            </a:xfrm>
            <a:custGeom>
              <a:avLst/>
              <a:gdLst>
                <a:gd name="T0" fmla="*/ 1985 w 2306"/>
                <a:gd name="T1" fmla="*/ 732 h 732"/>
                <a:gd name="T2" fmla="*/ 0 w 2306"/>
                <a:gd name="T3" fmla="*/ 732 h 732"/>
                <a:gd name="T4" fmla="*/ 322 w 2306"/>
                <a:gd name="T5" fmla="*/ 366 h 732"/>
                <a:gd name="T6" fmla="*/ 0 w 2306"/>
                <a:gd name="T7" fmla="*/ 0 h 732"/>
                <a:gd name="T8" fmla="*/ 1985 w 2306"/>
                <a:gd name="T9" fmla="*/ 0 h 732"/>
                <a:gd name="T10" fmla="*/ 2306 w 2306"/>
                <a:gd name="T11" fmla="*/ 366 h 732"/>
                <a:gd name="T12" fmla="*/ 1985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5" y="732"/>
                  </a:moveTo>
                  <a:lnTo>
                    <a:pt x="0" y="732"/>
                  </a:lnTo>
                  <a:lnTo>
                    <a:pt x="322" y="366"/>
                  </a:lnTo>
                  <a:lnTo>
                    <a:pt x="0" y="0"/>
                  </a:lnTo>
                  <a:lnTo>
                    <a:pt x="1985" y="0"/>
                  </a:lnTo>
                  <a:lnTo>
                    <a:pt x="2306" y="366"/>
                  </a:lnTo>
                  <a:lnTo>
                    <a:pt x="1985" y="7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TextBox 45"/>
            <p:cNvSpPr txBox="1"/>
            <p:nvPr/>
          </p:nvSpPr>
          <p:spPr>
            <a:xfrm>
              <a:off x="5386887" y="3612251"/>
              <a:ext cx="831109" cy="276999"/>
            </a:xfrm>
            <a:prstGeom prst="rect">
              <a:avLst/>
            </a:prstGeom>
            <a:grpFill/>
          </p:spPr>
          <p:txBody>
            <a:bodyPr wrap="none" rtlCol="0">
              <a:spAutoFit/>
            </a:bodyPr>
            <a:lstStyle/>
            <a:p>
              <a:pPr lvl="0"/>
              <a:r>
                <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输入标题</a:t>
              </a:r>
              <a:endPar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grpSp>
      <p:grpSp>
        <p:nvGrpSpPr>
          <p:cNvPr id="43" name="组合 52"/>
          <p:cNvGrpSpPr/>
          <p:nvPr/>
        </p:nvGrpSpPr>
        <p:grpSpPr>
          <a:xfrm>
            <a:off x="3553370" y="4352520"/>
            <a:ext cx="2700351" cy="857669"/>
            <a:chOff x="2613712" y="3440667"/>
            <a:chExt cx="2025537" cy="643251"/>
          </a:xfrm>
          <a:solidFill>
            <a:srgbClr val="ADB9CA"/>
          </a:solidFill>
        </p:grpSpPr>
        <p:sp>
          <p:nvSpPr>
            <p:cNvPr id="44" name="Freeform 7"/>
            <p:cNvSpPr/>
            <p:nvPr/>
          </p:nvSpPr>
          <p:spPr bwMode="auto">
            <a:xfrm>
              <a:off x="2613712" y="3440667"/>
              <a:ext cx="2025537" cy="643251"/>
            </a:xfrm>
            <a:custGeom>
              <a:avLst/>
              <a:gdLst>
                <a:gd name="T0" fmla="*/ 1984 w 2305"/>
                <a:gd name="T1" fmla="*/ 732 h 732"/>
                <a:gd name="T2" fmla="*/ 0 w 2305"/>
                <a:gd name="T3" fmla="*/ 732 h 732"/>
                <a:gd name="T4" fmla="*/ 321 w 2305"/>
                <a:gd name="T5" fmla="*/ 366 h 732"/>
                <a:gd name="T6" fmla="*/ 0 w 2305"/>
                <a:gd name="T7" fmla="*/ 0 h 732"/>
                <a:gd name="T8" fmla="*/ 1984 w 2305"/>
                <a:gd name="T9" fmla="*/ 0 h 732"/>
                <a:gd name="T10" fmla="*/ 2305 w 2305"/>
                <a:gd name="T11" fmla="*/ 366 h 732"/>
                <a:gd name="T12" fmla="*/ 1984 w 2305"/>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5" h="732">
                  <a:moveTo>
                    <a:pt x="1984" y="732"/>
                  </a:moveTo>
                  <a:lnTo>
                    <a:pt x="0" y="732"/>
                  </a:lnTo>
                  <a:lnTo>
                    <a:pt x="321" y="366"/>
                  </a:lnTo>
                  <a:lnTo>
                    <a:pt x="0" y="0"/>
                  </a:lnTo>
                  <a:lnTo>
                    <a:pt x="1984" y="0"/>
                  </a:lnTo>
                  <a:lnTo>
                    <a:pt x="2305" y="366"/>
                  </a:lnTo>
                  <a:lnTo>
                    <a:pt x="1984" y="7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TextBox 56"/>
            <p:cNvSpPr txBox="1"/>
            <p:nvPr/>
          </p:nvSpPr>
          <p:spPr>
            <a:xfrm>
              <a:off x="3417146" y="3612251"/>
              <a:ext cx="831109" cy="276999"/>
            </a:xfrm>
            <a:prstGeom prst="rect">
              <a:avLst/>
            </a:prstGeom>
            <a:grpFill/>
          </p:spPr>
          <p:txBody>
            <a:bodyPr wrap="none" rtlCol="0">
              <a:spAutoFit/>
            </a:bodyPr>
            <a:lstStyle/>
            <a:p>
              <a:r>
                <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输入标题</a:t>
              </a:r>
              <a:endPar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grpSp>
      <p:grpSp>
        <p:nvGrpSpPr>
          <p:cNvPr id="46" name="组合 68"/>
          <p:cNvGrpSpPr/>
          <p:nvPr/>
        </p:nvGrpSpPr>
        <p:grpSpPr>
          <a:xfrm>
            <a:off x="911984" y="4352520"/>
            <a:ext cx="2701523" cy="857669"/>
            <a:chOff x="632405" y="3440667"/>
            <a:chExt cx="2026416" cy="643251"/>
          </a:xfrm>
          <a:solidFill>
            <a:srgbClr val="015BAB"/>
          </a:solidFill>
        </p:grpSpPr>
        <p:sp>
          <p:nvSpPr>
            <p:cNvPr id="47" name="Freeform 6"/>
            <p:cNvSpPr/>
            <p:nvPr/>
          </p:nvSpPr>
          <p:spPr bwMode="auto">
            <a:xfrm>
              <a:off x="632405" y="3440667"/>
              <a:ext cx="2026416" cy="643251"/>
            </a:xfrm>
            <a:custGeom>
              <a:avLst/>
              <a:gdLst>
                <a:gd name="T0" fmla="*/ 1984 w 2306"/>
                <a:gd name="T1" fmla="*/ 732 h 732"/>
                <a:gd name="T2" fmla="*/ 0 w 2306"/>
                <a:gd name="T3" fmla="*/ 732 h 732"/>
                <a:gd name="T4" fmla="*/ 321 w 2306"/>
                <a:gd name="T5" fmla="*/ 366 h 732"/>
                <a:gd name="T6" fmla="*/ 0 w 2306"/>
                <a:gd name="T7" fmla="*/ 0 h 732"/>
                <a:gd name="T8" fmla="*/ 1984 w 2306"/>
                <a:gd name="T9" fmla="*/ 0 h 732"/>
                <a:gd name="T10" fmla="*/ 2306 w 2306"/>
                <a:gd name="T11" fmla="*/ 366 h 732"/>
                <a:gd name="T12" fmla="*/ 1984 w 2306"/>
                <a:gd name="T13" fmla="*/ 732 h 732"/>
              </a:gdLst>
              <a:ahLst/>
              <a:cxnLst>
                <a:cxn ang="0">
                  <a:pos x="T0" y="T1"/>
                </a:cxn>
                <a:cxn ang="0">
                  <a:pos x="T2" y="T3"/>
                </a:cxn>
                <a:cxn ang="0">
                  <a:pos x="T4" y="T5"/>
                </a:cxn>
                <a:cxn ang="0">
                  <a:pos x="T6" y="T7"/>
                </a:cxn>
                <a:cxn ang="0">
                  <a:pos x="T8" y="T9"/>
                </a:cxn>
                <a:cxn ang="0">
                  <a:pos x="T10" y="T11"/>
                </a:cxn>
                <a:cxn ang="0">
                  <a:pos x="T12" y="T13"/>
                </a:cxn>
              </a:cxnLst>
              <a:rect l="0" t="0" r="r" b="b"/>
              <a:pathLst>
                <a:path w="2306" h="732">
                  <a:moveTo>
                    <a:pt x="1984" y="732"/>
                  </a:moveTo>
                  <a:lnTo>
                    <a:pt x="0" y="732"/>
                  </a:lnTo>
                  <a:lnTo>
                    <a:pt x="321" y="366"/>
                  </a:lnTo>
                  <a:lnTo>
                    <a:pt x="0" y="0"/>
                  </a:lnTo>
                  <a:lnTo>
                    <a:pt x="1984" y="0"/>
                  </a:lnTo>
                  <a:lnTo>
                    <a:pt x="2306" y="366"/>
                  </a:lnTo>
                  <a:lnTo>
                    <a:pt x="1984" y="7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TextBox 72"/>
            <p:cNvSpPr txBox="1"/>
            <p:nvPr/>
          </p:nvSpPr>
          <p:spPr>
            <a:xfrm>
              <a:off x="1438784" y="3612251"/>
              <a:ext cx="831109" cy="276999"/>
            </a:xfrm>
            <a:prstGeom prst="rect">
              <a:avLst/>
            </a:prstGeom>
            <a:grpFill/>
          </p:spPr>
          <p:txBody>
            <a:bodyPr wrap="none" rtlCol="0">
              <a:spAutoFit/>
            </a:bodyPr>
            <a:lstStyle/>
            <a:p>
              <a:pPr lvl="0"/>
              <a:r>
                <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输入标题</a:t>
              </a:r>
              <a:endParaRPr lang="zh-CN" altLang="en-US" dirty="0">
                <a:solidFill>
                  <a:schemeClr val="bg1"/>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grpSp>
      <p:sp>
        <p:nvSpPr>
          <p:cNvPr id="53" name="tactics_265841"/>
          <p:cNvSpPr>
            <a:spLocks noChangeAspect="1"/>
          </p:cNvSpPr>
          <p:nvPr/>
        </p:nvSpPr>
        <p:spPr>
          <a:xfrm>
            <a:off x="4169854" y="4578989"/>
            <a:ext cx="405342" cy="404729"/>
          </a:xfrm>
          <a:custGeom>
            <a:avLst/>
            <a:gdLst>
              <a:gd name="connsiteX0" fmla="*/ 466640 w 607639"/>
              <a:gd name="connsiteY0" fmla="*/ 431562 h 606722"/>
              <a:gd name="connsiteX1" fmla="*/ 425950 w 607639"/>
              <a:gd name="connsiteY1" fmla="*/ 472268 h 606722"/>
              <a:gd name="connsiteX2" fmla="*/ 466640 w 607639"/>
              <a:gd name="connsiteY2" fmla="*/ 512886 h 606722"/>
              <a:gd name="connsiteX3" fmla="*/ 507420 w 607639"/>
              <a:gd name="connsiteY3" fmla="*/ 472268 h 606722"/>
              <a:gd name="connsiteX4" fmla="*/ 466640 w 607639"/>
              <a:gd name="connsiteY4" fmla="*/ 431562 h 606722"/>
              <a:gd name="connsiteX5" fmla="*/ 466640 w 607639"/>
              <a:gd name="connsiteY5" fmla="*/ 412808 h 606722"/>
              <a:gd name="connsiteX6" fmla="*/ 526207 w 607639"/>
              <a:gd name="connsiteY6" fmla="*/ 472268 h 606722"/>
              <a:gd name="connsiteX7" fmla="*/ 466640 w 607639"/>
              <a:gd name="connsiteY7" fmla="*/ 531640 h 606722"/>
              <a:gd name="connsiteX8" fmla="*/ 407163 w 607639"/>
              <a:gd name="connsiteY8" fmla="*/ 472268 h 606722"/>
              <a:gd name="connsiteX9" fmla="*/ 466640 w 607639"/>
              <a:gd name="connsiteY9" fmla="*/ 412808 h 606722"/>
              <a:gd name="connsiteX10" fmla="*/ 109090 w 607639"/>
              <a:gd name="connsiteY10" fmla="*/ 314581 h 606722"/>
              <a:gd name="connsiteX11" fmla="*/ 146741 w 607639"/>
              <a:gd name="connsiteY11" fmla="*/ 352180 h 606722"/>
              <a:gd name="connsiteX12" fmla="*/ 184392 w 607639"/>
              <a:gd name="connsiteY12" fmla="*/ 314581 h 606722"/>
              <a:gd name="connsiteX13" fmla="*/ 197654 w 607639"/>
              <a:gd name="connsiteY13" fmla="*/ 327825 h 606722"/>
              <a:gd name="connsiteX14" fmla="*/ 160003 w 607639"/>
              <a:gd name="connsiteY14" fmla="*/ 365423 h 606722"/>
              <a:gd name="connsiteX15" fmla="*/ 197654 w 607639"/>
              <a:gd name="connsiteY15" fmla="*/ 403022 h 606722"/>
              <a:gd name="connsiteX16" fmla="*/ 184392 w 607639"/>
              <a:gd name="connsiteY16" fmla="*/ 416266 h 606722"/>
              <a:gd name="connsiteX17" fmla="*/ 146741 w 607639"/>
              <a:gd name="connsiteY17" fmla="*/ 378667 h 606722"/>
              <a:gd name="connsiteX18" fmla="*/ 109090 w 607639"/>
              <a:gd name="connsiteY18" fmla="*/ 416266 h 606722"/>
              <a:gd name="connsiteX19" fmla="*/ 95828 w 607639"/>
              <a:gd name="connsiteY19" fmla="*/ 403022 h 606722"/>
              <a:gd name="connsiteX20" fmla="*/ 133479 w 607639"/>
              <a:gd name="connsiteY20" fmla="*/ 365423 h 606722"/>
              <a:gd name="connsiteX21" fmla="*/ 95828 w 607639"/>
              <a:gd name="connsiteY21" fmla="*/ 327825 h 606722"/>
              <a:gd name="connsiteX22" fmla="*/ 153435 w 607639"/>
              <a:gd name="connsiteY22" fmla="*/ 181407 h 606722"/>
              <a:gd name="connsiteX23" fmla="*/ 112769 w 607639"/>
              <a:gd name="connsiteY23" fmla="*/ 222025 h 606722"/>
              <a:gd name="connsiteX24" fmla="*/ 153435 w 607639"/>
              <a:gd name="connsiteY24" fmla="*/ 262731 h 606722"/>
              <a:gd name="connsiteX25" fmla="*/ 194190 w 607639"/>
              <a:gd name="connsiteY25" fmla="*/ 222025 h 606722"/>
              <a:gd name="connsiteX26" fmla="*/ 153435 w 607639"/>
              <a:gd name="connsiteY26" fmla="*/ 181407 h 606722"/>
              <a:gd name="connsiteX27" fmla="*/ 265673 w 607639"/>
              <a:gd name="connsiteY27" fmla="*/ 171192 h 606722"/>
              <a:gd name="connsiteX28" fmla="*/ 303317 w 607639"/>
              <a:gd name="connsiteY28" fmla="*/ 208784 h 606722"/>
              <a:gd name="connsiteX29" fmla="*/ 340960 w 607639"/>
              <a:gd name="connsiteY29" fmla="*/ 171192 h 606722"/>
              <a:gd name="connsiteX30" fmla="*/ 354309 w 607639"/>
              <a:gd name="connsiteY30" fmla="*/ 184433 h 606722"/>
              <a:gd name="connsiteX31" fmla="*/ 316665 w 607639"/>
              <a:gd name="connsiteY31" fmla="*/ 222025 h 606722"/>
              <a:gd name="connsiteX32" fmla="*/ 354309 w 607639"/>
              <a:gd name="connsiteY32" fmla="*/ 259617 h 606722"/>
              <a:gd name="connsiteX33" fmla="*/ 340960 w 607639"/>
              <a:gd name="connsiteY33" fmla="*/ 272947 h 606722"/>
              <a:gd name="connsiteX34" fmla="*/ 303317 w 607639"/>
              <a:gd name="connsiteY34" fmla="*/ 235355 h 606722"/>
              <a:gd name="connsiteX35" fmla="*/ 265673 w 607639"/>
              <a:gd name="connsiteY35" fmla="*/ 272947 h 606722"/>
              <a:gd name="connsiteX36" fmla="*/ 252413 w 607639"/>
              <a:gd name="connsiteY36" fmla="*/ 259617 h 606722"/>
              <a:gd name="connsiteX37" fmla="*/ 290057 w 607639"/>
              <a:gd name="connsiteY37" fmla="*/ 222025 h 606722"/>
              <a:gd name="connsiteX38" fmla="*/ 252413 w 607639"/>
              <a:gd name="connsiteY38" fmla="*/ 184433 h 606722"/>
              <a:gd name="connsiteX39" fmla="*/ 153435 w 607639"/>
              <a:gd name="connsiteY39" fmla="*/ 162653 h 606722"/>
              <a:gd name="connsiteX40" fmla="*/ 212966 w 607639"/>
              <a:gd name="connsiteY40" fmla="*/ 222025 h 606722"/>
              <a:gd name="connsiteX41" fmla="*/ 153435 w 607639"/>
              <a:gd name="connsiteY41" fmla="*/ 281485 h 606722"/>
              <a:gd name="connsiteX42" fmla="*/ 93993 w 607639"/>
              <a:gd name="connsiteY42" fmla="*/ 222025 h 606722"/>
              <a:gd name="connsiteX43" fmla="*/ 153435 w 607639"/>
              <a:gd name="connsiteY43" fmla="*/ 162653 h 606722"/>
              <a:gd name="connsiteX44" fmla="*/ 297574 w 607639"/>
              <a:gd name="connsiteY44" fmla="*/ 100062 h 606722"/>
              <a:gd name="connsiteX45" fmla="*/ 379007 w 607639"/>
              <a:gd name="connsiteY45" fmla="*/ 100062 h 606722"/>
              <a:gd name="connsiteX46" fmla="*/ 379007 w 607639"/>
              <a:gd name="connsiteY46" fmla="*/ 118832 h 606722"/>
              <a:gd name="connsiteX47" fmla="*/ 297574 w 607639"/>
              <a:gd name="connsiteY47" fmla="*/ 118832 h 606722"/>
              <a:gd name="connsiteX48" fmla="*/ 153409 w 607639"/>
              <a:gd name="connsiteY48" fmla="*/ 100062 h 606722"/>
              <a:gd name="connsiteX49" fmla="*/ 191091 w 607639"/>
              <a:gd name="connsiteY49" fmla="*/ 100062 h 606722"/>
              <a:gd name="connsiteX50" fmla="*/ 191091 w 607639"/>
              <a:gd name="connsiteY50" fmla="*/ 118832 h 606722"/>
              <a:gd name="connsiteX51" fmla="*/ 153409 w 607639"/>
              <a:gd name="connsiteY51" fmla="*/ 118832 h 606722"/>
              <a:gd name="connsiteX52" fmla="*/ 97098 w 607639"/>
              <a:gd name="connsiteY52" fmla="*/ 100062 h 606722"/>
              <a:gd name="connsiteX53" fmla="*/ 134639 w 607639"/>
              <a:gd name="connsiteY53" fmla="*/ 100062 h 606722"/>
              <a:gd name="connsiteX54" fmla="*/ 134639 w 607639"/>
              <a:gd name="connsiteY54" fmla="*/ 118832 h 606722"/>
              <a:gd name="connsiteX55" fmla="*/ 97098 w 607639"/>
              <a:gd name="connsiteY55" fmla="*/ 118832 h 606722"/>
              <a:gd name="connsiteX56" fmla="*/ 485449 w 607639"/>
              <a:gd name="connsiteY56" fmla="*/ 89971 h 606722"/>
              <a:gd name="connsiteX57" fmla="*/ 554786 w 607639"/>
              <a:gd name="connsiteY57" fmla="*/ 159111 h 606722"/>
              <a:gd name="connsiteX58" fmla="*/ 541435 w 607639"/>
              <a:gd name="connsiteY58" fmla="*/ 172442 h 606722"/>
              <a:gd name="connsiteX59" fmla="*/ 494528 w 607639"/>
              <a:gd name="connsiteY59" fmla="*/ 125519 h 606722"/>
              <a:gd name="connsiteX60" fmla="*/ 372943 w 607639"/>
              <a:gd name="connsiteY60" fmla="*/ 403680 h 606722"/>
              <a:gd name="connsiteX61" fmla="*/ 78328 w 607639"/>
              <a:gd name="connsiteY61" fmla="*/ 525431 h 606722"/>
              <a:gd name="connsiteX62" fmla="*/ 78328 w 607639"/>
              <a:gd name="connsiteY62" fmla="*/ 506680 h 606722"/>
              <a:gd name="connsiteX63" fmla="*/ 359681 w 607639"/>
              <a:gd name="connsiteY63" fmla="*/ 390350 h 606722"/>
              <a:gd name="connsiteX64" fmla="*/ 475747 w 607639"/>
              <a:gd name="connsiteY64" fmla="*/ 126230 h 606722"/>
              <a:gd name="connsiteX65" fmla="*/ 429463 w 607639"/>
              <a:gd name="connsiteY65" fmla="*/ 172442 h 606722"/>
              <a:gd name="connsiteX66" fmla="*/ 416201 w 607639"/>
              <a:gd name="connsiteY66" fmla="*/ 159111 h 606722"/>
              <a:gd name="connsiteX67" fmla="*/ 97098 w 607639"/>
              <a:gd name="connsiteY67" fmla="*/ 56241 h 606722"/>
              <a:gd name="connsiteX68" fmla="*/ 379007 w 607639"/>
              <a:gd name="connsiteY68" fmla="*/ 56241 h 606722"/>
              <a:gd name="connsiteX69" fmla="*/ 379007 w 607639"/>
              <a:gd name="connsiteY69" fmla="*/ 75082 h 606722"/>
              <a:gd name="connsiteX70" fmla="*/ 97098 w 607639"/>
              <a:gd name="connsiteY70" fmla="*/ 75082 h 606722"/>
              <a:gd name="connsiteX71" fmla="*/ 21895 w 607639"/>
              <a:gd name="connsiteY71" fmla="*/ 18752 h 606722"/>
              <a:gd name="connsiteX72" fmla="*/ 18780 w 607639"/>
              <a:gd name="connsiteY72" fmla="*/ 21862 h 606722"/>
              <a:gd name="connsiteX73" fmla="*/ 18780 w 607639"/>
              <a:gd name="connsiteY73" fmla="*/ 584771 h 606722"/>
              <a:gd name="connsiteX74" fmla="*/ 21895 w 607639"/>
              <a:gd name="connsiteY74" fmla="*/ 587970 h 606722"/>
              <a:gd name="connsiteX75" fmla="*/ 585655 w 607639"/>
              <a:gd name="connsiteY75" fmla="*/ 587970 h 606722"/>
              <a:gd name="connsiteX76" fmla="*/ 588859 w 607639"/>
              <a:gd name="connsiteY76" fmla="*/ 584771 h 606722"/>
              <a:gd name="connsiteX77" fmla="*/ 588859 w 607639"/>
              <a:gd name="connsiteY77" fmla="*/ 21862 h 606722"/>
              <a:gd name="connsiteX78" fmla="*/ 585655 w 607639"/>
              <a:gd name="connsiteY78" fmla="*/ 18752 h 606722"/>
              <a:gd name="connsiteX79" fmla="*/ 21895 w 607639"/>
              <a:gd name="connsiteY79" fmla="*/ 0 h 606722"/>
              <a:gd name="connsiteX80" fmla="*/ 585655 w 607639"/>
              <a:gd name="connsiteY80" fmla="*/ 0 h 606722"/>
              <a:gd name="connsiteX81" fmla="*/ 607639 w 607639"/>
              <a:gd name="connsiteY81" fmla="*/ 21862 h 606722"/>
              <a:gd name="connsiteX82" fmla="*/ 607639 w 607639"/>
              <a:gd name="connsiteY82" fmla="*/ 584771 h 606722"/>
              <a:gd name="connsiteX83" fmla="*/ 585655 w 607639"/>
              <a:gd name="connsiteY83" fmla="*/ 606722 h 606722"/>
              <a:gd name="connsiteX84" fmla="*/ 21895 w 607639"/>
              <a:gd name="connsiteY84" fmla="*/ 606722 h 606722"/>
              <a:gd name="connsiteX85" fmla="*/ 0 w 607639"/>
              <a:gd name="connsiteY85" fmla="*/ 584771 h 606722"/>
              <a:gd name="connsiteX86" fmla="*/ 0 w 607639"/>
              <a:gd name="connsiteY86" fmla="*/ 21862 h 606722"/>
              <a:gd name="connsiteX87" fmla="*/ 21895 w 607639"/>
              <a:gd name="connsiteY8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7639" h="606722">
                <a:moveTo>
                  <a:pt x="466640" y="431562"/>
                </a:moveTo>
                <a:cubicBezTo>
                  <a:pt x="444203" y="431562"/>
                  <a:pt x="425950" y="449782"/>
                  <a:pt x="425950" y="472268"/>
                </a:cubicBezTo>
                <a:cubicBezTo>
                  <a:pt x="425950" y="494666"/>
                  <a:pt x="444203" y="512886"/>
                  <a:pt x="466640" y="512886"/>
                </a:cubicBezTo>
                <a:cubicBezTo>
                  <a:pt x="489078" y="512886"/>
                  <a:pt x="507420" y="494666"/>
                  <a:pt x="507420" y="472268"/>
                </a:cubicBezTo>
                <a:cubicBezTo>
                  <a:pt x="507420" y="449782"/>
                  <a:pt x="489078" y="431562"/>
                  <a:pt x="466640" y="431562"/>
                </a:cubicBezTo>
                <a:close/>
                <a:moveTo>
                  <a:pt x="466640" y="412808"/>
                </a:moveTo>
                <a:cubicBezTo>
                  <a:pt x="499496" y="412808"/>
                  <a:pt x="526207" y="439472"/>
                  <a:pt x="526207" y="472268"/>
                </a:cubicBezTo>
                <a:cubicBezTo>
                  <a:pt x="526207" y="504976"/>
                  <a:pt x="499496" y="531640"/>
                  <a:pt x="466640" y="531640"/>
                </a:cubicBezTo>
                <a:cubicBezTo>
                  <a:pt x="433874" y="531640"/>
                  <a:pt x="407163" y="504976"/>
                  <a:pt x="407163" y="472268"/>
                </a:cubicBezTo>
                <a:cubicBezTo>
                  <a:pt x="407163" y="439472"/>
                  <a:pt x="433874" y="412808"/>
                  <a:pt x="466640" y="412808"/>
                </a:cubicBezTo>
                <a:close/>
                <a:moveTo>
                  <a:pt x="109090" y="314581"/>
                </a:moveTo>
                <a:lnTo>
                  <a:pt x="146741" y="352180"/>
                </a:lnTo>
                <a:lnTo>
                  <a:pt x="184392" y="314581"/>
                </a:lnTo>
                <a:lnTo>
                  <a:pt x="197654" y="327825"/>
                </a:lnTo>
                <a:lnTo>
                  <a:pt x="160003" y="365423"/>
                </a:lnTo>
                <a:lnTo>
                  <a:pt x="197654" y="403022"/>
                </a:lnTo>
                <a:lnTo>
                  <a:pt x="184392" y="416266"/>
                </a:lnTo>
                <a:lnTo>
                  <a:pt x="146741" y="378667"/>
                </a:lnTo>
                <a:lnTo>
                  <a:pt x="109090" y="416266"/>
                </a:lnTo>
                <a:lnTo>
                  <a:pt x="95828" y="403022"/>
                </a:lnTo>
                <a:lnTo>
                  <a:pt x="133479" y="365423"/>
                </a:lnTo>
                <a:lnTo>
                  <a:pt x="95828" y="327825"/>
                </a:lnTo>
                <a:close/>
                <a:moveTo>
                  <a:pt x="153435" y="181407"/>
                </a:moveTo>
                <a:cubicBezTo>
                  <a:pt x="131011" y="181407"/>
                  <a:pt x="112769" y="199627"/>
                  <a:pt x="112769" y="222025"/>
                </a:cubicBezTo>
                <a:cubicBezTo>
                  <a:pt x="112769" y="244511"/>
                  <a:pt x="131011" y="262731"/>
                  <a:pt x="153435" y="262731"/>
                </a:cubicBezTo>
                <a:cubicBezTo>
                  <a:pt x="175948" y="262731"/>
                  <a:pt x="194190" y="244511"/>
                  <a:pt x="194190" y="222025"/>
                </a:cubicBezTo>
                <a:cubicBezTo>
                  <a:pt x="194190" y="199627"/>
                  <a:pt x="175948" y="181407"/>
                  <a:pt x="153435" y="181407"/>
                </a:cubicBezTo>
                <a:close/>
                <a:moveTo>
                  <a:pt x="265673" y="171192"/>
                </a:moveTo>
                <a:lnTo>
                  <a:pt x="303317" y="208784"/>
                </a:lnTo>
                <a:lnTo>
                  <a:pt x="340960" y="171192"/>
                </a:lnTo>
                <a:lnTo>
                  <a:pt x="354309" y="184433"/>
                </a:lnTo>
                <a:lnTo>
                  <a:pt x="316665" y="222025"/>
                </a:lnTo>
                <a:lnTo>
                  <a:pt x="354309" y="259617"/>
                </a:lnTo>
                <a:lnTo>
                  <a:pt x="340960" y="272947"/>
                </a:lnTo>
                <a:lnTo>
                  <a:pt x="303317" y="235355"/>
                </a:lnTo>
                <a:lnTo>
                  <a:pt x="265673" y="272947"/>
                </a:lnTo>
                <a:lnTo>
                  <a:pt x="252413" y="259617"/>
                </a:lnTo>
                <a:lnTo>
                  <a:pt x="290057" y="222025"/>
                </a:lnTo>
                <a:lnTo>
                  <a:pt x="252413" y="184433"/>
                </a:lnTo>
                <a:close/>
                <a:moveTo>
                  <a:pt x="153435" y="162653"/>
                </a:moveTo>
                <a:cubicBezTo>
                  <a:pt x="186271" y="162653"/>
                  <a:pt x="212966" y="189317"/>
                  <a:pt x="212966" y="222025"/>
                </a:cubicBezTo>
                <a:cubicBezTo>
                  <a:pt x="212966" y="254821"/>
                  <a:pt x="186271" y="281485"/>
                  <a:pt x="153435" y="281485"/>
                </a:cubicBezTo>
                <a:cubicBezTo>
                  <a:pt x="120689" y="281485"/>
                  <a:pt x="93993" y="254821"/>
                  <a:pt x="93993" y="222025"/>
                </a:cubicBezTo>
                <a:cubicBezTo>
                  <a:pt x="93993" y="189317"/>
                  <a:pt x="120689" y="162653"/>
                  <a:pt x="153435" y="162653"/>
                </a:cubicBezTo>
                <a:close/>
                <a:moveTo>
                  <a:pt x="297574" y="100062"/>
                </a:moveTo>
                <a:lnTo>
                  <a:pt x="379007" y="100062"/>
                </a:lnTo>
                <a:lnTo>
                  <a:pt x="379007" y="118832"/>
                </a:lnTo>
                <a:lnTo>
                  <a:pt x="297574" y="118832"/>
                </a:lnTo>
                <a:close/>
                <a:moveTo>
                  <a:pt x="153409" y="100062"/>
                </a:moveTo>
                <a:lnTo>
                  <a:pt x="191091" y="100062"/>
                </a:lnTo>
                <a:lnTo>
                  <a:pt x="191091" y="118832"/>
                </a:lnTo>
                <a:lnTo>
                  <a:pt x="153409" y="118832"/>
                </a:lnTo>
                <a:close/>
                <a:moveTo>
                  <a:pt x="97098" y="100062"/>
                </a:moveTo>
                <a:lnTo>
                  <a:pt x="134639" y="100062"/>
                </a:lnTo>
                <a:lnTo>
                  <a:pt x="134639" y="118832"/>
                </a:lnTo>
                <a:lnTo>
                  <a:pt x="97098" y="118832"/>
                </a:lnTo>
                <a:close/>
                <a:moveTo>
                  <a:pt x="485449" y="89971"/>
                </a:moveTo>
                <a:lnTo>
                  <a:pt x="554786" y="159111"/>
                </a:lnTo>
                <a:lnTo>
                  <a:pt x="541435" y="172442"/>
                </a:lnTo>
                <a:lnTo>
                  <a:pt x="494528" y="125519"/>
                </a:lnTo>
                <a:cubicBezTo>
                  <a:pt x="490611" y="230740"/>
                  <a:pt x="447799" y="328941"/>
                  <a:pt x="372943" y="403680"/>
                </a:cubicBezTo>
                <a:cubicBezTo>
                  <a:pt x="294261" y="482152"/>
                  <a:pt x="189677" y="525431"/>
                  <a:pt x="78328" y="525431"/>
                </a:cubicBezTo>
                <a:lnTo>
                  <a:pt x="78328" y="506680"/>
                </a:lnTo>
                <a:cubicBezTo>
                  <a:pt x="184603" y="506680"/>
                  <a:pt x="284559" y="465355"/>
                  <a:pt x="359681" y="390350"/>
                </a:cubicBezTo>
                <a:cubicBezTo>
                  <a:pt x="430798" y="319343"/>
                  <a:pt x="471564" y="226119"/>
                  <a:pt x="475747" y="126230"/>
                </a:cubicBezTo>
                <a:lnTo>
                  <a:pt x="429463" y="172442"/>
                </a:lnTo>
                <a:lnTo>
                  <a:pt x="416201" y="159111"/>
                </a:lnTo>
                <a:close/>
                <a:moveTo>
                  <a:pt x="97098" y="56241"/>
                </a:moveTo>
                <a:lnTo>
                  <a:pt x="379007" y="56241"/>
                </a:lnTo>
                <a:lnTo>
                  <a:pt x="379007" y="75082"/>
                </a:lnTo>
                <a:lnTo>
                  <a:pt x="97098" y="75082"/>
                </a:lnTo>
                <a:close/>
                <a:moveTo>
                  <a:pt x="21895" y="18752"/>
                </a:moveTo>
                <a:cubicBezTo>
                  <a:pt x="20204" y="18752"/>
                  <a:pt x="18780" y="20174"/>
                  <a:pt x="18780" y="21862"/>
                </a:cubicBezTo>
                <a:lnTo>
                  <a:pt x="18780" y="584771"/>
                </a:lnTo>
                <a:cubicBezTo>
                  <a:pt x="18780" y="586459"/>
                  <a:pt x="20204" y="587970"/>
                  <a:pt x="21895" y="587970"/>
                </a:cubicBezTo>
                <a:lnTo>
                  <a:pt x="585655" y="587970"/>
                </a:lnTo>
                <a:cubicBezTo>
                  <a:pt x="587346" y="587970"/>
                  <a:pt x="588859" y="586459"/>
                  <a:pt x="588859" y="584771"/>
                </a:cubicBezTo>
                <a:lnTo>
                  <a:pt x="588859" y="21862"/>
                </a:lnTo>
                <a:cubicBezTo>
                  <a:pt x="588859" y="20174"/>
                  <a:pt x="587346" y="18752"/>
                  <a:pt x="585655" y="18752"/>
                </a:cubicBezTo>
                <a:close/>
                <a:moveTo>
                  <a:pt x="21895" y="0"/>
                </a:moveTo>
                <a:lnTo>
                  <a:pt x="585655" y="0"/>
                </a:lnTo>
                <a:cubicBezTo>
                  <a:pt x="597759" y="0"/>
                  <a:pt x="607639" y="9865"/>
                  <a:pt x="607639" y="21862"/>
                </a:cubicBezTo>
                <a:lnTo>
                  <a:pt x="607639" y="584771"/>
                </a:lnTo>
                <a:cubicBezTo>
                  <a:pt x="607639" y="596857"/>
                  <a:pt x="597759" y="606722"/>
                  <a:pt x="585655" y="606722"/>
                </a:cubicBezTo>
                <a:lnTo>
                  <a:pt x="21895" y="606722"/>
                </a:lnTo>
                <a:cubicBezTo>
                  <a:pt x="9880" y="606722"/>
                  <a:pt x="0" y="596857"/>
                  <a:pt x="0" y="584771"/>
                </a:cubicBezTo>
                <a:lnTo>
                  <a:pt x="0" y="21862"/>
                </a:lnTo>
                <a:cubicBezTo>
                  <a:pt x="0" y="9865"/>
                  <a:pt x="9880" y="0"/>
                  <a:pt x="218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任意多边形 66"/>
          <p:cNvSpPr>
            <a:spLocks noChangeAspect="1"/>
          </p:cNvSpPr>
          <p:nvPr/>
        </p:nvSpPr>
        <p:spPr>
          <a:xfrm>
            <a:off x="6815709" y="4569095"/>
            <a:ext cx="441400" cy="400110"/>
          </a:xfrm>
          <a:custGeom>
            <a:avLst/>
            <a:gdLst>
              <a:gd name="T0" fmla="*/ 6399 w 10578"/>
              <a:gd name="T1" fmla="*/ 7356 h 9590"/>
              <a:gd name="T2" fmla="*/ 5944 w 10578"/>
              <a:gd name="T3" fmla="*/ 6904 h 9590"/>
              <a:gd name="T4" fmla="*/ 10452 w 10578"/>
              <a:gd name="T5" fmla="*/ 2874 h 9590"/>
              <a:gd name="T6" fmla="*/ 2252 w 10578"/>
              <a:gd name="T7" fmla="*/ 7352 h 9590"/>
              <a:gd name="T8" fmla="*/ 1607 w 10578"/>
              <a:gd name="T9" fmla="*/ 7033 h 9590"/>
              <a:gd name="T10" fmla="*/ 2252 w 10578"/>
              <a:gd name="T11" fmla="*/ 6713 h 9590"/>
              <a:gd name="T12" fmla="*/ 2252 w 10578"/>
              <a:gd name="T13" fmla="*/ 7352 h 9590"/>
              <a:gd name="T14" fmla="*/ 1927 w 10578"/>
              <a:gd name="T15" fmla="*/ 2877 h 9590"/>
              <a:gd name="T16" fmla="*/ 1927 w 10578"/>
              <a:gd name="T17" fmla="*/ 2238 h 9590"/>
              <a:gd name="T18" fmla="*/ 2572 w 10578"/>
              <a:gd name="T19" fmla="*/ 2557 h 9590"/>
              <a:gd name="T20" fmla="*/ 2252 w 10578"/>
              <a:gd name="T21" fmla="*/ 5115 h 9590"/>
              <a:gd name="T22" fmla="*/ 1607 w 10578"/>
              <a:gd name="T23" fmla="*/ 4795 h 9590"/>
              <a:gd name="T24" fmla="*/ 2252 w 10578"/>
              <a:gd name="T25" fmla="*/ 4475 h 9590"/>
              <a:gd name="T26" fmla="*/ 2252 w 10578"/>
              <a:gd name="T27" fmla="*/ 5115 h 9590"/>
              <a:gd name="T28" fmla="*/ 4824 w 10578"/>
              <a:gd name="T29" fmla="*/ 6713 h 9590"/>
              <a:gd name="T30" fmla="*/ 4824 w 10578"/>
              <a:gd name="T31" fmla="*/ 7352 h 9590"/>
              <a:gd name="T32" fmla="*/ 3536 w 10578"/>
              <a:gd name="T33" fmla="*/ 7033 h 9590"/>
              <a:gd name="T34" fmla="*/ 3536 w 10578"/>
              <a:gd name="T35" fmla="*/ 2557 h 9590"/>
              <a:gd name="T36" fmla="*/ 7075 w 10578"/>
              <a:gd name="T37" fmla="*/ 2238 h 9590"/>
              <a:gd name="T38" fmla="*/ 7075 w 10578"/>
              <a:gd name="T39" fmla="*/ 2877 h 9590"/>
              <a:gd name="T40" fmla="*/ 3536 w 10578"/>
              <a:gd name="T41" fmla="*/ 2557 h 9590"/>
              <a:gd name="T42" fmla="*/ 3856 w 10578"/>
              <a:gd name="T43" fmla="*/ 5115 h 9590"/>
              <a:gd name="T44" fmla="*/ 3856 w 10578"/>
              <a:gd name="T45" fmla="*/ 4475 h 9590"/>
              <a:gd name="T46" fmla="*/ 5787 w 10578"/>
              <a:gd name="T47" fmla="*/ 4795 h 9590"/>
              <a:gd name="T48" fmla="*/ 8951 w 10578"/>
              <a:gd name="T49" fmla="*/ 2557 h 9590"/>
              <a:gd name="T50" fmla="*/ 8631 w 10578"/>
              <a:gd name="T51" fmla="*/ 1918 h 9590"/>
              <a:gd name="T52" fmla="*/ 8631 w 10578"/>
              <a:gd name="T53" fmla="*/ 1598 h 9590"/>
              <a:gd name="T54" fmla="*/ 1598 w 10578"/>
              <a:gd name="T55" fmla="*/ 639 h 9590"/>
              <a:gd name="T56" fmla="*/ 639 w 10578"/>
              <a:gd name="T57" fmla="*/ 7992 h 9590"/>
              <a:gd name="T58" fmla="*/ 7672 w 10578"/>
              <a:gd name="T59" fmla="*/ 8951 h 9590"/>
              <a:gd name="T60" fmla="*/ 8631 w 10578"/>
              <a:gd name="T61" fmla="*/ 7353 h 9590"/>
              <a:gd name="T62" fmla="*/ 8631 w 10578"/>
              <a:gd name="T63" fmla="*/ 7033 h 9590"/>
              <a:gd name="T64" fmla="*/ 9270 w 10578"/>
              <a:gd name="T65" fmla="*/ 7033 h 9590"/>
              <a:gd name="T66" fmla="*/ 7672 w 10578"/>
              <a:gd name="T67" fmla="*/ 9590 h 9590"/>
              <a:gd name="T68" fmla="*/ 0 w 10578"/>
              <a:gd name="T69" fmla="*/ 7992 h 9590"/>
              <a:gd name="T70" fmla="*/ 1598 w 10578"/>
              <a:gd name="T71" fmla="*/ 0 h 9590"/>
              <a:gd name="T72" fmla="*/ 9270 w 10578"/>
              <a:gd name="T73" fmla="*/ 1598 h 9590"/>
              <a:gd name="T74" fmla="*/ 8951 w 10578"/>
              <a:gd name="T75" fmla="*/ 2557 h 9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78" h="9590">
                <a:moveTo>
                  <a:pt x="10452" y="3326"/>
                </a:moveTo>
                <a:lnTo>
                  <a:pt x="6399" y="7356"/>
                </a:lnTo>
                <a:cubicBezTo>
                  <a:pt x="6273" y="7480"/>
                  <a:pt x="6070" y="7480"/>
                  <a:pt x="5944" y="7356"/>
                </a:cubicBezTo>
                <a:cubicBezTo>
                  <a:pt x="5819" y="7231"/>
                  <a:pt x="5819" y="7028"/>
                  <a:pt x="5944" y="6904"/>
                </a:cubicBezTo>
                <a:lnTo>
                  <a:pt x="9997" y="2874"/>
                </a:lnTo>
                <a:cubicBezTo>
                  <a:pt x="10123" y="2749"/>
                  <a:pt x="10326" y="2749"/>
                  <a:pt x="10452" y="2874"/>
                </a:cubicBezTo>
                <a:cubicBezTo>
                  <a:pt x="10578" y="2998"/>
                  <a:pt x="10578" y="3201"/>
                  <a:pt x="10452" y="3326"/>
                </a:cubicBezTo>
                <a:close/>
                <a:moveTo>
                  <a:pt x="2252" y="7352"/>
                </a:moveTo>
                <a:lnTo>
                  <a:pt x="1927" y="7352"/>
                </a:lnTo>
                <a:cubicBezTo>
                  <a:pt x="1750" y="7352"/>
                  <a:pt x="1607" y="7209"/>
                  <a:pt x="1607" y="7033"/>
                </a:cubicBezTo>
                <a:cubicBezTo>
                  <a:pt x="1607" y="6856"/>
                  <a:pt x="1750" y="6713"/>
                  <a:pt x="1927" y="6713"/>
                </a:cubicBezTo>
                <a:lnTo>
                  <a:pt x="2252" y="6713"/>
                </a:lnTo>
                <a:cubicBezTo>
                  <a:pt x="2428" y="6713"/>
                  <a:pt x="2572" y="6856"/>
                  <a:pt x="2572" y="7033"/>
                </a:cubicBezTo>
                <a:cubicBezTo>
                  <a:pt x="2572" y="7209"/>
                  <a:pt x="2428" y="7352"/>
                  <a:pt x="2252" y="7352"/>
                </a:cubicBezTo>
                <a:close/>
                <a:moveTo>
                  <a:pt x="2252" y="2877"/>
                </a:moveTo>
                <a:lnTo>
                  <a:pt x="1927" y="2877"/>
                </a:lnTo>
                <a:cubicBezTo>
                  <a:pt x="1750" y="2877"/>
                  <a:pt x="1607" y="2734"/>
                  <a:pt x="1607" y="2557"/>
                </a:cubicBezTo>
                <a:cubicBezTo>
                  <a:pt x="1607" y="2381"/>
                  <a:pt x="1750" y="2238"/>
                  <a:pt x="1927" y="2238"/>
                </a:cubicBezTo>
                <a:lnTo>
                  <a:pt x="2252" y="2238"/>
                </a:lnTo>
                <a:cubicBezTo>
                  <a:pt x="2428" y="2238"/>
                  <a:pt x="2572" y="2381"/>
                  <a:pt x="2572" y="2557"/>
                </a:cubicBezTo>
                <a:cubicBezTo>
                  <a:pt x="2572" y="2734"/>
                  <a:pt x="2428" y="2877"/>
                  <a:pt x="2252" y="2877"/>
                </a:cubicBezTo>
                <a:close/>
                <a:moveTo>
                  <a:pt x="2252" y="5115"/>
                </a:moveTo>
                <a:lnTo>
                  <a:pt x="1927" y="5115"/>
                </a:lnTo>
                <a:cubicBezTo>
                  <a:pt x="1750" y="5115"/>
                  <a:pt x="1607" y="4972"/>
                  <a:pt x="1607" y="4795"/>
                </a:cubicBezTo>
                <a:cubicBezTo>
                  <a:pt x="1607" y="4618"/>
                  <a:pt x="1750" y="4475"/>
                  <a:pt x="1927" y="4475"/>
                </a:cubicBezTo>
                <a:lnTo>
                  <a:pt x="2252" y="4475"/>
                </a:lnTo>
                <a:cubicBezTo>
                  <a:pt x="2428" y="4475"/>
                  <a:pt x="2572" y="4618"/>
                  <a:pt x="2572" y="4795"/>
                </a:cubicBezTo>
                <a:cubicBezTo>
                  <a:pt x="2572" y="4972"/>
                  <a:pt x="2428" y="5115"/>
                  <a:pt x="2252" y="5115"/>
                </a:cubicBezTo>
                <a:close/>
                <a:moveTo>
                  <a:pt x="3856" y="6713"/>
                </a:moveTo>
                <a:lnTo>
                  <a:pt x="4824" y="6713"/>
                </a:lnTo>
                <a:cubicBezTo>
                  <a:pt x="5001" y="6713"/>
                  <a:pt x="5144" y="6856"/>
                  <a:pt x="5144" y="7033"/>
                </a:cubicBezTo>
                <a:cubicBezTo>
                  <a:pt x="5144" y="7209"/>
                  <a:pt x="5001" y="7352"/>
                  <a:pt x="4824" y="7352"/>
                </a:cubicBezTo>
                <a:lnTo>
                  <a:pt x="3856" y="7352"/>
                </a:lnTo>
                <a:cubicBezTo>
                  <a:pt x="3679" y="7352"/>
                  <a:pt x="3536" y="7209"/>
                  <a:pt x="3536" y="7033"/>
                </a:cubicBezTo>
                <a:cubicBezTo>
                  <a:pt x="3536" y="6856"/>
                  <a:pt x="3679" y="6713"/>
                  <a:pt x="3856" y="6713"/>
                </a:cubicBezTo>
                <a:close/>
                <a:moveTo>
                  <a:pt x="3536" y="2557"/>
                </a:moveTo>
                <a:cubicBezTo>
                  <a:pt x="3536" y="2381"/>
                  <a:pt x="3679" y="2238"/>
                  <a:pt x="3856" y="2238"/>
                </a:cubicBezTo>
                <a:lnTo>
                  <a:pt x="7075" y="2238"/>
                </a:lnTo>
                <a:cubicBezTo>
                  <a:pt x="7251" y="2238"/>
                  <a:pt x="7394" y="2381"/>
                  <a:pt x="7394" y="2557"/>
                </a:cubicBezTo>
                <a:cubicBezTo>
                  <a:pt x="7394" y="2734"/>
                  <a:pt x="7251" y="2877"/>
                  <a:pt x="7075" y="2877"/>
                </a:cubicBezTo>
                <a:lnTo>
                  <a:pt x="3856" y="2877"/>
                </a:lnTo>
                <a:cubicBezTo>
                  <a:pt x="3679" y="2877"/>
                  <a:pt x="3536" y="2734"/>
                  <a:pt x="3536" y="2557"/>
                </a:cubicBezTo>
                <a:close/>
                <a:moveTo>
                  <a:pt x="5467" y="5115"/>
                </a:moveTo>
                <a:lnTo>
                  <a:pt x="3856" y="5115"/>
                </a:lnTo>
                <a:cubicBezTo>
                  <a:pt x="3679" y="5115"/>
                  <a:pt x="3536" y="4972"/>
                  <a:pt x="3536" y="4795"/>
                </a:cubicBezTo>
                <a:cubicBezTo>
                  <a:pt x="3536" y="4618"/>
                  <a:pt x="3679" y="4475"/>
                  <a:pt x="3856" y="4475"/>
                </a:cubicBezTo>
                <a:lnTo>
                  <a:pt x="5467" y="4475"/>
                </a:lnTo>
                <a:cubicBezTo>
                  <a:pt x="5644" y="4475"/>
                  <a:pt x="5787" y="4618"/>
                  <a:pt x="5787" y="4795"/>
                </a:cubicBezTo>
                <a:cubicBezTo>
                  <a:pt x="5787" y="4972"/>
                  <a:pt x="5644" y="5115"/>
                  <a:pt x="5467" y="5115"/>
                </a:cubicBezTo>
                <a:close/>
                <a:moveTo>
                  <a:pt x="8951" y="2557"/>
                </a:moveTo>
                <a:cubicBezTo>
                  <a:pt x="8774" y="2557"/>
                  <a:pt x="8631" y="2414"/>
                  <a:pt x="8631" y="2238"/>
                </a:cubicBezTo>
                <a:lnTo>
                  <a:pt x="8631" y="1918"/>
                </a:lnTo>
                <a:cubicBezTo>
                  <a:pt x="8631" y="1918"/>
                  <a:pt x="8631" y="1917"/>
                  <a:pt x="8631" y="1917"/>
                </a:cubicBezTo>
                <a:lnTo>
                  <a:pt x="8631" y="1598"/>
                </a:lnTo>
                <a:cubicBezTo>
                  <a:pt x="8631" y="1069"/>
                  <a:pt x="8202" y="639"/>
                  <a:pt x="7672" y="639"/>
                </a:cubicBezTo>
                <a:lnTo>
                  <a:pt x="1598" y="639"/>
                </a:lnTo>
                <a:cubicBezTo>
                  <a:pt x="1069" y="639"/>
                  <a:pt x="639" y="1069"/>
                  <a:pt x="639" y="1598"/>
                </a:cubicBezTo>
                <a:lnTo>
                  <a:pt x="639" y="7992"/>
                </a:lnTo>
                <a:cubicBezTo>
                  <a:pt x="639" y="8521"/>
                  <a:pt x="1069" y="8951"/>
                  <a:pt x="1598" y="8951"/>
                </a:cubicBezTo>
                <a:lnTo>
                  <a:pt x="7672" y="8951"/>
                </a:lnTo>
                <a:cubicBezTo>
                  <a:pt x="8202" y="8951"/>
                  <a:pt x="8631" y="8521"/>
                  <a:pt x="8631" y="7992"/>
                </a:cubicBezTo>
                <a:lnTo>
                  <a:pt x="8631" y="7353"/>
                </a:lnTo>
                <a:cubicBezTo>
                  <a:pt x="8631" y="7353"/>
                  <a:pt x="8631" y="7353"/>
                  <a:pt x="8631" y="7352"/>
                </a:cubicBezTo>
                <a:lnTo>
                  <a:pt x="8631" y="7033"/>
                </a:lnTo>
                <a:cubicBezTo>
                  <a:pt x="8631" y="6856"/>
                  <a:pt x="8774" y="6713"/>
                  <a:pt x="8951" y="6713"/>
                </a:cubicBezTo>
                <a:cubicBezTo>
                  <a:pt x="9127" y="6713"/>
                  <a:pt x="9270" y="6856"/>
                  <a:pt x="9270" y="7033"/>
                </a:cubicBezTo>
                <a:lnTo>
                  <a:pt x="9270" y="7992"/>
                </a:lnTo>
                <a:cubicBezTo>
                  <a:pt x="9270" y="8874"/>
                  <a:pt x="8555" y="9590"/>
                  <a:pt x="7672" y="9590"/>
                </a:cubicBezTo>
                <a:lnTo>
                  <a:pt x="1598" y="9590"/>
                </a:lnTo>
                <a:cubicBezTo>
                  <a:pt x="715" y="9590"/>
                  <a:pt x="0" y="8874"/>
                  <a:pt x="0" y="7992"/>
                </a:cubicBezTo>
                <a:lnTo>
                  <a:pt x="0" y="1598"/>
                </a:lnTo>
                <a:cubicBezTo>
                  <a:pt x="0" y="716"/>
                  <a:pt x="715" y="0"/>
                  <a:pt x="1598" y="0"/>
                </a:cubicBezTo>
                <a:lnTo>
                  <a:pt x="7672" y="0"/>
                </a:lnTo>
                <a:cubicBezTo>
                  <a:pt x="8555" y="0"/>
                  <a:pt x="9270" y="716"/>
                  <a:pt x="9270" y="1598"/>
                </a:cubicBezTo>
                <a:lnTo>
                  <a:pt x="9270" y="2238"/>
                </a:lnTo>
                <a:cubicBezTo>
                  <a:pt x="9270" y="2414"/>
                  <a:pt x="9127" y="2557"/>
                  <a:pt x="8951" y="2557"/>
                </a:cubicBezTo>
                <a:close/>
              </a:path>
            </a:pathLst>
          </a:custGeom>
          <a:solidFill>
            <a:schemeClr val="bg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20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5" name="calendar_117512"/>
          <p:cNvSpPr>
            <a:spLocks noChangeAspect="1"/>
          </p:cNvSpPr>
          <p:nvPr/>
        </p:nvSpPr>
        <p:spPr>
          <a:xfrm>
            <a:off x="9473507" y="4579326"/>
            <a:ext cx="394876" cy="385781"/>
          </a:xfrm>
          <a:custGeom>
            <a:avLst/>
            <a:gdLst>
              <a:gd name="connsiteX0" fmla="*/ 441316 w 606580"/>
              <a:gd name="connsiteY0" fmla="*/ 494734 h 592608"/>
              <a:gd name="connsiteX1" fmla="*/ 503202 w 606580"/>
              <a:gd name="connsiteY1" fmla="*/ 494734 h 592608"/>
              <a:gd name="connsiteX2" fmla="*/ 503202 w 606580"/>
              <a:gd name="connsiteY2" fmla="*/ 520490 h 592608"/>
              <a:gd name="connsiteX3" fmla="*/ 441316 w 606580"/>
              <a:gd name="connsiteY3" fmla="*/ 520490 h 592608"/>
              <a:gd name="connsiteX4" fmla="*/ 272312 w 606580"/>
              <a:gd name="connsiteY4" fmla="*/ 494734 h 592608"/>
              <a:gd name="connsiteX5" fmla="*/ 334268 w 606580"/>
              <a:gd name="connsiteY5" fmla="*/ 494734 h 592608"/>
              <a:gd name="connsiteX6" fmla="*/ 334268 w 606580"/>
              <a:gd name="connsiteY6" fmla="*/ 520490 h 592608"/>
              <a:gd name="connsiteX7" fmla="*/ 272312 w 606580"/>
              <a:gd name="connsiteY7" fmla="*/ 520490 h 592608"/>
              <a:gd name="connsiteX8" fmla="*/ 102038 w 606580"/>
              <a:gd name="connsiteY8" fmla="*/ 494734 h 592608"/>
              <a:gd name="connsiteX9" fmla="*/ 163853 w 606580"/>
              <a:gd name="connsiteY9" fmla="*/ 494734 h 592608"/>
              <a:gd name="connsiteX10" fmla="*/ 163853 w 606580"/>
              <a:gd name="connsiteY10" fmla="*/ 520490 h 592608"/>
              <a:gd name="connsiteX11" fmla="*/ 102038 w 606580"/>
              <a:gd name="connsiteY11" fmla="*/ 520490 h 592608"/>
              <a:gd name="connsiteX12" fmla="*/ 441316 w 606580"/>
              <a:gd name="connsiteY12" fmla="*/ 409703 h 592608"/>
              <a:gd name="connsiteX13" fmla="*/ 503202 w 606580"/>
              <a:gd name="connsiteY13" fmla="*/ 409703 h 592608"/>
              <a:gd name="connsiteX14" fmla="*/ 503202 w 606580"/>
              <a:gd name="connsiteY14" fmla="*/ 435389 h 592608"/>
              <a:gd name="connsiteX15" fmla="*/ 441316 w 606580"/>
              <a:gd name="connsiteY15" fmla="*/ 435389 h 592608"/>
              <a:gd name="connsiteX16" fmla="*/ 272312 w 606580"/>
              <a:gd name="connsiteY16" fmla="*/ 409703 h 592608"/>
              <a:gd name="connsiteX17" fmla="*/ 334268 w 606580"/>
              <a:gd name="connsiteY17" fmla="*/ 409703 h 592608"/>
              <a:gd name="connsiteX18" fmla="*/ 334268 w 606580"/>
              <a:gd name="connsiteY18" fmla="*/ 435389 h 592608"/>
              <a:gd name="connsiteX19" fmla="*/ 272312 w 606580"/>
              <a:gd name="connsiteY19" fmla="*/ 435389 h 592608"/>
              <a:gd name="connsiteX20" fmla="*/ 102038 w 606580"/>
              <a:gd name="connsiteY20" fmla="*/ 409703 h 592608"/>
              <a:gd name="connsiteX21" fmla="*/ 163853 w 606580"/>
              <a:gd name="connsiteY21" fmla="*/ 409703 h 592608"/>
              <a:gd name="connsiteX22" fmla="*/ 163853 w 606580"/>
              <a:gd name="connsiteY22" fmla="*/ 435389 h 592608"/>
              <a:gd name="connsiteX23" fmla="*/ 102038 w 606580"/>
              <a:gd name="connsiteY23" fmla="*/ 435389 h 592608"/>
              <a:gd name="connsiteX24" fmla="*/ 441316 w 606580"/>
              <a:gd name="connsiteY24" fmla="*/ 323401 h 592608"/>
              <a:gd name="connsiteX25" fmla="*/ 503202 w 606580"/>
              <a:gd name="connsiteY25" fmla="*/ 323401 h 592608"/>
              <a:gd name="connsiteX26" fmla="*/ 503202 w 606580"/>
              <a:gd name="connsiteY26" fmla="*/ 349157 h 592608"/>
              <a:gd name="connsiteX27" fmla="*/ 441316 w 606580"/>
              <a:gd name="connsiteY27" fmla="*/ 349157 h 592608"/>
              <a:gd name="connsiteX28" fmla="*/ 272312 w 606580"/>
              <a:gd name="connsiteY28" fmla="*/ 323401 h 592608"/>
              <a:gd name="connsiteX29" fmla="*/ 334268 w 606580"/>
              <a:gd name="connsiteY29" fmla="*/ 323401 h 592608"/>
              <a:gd name="connsiteX30" fmla="*/ 334268 w 606580"/>
              <a:gd name="connsiteY30" fmla="*/ 349157 h 592608"/>
              <a:gd name="connsiteX31" fmla="*/ 272312 w 606580"/>
              <a:gd name="connsiteY31" fmla="*/ 349157 h 592608"/>
              <a:gd name="connsiteX32" fmla="*/ 102038 w 606580"/>
              <a:gd name="connsiteY32" fmla="*/ 323401 h 592608"/>
              <a:gd name="connsiteX33" fmla="*/ 163853 w 606580"/>
              <a:gd name="connsiteY33" fmla="*/ 323401 h 592608"/>
              <a:gd name="connsiteX34" fmla="*/ 163853 w 606580"/>
              <a:gd name="connsiteY34" fmla="*/ 349157 h 592608"/>
              <a:gd name="connsiteX35" fmla="*/ 102038 w 606580"/>
              <a:gd name="connsiteY35" fmla="*/ 349157 h 592608"/>
              <a:gd name="connsiteX36" fmla="*/ 25905 w 606580"/>
              <a:gd name="connsiteY36" fmla="*/ 259086 h 592608"/>
              <a:gd name="connsiteX37" fmla="*/ 25905 w 606580"/>
              <a:gd name="connsiteY37" fmla="*/ 566931 h 592608"/>
              <a:gd name="connsiteX38" fmla="*/ 580861 w 606580"/>
              <a:gd name="connsiteY38" fmla="*/ 566931 h 592608"/>
              <a:gd name="connsiteX39" fmla="*/ 580861 w 606580"/>
              <a:gd name="connsiteY39" fmla="*/ 259086 h 592608"/>
              <a:gd name="connsiteX40" fmla="*/ 25905 w 606580"/>
              <a:gd name="connsiteY40" fmla="*/ 69615 h 592608"/>
              <a:gd name="connsiteX41" fmla="*/ 25905 w 606580"/>
              <a:gd name="connsiteY41" fmla="*/ 233224 h 592608"/>
              <a:gd name="connsiteX42" fmla="*/ 580768 w 606580"/>
              <a:gd name="connsiteY42" fmla="*/ 233224 h 592608"/>
              <a:gd name="connsiteX43" fmla="*/ 580768 w 606580"/>
              <a:gd name="connsiteY43" fmla="*/ 69615 h 592608"/>
              <a:gd name="connsiteX44" fmla="*/ 502032 w 606580"/>
              <a:gd name="connsiteY44" fmla="*/ 69615 h 592608"/>
              <a:gd name="connsiteX45" fmla="*/ 502032 w 606580"/>
              <a:gd name="connsiteY45" fmla="*/ 131351 h 592608"/>
              <a:gd name="connsiteX46" fmla="*/ 476221 w 606580"/>
              <a:gd name="connsiteY46" fmla="*/ 131351 h 592608"/>
              <a:gd name="connsiteX47" fmla="*/ 476221 w 606580"/>
              <a:gd name="connsiteY47" fmla="*/ 69615 h 592608"/>
              <a:gd name="connsiteX48" fmla="*/ 316150 w 606580"/>
              <a:gd name="connsiteY48" fmla="*/ 69615 h 592608"/>
              <a:gd name="connsiteX49" fmla="*/ 316150 w 606580"/>
              <a:gd name="connsiteY49" fmla="*/ 131351 h 592608"/>
              <a:gd name="connsiteX50" fmla="*/ 290430 w 606580"/>
              <a:gd name="connsiteY50" fmla="*/ 131351 h 592608"/>
              <a:gd name="connsiteX51" fmla="*/ 290430 w 606580"/>
              <a:gd name="connsiteY51" fmla="*/ 69615 h 592608"/>
              <a:gd name="connsiteX52" fmla="*/ 130359 w 606580"/>
              <a:gd name="connsiteY52" fmla="*/ 69615 h 592608"/>
              <a:gd name="connsiteX53" fmla="*/ 130359 w 606580"/>
              <a:gd name="connsiteY53" fmla="*/ 131351 h 592608"/>
              <a:gd name="connsiteX54" fmla="*/ 104640 w 606580"/>
              <a:gd name="connsiteY54" fmla="*/ 131351 h 592608"/>
              <a:gd name="connsiteX55" fmla="*/ 104640 w 606580"/>
              <a:gd name="connsiteY55" fmla="*/ 69615 h 592608"/>
              <a:gd name="connsiteX56" fmla="*/ 104640 w 606580"/>
              <a:gd name="connsiteY56" fmla="*/ 0 h 592608"/>
              <a:gd name="connsiteX57" fmla="*/ 130359 w 606580"/>
              <a:gd name="connsiteY57" fmla="*/ 0 h 592608"/>
              <a:gd name="connsiteX58" fmla="*/ 130359 w 606580"/>
              <a:gd name="connsiteY58" fmla="*/ 43753 h 592608"/>
              <a:gd name="connsiteX59" fmla="*/ 290430 w 606580"/>
              <a:gd name="connsiteY59" fmla="*/ 43753 h 592608"/>
              <a:gd name="connsiteX60" fmla="*/ 290430 w 606580"/>
              <a:gd name="connsiteY60" fmla="*/ 0 h 592608"/>
              <a:gd name="connsiteX61" fmla="*/ 316150 w 606580"/>
              <a:gd name="connsiteY61" fmla="*/ 0 h 592608"/>
              <a:gd name="connsiteX62" fmla="*/ 316150 w 606580"/>
              <a:gd name="connsiteY62" fmla="*/ 43753 h 592608"/>
              <a:gd name="connsiteX63" fmla="*/ 476221 w 606580"/>
              <a:gd name="connsiteY63" fmla="*/ 43753 h 592608"/>
              <a:gd name="connsiteX64" fmla="*/ 476221 w 606580"/>
              <a:gd name="connsiteY64" fmla="*/ 0 h 592608"/>
              <a:gd name="connsiteX65" fmla="*/ 502032 w 606580"/>
              <a:gd name="connsiteY65" fmla="*/ 0 h 592608"/>
              <a:gd name="connsiteX66" fmla="*/ 502032 w 606580"/>
              <a:gd name="connsiteY66" fmla="*/ 43845 h 592608"/>
              <a:gd name="connsiteX67" fmla="*/ 606580 w 606580"/>
              <a:gd name="connsiteY67" fmla="*/ 43845 h 592608"/>
              <a:gd name="connsiteX68" fmla="*/ 606580 w 606580"/>
              <a:gd name="connsiteY68" fmla="*/ 592608 h 592608"/>
              <a:gd name="connsiteX69" fmla="*/ 0 w 606580"/>
              <a:gd name="connsiteY69" fmla="*/ 592608 h 592608"/>
              <a:gd name="connsiteX70" fmla="*/ 0 w 606580"/>
              <a:gd name="connsiteY70" fmla="*/ 43753 h 592608"/>
              <a:gd name="connsiteX71" fmla="*/ 104640 w 606580"/>
              <a:gd name="connsiteY71" fmla="*/ 43753 h 59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606580" h="592608">
                <a:moveTo>
                  <a:pt x="441316" y="494734"/>
                </a:moveTo>
                <a:lnTo>
                  <a:pt x="503202" y="494734"/>
                </a:lnTo>
                <a:lnTo>
                  <a:pt x="503202" y="520490"/>
                </a:lnTo>
                <a:lnTo>
                  <a:pt x="441316" y="520490"/>
                </a:lnTo>
                <a:close/>
                <a:moveTo>
                  <a:pt x="272312" y="494734"/>
                </a:moveTo>
                <a:lnTo>
                  <a:pt x="334268" y="494734"/>
                </a:lnTo>
                <a:lnTo>
                  <a:pt x="334268" y="520490"/>
                </a:lnTo>
                <a:lnTo>
                  <a:pt x="272312" y="520490"/>
                </a:lnTo>
                <a:close/>
                <a:moveTo>
                  <a:pt x="102038" y="494734"/>
                </a:moveTo>
                <a:lnTo>
                  <a:pt x="163853" y="494734"/>
                </a:lnTo>
                <a:lnTo>
                  <a:pt x="163853" y="520490"/>
                </a:lnTo>
                <a:lnTo>
                  <a:pt x="102038" y="520490"/>
                </a:lnTo>
                <a:close/>
                <a:moveTo>
                  <a:pt x="441316" y="409703"/>
                </a:moveTo>
                <a:lnTo>
                  <a:pt x="503202" y="409703"/>
                </a:lnTo>
                <a:lnTo>
                  <a:pt x="503202" y="435389"/>
                </a:lnTo>
                <a:lnTo>
                  <a:pt x="441316" y="435389"/>
                </a:lnTo>
                <a:close/>
                <a:moveTo>
                  <a:pt x="272312" y="409703"/>
                </a:moveTo>
                <a:lnTo>
                  <a:pt x="334268" y="409703"/>
                </a:lnTo>
                <a:lnTo>
                  <a:pt x="334268" y="435389"/>
                </a:lnTo>
                <a:lnTo>
                  <a:pt x="272312" y="435389"/>
                </a:lnTo>
                <a:close/>
                <a:moveTo>
                  <a:pt x="102038" y="409703"/>
                </a:moveTo>
                <a:lnTo>
                  <a:pt x="163853" y="409703"/>
                </a:lnTo>
                <a:lnTo>
                  <a:pt x="163853" y="435389"/>
                </a:lnTo>
                <a:lnTo>
                  <a:pt x="102038" y="435389"/>
                </a:lnTo>
                <a:close/>
                <a:moveTo>
                  <a:pt x="441316" y="323401"/>
                </a:moveTo>
                <a:lnTo>
                  <a:pt x="503202" y="323401"/>
                </a:lnTo>
                <a:lnTo>
                  <a:pt x="503202" y="349157"/>
                </a:lnTo>
                <a:lnTo>
                  <a:pt x="441316" y="349157"/>
                </a:lnTo>
                <a:close/>
                <a:moveTo>
                  <a:pt x="272312" y="323401"/>
                </a:moveTo>
                <a:lnTo>
                  <a:pt x="334268" y="323401"/>
                </a:lnTo>
                <a:lnTo>
                  <a:pt x="334268" y="349157"/>
                </a:lnTo>
                <a:lnTo>
                  <a:pt x="272312" y="349157"/>
                </a:lnTo>
                <a:close/>
                <a:moveTo>
                  <a:pt x="102038" y="323401"/>
                </a:moveTo>
                <a:lnTo>
                  <a:pt x="163853" y="323401"/>
                </a:lnTo>
                <a:lnTo>
                  <a:pt x="163853" y="349157"/>
                </a:lnTo>
                <a:lnTo>
                  <a:pt x="102038" y="349157"/>
                </a:lnTo>
                <a:close/>
                <a:moveTo>
                  <a:pt x="25905" y="259086"/>
                </a:moveTo>
                <a:lnTo>
                  <a:pt x="25905" y="566931"/>
                </a:lnTo>
                <a:lnTo>
                  <a:pt x="580861" y="566931"/>
                </a:lnTo>
                <a:lnTo>
                  <a:pt x="580861" y="259086"/>
                </a:lnTo>
                <a:close/>
                <a:moveTo>
                  <a:pt x="25905" y="69615"/>
                </a:moveTo>
                <a:lnTo>
                  <a:pt x="25905" y="233224"/>
                </a:lnTo>
                <a:lnTo>
                  <a:pt x="580768" y="233224"/>
                </a:lnTo>
                <a:lnTo>
                  <a:pt x="580768" y="69615"/>
                </a:lnTo>
                <a:lnTo>
                  <a:pt x="502032" y="69615"/>
                </a:lnTo>
                <a:lnTo>
                  <a:pt x="502032" y="131351"/>
                </a:lnTo>
                <a:lnTo>
                  <a:pt x="476221" y="131351"/>
                </a:lnTo>
                <a:lnTo>
                  <a:pt x="476221" y="69615"/>
                </a:lnTo>
                <a:lnTo>
                  <a:pt x="316150" y="69615"/>
                </a:lnTo>
                <a:lnTo>
                  <a:pt x="316150" y="131351"/>
                </a:lnTo>
                <a:lnTo>
                  <a:pt x="290430" y="131351"/>
                </a:lnTo>
                <a:lnTo>
                  <a:pt x="290430" y="69615"/>
                </a:lnTo>
                <a:lnTo>
                  <a:pt x="130359" y="69615"/>
                </a:lnTo>
                <a:lnTo>
                  <a:pt x="130359" y="131351"/>
                </a:lnTo>
                <a:lnTo>
                  <a:pt x="104640" y="131351"/>
                </a:lnTo>
                <a:lnTo>
                  <a:pt x="104640" y="69615"/>
                </a:lnTo>
                <a:close/>
                <a:moveTo>
                  <a:pt x="104640" y="0"/>
                </a:moveTo>
                <a:lnTo>
                  <a:pt x="130359" y="0"/>
                </a:lnTo>
                <a:lnTo>
                  <a:pt x="130359" y="43753"/>
                </a:lnTo>
                <a:lnTo>
                  <a:pt x="290430" y="43753"/>
                </a:lnTo>
                <a:lnTo>
                  <a:pt x="290430" y="0"/>
                </a:lnTo>
                <a:lnTo>
                  <a:pt x="316150" y="0"/>
                </a:lnTo>
                <a:lnTo>
                  <a:pt x="316150" y="43753"/>
                </a:lnTo>
                <a:lnTo>
                  <a:pt x="476221" y="43753"/>
                </a:lnTo>
                <a:lnTo>
                  <a:pt x="476221" y="0"/>
                </a:lnTo>
                <a:lnTo>
                  <a:pt x="502032" y="0"/>
                </a:lnTo>
                <a:lnTo>
                  <a:pt x="502032" y="43845"/>
                </a:lnTo>
                <a:lnTo>
                  <a:pt x="606580" y="43845"/>
                </a:lnTo>
                <a:lnTo>
                  <a:pt x="606580" y="592608"/>
                </a:lnTo>
                <a:lnTo>
                  <a:pt x="0" y="592608"/>
                </a:lnTo>
                <a:lnTo>
                  <a:pt x="0" y="43753"/>
                </a:lnTo>
                <a:lnTo>
                  <a:pt x="104640" y="4375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6" name="planning_265813"/>
          <p:cNvSpPr>
            <a:spLocks noChangeAspect="1"/>
          </p:cNvSpPr>
          <p:nvPr/>
        </p:nvSpPr>
        <p:spPr>
          <a:xfrm>
            <a:off x="1496331" y="4604526"/>
            <a:ext cx="404009" cy="348224"/>
          </a:xfrm>
          <a:custGeom>
            <a:avLst/>
            <a:gdLst>
              <a:gd name="connsiteX0" fmla="*/ 156726 w 607639"/>
              <a:gd name="connsiteY0" fmla="*/ 453454 h 523737"/>
              <a:gd name="connsiteX1" fmla="*/ 182271 w 607639"/>
              <a:gd name="connsiteY1" fmla="*/ 453454 h 523737"/>
              <a:gd name="connsiteX2" fmla="*/ 182271 w 607639"/>
              <a:gd name="connsiteY2" fmla="*/ 472648 h 523737"/>
              <a:gd name="connsiteX3" fmla="*/ 156726 w 607639"/>
              <a:gd name="connsiteY3" fmla="*/ 472648 h 523737"/>
              <a:gd name="connsiteX4" fmla="*/ 486058 w 607639"/>
              <a:gd name="connsiteY4" fmla="*/ 402335 h 523737"/>
              <a:gd name="connsiteX5" fmla="*/ 486058 w 607639"/>
              <a:gd name="connsiteY5" fmla="*/ 491031 h 523737"/>
              <a:gd name="connsiteX6" fmla="*/ 574885 w 607639"/>
              <a:gd name="connsiteY6" fmla="*/ 402335 h 523737"/>
              <a:gd name="connsiteX7" fmla="*/ 51160 w 607639"/>
              <a:gd name="connsiteY7" fmla="*/ 386417 h 523737"/>
              <a:gd name="connsiteX8" fmla="*/ 70302 w 607639"/>
              <a:gd name="connsiteY8" fmla="*/ 386417 h 523737"/>
              <a:gd name="connsiteX9" fmla="*/ 70302 w 607639"/>
              <a:gd name="connsiteY9" fmla="*/ 453446 h 523737"/>
              <a:gd name="connsiteX10" fmla="*/ 131111 w 607639"/>
              <a:gd name="connsiteY10" fmla="*/ 453446 h 523737"/>
              <a:gd name="connsiteX11" fmla="*/ 131111 w 607639"/>
              <a:gd name="connsiteY11" fmla="*/ 472648 h 523737"/>
              <a:gd name="connsiteX12" fmla="*/ 51160 w 607639"/>
              <a:gd name="connsiteY12" fmla="*/ 472648 h 523737"/>
              <a:gd name="connsiteX13" fmla="*/ 252624 w 607639"/>
              <a:gd name="connsiteY13" fmla="*/ 325730 h 523737"/>
              <a:gd name="connsiteX14" fmla="*/ 354944 w 607639"/>
              <a:gd name="connsiteY14" fmla="*/ 325730 h 523737"/>
              <a:gd name="connsiteX15" fmla="*/ 354944 w 607639"/>
              <a:gd name="connsiteY15" fmla="*/ 344924 h 523737"/>
              <a:gd name="connsiteX16" fmla="*/ 252624 w 607639"/>
              <a:gd name="connsiteY16" fmla="*/ 344924 h 523737"/>
              <a:gd name="connsiteX17" fmla="*/ 223848 w 607639"/>
              <a:gd name="connsiteY17" fmla="*/ 300129 h 523737"/>
              <a:gd name="connsiteX18" fmla="*/ 223848 w 607639"/>
              <a:gd name="connsiteY18" fmla="*/ 370429 h 523737"/>
              <a:gd name="connsiteX19" fmla="*/ 383791 w 607639"/>
              <a:gd name="connsiteY19" fmla="*/ 370429 h 523737"/>
              <a:gd name="connsiteX20" fmla="*/ 383791 w 607639"/>
              <a:gd name="connsiteY20" fmla="*/ 300129 h 523737"/>
              <a:gd name="connsiteX21" fmla="*/ 470107 w 607639"/>
              <a:gd name="connsiteY21" fmla="*/ 185234 h 523737"/>
              <a:gd name="connsiteX22" fmla="*/ 495652 w 607639"/>
              <a:gd name="connsiteY22" fmla="*/ 185234 h 523737"/>
              <a:gd name="connsiteX23" fmla="*/ 495652 w 607639"/>
              <a:gd name="connsiteY23" fmla="*/ 204428 h 523737"/>
              <a:gd name="connsiteX24" fmla="*/ 470107 w 607639"/>
              <a:gd name="connsiteY24" fmla="*/ 204428 h 523737"/>
              <a:gd name="connsiteX25" fmla="*/ 111987 w 607639"/>
              <a:gd name="connsiteY25" fmla="*/ 185234 h 523737"/>
              <a:gd name="connsiteX26" fmla="*/ 137532 w 607639"/>
              <a:gd name="connsiteY26" fmla="*/ 185234 h 523737"/>
              <a:gd name="connsiteX27" fmla="*/ 137532 w 607639"/>
              <a:gd name="connsiteY27" fmla="*/ 204428 h 523737"/>
              <a:gd name="connsiteX28" fmla="*/ 111987 w 607639"/>
              <a:gd name="connsiteY28" fmla="*/ 204428 h 523737"/>
              <a:gd name="connsiteX29" fmla="*/ 482854 w 607639"/>
              <a:gd name="connsiteY29" fmla="*/ 153308 h 523737"/>
              <a:gd name="connsiteX30" fmla="*/ 441288 w 607639"/>
              <a:gd name="connsiteY30" fmla="*/ 194813 h 523737"/>
              <a:gd name="connsiteX31" fmla="*/ 482854 w 607639"/>
              <a:gd name="connsiteY31" fmla="*/ 236317 h 523737"/>
              <a:gd name="connsiteX32" fmla="*/ 524508 w 607639"/>
              <a:gd name="connsiteY32" fmla="*/ 194813 h 523737"/>
              <a:gd name="connsiteX33" fmla="*/ 482854 w 607639"/>
              <a:gd name="connsiteY33" fmla="*/ 153308 h 523737"/>
              <a:gd name="connsiteX34" fmla="*/ 124696 w 607639"/>
              <a:gd name="connsiteY34" fmla="*/ 153308 h 523737"/>
              <a:gd name="connsiteX35" fmla="*/ 83131 w 607639"/>
              <a:gd name="connsiteY35" fmla="*/ 194813 h 523737"/>
              <a:gd name="connsiteX36" fmla="*/ 124696 w 607639"/>
              <a:gd name="connsiteY36" fmla="*/ 236317 h 523737"/>
              <a:gd name="connsiteX37" fmla="*/ 166262 w 607639"/>
              <a:gd name="connsiteY37" fmla="*/ 194813 h 523737"/>
              <a:gd name="connsiteX38" fmla="*/ 124696 w 607639"/>
              <a:gd name="connsiteY38" fmla="*/ 153308 h 523737"/>
              <a:gd name="connsiteX39" fmla="*/ 540461 w 607639"/>
              <a:gd name="connsiteY39" fmla="*/ 89406 h 523737"/>
              <a:gd name="connsiteX40" fmla="*/ 566076 w 607639"/>
              <a:gd name="connsiteY40" fmla="*/ 89406 h 523737"/>
              <a:gd name="connsiteX41" fmla="*/ 566076 w 607639"/>
              <a:gd name="connsiteY41" fmla="*/ 108600 h 523737"/>
              <a:gd name="connsiteX42" fmla="*/ 540461 w 607639"/>
              <a:gd name="connsiteY42" fmla="*/ 108600 h 523737"/>
              <a:gd name="connsiteX43" fmla="*/ 19225 w 607639"/>
              <a:gd name="connsiteY43" fmla="*/ 63901 h 523737"/>
              <a:gd name="connsiteX44" fmla="*/ 19225 w 607639"/>
              <a:gd name="connsiteY44" fmla="*/ 504540 h 523737"/>
              <a:gd name="connsiteX45" fmla="*/ 466922 w 607639"/>
              <a:gd name="connsiteY45" fmla="*/ 504540 h 523737"/>
              <a:gd name="connsiteX46" fmla="*/ 466922 w 607639"/>
              <a:gd name="connsiteY46" fmla="*/ 383227 h 523737"/>
              <a:gd name="connsiteX47" fmla="*/ 588414 w 607639"/>
              <a:gd name="connsiteY47" fmla="*/ 383227 h 523737"/>
              <a:gd name="connsiteX48" fmla="*/ 588414 w 607639"/>
              <a:gd name="connsiteY48" fmla="*/ 63901 h 523737"/>
              <a:gd name="connsiteX49" fmla="*/ 402927 w 607639"/>
              <a:gd name="connsiteY49" fmla="*/ 63901 h 523737"/>
              <a:gd name="connsiteX50" fmla="*/ 402927 w 607639"/>
              <a:gd name="connsiteY50" fmla="*/ 108605 h 523737"/>
              <a:gd name="connsiteX51" fmla="*/ 313387 w 607639"/>
              <a:gd name="connsiteY51" fmla="*/ 108605 h 523737"/>
              <a:gd name="connsiteX52" fmla="*/ 313387 w 607639"/>
              <a:gd name="connsiteY52" fmla="*/ 185214 h 523737"/>
              <a:gd name="connsiteX53" fmla="*/ 422864 w 607639"/>
              <a:gd name="connsiteY53" fmla="*/ 185214 h 523737"/>
              <a:gd name="connsiteX54" fmla="*/ 482854 w 607639"/>
              <a:gd name="connsiteY54" fmla="*/ 134112 h 523737"/>
              <a:gd name="connsiteX55" fmla="*/ 543644 w 607639"/>
              <a:gd name="connsiteY55" fmla="*/ 194813 h 523737"/>
              <a:gd name="connsiteX56" fmla="*/ 482854 w 607639"/>
              <a:gd name="connsiteY56" fmla="*/ 255425 h 523737"/>
              <a:gd name="connsiteX57" fmla="*/ 422864 w 607639"/>
              <a:gd name="connsiteY57" fmla="*/ 204411 h 523737"/>
              <a:gd name="connsiteX58" fmla="*/ 313387 w 607639"/>
              <a:gd name="connsiteY58" fmla="*/ 204411 h 523737"/>
              <a:gd name="connsiteX59" fmla="*/ 313387 w 607639"/>
              <a:gd name="connsiteY59" fmla="*/ 281021 h 523737"/>
              <a:gd name="connsiteX60" fmla="*/ 402927 w 607639"/>
              <a:gd name="connsiteY60" fmla="*/ 281021 h 523737"/>
              <a:gd name="connsiteX61" fmla="*/ 402927 w 607639"/>
              <a:gd name="connsiteY61" fmla="*/ 389626 h 523737"/>
              <a:gd name="connsiteX62" fmla="*/ 204712 w 607639"/>
              <a:gd name="connsiteY62" fmla="*/ 389626 h 523737"/>
              <a:gd name="connsiteX63" fmla="*/ 204712 w 607639"/>
              <a:gd name="connsiteY63" fmla="*/ 281021 h 523737"/>
              <a:gd name="connsiteX64" fmla="*/ 294251 w 607639"/>
              <a:gd name="connsiteY64" fmla="*/ 281021 h 523737"/>
              <a:gd name="connsiteX65" fmla="*/ 294251 w 607639"/>
              <a:gd name="connsiteY65" fmla="*/ 204411 h 523737"/>
              <a:gd name="connsiteX66" fmla="*/ 184686 w 607639"/>
              <a:gd name="connsiteY66" fmla="*/ 204411 h 523737"/>
              <a:gd name="connsiteX67" fmla="*/ 124696 w 607639"/>
              <a:gd name="connsiteY67" fmla="*/ 255425 h 523737"/>
              <a:gd name="connsiteX68" fmla="*/ 63995 w 607639"/>
              <a:gd name="connsiteY68" fmla="*/ 194813 h 523737"/>
              <a:gd name="connsiteX69" fmla="*/ 124696 w 607639"/>
              <a:gd name="connsiteY69" fmla="*/ 134112 h 523737"/>
              <a:gd name="connsiteX70" fmla="*/ 184686 w 607639"/>
              <a:gd name="connsiteY70" fmla="*/ 185214 h 523737"/>
              <a:gd name="connsiteX71" fmla="*/ 294251 w 607639"/>
              <a:gd name="connsiteY71" fmla="*/ 185214 h 523737"/>
              <a:gd name="connsiteX72" fmla="*/ 294251 w 607639"/>
              <a:gd name="connsiteY72" fmla="*/ 108605 h 523737"/>
              <a:gd name="connsiteX73" fmla="*/ 204712 w 607639"/>
              <a:gd name="connsiteY73" fmla="*/ 108605 h 523737"/>
              <a:gd name="connsiteX74" fmla="*/ 204712 w 607639"/>
              <a:gd name="connsiteY74" fmla="*/ 63901 h 523737"/>
              <a:gd name="connsiteX75" fmla="*/ 252624 w 607639"/>
              <a:gd name="connsiteY75" fmla="*/ 44739 h 523737"/>
              <a:gd name="connsiteX76" fmla="*/ 354944 w 607639"/>
              <a:gd name="connsiteY76" fmla="*/ 44739 h 523737"/>
              <a:gd name="connsiteX77" fmla="*/ 354944 w 607639"/>
              <a:gd name="connsiteY77" fmla="*/ 63933 h 523737"/>
              <a:gd name="connsiteX78" fmla="*/ 252624 w 607639"/>
              <a:gd name="connsiteY78" fmla="*/ 63933 h 523737"/>
              <a:gd name="connsiteX79" fmla="*/ 223848 w 607639"/>
              <a:gd name="connsiteY79" fmla="*/ 19197 h 523737"/>
              <a:gd name="connsiteX80" fmla="*/ 223848 w 607639"/>
              <a:gd name="connsiteY80" fmla="*/ 89408 h 523737"/>
              <a:gd name="connsiteX81" fmla="*/ 383791 w 607639"/>
              <a:gd name="connsiteY81" fmla="*/ 89408 h 523737"/>
              <a:gd name="connsiteX82" fmla="*/ 383791 w 607639"/>
              <a:gd name="connsiteY82" fmla="*/ 19197 h 523737"/>
              <a:gd name="connsiteX83" fmla="*/ 204712 w 607639"/>
              <a:gd name="connsiteY83" fmla="*/ 0 h 523737"/>
              <a:gd name="connsiteX84" fmla="*/ 402927 w 607639"/>
              <a:gd name="connsiteY84" fmla="*/ 0 h 523737"/>
              <a:gd name="connsiteX85" fmla="*/ 402927 w 607639"/>
              <a:gd name="connsiteY85" fmla="*/ 44704 h 523737"/>
              <a:gd name="connsiteX86" fmla="*/ 607639 w 607639"/>
              <a:gd name="connsiteY86" fmla="*/ 44704 h 523737"/>
              <a:gd name="connsiteX87" fmla="*/ 607639 w 607639"/>
              <a:gd name="connsiteY87" fmla="*/ 396735 h 523737"/>
              <a:gd name="connsiteX88" fmla="*/ 480450 w 607639"/>
              <a:gd name="connsiteY88" fmla="*/ 523737 h 523737"/>
              <a:gd name="connsiteX89" fmla="*/ 0 w 607639"/>
              <a:gd name="connsiteY89" fmla="*/ 523737 h 523737"/>
              <a:gd name="connsiteX90" fmla="*/ 0 w 607639"/>
              <a:gd name="connsiteY90" fmla="*/ 44704 h 523737"/>
              <a:gd name="connsiteX91" fmla="*/ 204712 w 607639"/>
              <a:gd name="connsiteY91" fmla="*/ 44704 h 52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7639" h="523737">
                <a:moveTo>
                  <a:pt x="156726" y="453454"/>
                </a:moveTo>
                <a:lnTo>
                  <a:pt x="182271" y="453454"/>
                </a:lnTo>
                <a:lnTo>
                  <a:pt x="182271" y="472648"/>
                </a:lnTo>
                <a:lnTo>
                  <a:pt x="156726" y="472648"/>
                </a:lnTo>
                <a:close/>
                <a:moveTo>
                  <a:pt x="486058" y="402335"/>
                </a:moveTo>
                <a:lnTo>
                  <a:pt x="486058" y="491031"/>
                </a:lnTo>
                <a:lnTo>
                  <a:pt x="574885" y="402335"/>
                </a:lnTo>
                <a:close/>
                <a:moveTo>
                  <a:pt x="51160" y="386417"/>
                </a:moveTo>
                <a:lnTo>
                  <a:pt x="70302" y="386417"/>
                </a:lnTo>
                <a:lnTo>
                  <a:pt x="70302" y="453446"/>
                </a:lnTo>
                <a:lnTo>
                  <a:pt x="131111" y="453446"/>
                </a:lnTo>
                <a:lnTo>
                  <a:pt x="131111" y="472648"/>
                </a:lnTo>
                <a:lnTo>
                  <a:pt x="51160" y="472648"/>
                </a:lnTo>
                <a:close/>
                <a:moveTo>
                  <a:pt x="252624" y="325730"/>
                </a:moveTo>
                <a:lnTo>
                  <a:pt x="354944" y="325730"/>
                </a:lnTo>
                <a:lnTo>
                  <a:pt x="354944" y="344924"/>
                </a:lnTo>
                <a:lnTo>
                  <a:pt x="252624" y="344924"/>
                </a:lnTo>
                <a:close/>
                <a:moveTo>
                  <a:pt x="223848" y="300129"/>
                </a:moveTo>
                <a:lnTo>
                  <a:pt x="223848" y="370429"/>
                </a:lnTo>
                <a:lnTo>
                  <a:pt x="383791" y="370429"/>
                </a:lnTo>
                <a:lnTo>
                  <a:pt x="383791" y="300129"/>
                </a:lnTo>
                <a:close/>
                <a:moveTo>
                  <a:pt x="470107" y="185234"/>
                </a:moveTo>
                <a:lnTo>
                  <a:pt x="495652" y="185234"/>
                </a:lnTo>
                <a:lnTo>
                  <a:pt x="495652" y="204428"/>
                </a:lnTo>
                <a:lnTo>
                  <a:pt x="470107" y="204428"/>
                </a:lnTo>
                <a:close/>
                <a:moveTo>
                  <a:pt x="111987" y="185234"/>
                </a:moveTo>
                <a:lnTo>
                  <a:pt x="137532" y="185234"/>
                </a:lnTo>
                <a:lnTo>
                  <a:pt x="137532" y="204428"/>
                </a:lnTo>
                <a:lnTo>
                  <a:pt x="111987" y="204428"/>
                </a:lnTo>
                <a:close/>
                <a:moveTo>
                  <a:pt x="482854" y="153308"/>
                </a:moveTo>
                <a:cubicBezTo>
                  <a:pt x="459979" y="153308"/>
                  <a:pt x="441288" y="171883"/>
                  <a:pt x="441288" y="194813"/>
                </a:cubicBezTo>
                <a:cubicBezTo>
                  <a:pt x="441288" y="217653"/>
                  <a:pt x="459979" y="236317"/>
                  <a:pt x="482854" y="236317"/>
                </a:cubicBezTo>
                <a:cubicBezTo>
                  <a:pt x="505817" y="236317"/>
                  <a:pt x="524508" y="217653"/>
                  <a:pt x="524508" y="194813"/>
                </a:cubicBezTo>
                <a:cubicBezTo>
                  <a:pt x="524508" y="171883"/>
                  <a:pt x="505817" y="153308"/>
                  <a:pt x="482854" y="153308"/>
                </a:cubicBezTo>
                <a:close/>
                <a:moveTo>
                  <a:pt x="124696" y="153308"/>
                </a:moveTo>
                <a:cubicBezTo>
                  <a:pt x="101822" y="153308"/>
                  <a:pt x="83131" y="171883"/>
                  <a:pt x="83131" y="194813"/>
                </a:cubicBezTo>
                <a:cubicBezTo>
                  <a:pt x="83131" y="217653"/>
                  <a:pt x="101822" y="236317"/>
                  <a:pt x="124696" y="236317"/>
                </a:cubicBezTo>
                <a:cubicBezTo>
                  <a:pt x="147660" y="236317"/>
                  <a:pt x="166262" y="217653"/>
                  <a:pt x="166262" y="194813"/>
                </a:cubicBezTo>
                <a:cubicBezTo>
                  <a:pt x="166262" y="171883"/>
                  <a:pt x="147660" y="153308"/>
                  <a:pt x="124696" y="153308"/>
                </a:cubicBezTo>
                <a:close/>
                <a:moveTo>
                  <a:pt x="540461" y="89406"/>
                </a:moveTo>
                <a:lnTo>
                  <a:pt x="566076" y="89406"/>
                </a:lnTo>
                <a:lnTo>
                  <a:pt x="566076" y="108600"/>
                </a:lnTo>
                <a:lnTo>
                  <a:pt x="540461" y="108600"/>
                </a:lnTo>
                <a:close/>
                <a:moveTo>
                  <a:pt x="19225" y="63901"/>
                </a:moveTo>
                <a:lnTo>
                  <a:pt x="19225" y="504540"/>
                </a:lnTo>
                <a:lnTo>
                  <a:pt x="466922" y="504540"/>
                </a:lnTo>
                <a:lnTo>
                  <a:pt x="466922" y="383227"/>
                </a:lnTo>
                <a:lnTo>
                  <a:pt x="588414" y="383227"/>
                </a:lnTo>
                <a:lnTo>
                  <a:pt x="588414" y="63901"/>
                </a:lnTo>
                <a:lnTo>
                  <a:pt x="402927" y="63901"/>
                </a:lnTo>
                <a:lnTo>
                  <a:pt x="402927" y="108605"/>
                </a:lnTo>
                <a:lnTo>
                  <a:pt x="313387" y="108605"/>
                </a:lnTo>
                <a:lnTo>
                  <a:pt x="313387" y="185214"/>
                </a:lnTo>
                <a:lnTo>
                  <a:pt x="422864" y="185214"/>
                </a:lnTo>
                <a:cubicBezTo>
                  <a:pt x="427492" y="156330"/>
                  <a:pt x="452681" y="134112"/>
                  <a:pt x="482854" y="134112"/>
                </a:cubicBezTo>
                <a:cubicBezTo>
                  <a:pt x="516409" y="134112"/>
                  <a:pt x="543644" y="161307"/>
                  <a:pt x="543644" y="194813"/>
                </a:cubicBezTo>
                <a:cubicBezTo>
                  <a:pt x="543644" y="228230"/>
                  <a:pt x="516409" y="255425"/>
                  <a:pt x="482854" y="255425"/>
                </a:cubicBezTo>
                <a:cubicBezTo>
                  <a:pt x="452681" y="255425"/>
                  <a:pt x="427492" y="233295"/>
                  <a:pt x="422864" y="204411"/>
                </a:cubicBezTo>
                <a:lnTo>
                  <a:pt x="313387" y="204411"/>
                </a:lnTo>
                <a:lnTo>
                  <a:pt x="313387" y="281021"/>
                </a:lnTo>
                <a:lnTo>
                  <a:pt x="402927" y="281021"/>
                </a:lnTo>
                <a:lnTo>
                  <a:pt x="402927" y="389626"/>
                </a:lnTo>
                <a:lnTo>
                  <a:pt x="204712" y="389626"/>
                </a:lnTo>
                <a:lnTo>
                  <a:pt x="204712" y="281021"/>
                </a:lnTo>
                <a:lnTo>
                  <a:pt x="294251" y="281021"/>
                </a:lnTo>
                <a:lnTo>
                  <a:pt x="294251" y="204411"/>
                </a:lnTo>
                <a:lnTo>
                  <a:pt x="184686" y="204411"/>
                </a:lnTo>
                <a:cubicBezTo>
                  <a:pt x="180058" y="233295"/>
                  <a:pt x="154958" y="255425"/>
                  <a:pt x="124696" y="255425"/>
                </a:cubicBezTo>
                <a:cubicBezTo>
                  <a:pt x="91230" y="255425"/>
                  <a:pt x="63995" y="228230"/>
                  <a:pt x="63995" y="194813"/>
                </a:cubicBezTo>
                <a:cubicBezTo>
                  <a:pt x="63995" y="161307"/>
                  <a:pt x="91230" y="134112"/>
                  <a:pt x="124696" y="134112"/>
                </a:cubicBezTo>
                <a:cubicBezTo>
                  <a:pt x="154958" y="134112"/>
                  <a:pt x="180058" y="156330"/>
                  <a:pt x="184686" y="185214"/>
                </a:cubicBezTo>
                <a:lnTo>
                  <a:pt x="294251" y="185214"/>
                </a:lnTo>
                <a:lnTo>
                  <a:pt x="294251" y="108605"/>
                </a:lnTo>
                <a:lnTo>
                  <a:pt x="204712" y="108605"/>
                </a:lnTo>
                <a:lnTo>
                  <a:pt x="204712" y="63901"/>
                </a:lnTo>
                <a:close/>
                <a:moveTo>
                  <a:pt x="252624" y="44739"/>
                </a:moveTo>
                <a:lnTo>
                  <a:pt x="354944" y="44739"/>
                </a:lnTo>
                <a:lnTo>
                  <a:pt x="354944" y="63933"/>
                </a:lnTo>
                <a:lnTo>
                  <a:pt x="252624" y="63933"/>
                </a:lnTo>
                <a:close/>
                <a:moveTo>
                  <a:pt x="223848" y="19197"/>
                </a:moveTo>
                <a:lnTo>
                  <a:pt x="223848" y="89408"/>
                </a:lnTo>
                <a:lnTo>
                  <a:pt x="383791" y="89408"/>
                </a:lnTo>
                <a:lnTo>
                  <a:pt x="383791" y="19197"/>
                </a:lnTo>
                <a:close/>
                <a:moveTo>
                  <a:pt x="204712" y="0"/>
                </a:moveTo>
                <a:lnTo>
                  <a:pt x="402927" y="0"/>
                </a:lnTo>
                <a:lnTo>
                  <a:pt x="402927" y="44704"/>
                </a:lnTo>
                <a:lnTo>
                  <a:pt x="607639" y="44704"/>
                </a:lnTo>
                <a:lnTo>
                  <a:pt x="607639" y="396735"/>
                </a:lnTo>
                <a:lnTo>
                  <a:pt x="480450" y="523737"/>
                </a:lnTo>
                <a:lnTo>
                  <a:pt x="0" y="523737"/>
                </a:lnTo>
                <a:lnTo>
                  <a:pt x="0" y="44704"/>
                </a:lnTo>
                <a:lnTo>
                  <a:pt x="204712" y="4470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3416320"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单页面五项内容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05</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965086" y="2402618"/>
            <a:ext cx="4066730" cy="2911734"/>
            <a:chOff x="4058414" y="2369741"/>
            <a:chExt cx="4066730" cy="2911734"/>
          </a:xfrm>
        </p:grpSpPr>
        <p:cxnSp>
          <p:nvCxnSpPr>
            <p:cNvPr id="28" name="Straight Connector 54"/>
            <p:cNvCxnSpPr/>
            <p:nvPr/>
          </p:nvCxnSpPr>
          <p:spPr>
            <a:xfrm>
              <a:off x="4058414" y="4430232"/>
              <a:ext cx="533102" cy="664119"/>
            </a:xfrm>
            <a:prstGeom prst="line">
              <a:avLst/>
            </a:prstGeom>
            <a:noFill/>
            <a:ln w="12700" cap="rnd">
              <a:solidFill>
                <a:schemeClr val="tx2">
                  <a:lumMod val="40000"/>
                  <a:lumOff val="60000"/>
                </a:schemeClr>
              </a:solidFill>
              <a:prstDash val="dash"/>
              <a:round/>
            </a:ln>
            <a:effectLst/>
          </p:spPr>
          <p:style>
            <a:lnRef idx="1">
              <a:schemeClr val="accent1"/>
            </a:lnRef>
            <a:fillRef idx="0">
              <a:schemeClr val="accent1"/>
            </a:fillRef>
            <a:effectRef idx="0">
              <a:schemeClr val="accent1"/>
            </a:effectRef>
            <a:fontRef idx="minor">
              <a:schemeClr val="tx1"/>
            </a:fontRef>
          </p:style>
        </p:cxnSp>
        <p:cxnSp>
          <p:nvCxnSpPr>
            <p:cNvPr id="29" name="Straight Connector 55"/>
            <p:cNvCxnSpPr/>
            <p:nvPr/>
          </p:nvCxnSpPr>
          <p:spPr>
            <a:xfrm flipH="1">
              <a:off x="5144388" y="4847685"/>
              <a:ext cx="867577" cy="433790"/>
            </a:xfrm>
            <a:prstGeom prst="line">
              <a:avLst/>
            </a:prstGeom>
            <a:noFill/>
            <a:ln w="12700" cap="rnd">
              <a:solidFill>
                <a:schemeClr val="tx2">
                  <a:lumMod val="40000"/>
                  <a:lumOff val="60000"/>
                </a:schemeClr>
              </a:solidFill>
              <a:prstDash val="dash"/>
              <a:round/>
            </a:ln>
            <a:effectLst/>
          </p:spPr>
          <p:style>
            <a:lnRef idx="1">
              <a:schemeClr val="accent1"/>
            </a:lnRef>
            <a:fillRef idx="0">
              <a:schemeClr val="accent1"/>
            </a:fillRef>
            <a:effectRef idx="0">
              <a:schemeClr val="accent1"/>
            </a:effectRef>
            <a:fontRef idx="minor">
              <a:schemeClr val="tx1"/>
            </a:fontRef>
          </p:style>
        </p:cxnSp>
        <p:cxnSp>
          <p:nvCxnSpPr>
            <p:cNvPr id="30" name="Straight Connector 56"/>
            <p:cNvCxnSpPr/>
            <p:nvPr/>
          </p:nvCxnSpPr>
          <p:spPr>
            <a:xfrm flipH="1">
              <a:off x="6530813" y="3410227"/>
              <a:ext cx="229654" cy="952634"/>
            </a:xfrm>
            <a:prstGeom prst="line">
              <a:avLst/>
            </a:prstGeom>
            <a:noFill/>
            <a:ln w="12700" cap="rnd">
              <a:solidFill>
                <a:schemeClr val="tx2">
                  <a:lumMod val="40000"/>
                  <a:lumOff val="60000"/>
                </a:schemeClr>
              </a:solidFill>
              <a:prstDash val="dash"/>
              <a:round/>
            </a:ln>
            <a:effectLst/>
          </p:spPr>
          <p:style>
            <a:lnRef idx="1">
              <a:schemeClr val="accent1"/>
            </a:lnRef>
            <a:fillRef idx="0">
              <a:schemeClr val="accent1"/>
            </a:fillRef>
            <a:effectRef idx="0">
              <a:schemeClr val="accent1"/>
            </a:effectRef>
            <a:fontRef idx="minor">
              <a:schemeClr val="tx1"/>
            </a:fontRef>
          </p:style>
        </p:cxnSp>
        <p:cxnSp>
          <p:nvCxnSpPr>
            <p:cNvPr id="31" name="Straight Connector 57"/>
            <p:cNvCxnSpPr/>
            <p:nvPr/>
          </p:nvCxnSpPr>
          <p:spPr>
            <a:xfrm flipV="1">
              <a:off x="7186846" y="2369741"/>
              <a:ext cx="938298" cy="483994"/>
            </a:xfrm>
            <a:prstGeom prst="line">
              <a:avLst/>
            </a:prstGeom>
            <a:noFill/>
            <a:ln w="12700" cap="rnd">
              <a:solidFill>
                <a:schemeClr val="tx2">
                  <a:lumMod val="40000"/>
                  <a:lumOff val="60000"/>
                </a:schemeClr>
              </a:solidFill>
              <a:prstDash val="dash"/>
              <a:round/>
            </a:ln>
            <a:effectLst/>
          </p:spPr>
          <p:style>
            <a:lnRef idx="1">
              <a:schemeClr val="accent1"/>
            </a:lnRef>
            <a:fillRef idx="0">
              <a:schemeClr val="accent1"/>
            </a:fillRef>
            <a:effectRef idx="0">
              <a:schemeClr val="accent1"/>
            </a:effectRef>
            <a:fontRef idx="minor">
              <a:schemeClr val="tx1"/>
            </a:fontRef>
          </p:style>
        </p:cxnSp>
      </p:grpSp>
      <p:sp>
        <p:nvSpPr>
          <p:cNvPr id="32" name="Oval 78"/>
          <p:cNvSpPr/>
          <p:nvPr/>
        </p:nvSpPr>
        <p:spPr>
          <a:xfrm>
            <a:off x="6403622" y="2720387"/>
            <a:ext cx="731798" cy="731798"/>
          </a:xfrm>
          <a:prstGeom prst="ellipse">
            <a:avLst/>
          </a:prstGeom>
          <a:gradFill flip="none" rotWithShape="1">
            <a:gsLst>
              <a:gs pos="0">
                <a:schemeClr val="bg1"/>
              </a:gs>
              <a:gs pos="100000">
                <a:schemeClr val="bg1">
                  <a:lumMod val="95000"/>
                </a:schemeClr>
              </a:gs>
            </a:gsLst>
            <a:lin ang="2700000" scaled="1"/>
            <a:tileRect/>
          </a:gradFill>
          <a:ln w="12700" cap="rnd">
            <a:solidFill>
              <a:schemeClr val="tx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solidFill>
            </a:endParaRPr>
          </a:p>
        </p:txBody>
      </p:sp>
      <p:sp>
        <p:nvSpPr>
          <p:cNvPr id="33" name="Freeform: Shape 108"/>
          <p:cNvSpPr/>
          <p:nvPr/>
        </p:nvSpPr>
        <p:spPr bwMode="auto">
          <a:xfrm>
            <a:off x="6530760" y="2847525"/>
            <a:ext cx="477523" cy="477523"/>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chemeClr val="tx2">
              <a:lumMod val="40000"/>
              <a:lumOff val="60000"/>
            </a:schemeClr>
          </a:solidFill>
          <a:ln>
            <a:noFill/>
          </a:ln>
        </p:spPr>
        <p:txBody>
          <a:bodyPr anchor="ctr"/>
          <a:lstStyle/>
          <a:p>
            <a:pPr algn="ctr"/>
          </a:p>
        </p:txBody>
      </p:sp>
      <p:sp>
        <p:nvSpPr>
          <p:cNvPr id="34" name="Oval 86"/>
          <p:cNvSpPr/>
          <p:nvPr/>
        </p:nvSpPr>
        <p:spPr>
          <a:xfrm>
            <a:off x="5876841" y="4346010"/>
            <a:ext cx="731798" cy="731798"/>
          </a:xfrm>
          <a:prstGeom prst="ellipse">
            <a:avLst/>
          </a:prstGeom>
          <a:gradFill flip="none" rotWithShape="1">
            <a:gsLst>
              <a:gs pos="0">
                <a:schemeClr val="bg1"/>
              </a:gs>
              <a:gs pos="100000">
                <a:schemeClr val="bg1">
                  <a:lumMod val="95000"/>
                </a:schemeClr>
              </a:gs>
            </a:gsLst>
            <a:lin ang="2700000" scaled="1"/>
            <a:tileRect/>
          </a:gradFill>
          <a:ln w="12700" cap="rnd">
            <a:solidFill>
              <a:schemeClr val="tx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solidFill>
            </a:endParaRPr>
          </a:p>
        </p:txBody>
      </p:sp>
      <p:sp>
        <p:nvSpPr>
          <p:cNvPr id="35" name="Freeform: Shape 109"/>
          <p:cNvSpPr/>
          <p:nvPr/>
        </p:nvSpPr>
        <p:spPr bwMode="auto">
          <a:xfrm>
            <a:off x="6003979" y="4473148"/>
            <a:ext cx="477523" cy="477523"/>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tx2">
              <a:lumMod val="40000"/>
              <a:lumOff val="60000"/>
            </a:schemeClr>
          </a:solidFill>
          <a:ln>
            <a:noFill/>
          </a:ln>
        </p:spPr>
        <p:txBody>
          <a:bodyPr anchor="ctr"/>
          <a:lstStyle/>
          <a:p>
            <a:pPr algn="ctr"/>
          </a:p>
        </p:txBody>
      </p:sp>
      <p:sp>
        <p:nvSpPr>
          <p:cNvPr id="36" name="Oval 62"/>
          <p:cNvSpPr/>
          <p:nvPr/>
        </p:nvSpPr>
        <p:spPr>
          <a:xfrm>
            <a:off x="3346715" y="3815935"/>
            <a:ext cx="731798" cy="731798"/>
          </a:xfrm>
          <a:prstGeom prst="ellipse">
            <a:avLst/>
          </a:prstGeom>
          <a:gradFill flip="none" rotWithShape="1">
            <a:gsLst>
              <a:gs pos="0">
                <a:schemeClr val="bg1"/>
              </a:gs>
              <a:gs pos="100000">
                <a:schemeClr val="bg1">
                  <a:lumMod val="95000"/>
                </a:schemeClr>
              </a:gs>
            </a:gsLst>
            <a:lin ang="2700000" scaled="1"/>
            <a:tileRect/>
          </a:gradFill>
          <a:ln w="12700" cap="rnd">
            <a:solidFill>
              <a:srgbClr val="005FB8"/>
            </a:solidFill>
            <a:roun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solidFill>
            </a:endParaRPr>
          </a:p>
        </p:txBody>
      </p:sp>
      <p:sp>
        <p:nvSpPr>
          <p:cNvPr id="37" name="Freeform: Shape 110"/>
          <p:cNvSpPr/>
          <p:nvPr/>
        </p:nvSpPr>
        <p:spPr bwMode="auto">
          <a:xfrm>
            <a:off x="3473853" y="3939421"/>
            <a:ext cx="477523" cy="477523"/>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rgbClr val="005FB8"/>
          </a:solidFill>
          <a:ln>
            <a:noFill/>
          </a:ln>
        </p:spPr>
        <p:txBody>
          <a:bodyPr anchor="ctr"/>
          <a:lstStyle/>
          <a:p>
            <a:pPr algn="ctr"/>
            <a:endParaRPr dirty="0"/>
          </a:p>
        </p:txBody>
      </p:sp>
      <p:sp>
        <p:nvSpPr>
          <p:cNvPr id="38" name="Oval 83"/>
          <p:cNvSpPr/>
          <p:nvPr/>
        </p:nvSpPr>
        <p:spPr>
          <a:xfrm>
            <a:off x="4335722" y="5071318"/>
            <a:ext cx="731798" cy="731798"/>
          </a:xfrm>
          <a:prstGeom prst="ellipse">
            <a:avLst/>
          </a:prstGeom>
          <a:gradFill flip="none" rotWithShape="1">
            <a:gsLst>
              <a:gs pos="0">
                <a:schemeClr val="bg1"/>
              </a:gs>
              <a:gs pos="100000">
                <a:schemeClr val="bg1">
                  <a:lumMod val="95000"/>
                </a:schemeClr>
              </a:gs>
            </a:gsLst>
            <a:lin ang="2700000" scaled="1"/>
            <a:tileRect/>
          </a:gradFill>
          <a:ln w="12700" cap="rnd">
            <a:solidFill>
              <a:schemeClr val="tx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solidFill>
            </a:endParaRPr>
          </a:p>
        </p:txBody>
      </p:sp>
      <p:sp>
        <p:nvSpPr>
          <p:cNvPr id="39" name="Freeform: Shape 111"/>
          <p:cNvSpPr/>
          <p:nvPr/>
        </p:nvSpPr>
        <p:spPr bwMode="auto">
          <a:xfrm>
            <a:off x="4462860" y="5198456"/>
            <a:ext cx="477523" cy="477523"/>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tx2">
              <a:lumMod val="40000"/>
              <a:lumOff val="60000"/>
            </a:schemeClr>
          </a:solidFill>
          <a:ln>
            <a:noFill/>
          </a:ln>
        </p:spPr>
        <p:txBody>
          <a:bodyPr anchor="ctr"/>
          <a:lstStyle/>
          <a:p>
            <a:pPr algn="ctr"/>
          </a:p>
        </p:txBody>
      </p:sp>
      <p:sp>
        <p:nvSpPr>
          <p:cNvPr id="40" name="Oval 75"/>
          <p:cNvSpPr/>
          <p:nvPr/>
        </p:nvSpPr>
        <p:spPr>
          <a:xfrm>
            <a:off x="7991284" y="1871036"/>
            <a:ext cx="731798" cy="731798"/>
          </a:xfrm>
          <a:prstGeom prst="ellipse">
            <a:avLst/>
          </a:prstGeom>
          <a:noFill/>
          <a:ln w="12700" cap="rnd">
            <a:solidFill>
              <a:srgbClr val="48BAF8"/>
            </a:solidFill>
            <a:roun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solidFill>
            </a:endParaRPr>
          </a:p>
        </p:txBody>
      </p:sp>
      <p:sp>
        <p:nvSpPr>
          <p:cNvPr id="41" name="Freeform: Shape 112"/>
          <p:cNvSpPr/>
          <p:nvPr/>
        </p:nvSpPr>
        <p:spPr bwMode="auto">
          <a:xfrm>
            <a:off x="8118422" y="1998174"/>
            <a:ext cx="477523" cy="477523"/>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rgbClr val="48BAF8"/>
          </a:solidFill>
          <a:ln>
            <a:noFill/>
          </a:ln>
        </p:spPr>
        <p:txBody>
          <a:bodyPr anchor="ctr"/>
          <a:lstStyle/>
          <a:p>
            <a:pPr algn="ctr"/>
            <a:endParaRPr dirty="0"/>
          </a:p>
        </p:txBody>
      </p:sp>
      <p:grpSp>
        <p:nvGrpSpPr>
          <p:cNvPr id="42" name="组合 41"/>
          <p:cNvGrpSpPr/>
          <p:nvPr/>
        </p:nvGrpSpPr>
        <p:grpSpPr>
          <a:xfrm>
            <a:off x="1381441" y="2905745"/>
            <a:ext cx="2229163" cy="877568"/>
            <a:chOff x="1192016" y="3274677"/>
            <a:chExt cx="2229163" cy="877568"/>
          </a:xfrm>
        </p:grpSpPr>
        <p:sp>
          <p:nvSpPr>
            <p:cNvPr id="43" name="矩形 42"/>
            <p:cNvSpPr/>
            <p:nvPr/>
          </p:nvSpPr>
          <p:spPr>
            <a:xfrm>
              <a:off x="1192016" y="3624472"/>
              <a:ext cx="2229163" cy="527773"/>
            </a:xfrm>
            <a:prstGeom prst="rect">
              <a:avLst/>
            </a:prstGeom>
          </p:spPr>
          <p:txBody>
            <a:bodyPr wrap="square">
              <a:spAutoFit/>
              <a:scene3d>
                <a:camera prst="orthographicFront"/>
                <a:lightRig rig="threePt" dir="t"/>
              </a:scene3d>
              <a:sp3d contourW="12700"/>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4" name="矩形 43"/>
            <p:cNvSpPr/>
            <p:nvPr/>
          </p:nvSpPr>
          <p:spPr>
            <a:xfrm>
              <a:off x="1354586" y="3274677"/>
              <a:ext cx="2050552" cy="328936"/>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标题文字</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grpSp>
      <p:grpSp>
        <p:nvGrpSpPr>
          <p:cNvPr id="45" name="组合 44"/>
          <p:cNvGrpSpPr/>
          <p:nvPr/>
        </p:nvGrpSpPr>
        <p:grpSpPr>
          <a:xfrm>
            <a:off x="1701898" y="4951692"/>
            <a:ext cx="2229163" cy="831483"/>
            <a:chOff x="1192016" y="3239971"/>
            <a:chExt cx="2229163" cy="831483"/>
          </a:xfrm>
        </p:grpSpPr>
        <p:sp>
          <p:nvSpPr>
            <p:cNvPr id="46" name="矩形 45"/>
            <p:cNvSpPr/>
            <p:nvPr/>
          </p:nvSpPr>
          <p:spPr>
            <a:xfrm>
              <a:off x="1192016" y="3624472"/>
              <a:ext cx="2229163" cy="44698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7" name="矩形 46"/>
            <p:cNvSpPr/>
            <p:nvPr/>
          </p:nvSpPr>
          <p:spPr>
            <a:xfrm>
              <a:off x="1340018" y="3239971"/>
              <a:ext cx="2050552" cy="328936"/>
            </a:xfrm>
            <a:prstGeom prst="rect">
              <a:avLst/>
            </a:prstGeom>
          </p:spPr>
          <p:txBody>
            <a:bodyPr wrap="square">
              <a:spAutoFit/>
              <a:scene3d>
                <a:camera prst="orthographicFront"/>
                <a:lightRig rig="threePt" dir="t"/>
              </a:scene3d>
              <a:sp3d contourW="12700"/>
            </a:bodyPr>
            <a:lstStyle/>
            <a:p>
              <a:pPr algn="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标题文字</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grpSp>
      <p:grpSp>
        <p:nvGrpSpPr>
          <p:cNvPr id="48" name="组合 47"/>
          <p:cNvGrpSpPr/>
          <p:nvPr/>
        </p:nvGrpSpPr>
        <p:grpSpPr>
          <a:xfrm>
            <a:off x="6768313" y="4620482"/>
            <a:ext cx="2546467" cy="813998"/>
            <a:chOff x="874713" y="3257456"/>
            <a:chExt cx="2546467" cy="813998"/>
          </a:xfrm>
        </p:grpSpPr>
        <p:sp>
          <p:nvSpPr>
            <p:cNvPr id="49" name="矩形 48"/>
            <p:cNvSpPr/>
            <p:nvPr/>
          </p:nvSpPr>
          <p:spPr>
            <a:xfrm>
              <a:off x="874714" y="3624472"/>
              <a:ext cx="2546466" cy="446982"/>
            </a:xfrm>
            <a:prstGeom prst="rect">
              <a:avLst/>
            </a:prstGeom>
          </p:spPr>
          <p:txBody>
            <a:bodyPr wrap="square">
              <a:spAutoFit/>
              <a:scene3d>
                <a:camera prst="orthographicFront"/>
                <a:lightRig rig="threePt" dir="t"/>
              </a:scene3d>
              <a:sp3d contourW="12700"/>
            </a:bodyPr>
            <a:lstStyle/>
            <a:p>
              <a:pPr>
                <a:lnSpc>
                  <a:spcPct val="12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0" name="矩形 49"/>
            <p:cNvSpPr/>
            <p:nvPr/>
          </p:nvSpPr>
          <p:spPr>
            <a:xfrm>
              <a:off x="874713" y="3257456"/>
              <a:ext cx="2050552" cy="328936"/>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标题文字</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grpSp>
      <p:grpSp>
        <p:nvGrpSpPr>
          <p:cNvPr id="51" name="组合 50"/>
          <p:cNvGrpSpPr/>
          <p:nvPr/>
        </p:nvGrpSpPr>
        <p:grpSpPr>
          <a:xfrm>
            <a:off x="7584585" y="3099921"/>
            <a:ext cx="2546467" cy="813998"/>
            <a:chOff x="874713" y="3257456"/>
            <a:chExt cx="2546467" cy="813998"/>
          </a:xfrm>
        </p:grpSpPr>
        <p:sp>
          <p:nvSpPr>
            <p:cNvPr id="52" name="矩形 51"/>
            <p:cNvSpPr/>
            <p:nvPr/>
          </p:nvSpPr>
          <p:spPr>
            <a:xfrm>
              <a:off x="874714" y="3624472"/>
              <a:ext cx="2546466" cy="446982"/>
            </a:xfrm>
            <a:prstGeom prst="rect">
              <a:avLst/>
            </a:prstGeom>
          </p:spPr>
          <p:txBody>
            <a:bodyPr wrap="square">
              <a:spAutoFit/>
              <a:scene3d>
                <a:camera prst="orthographicFront"/>
                <a:lightRig rig="threePt" dir="t"/>
              </a:scene3d>
              <a:sp3d contourW="12700"/>
            </a:bodyPr>
            <a:lstStyle/>
            <a:p>
              <a:pPr>
                <a:lnSpc>
                  <a:spcPct val="12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3" name="矩形 52"/>
            <p:cNvSpPr/>
            <p:nvPr/>
          </p:nvSpPr>
          <p:spPr>
            <a:xfrm>
              <a:off x="874713" y="3257456"/>
              <a:ext cx="2050552" cy="328936"/>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标题文字</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grpSp>
      <p:grpSp>
        <p:nvGrpSpPr>
          <p:cNvPr id="54" name="组合 53"/>
          <p:cNvGrpSpPr/>
          <p:nvPr/>
        </p:nvGrpSpPr>
        <p:grpSpPr>
          <a:xfrm>
            <a:off x="8857819" y="1985648"/>
            <a:ext cx="2050552" cy="780132"/>
            <a:chOff x="874713" y="3291322"/>
            <a:chExt cx="2050552" cy="780132"/>
          </a:xfrm>
        </p:grpSpPr>
        <p:sp>
          <p:nvSpPr>
            <p:cNvPr id="55" name="矩形 54"/>
            <p:cNvSpPr/>
            <p:nvPr/>
          </p:nvSpPr>
          <p:spPr>
            <a:xfrm>
              <a:off x="874714" y="3624472"/>
              <a:ext cx="2050551" cy="446982"/>
            </a:xfrm>
            <a:prstGeom prst="rect">
              <a:avLst/>
            </a:prstGeom>
          </p:spPr>
          <p:txBody>
            <a:bodyPr wrap="square">
              <a:spAutoFit/>
              <a:scene3d>
                <a:camera prst="orthographicFront"/>
                <a:lightRig rig="threePt" dir="t"/>
              </a:scene3d>
              <a:sp3d contourW="12700"/>
            </a:bodyPr>
            <a:lstStyle/>
            <a:p>
              <a:pPr>
                <a:lnSpc>
                  <a:spcPct val="12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6" name="矩形 55"/>
            <p:cNvSpPr/>
            <p:nvPr/>
          </p:nvSpPr>
          <p:spPr>
            <a:xfrm>
              <a:off x="874713" y="3291322"/>
              <a:ext cx="2050552" cy="328936"/>
            </a:xfrm>
            <a:prstGeom prst="rect">
              <a:avLst/>
            </a:prstGeom>
          </p:spPr>
          <p:txBody>
            <a:bodyPr wrap="square">
              <a:spAutoFit/>
              <a:scene3d>
                <a:camera prst="orthographicFront"/>
                <a:lightRig rig="threePt" dir="t"/>
              </a:scene3d>
              <a:sp3d contourW="12700"/>
            </a:bodyPr>
            <a:lstStyle/>
            <a:p>
              <a:pPr>
                <a:lnSpc>
                  <a:spcPct val="120000"/>
                </a:lnSpc>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rPr>
                <a:t>标题文字</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grpSp>
      <p:grpSp>
        <p:nvGrpSpPr>
          <p:cNvPr id="57" name="组合 56"/>
          <p:cNvGrpSpPr/>
          <p:nvPr/>
        </p:nvGrpSpPr>
        <p:grpSpPr>
          <a:xfrm>
            <a:off x="583501" y="471624"/>
            <a:ext cx="2177776" cy="553998"/>
            <a:chOff x="592429" y="482522"/>
            <a:chExt cx="2177776" cy="553998"/>
          </a:xfrm>
        </p:grpSpPr>
        <p:grpSp>
          <p:nvGrpSpPr>
            <p:cNvPr id="58" name="组合 57"/>
            <p:cNvGrpSpPr/>
            <p:nvPr/>
          </p:nvGrpSpPr>
          <p:grpSpPr>
            <a:xfrm>
              <a:off x="592429" y="584272"/>
              <a:ext cx="433087" cy="360490"/>
              <a:chOff x="2770053" y="2524936"/>
              <a:chExt cx="433087" cy="317447"/>
            </a:xfrm>
            <a:solidFill>
              <a:srgbClr val="2F5EB2"/>
            </a:solidFill>
          </p:grpSpPr>
          <p:sp>
            <p:nvSpPr>
              <p:cNvPr id="6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6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6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5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五项内容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
          <p:cNvSpPr/>
          <p:nvPr/>
        </p:nvSpPr>
        <p:spPr bwMode="auto">
          <a:xfrm>
            <a:off x="4185928" y="1473928"/>
            <a:ext cx="4321872" cy="3815170"/>
          </a:xfrm>
          <a:custGeom>
            <a:avLst/>
            <a:gdLst>
              <a:gd name="T0" fmla="*/ 4718844 w 19762"/>
              <a:gd name="T1" fmla="*/ 4586885 h 19044"/>
              <a:gd name="T2" fmla="*/ 4718844 w 19762"/>
              <a:gd name="T3" fmla="*/ 4586885 h 19044"/>
              <a:gd name="T4" fmla="*/ 4718844 w 19762"/>
              <a:gd name="T5" fmla="*/ 4586885 h 19044"/>
              <a:gd name="T6" fmla="*/ 4718844 w 19762"/>
              <a:gd name="T7" fmla="*/ 4586885 h 190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762" h="19044">
                <a:moveTo>
                  <a:pt x="500" y="4092"/>
                </a:moveTo>
                <a:cubicBezTo>
                  <a:pt x="1007" y="3072"/>
                  <a:pt x="1899" y="2369"/>
                  <a:pt x="2902" y="1983"/>
                </a:cubicBezTo>
                <a:cubicBezTo>
                  <a:pt x="4142" y="1507"/>
                  <a:pt x="5481" y="1530"/>
                  <a:pt x="6778" y="1317"/>
                </a:cubicBezTo>
                <a:cubicBezTo>
                  <a:pt x="9870" y="810"/>
                  <a:pt x="13046" y="-963"/>
                  <a:pt x="15828" y="686"/>
                </a:cubicBezTo>
                <a:cubicBezTo>
                  <a:pt x="17060" y="1417"/>
                  <a:pt x="17887" y="2706"/>
                  <a:pt x="18539" y="4060"/>
                </a:cubicBezTo>
                <a:cubicBezTo>
                  <a:pt x="19806" y="6692"/>
                  <a:pt x="20395" y="9844"/>
                  <a:pt x="18776" y="12136"/>
                </a:cubicBezTo>
                <a:cubicBezTo>
                  <a:pt x="17768" y="13563"/>
                  <a:pt x="16075" y="14187"/>
                  <a:pt x="15011" y="15562"/>
                </a:cubicBezTo>
                <a:cubicBezTo>
                  <a:pt x="14354" y="16412"/>
                  <a:pt x="13975" y="17507"/>
                  <a:pt x="13178" y="18206"/>
                </a:cubicBezTo>
                <a:cubicBezTo>
                  <a:pt x="10404" y="20637"/>
                  <a:pt x="7018" y="17321"/>
                  <a:pt x="4306" y="14017"/>
                </a:cubicBezTo>
                <a:cubicBezTo>
                  <a:pt x="1787" y="10948"/>
                  <a:pt x="-1205" y="7527"/>
                  <a:pt x="500" y="4092"/>
                </a:cubicBezTo>
                <a:close/>
              </a:path>
            </a:pathLst>
          </a:custGeom>
          <a:solidFill>
            <a:schemeClr val="bg1">
              <a:lumMod val="95000"/>
            </a:schemeClr>
          </a:solidFill>
          <a:ln>
            <a:noFill/>
          </a:ln>
          <a:effec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3" name="AutoShape 2"/>
          <p:cNvSpPr/>
          <p:nvPr/>
        </p:nvSpPr>
        <p:spPr bwMode="auto">
          <a:xfrm rot="224277">
            <a:off x="4504344" y="1750905"/>
            <a:ext cx="3557093" cy="3139809"/>
          </a:xfrm>
          <a:custGeom>
            <a:avLst/>
            <a:gdLst>
              <a:gd name="T0" fmla="*/ 3883819 w 19762"/>
              <a:gd name="T1" fmla="*/ 3774915 h 19044"/>
              <a:gd name="T2" fmla="*/ 3883819 w 19762"/>
              <a:gd name="T3" fmla="*/ 3774915 h 19044"/>
              <a:gd name="T4" fmla="*/ 3883819 w 19762"/>
              <a:gd name="T5" fmla="*/ 3774915 h 19044"/>
              <a:gd name="T6" fmla="*/ 3883819 w 19762"/>
              <a:gd name="T7" fmla="*/ 3774915 h 190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762" h="19044">
                <a:moveTo>
                  <a:pt x="500" y="4092"/>
                </a:moveTo>
                <a:cubicBezTo>
                  <a:pt x="1007" y="3072"/>
                  <a:pt x="1899" y="2369"/>
                  <a:pt x="2902" y="1983"/>
                </a:cubicBezTo>
                <a:cubicBezTo>
                  <a:pt x="4142" y="1507"/>
                  <a:pt x="5481" y="1530"/>
                  <a:pt x="6778" y="1317"/>
                </a:cubicBezTo>
                <a:cubicBezTo>
                  <a:pt x="9870" y="810"/>
                  <a:pt x="13046" y="-963"/>
                  <a:pt x="15828" y="686"/>
                </a:cubicBezTo>
                <a:cubicBezTo>
                  <a:pt x="17060" y="1417"/>
                  <a:pt x="17887" y="2706"/>
                  <a:pt x="18539" y="4060"/>
                </a:cubicBezTo>
                <a:cubicBezTo>
                  <a:pt x="19806" y="6692"/>
                  <a:pt x="20395" y="9844"/>
                  <a:pt x="18776" y="12136"/>
                </a:cubicBezTo>
                <a:cubicBezTo>
                  <a:pt x="17768" y="13563"/>
                  <a:pt x="16075" y="14187"/>
                  <a:pt x="15011" y="15562"/>
                </a:cubicBezTo>
                <a:cubicBezTo>
                  <a:pt x="14354" y="16412"/>
                  <a:pt x="13975" y="17507"/>
                  <a:pt x="13178" y="18206"/>
                </a:cubicBezTo>
                <a:cubicBezTo>
                  <a:pt x="10404" y="20637"/>
                  <a:pt x="7018" y="17321"/>
                  <a:pt x="4306" y="14017"/>
                </a:cubicBezTo>
                <a:cubicBezTo>
                  <a:pt x="1787" y="10948"/>
                  <a:pt x="-1205" y="7527"/>
                  <a:pt x="500" y="4092"/>
                </a:cubicBezTo>
                <a:close/>
              </a:path>
            </a:pathLst>
          </a:custGeom>
          <a:solidFill>
            <a:srgbClr val="DEDEDE"/>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4" name="AutoShape 3"/>
          <p:cNvSpPr/>
          <p:nvPr/>
        </p:nvSpPr>
        <p:spPr bwMode="auto">
          <a:xfrm rot="224277">
            <a:off x="4985602" y="2240887"/>
            <a:ext cx="2583672" cy="2279796"/>
          </a:xfrm>
          <a:custGeom>
            <a:avLst/>
            <a:gdLst>
              <a:gd name="T0" fmla="*/ 2820988 w 19762"/>
              <a:gd name="T1" fmla="*/ 2740943 h 19044"/>
              <a:gd name="T2" fmla="*/ 2820988 w 19762"/>
              <a:gd name="T3" fmla="*/ 2740943 h 19044"/>
              <a:gd name="T4" fmla="*/ 2820988 w 19762"/>
              <a:gd name="T5" fmla="*/ 2740943 h 19044"/>
              <a:gd name="T6" fmla="*/ 2820988 w 19762"/>
              <a:gd name="T7" fmla="*/ 2740943 h 190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762" h="19044">
                <a:moveTo>
                  <a:pt x="500" y="4092"/>
                </a:moveTo>
                <a:cubicBezTo>
                  <a:pt x="1007" y="3072"/>
                  <a:pt x="1899" y="2369"/>
                  <a:pt x="2902" y="1983"/>
                </a:cubicBezTo>
                <a:cubicBezTo>
                  <a:pt x="4142" y="1507"/>
                  <a:pt x="5481" y="1530"/>
                  <a:pt x="6778" y="1317"/>
                </a:cubicBezTo>
                <a:cubicBezTo>
                  <a:pt x="9870" y="810"/>
                  <a:pt x="13046" y="-963"/>
                  <a:pt x="15828" y="686"/>
                </a:cubicBezTo>
                <a:cubicBezTo>
                  <a:pt x="17060" y="1417"/>
                  <a:pt x="17887" y="2706"/>
                  <a:pt x="18539" y="4060"/>
                </a:cubicBezTo>
                <a:cubicBezTo>
                  <a:pt x="19806" y="6692"/>
                  <a:pt x="20395" y="9844"/>
                  <a:pt x="18776" y="12136"/>
                </a:cubicBezTo>
                <a:cubicBezTo>
                  <a:pt x="17768" y="13563"/>
                  <a:pt x="16075" y="14187"/>
                  <a:pt x="15011" y="15562"/>
                </a:cubicBezTo>
                <a:cubicBezTo>
                  <a:pt x="14354" y="16412"/>
                  <a:pt x="13975" y="17507"/>
                  <a:pt x="13178" y="18206"/>
                </a:cubicBezTo>
                <a:cubicBezTo>
                  <a:pt x="10404" y="20636"/>
                  <a:pt x="7018" y="17321"/>
                  <a:pt x="4306" y="14017"/>
                </a:cubicBezTo>
                <a:cubicBezTo>
                  <a:pt x="1787" y="10948"/>
                  <a:pt x="-1205" y="7527"/>
                  <a:pt x="500" y="4092"/>
                </a:cubicBezTo>
                <a:close/>
              </a:path>
            </a:pathLst>
          </a:custGeom>
          <a:solidFill>
            <a:srgbClr val="B9B9B9"/>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nvGrpSpPr>
          <p:cNvPr id="5" name="Group 4"/>
          <p:cNvGrpSpPr/>
          <p:nvPr/>
        </p:nvGrpSpPr>
        <p:grpSpPr bwMode="auto">
          <a:xfrm>
            <a:off x="5099011" y="3133613"/>
            <a:ext cx="2601847" cy="1432870"/>
            <a:chOff x="-1" y="-1"/>
            <a:chExt cx="5682117" cy="3128816"/>
          </a:xfrm>
        </p:grpSpPr>
        <p:sp>
          <p:nvSpPr>
            <p:cNvPr id="6" name="AutoShape 5"/>
            <p:cNvSpPr/>
            <p:nvPr/>
          </p:nvSpPr>
          <p:spPr bwMode="auto">
            <a:xfrm>
              <a:off x="12700" y="688942"/>
              <a:ext cx="5661477" cy="2439873"/>
            </a:xfrm>
            <a:custGeom>
              <a:avLst/>
              <a:gdLst>
                <a:gd name="T0" fmla="*/ 2830739 w 21600"/>
                <a:gd name="T1" fmla="*/ 1219937 h 19380"/>
                <a:gd name="T2" fmla="*/ 2830739 w 21600"/>
                <a:gd name="T3" fmla="*/ 1219937 h 19380"/>
                <a:gd name="T4" fmla="*/ 2830739 w 21600"/>
                <a:gd name="T5" fmla="*/ 1219937 h 19380"/>
                <a:gd name="T6" fmla="*/ 2830739 w 21600"/>
                <a:gd name="T7" fmla="*/ 1219937 h 193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19380">
                  <a:moveTo>
                    <a:pt x="0" y="0"/>
                  </a:moveTo>
                  <a:cubicBezTo>
                    <a:pt x="332" y="4654"/>
                    <a:pt x="1358" y="9136"/>
                    <a:pt x="3079" y="12719"/>
                  </a:cubicBezTo>
                  <a:cubicBezTo>
                    <a:pt x="7345" y="21599"/>
                    <a:pt x="14261" y="21600"/>
                    <a:pt x="18527" y="12719"/>
                  </a:cubicBezTo>
                  <a:cubicBezTo>
                    <a:pt x="20240" y="9152"/>
                    <a:pt x="21262" y="4695"/>
                    <a:pt x="21599" y="63"/>
                  </a:cubicBezTo>
                  <a:cubicBezTo>
                    <a:pt x="21539" y="110"/>
                    <a:pt x="21481" y="164"/>
                    <a:pt x="21420" y="209"/>
                  </a:cubicBezTo>
                  <a:cubicBezTo>
                    <a:pt x="20990" y="1115"/>
                    <a:pt x="20020" y="1977"/>
                    <a:pt x="18504" y="2681"/>
                  </a:cubicBezTo>
                  <a:cubicBezTo>
                    <a:pt x="14270" y="4646"/>
                    <a:pt x="7406" y="4646"/>
                    <a:pt x="3172" y="2681"/>
                  </a:cubicBezTo>
                  <a:cubicBezTo>
                    <a:pt x="1691" y="1994"/>
                    <a:pt x="730" y="1155"/>
                    <a:pt x="286" y="273"/>
                  </a:cubicBezTo>
                  <a:cubicBezTo>
                    <a:pt x="189" y="186"/>
                    <a:pt x="95" y="90"/>
                    <a:pt x="0" y="0"/>
                  </a:cubicBezTo>
                  <a:close/>
                </a:path>
              </a:pathLst>
            </a:custGeom>
            <a:solidFill>
              <a:srgbClr val="015BAB"/>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7" name="AutoShape 6"/>
            <p:cNvSpPr/>
            <p:nvPr/>
          </p:nvSpPr>
          <p:spPr bwMode="auto">
            <a:xfrm>
              <a:off x="-1" y="-1"/>
              <a:ext cx="5682117" cy="1266765"/>
            </a:xfrm>
            <a:custGeom>
              <a:avLst/>
              <a:gdLst>
                <a:gd name="T0" fmla="*/ 2840914 w 19679"/>
                <a:gd name="T1" fmla="*/ 695211 h 19679"/>
                <a:gd name="T2" fmla="*/ 2840914 w 19679"/>
                <a:gd name="T3" fmla="*/ 695211 h 19679"/>
                <a:gd name="T4" fmla="*/ 2840914 w 19679"/>
                <a:gd name="T5" fmla="*/ 695211 h 19679"/>
                <a:gd name="T6" fmla="*/ 2840914 w 19679"/>
                <a:gd name="T7" fmla="*/ 695211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rgbClr val="ADB9CA"/>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dirty="0">
                <a:latin typeface="inpin heiti" panose="00000500000000000000" pitchFamily="2" charset="-122"/>
                <a:ea typeface="inpin heiti" panose="00000500000000000000" pitchFamily="2" charset="-122"/>
                <a:sym typeface="inpin heiti" panose="00000500000000000000" pitchFamily="2" charset="-122"/>
              </a:endParaRPr>
            </a:p>
          </p:txBody>
        </p:sp>
        <p:sp>
          <p:nvSpPr>
            <p:cNvPr id="8" name="AutoShape 7"/>
            <p:cNvSpPr/>
            <p:nvPr/>
          </p:nvSpPr>
          <p:spPr bwMode="auto">
            <a:xfrm>
              <a:off x="123834" y="795300"/>
              <a:ext cx="5518591" cy="2022380"/>
            </a:xfrm>
            <a:custGeom>
              <a:avLst/>
              <a:gdLst>
                <a:gd name="T0" fmla="*/ 2759296 w 21600"/>
                <a:gd name="T1" fmla="*/ 1011190 h 21600"/>
                <a:gd name="T2" fmla="*/ 2759296 w 21600"/>
                <a:gd name="T3" fmla="*/ 1011190 h 21600"/>
                <a:gd name="T4" fmla="*/ 2759296 w 21600"/>
                <a:gd name="T5" fmla="*/ 1011190 h 21600"/>
                <a:gd name="T6" fmla="*/ 2759296 w 21600"/>
                <a:gd name="T7" fmla="*/ 10111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599" y="0"/>
                  </a:moveTo>
                  <a:cubicBezTo>
                    <a:pt x="21496" y="118"/>
                    <a:pt x="21395" y="238"/>
                    <a:pt x="21287" y="353"/>
                  </a:cubicBezTo>
                  <a:cubicBezTo>
                    <a:pt x="21285" y="355"/>
                    <a:pt x="21282" y="357"/>
                    <a:pt x="21280" y="359"/>
                  </a:cubicBezTo>
                  <a:cubicBezTo>
                    <a:pt x="20785" y="1404"/>
                    <a:pt x="19842" y="2393"/>
                    <a:pt x="18436" y="3215"/>
                  </a:cubicBezTo>
                  <a:cubicBezTo>
                    <a:pt x="17215" y="3928"/>
                    <a:pt x="15778" y="4432"/>
                    <a:pt x="14250" y="4744"/>
                  </a:cubicBezTo>
                  <a:lnTo>
                    <a:pt x="14276" y="4848"/>
                  </a:lnTo>
                  <a:lnTo>
                    <a:pt x="14515" y="5157"/>
                  </a:lnTo>
                  <a:lnTo>
                    <a:pt x="14689" y="5699"/>
                  </a:lnTo>
                  <a:lnTo>
                    <a:pt x="15088" y="6021"/>
                  </a:lnTo>
                  <a:lnTo>
                    <a:pt x="15325" y="6728"/>
                  </a:lnTo>
                  <a:lnTo>
                    <a:pt x="15851" y="6749"/>
                  </a:lnTo>
                  <a:lnTo>
                    <a:pt x="16505" y="6592"/>
                  </a:lnTo>
                  <a:lnTo>
                    <a:pt x="16624" y="6032"/>
                  </a:lnTo>
                  <a:lnTo>
                    <a:pt x="17096" y="5982"/>
                  </a:lnTo>
                  <a:lnTo>
                    <a:pt x="17412" y="6130"/>
                  </a:lnTo>
                  <a:lnTo>
                    <a:pt x="17455" y="6642"/>
                  </a:lnTo>
                  <a:lnTo>
                    <a:pt x="18120" y="6377"/>
                  </a:lnTo>
                  <a:lnTo>
                    <a:pt x="18229" y="6896"/>
                  </a:lnTo>
                  <a:lnTo>
                    <a:pt x="18107" y="7933"/>
                  </a:lnTo>
                  <a:lnTo>
                    <a:pt x="18164" y="8461"/>
                  </a:lnTo>
                  <a:lnTo>
                    <a:pt x="18399" y="8549"/>
                  </a:lnTo>
                  <a:lnTo>
                    <a:pt x="18670" y="8263"/>
                  </a:lnTo>
                  <a:lnTo>
                    <a:pt x="19008" y="8375"/>
                  </a:lnTo>
                  <a:lnTo>
                    <a:pt x="19039" y="8812"/>
                  </a:lnTo>
                  <a:lnTo>
                    <a:pt x="19008" y="9033"/>
                  </a:lnTo>
                  <a:lnTo>
                    <a:pt x="18683" y="8947"/>
                  </a:lnTo>
                  <a:lnTo>
                    <a:pt x="18530" y="9407"/>
                  </a:lnTo>
                  <a:lnTo>
                    <a:pt x="18596" y="9828"/>
                  </a:lnTo>
                  <a:lnTo>
                    <a:pt x="18635" y="11255"/>
                  </a:lnTo>
                  <a:lnTo>
                    <a:pt x="18351" y="11632"/>
                  </a:lnTo>
                  <a:lnTo>
                    <a:pt x="18275" y="12101"/>
                  </a:lnTo>
                  <a:lnTo>
                    <a:pt x="18319" y="12773"/>
                  </a:lnTo>
                  <a:lnTo>
                    <a:pt x="18728" y="13000"/>
                  </a:lnTo>
                  <a:lnTo>
                    <a:pt x="18847" y="13618"/>
                  </a:lnTo>
                  <a:lnTo>
                    <a:pt x="18728" y="14697"/>
                  </a:lnTo>
                  <a:lnTo>
                    <a:pt x="18940" y="14830"/>
                  </a:lnTo>
                  <a:cubicBezTo>
                    <a:pt x="20394" y="10516"/>
                    <a:pt x="21278" y="5353"/>
                    <a:pt x="21599" y="0"/>
                  </a:cubicBezTo>
                  <a:close/>
                  <a:moveTo>
                    <a:pt x="0" y="624"/>
                  </a:moveTo>
                  <a:lnTo>
                    <a:pt x="146" y="1267"/>
                  </a:lnTo>
                  <a:lnTo>
                    <a:pt x="420" y="1458"/>
                  </a:lnTo>
                  <a:lnTo>
                    <a:pt x="405" y="1246"/>
                  </a:lnTo>
                  <a:cubicBezTo>
                    <a:pt x="252" y="1042"/>
                    <a:pt x="116" y="835"/>
                    <a:pt x="0" y="624"/>
                  </a:cubicBezTo>
                  <a:close/>
                  <a:moveTo>
                    <a:pt x="1172" y="2092"/>
                  </a:moveTo>
                  <a:lnTo>
                    <a:pt x="1156" y="2676"/>
                  </a:lnTo>
                  <a:lnTo>
                    <a:pt x="1538" y="3336"/>
                  </a:lnTo>
                  <a:lnTo>
                    <a:pt x="1924" y="3569"/>
                  </a:lnTo>
                  <a:lnTo>
                    <a:pt x="2114" y="3843"/>
                  </a:lnTo>
                  <a:lnTo>
                    <a:pt x="2747" y="3807"/>
                  </a:lnTo>
                  <a:lnTo>
                    <a:pt x="2877" y="4105"/>
                  </a:lnTo>
                  <a:lnTo>
                    <a:pt x="3054" y="4294"/>
                  </a:lnTo>
                  <a:lnTo>
                    <a:pt x="3468" y="4279"/>
                  </a:lnTo>
                  <a:lnTo>
                    <a:pt x="3648" y="4494"/>
                  </a:lnTo>
                  <a:lnTo>
                    <a:pt x="3747" y="4877"/>
                  </a:lnTo>
                  <a:lnTo>
                    <a:pt x="3887" y="5257"/>
                  </a:lnTo>
                  <a:lnTo>
                    <a:pt x="4012" y="5679"/>
                  </a:lnTo>
                  <a:lnTo>
                    <a:pt x="4316" y="5888"/>
                  </a:lnTo>
                  <a:lnTo>
                    <a:pt x="4537" y="5670"/>
                  </a:lnTo>
                  <a:lnTo>
                    <a:pt x="4780" y="5623"/>
                  </a:lnTo>
                  <a:lnTo>
                    <a:pt x="4951" y="6094"/>
                  </a:lnTo>
                  <a:lnTo>
                    <a:pt x="5125" y="6698"/>
                  </a:lnTo>
                  <a:lnTo>
                    <a:pt x="4985" y="7356"/>
                  </a:lnTo>
                  <a:lnTo>
                    <a:pt x="4696" y="7754"/>
                  </a:lnTo>
                  <a:lnTo>
                    <a:pt x="4584" y="8202"/>
                  </a:lnTo>
                  <a:lnTo>
                    <a:pt x="4584" y="8723"/>
                  </a:lnTo>
                  <a:lnTo>
                    <a:pt x="4512" y="9177"/>
                  </a:lnTo>
                  <a:cubicBezTo>
                    <a:pt x="4527" y="9324"/>
                    <a:pt x="4558" y="9464"/>
                    <a:pt x="4607" y="9593"/>
                  </a:cubicBezTo>
                  <a:cubicBezTo>
                    <a:pt x="4677" y="9775"/>
                    <a:pt x="4778" y="9930"/>
                    <a:pt x="4899" y="10035"/>
                  </a:cubicBezTo>
                  <a:lnTo>
                    <a:pt x="4882" y="10562"/>
                  </a:lnTo>
                  <a:lnTo>
                    <a:pt x="5019" y="11031"/>
                  </a:lnTo>
                  <a:cubicBezTo>
                    <a:pt x="5151" y="11041"/>
                    <a:pt x="5268" y="11171"/>
                    <a:pt x="5310" y="11361"/>
                  </a:cubicBezTo>
                  <a:cubicBezTo>
                    <a:pt x="5357" y="11576"/>
                    <a:pt x="5297" y="11834"/>
                    <a:pt x="5386" y="12021"/>
                  </a:cubicBezTo>
                  <a:cubicBezTo>
                    <a:pt x="5490" y="12238"/>
                    <a:pt x="5708" y="12227"/>
                    <a:pt x="5804" y="12000"/>
                  </a:cubicBezTo>
                  <a:lnTo>
                    <a:pt x="6163" y="12266"/>
                  </a:lnTo>
                  <a:lnTo>
                    <a:pt x="6400" y="12749"/>
                  </a:lnTo>
                  <a:lnTo>
                    <a:pt x="6325" y="13200"/>
                  </a:lnTo>
                  <a:lnTo>
                    <a:pt x="6368" y="14550"/>
                  </a:lnTo>
                  <a:lnTo>
                    <a:pt x="6641" y="14962"/>
                  </a:lnTo>
                  <a:lnTo>
                    <a:pt x="6375" y="15611"/>
                  </a:lnTo>
                  <a:lnTo>
                    <a:pt x="6533" y="16224"/>
                  </a:lnTo>
                  <a:lnTo>
                    <a:pt x="6402" y="16781"/>
                  </a:lnTo>
                  <a:lnTo>
                    <a:pt x="6641" y="17244"/>
                  </a:lnTo>
                  <a:lnTo>
                    <a:pt x="6597" y="17804"/>
                  </a:lnTo>
                  <a:lnTo>
                    <a:pt x="6763" y="18134"/>
                  </a:lnTo>
                  <a:lnTo>
                    <a:pt x="6852" y="18865"/>
                  </a:lnTo>
                  <a:lnTo>
                    <a:pt x="6897" y="19534"/>
                  </a:lnTo>
                  <a:lnTo>
                    <a:pt x="7016" y="19843"/>
                  </a:lnTo>
                  <a:lnTo>
                    <a:pt x="6875" y="20603"/>
                  </a:lnTo>
                  <a:lnTo>
                    <a:pt x="7156" y="20668"/>
                  </a:lnTo>
                  <a:lnTo>
                    <a:pt x="7264" y="21293"/>
                  </a:lnTo>
                  <a:lnTo>
                    <a:pt x="7548" y="21594"/>
                  </a:lnTo>
                  <a:lnTo>
                    <a:pt x="7850" y="21600"/>
                  </a:lnTo>
                  <a:lnTo>
                    <a:pt x="7958" y="21054"/>
                  </a:lnTo>
                  <a:lnTo>
                    <a:pt x="8049" y="20494"/>
                  </a:lnTo>
                  <a:lnTo>
                    <a:pt x="8184" y="20079"/>
                  </a:lnTo>
                  <a:lnTo>
                    <a:pt x="7803" y="19796"/>
                  </a:lnTo>
                  <a:lnTo>
                    <a:pt x="7791" y="19171"/>
                  </a:lnTo>
                  <a:lnTo>
                    <a:pt x="7944" y="18959"/>
                  </a:lnTo>
                  <a:lnTo>
                    <a:pt x="7809" y="18770"/>
                  </a:lnTo>
                  <a:lnTo>
                    <a:pt x="7799" y="18461"/>
                  </a:lnTo>
                  <a:lnTo>
                    <a:pt x="8030" y="18366"/>
                  </a:lnTo>
                  <a:lnTo>
                    <a:pt x="8050" y="17706"/>
                  </a:lnTo>
                  <a:lnTo>
                    <a:pt x="8401" y="17742"/>
                  </a:lnTo>
                  <a:lnTo>
                    <a:pt x="8673" y="17509"/>
                  </a:lnTo>
                  <a:lnTo>
                    <a:pt x="8621" y="17105"/>
                  </a:lnTo>
                  <a:lnTo>
                    <a:pt x="8423" y="16760"/>
                  </a:lnTo>
                  <a:lnTo>
                    <a:pt x="8533" y="16498"/>
                  </a:lnTo>
                  <a:lnTo>
                    <a:pt x="8817" y="16681"/>
                  </a:lnTo>
                  <a:lnTo>
                    <a:pt x="9248" y="16330"/>
                  </a:lnTo>
                  <a:lnTo>
                    <a:pt x="9164" y="15634"/>
                  </a:lnTo>
                  <a:lnTo>
                    <a:pt x="9263" y="15325"/>
                  </a:lnTo>
                  <a:lnTo>
                    <a:pt x="9619" y="15183"/>
                  </a:lnTo>
                  <a:lnTo>
                    <a:pt x="9443" y="14223"/>
                  </a:lnTo>
                  <a:lnTo>
                    <a:pt x="9711" y="13819"/>
                  </a:lnTo>
                  <a:lnTo>
                    <a:pt x="10168" y="13618"/>
                  </a:lnTo>
                  <a:lnTo>
                    <a:pt x="10483" y="13654"/>
                  </a:lnTo>
                  <a:lnTo>
                    <a:pt x="10629" y="13085"/>
                  </a:lnTo>
                  <a:lnTo>
                    <a:pt x="10772" y="12280"/>
                  </a:lnTo>
                  <a:lnTo>
                    <a:pt x="10663" y="11446"/>
                  </a:lnTo>
                  <a:lnTo>
                    <a:pt x="10818" y="10854"/>
                  </a:lnTo>
                  <a:lnTo>
                    <a:pt x="11108" y="10453"/>
                  </a:lnTo>
                  <a:lnTo>
                    <a:pt x="11370" y="9961"/>
                  </a:lnTo>
                  <a:lnTo>
                    <a:pt x="11286" y="9489"/>
                  </a:lnTo>
                  <a:lnTo>
                    <a:pt x="10880" y="9106"/>
                  </a:lnTo>
                  <a:lnTo>
                    <a:pt x="10629" y="8535"/>
                  </a:lnTo>
                  <a:lnTo>
                    <a:pt x="9987" y="8535"/>
                  </a:lnTo>
                  <a:lnTo>
                    <a:pt x="9687" y="8151"/>
                  </a:lnTo>
                  <a:lnTo>
                    <a:pt x="9339" y="7889"/>
                  </a:lnTo>
                  <a:lnTo>
                    <a:pt x="8947" y="8069"/>
                  </a:lnTo>
                  <a:lnTo>
                    <a:pt x="8930" y="7353"/>
                  </a:lnTo>
                  <a:lnTo>
                    <a:pt x="8777" y="6651"/>
                  </a:lnTo>
                  <a:lnTo>
                    <a:pt x="8477" y="6348"/>
                  </a:lnTo>
                  <a:lnTo>
                    <a:pt x="7912" y="6330"/>
                  </a:lnTo>
                  <a:lnTo>
                    <a:pt x="7791" y="5859"/>
                  </a:lnTo>
                  <a:lnTo>
                    <a:pt x="7436" y="5611"/>
                  </a:lnTo>
                  <a:lnTo>
                    <a:pt x="7240" y="5166"/>
                  </a:lnTo>
                  <a:lnTo>
                    <a:pt x="6501" y="5201"/>
                  </a:lnTo>
                  <a:lnTo>
                    <a:pt x="6315" y="4921"/>
                  </a:lnTo>
                  <a:lnTo>
                    <a:pt x="5934" y="4874"/>
                  </a:lnTo>
                  <a:lnTo>
                    <a:pt x="5700" y="4936"/>
                  </a:lnTo>
                  <a:lnTo>
                    <a:pt x="5357" y="5528"/>
                  </a:lnTo>
                  <a:lnTo>
                    <a:pt x="5179" y="5897"/>
                  </a:lnTo>
                  <a:lnTo>
                    <a:pt x="4925" y="5310"/>
                  </a:lnTo>
                  <a:lnTo>
                    <a:pt x="4547" y="5346"/>
                  </a:lnTo>
                  <a:lnTo>
                    <a:pt x="4352" y="5525"/>
                  </a:lnTo>
                  <a:lnTo>
                    <a:pt x="4211" y="5310"/>
                  </a:lnTo>
                  <a:lnTo>
                    <a:pt x="4103" y="4774"/>
                  </a:lnTo>
                  <a:lnTo>
                    <a:pt x="4110" y="4294"/>
                  </a:lnTo>
                  <a:lnTo>
                    <a:pt x="4217" y="4052"/>
                  </a:lnTo>
                  <a:lnTo>
                    <a:pt x="4166" y="3925"/>
                  </a:lnTo>
                  <a:cubicBezTo>
                    <a:pt x="4087" y="3892"/>
                    <a:pt x="4008" y="3856"/>
                    <a:pt x="3930" y="3822"/>
                  </a:cubicBezTo>
                  <a:lnTo>
                    <a:pt x="3853" y="3869"/>
                  </a:lnTo>
                  <a:lnTo>
                    <a:pt x="3525" y="3919"/>
                  </a:lnTo>
                  <a:lnTo>
                    <a:pt x="3374" y="3681"/>
                  </a:lnTo>
                  <a:lnTo>
                    <a:pt x="3390" y="3574"/>
                  </a:lnTo>
                  <a:cubicBezTo>
                    <a:pt x="3158" y="3459"/>
                    <a:pt x="2928" y="3343"/>
                    <a:pt x="2709" y="3215"/>
                  </a:cubicBezTo>
                  <a:cubicBezTo>
                    <a:pt x="2705" y="3213"/>
                    <a:pt x="2702" y="3211"/>
                    <a:pt x="2699" y="3209"/>
                  </a:cubicBezTo>
                  <a:lnTo>
                    <a:pt x="2696" y="3209"/>
                  </a:lnTo>
                  <a:lnTo>
                    <a:pt x="2695" y="3206"/>
                  </a:lnTo>
                  <a:cubicBezTo>
                    <a:pt x="2107" y="2861"/>
                    <a:pt x="1600" y="2488"/>
                    <a:pt x="1172" y="2092"/>
                  </a:cubicBezTo>
                  <a:close/>
                </a:path>
              </a:pathLst>
            </a:custGeom>
            <a:solidFill>
              <a:srgbClr val="F2F3F2"/>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grpSp>
        <p:nvGrpSpPr>
          <p:cNvPr id="9" name="Group 8"/>
          <p:cNvGrpSpPr/>
          <p:nvPr/>
        </p:nvGrpSpPr>
        <p:grpSpPr bwMode="auto">
          <a:xfrm>
            <a:off x="5099011" y="1662942"/>
            <a:ext cx="2601847" cy="1432869"/>
            <a:chOff x="-1" y="-1"/>
            <a:chExt cx="5682116" cy="3128816"/>
          </a:xfrm>
        </p:grpSpPr>
        <p:sp>
          <p:nvSpPr>
            <p:cNvPr id="10" name="AutoShape 9"/>
            <p:cNvSpPr/>
            <p:nvPr/>
          </p:nvSpPr>
          <p:spPr bwMode="auto">
            <a:xfrm rot="10800000">
              <a:off x="7938" y="-1"/>
              <a:ext cx="5661476" cy="2439873"/>
            </a:xfrm>
            <a:custGeom>
              <a:avLst/>
              <a:gdLst>
                <a:gd name="T0" fmla="*/ 2830738 w 21600"/>
                <a:gd name="T1" fmla="*/ 1219937 h 19380"/>
                <a:gd name="T2" fmla="*/ 2830738 w 21600"/>
                <a:gd name="T3" fmla="*/ 1219937 h 19380"/>
                <a:gd name="T4" fmla="*/ 2830738 w 21600"/>
                <a:gd name="T5" fmla="*/ 1219937 h 19380"/>
                <a:gd name="T6" fmla="*/ 2830738 w 21600"/>
                <a:gd name="T7" fmla="*/ 1219937 h 193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19380">
                  <a:moveTo>
                    <a:pt x="0" y="0"/>
                  </a:moveTo>
                  <a:cubicBezTo>
                    <a:pt x="332" y="4654"/>
                    <a:pt x="1358" y="9136"/>
                    <a:pt x="3079" y="12719"/>
                  </a:cubicBezTo>
                  <a:cubicBezTo>
                    <a:pt x="7345" y="21599"/>
                    <a:pt x="14261" y="21600"/>
                    <a:pt x="18527" y="12719"/>
                  </a:cubicBezTo>
                  <a:cubicBezTo>
                    <a:pt x="20240" y="9152"/>
                    <a:pt x="21262" y="4695"/>
                    <a:pt x="21599" y="63"/>
                  </a:cubicBezTo>
                  <a:cubicBezTo>
                    <a:pt x="21539" y="110"/>
                    <a:pt x="21481" y="164"/>
                    <a:pt x="21420" y="209"/>
                  </a:cubicBezTo>
                  <a:cubicBezTo>
                    <a:pt x="20990" y="1115"/>
                    <a:pt x="20020" y="1977"/>
                    <a:pt x="18504" y="2681"/>
                  </a:cubicBezTo>
                  <a:cubicBezTo>
                    <a:pt x="14270" y="4646"/>
                    <a:pt x="7406" y="4646"/>
                    <a:pt x="3172" y="2681"/>
                  </a:cubicBezTo>
                  <a:cubicBezTo>
                    <a:pt x="1691" y="1994"/>
                    <a:pt x="730" y="1155"/>
                    <a:pt x="286" y="273"/>
                  </a:cubicBezTo>
                  <a:cubicBezTo>
                    <a:pt x="189" y="186"/>
                    <a:pt x="95" y="90"/>
                    <a:pt x="0" y="0"/>
                  </a:cubicBezTo>
                  <a:close/>
                </a:path>
              </a:pathLst>
            </a:custGeom>
            <a:solidFill>
              <a:srgbClr val="015BAB"/>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dirty="0">
                <a:latin typeface="inpin heiti" panose="00000500000000000000" pitchFamily="2" charset="-122"/>
                <a:ea typeface="inpin heiti" panose="00000500000000000000" pitchFamily="2" charset="-122"/>
                <a:sym typeface="inpin heiti" panose="00000500000000000000" pitchFamily="2" charset="-122"/>
              </a:endParaRPr>
            </a:p>
          </p:txBody>
        </p:sp>
        <p:sp>
          <p:nvSpPr>
            <p:cNvPr id="11" name="AutoShape 10"/>
            <p:cNvSpPr/>
            <p:nvPr/>
          </p:nvSpPr>
          <p:spPr bwMode="auto">
            <a:xfrm rot="10800000">
              <a:off x="-1" y="1862049"/>
              <a:ext cx="5682116" cy="1266766"/>
            </a:xfrm>
            <a:custGeom>
              <a:avLst/>
              <a:gdLst>
                <a:gd name="T0" fmla="*/ 2840914 w 19679"/>
                <a:gd name="T1" fmla="*/ 695212 h 19679"/>
                <a:gd name="T2" fmla="*/ 2840914 w 19679"/>
                <a:gd name="T3" fmla="*/ 695212 h 19679"/>
                <a:gd name="T4" fmla="*/ 2840914 w 19679"/>
                <a:gd name="T5" fmla="*/ 695212 h 19679"/>
                <a:gd name="T6" fmla="*/ 2840914 w 19679"/>
                <a:gd name="T7" fmla="*/ 695212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tx2">
                <a:lumMod val="40000"/>
                <a:lumOff val="60000"/>
              </a:schemeClr>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sp>
          <p:nvSpPr>
            <p:cNvPr id="12" name="AutoShape 11"/>
            <p:cNvSpPr/>
            <p:nvPr/>
          </p:nvSpPr>
          <p:spPr bwMode="auto">
            <a:xfrm>
              <a:off x="520741" y="407967"/>
              <a:ext cx="5126447" cy="1916024"/>
            </a:xfrm>
            <a:custGeom>
              <a:avLst/>
              <a:gdLst>
                <a:gd name="T0" fmla="*/ 2563224 w 21600"/>
                <a:gd name="T1" fmla="*/ 958012 h 21600"/>
                <a:gd name="T2" fmla="*/ 2563224 w 21600"/>
                <a:gd name="T3" fmla="*/ 958012 h 21600"/>
                <a:gd name="T4" fmla="*/ 2563224 w 21600"/>
                <a:gd name="T5" fmla="*/ 958012 h 21600"/>
                <a:gd name="T6" fmla="*/ 2563224 w 21600"/>
                <a:gd name="T7" fmla="*/ 95801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5313" y="0"/>
                  </a:moveTo>
                  <a:lnTo>
                    <a:pt x="15124" y="200"/>
                  </a:lnTo>
                  <a:lnTo>
                    <a:pt x="14332" y="3"/>
                  </a:lnTo>
                  <a:lnTo>
                    <a:pt x="13204" y="61"/>
                  </a:lnTo>
                  <a:lnTo>
                    <a:pt x="13205" y="643"/>
                  </a:lnTo>
                  <a:lnTo>
                    <a:pt x="12654" y="724"/>
                  </a:lnTo>
                  <a:lnTo>
                    <a:pt x="11722" y="565"/>
                  </a:lnTo>
                  <a:lnTo>
                    <a:pt x="11433" y="970"/>
                  </a:lnTo>
                  <a:cubicBezTo>
                    <a:pt x="11339" y="1052"/>
                    <a:pt x="11240" y="1117"/>
                    <a:pt x="11138" y="1160"/>
                  </a:cubicBezTo>
                  <a:cubicBezTo>
                    <a:pt x="10981" y="1227"/>
                    <a:pt x="10820" y="1246"/>
                    <a:pt x="10659" y="1215"/>
                  </a:cubicBezTo>
                  <a:lnTo>
                    <a:pt x="10322" y="1303"/>
                  </a:lnTo>
                  <a:cubicBezTo>
                    <a:pt x="10284" y="1417"/>
                    <a:pt x="10283" y="1563"/>
                    <a:pt x="10321" y="1678"/>
                  </a:cubicBezTo>
                  <a:cubicBezTo>
                    <a:pt x="10350" y="1766"/>
                    <a:pt x="10399" y="1827"/>
                    <a:pt x="10455" y="1846"/>
                  </a:cubicBezTo>
                  <a:lnTo>
                    <a:pt x="10734" y="1687"/>
                  </a:lnTo>
                  <a:lnTo>
                    <a:pt x="11307" y="1762"/>
                  </a:lnTo>
                  <a:lnTo>
                    <a:pt x="11623" y="1978"/>
                  </a:lnTo>
                  <a:lnTo>
                    <a:pt x="11449" y="2703"/>
                  </a:lnTo>
                  <a:lnTo>
                    <a:pt x="11269" y="2929"/>
                  </a:lnTo>
                  <a:lnTo>
                    <a:pt x="11797" y="3062"/>
                  </a:lnTo>
                  <a:lnTo>
                    <a:pt x="11644" y="3763"/>
                  </a:lnTo>
                  <a:lnTo>
                    <a:pt x="11120" y="4064"/>
                  </a:lnTo>
                  <a:lnTo>
                    <a:pt x="11325" y="5694"/>
                  </a:lnTo>
                  <a:lnTo>
                    <a:pt x="11774" y="5771"/>
                  </a:lnTo>
                  <a:cubicBezTo>
                    <a:pt x="11835" y="5488"/>
                    <a:pt x="11926" y="5228"/>
                    <a:pt x="12042" y="5008"/>
                  </a:cubicBezTo>
                  <a:cubicBezTo>
                    <a:pt x="12175" y="4756"/>
                    <a:pt x="12336" y="4562"/>
                    <a:pt x="12516" y="4439"/>
                  </a:cubicBezTo>
                  <a:lnTo>
                    <a:pt x="12723" y="3812"/>
                  </a:lnTo>
                  <a:lnTo>
                    <a:pt x="12948" y="3812"/>
                  </a:lnTo>
                  <a:lnTo>
                    <a:pt x="13152" y="3928"/>
                  </a:lnTo>
                  <a:lnTo>
                    <a:pt x="13302" y="3324"/>
                  </a:lnTo>
                  <a:cubicBezTo>
                    <a:pt x="13431" y="3373"/>
                    <a:pt x="13561" y="3407"/>
                    <a:pt x="13692" y="3427"/>
                  </a:cubicBezTo>
                  <a:cubicBezTo>
                    <a:pt x="13846" y="3450"/>
                    <a:pt x="13999" y="3452"/>
                    <a:pt x="14153" y="3434"/>
                  </a:cubicBezTo>
                  <a:lnTo>
                    <a:pt x="14312" y="2848"/>
                  </a:lnTo>
                  <a:lnTo>
                    <a:pt x="14584" y="2719"/>
                  </a:lnTo>
                  <a:cubicBezTo>
                    <a:pt x="14653" y="2589"/>
                    <a:pt x="14725" y="2465"/>
                    <a:pt x="14800" y="2347"/>
                  </a:cubicBezTo>
                  <a:cubicBezTo>
                    <a:pt x="14880" y="2219"/>
                    <a:pt x="14964" y="2098"/>
                    <a:pt x="15051" y="1985"/>
                  </a:cubicBezTo>
                  <a:lnTo>
                    <a:pt x="15062" y="1286"/>
                  </a:lnTo>
                  <a:lnTo>
                    <a:pt x="15283" y="646"/>
                  </a:lnTo>
                  <a:lnTo>
                    <a:pt x="15550" y="630"/>
                  </a:lnTo>
                  <a:lnTo>
                    <a:pt x="15605" y="294"/>
                  </a:lnTo>
                  <a:lnTo>
                    <a:pt x="15313" y="0"/>
                  </a:lnTo>
                  <a:close/>
                  <a:moveTo>
                    <a:pt x="10693" y="139"/>
                  </a:moveTo>
                  <a:lnTo>
                    <a:pt x="10285" y="384"/>
                  </a:lnTo>
                  <a:lnTo>
                    <a:pt x="9573" y="565"/>
                  </a:lnTo>
                  <a:lnTo>
                    <a:pt x="9301" y="268"/>
                  </a:lnTo>
                  <a:lnTo>
                    <a:pt x="8655" y="194"/>
                  </a:lnTo>
                  <a:lnTo>
                    <a:pt x="8493" y="591"/>
                  </a:lnTo>
                  <a:lnTo>
                    <a:pt x="8200" y="614"/>
                  </a:lnTo>
                  <a:lnTo>
                    <a:pt x="8169" y="1183"/>
                  </a:lnTo>
                  <a:lnTo>
                    <a:pt x="8714" y="1257"/>
                  </a:lnTo>
                  <a:lnTo>
                    <a:pt x="8958" y="1118"/>
                  </a:lnTo>
                  <a:lnTo>
                    <a:pt x="8991" y="1704"/>
                  </a:lnTo>
                  <a:lnTo>
                    <a:pt x="9304" y="1875"/>
                  </a:lnTo>
                  <a:lnTo>
                    <a:pt x="9470" y="1248"/>
                  </a:lnTo>
                  <a:lnTo>
                    <a:pt x="9925" y="798"/>
                  </a:lnTo>
                  <a:lnTo>
                    <a:pt x="10297" y="759"/>
                  </a:lnTo>
                  <a:lnTo>
                    <a:pt x="10826" y="630"/>
                  </a:lnTo>
                  <a:lnTo>
                    <a:pt x="11220" y="430"/>
                  </a:lnTo>
                  <a:lnTo>
                    <a:pt x="10693" y="139"/>
                  </a:lnTo>
                  <a:close/>
                  <a:moveTo>
                    <a:pt x="7737" y="989"/>
                  </a:moveTo>
                  <a:lnTo>
                    <a:pt x="7359" y="1044"/>
                  </a:lnTo>
                  <a:lnTo>
                    <a:pt x="6897" y="1037"/>
                  </a:lnTo>
                  <a:lnTo>
                    <a:pt x="6752" y="1532"/>
                  </a:lnTo>
                  <a:lnTo>
                    <a:pt x="6993" y="1700"/>
                  </a:lnTo>
                  <a:lnTo>
                    <a:pt x="7410" y="1319"/>
                  </a:lnTo>
                  <a:lnTo>
                    <a:pt x="7852" y="1183"/>
                  </a:lnTo>
                  <a:lnTo>
                    <a:pt x="7737" y="989"/>
                  </a:lnTo>
                  <a:close/>
                  <a:moveTo>
                    <a:pt x="7665" y="1710"/>
                  </a:moveTo>
                  <a:lnTo>
                    <a:pt x="7251" y="1784"/>
                  </a:lnTo>
                  <a:lnTo>
                    <a:pt x="7426" y="2234"/>
                  </a:lnTo>
                  <a:lnTo>
                    <a:pt x="7600" y="2195"/>
                  </a:lnTo>
                  <a:lnTo>
                    <a:pt x="7665" y="1710"/>
                  </a:lnTo>
                  <a:close/>
                  <a:moveTo>
                    <a:pt x="6468" y="1894"/>
                  </a:moveTo>
                  <a:lnTo>
                    <a:pt x="6220" y="2234"/>
                  </a:lnTo>
                  <a:lnTo>
                    <a:pt x="5507" y="2531"/>
                  </a:lnTo>
                  <a:lnTo>
                    <a:pt x="5028" y="1978"/>
                  </a:lnTo>
                  <a:lnTo>
                    <a:pt x="4509" y="2085"/>
                  </a:lnTo>
                  <a:lnTo>
                    <a:pt x="4044" y="2470"/>
                  </a:lnTo>
                  <a:lnTo>
                    <a:pt x="4405" y="2774"/>
                  </a:lnTo>
                  <a:lnTo>
                    <a:pt x="4874" y="2657"/>
                  </a:lnTo>
                  <a:lnTo>
                    <a:pt x="4958" y="3314"/>
                  </a:lnTo>
                  <a:cubicBezTo>
                    <a:pt x="5004" y="3427"/>
                    <a:pt x="5077" y="3492"/>
                    <a:pt x="5154" y="3498"/>
                  </a:cubicBezTo>
                  <a:cubicBezTo>
                    <a:pt x="5338" y="3514"/>
                    <a:pt x="5483" y="3216"/>
                    <a:pt x="5450" y="2887"/>
                  </a:cubicBezTo>
                  <a:lnTo>
                    <a:pt x="5750" y="2871"/>
                  </a:lnTo>
                  <a:lnTo>
                    <a:pt x="5999" y="3214"/>
                  </a:lnTo>
                  <a:lnTo>
                    <a:pt x="6346" y="2832"/>
                  </a:lnTo>
                  <a:lnTo>
                    <a:pt x="6468" y="1894"/>
                  </a:lnTo>
                  <a:close/>
                  <a:moveTo>
                    <a:pt x="8888" y="2062"/>
                  </a:moveTo>
                  <a:lnTo>
                    <a:pt x="8649" y="2570"/>
                  </a:lnTo>
                  <a:lnTo>
                    <a:pt x="8466" y="2722"/>
                  </a:lnTo>
                  <a:lnTo>
                    <a:pt x="8071" y="2221"/>
                  </a:lnTo>
                  <a:lnTo>
                    <a:pt x="7753" y="2405"/>
                  </a:lnTo>
                  <a:lnTo>
                    <a:pt x="7768" y="3243"/>
                  </a:lnTo>
                  <a:lnTo>
                    <a:pt x="7961" y="3466"/>
                  </a:lnTo>
                  <a:lnTo>
                    <a:pt x="7791" y="4051"/>
                  </a:lnTo>
                  <a:lnTo>
                    <a:pt x="8188" y="4284"/>
                  </a:lnTo>
                  <a:lnTo>
                    <a:pt x="8190" y="3162"/>
                  </a:lnTo>
                  <a:lnTo>
                    <a:pt x="8555" y="2987"/>
                  </a:lnTo>
                  <a:lnTo>
                    <a:pt x="8845" y="3456"/>
                  </a:lnTo>
                  <a:lnTo>
                    <a:pt x="9163" y="4294"/>
                  </a:lnTo>
                  <a:lnTo>
                    <a:pt x="9791" y="4142"/>
                  </a:lnTo>
                  <a:lnTo>
                    <a:pt x="10016" y="4261"/>
                  </a:lnTo>
                  <a:lnTo>
                    <a:pt x="9843" y="3362"/>
                  </a:lnTo>
                  <a:lnTo>
                    <a:pt x="9330" y="3100"/>
                  </a:lnTo>
                  <a:lnTo>
                    <a:pt x="9189" y="2221"/>
                  </a:lnTo>
                  <a:lnTo>
                    <a:pt x="8888" y="2062"/>
                  </a:lnTo>
                  <a:close/>
                  <a:moveTo>
                    <a:pt x="7038" y="2412"/>
                  </a:moveTo>
                  <a:lnTo>
                    <a:pt x="6930" y="3476"/>
                  </a:lnTo>
                  <a:lnTo>
                    <a:pt x="6577" y="3951"/>
                  </a:lnTo>
                  <a:lnTo>
                    <a:pt x="6064" y="4310"/>
                  </a:lnTo>
                  <a:lnTo>
                    <a:pt x="5558" y="4032"/>
                  </a:lnTo>
                  <a:lnTo>
                    <a:pt x="5299" y="3660"/>
                  </a:lnTo>
                  <a:lnTo>
                    <a:pt x="5118" y="4756"/>
                  </a:lnTo>
                  <a:lnTo>
                    <a:pt x="4784" y="4303"/>
                  </a:lnTo>
                  <a:lnTo>
                    <a:pt x="4730" y="3660"/>
                  </a:lnTo>
                  <a:lnTo>
                    <a:pt x="4377" y="3789"/>
                  </a:lnTo>
                  <a:lnTo>
                    <a:pt x="3742" y="3434"/>
                  </a:lnTo>
                  <a:lnTo>
                    <a:pt x="3193" y="3178"/>
                  </a:lnTo>
                  <a:lnTo>
                    <a:pt x="2933" y="3595"/>
                  </a:lnTo>
                  <a:lnTo>
                    <a:pt x="2567" y="3909"/>
                  </a:lnTo>
                  <a:lnTo>
                    <a:pt x="1919" y="3501"/>
                  </a:lnTo>
                  <a:lnTo>
                    <a:pt x="1750" y="3453"/>
                  </a:lnTo>
                  <a:cubicBezTo>
                    <a:pt x="1580" y="3859"/>
                    <a:pt x="1412" y="4275"/>
                    <a:pt x="1249" y="4711"/>
                  </a:cubicBezTo>
                  <a:cubicBezTo>
                    <a:pt x="1109" y="5087"/>
                    <a:pt x="973" y="5472"/>
                    <a:pt x="841" y="5862"/>
                  </a:cubicBezTo>
                  <a:lnTo>
                    <a:pt x="1071" y="5768"/>
                  </a:lnTo>
                  <a:lnTo>
                    <a:pt x="1025" y="7634"/>
                  </a:lnTo>
                  <a:lnTo>
                    <a:pt x="948" y="9432"/>
                  </a:lnTo>
                  <a:lnTo>
                    <a:pt x="326" y="10551"/>
                  </a:lnTo>
                  <a:lnTo>
                    <a:pt x="0" y="11459"/>
                  </a:lnTo>
                  <a:lnTo>
                    <a:pt x="7" y="12675"/>
                  </a:lnTo>
                  <a:lnTo>
                    <a:pt x="126" y="13328"/>
                  </a:lnTo>
                  <a:lnTo>
                    <a:pt x="137" y="14499"/>
                  </a:lnTo>
                  <a:lnTo>
                    <a:pt x="432" y="16054"/>
                  </a:lnTo>
                  <a:lnTo>
                    <a:pt x="703" y="16284"/>
                  </a:lnTo>
                  <a:lnTo>
                    <a:pt x="673" y="15763"/>
                  </a:lnTo>
                  <a:lnTo>
                    <a:pt x="400" y="14683"/>
                  </a:lnTo>
                  <a:lnTo>
                    <a:pt x="504" y="14185"/>
                  </a:lnTo>
                  <a:lnTo>
                    <a:pt x="782" y="14731"/>
                  </a:lnTo>
                  <a:lnTo>
                    <a:pt x="1089" y="15957"/>
                  </a:lnTo>
                  <a:lnTo>
                    <a:pt x="1450" y="16730"/>
                  </a:lnTo>
                  <a:lnTo>
                    <a:pt x="1428" y="17732"/>
                  </a:lnTo>
                  <a:lnTo>
                    <a:pt x="1656" y="18201"/>
                  </a:lnTo>
                  <a:cubicBezTo>
                    <a:pt x="1981" y="18045"/>
                    <a:pt x="2316" y="17902"/>
                    <a:pt x="2660" y="17768"/>
                  </a:cubicBezTo>
                  <a:lnTo>
                    <a:pt x="2531" y="17648"/>
                  </a:lnTo>
                  <a:lnTo>
                    <a:pt x="2443" y="16879"/>
                  </a:lnTo>
                  <a:lnTo>
                    <a:pt x="2545" y="15757"/>
                  </a:lnTo>
                  <a:lnTo>
                    <a:pt x="2713" y="15045"/>
                  </a:lnTo>
                  <a:lnTo>
                    <a:pt x="3139" y="14631"/>
                  </a:lnTo>
                  <a:lnTo>
                    <a:pt x="3470" y="14415"/>
                  </a:lnTo>
                  <a:lnTo>
                    <a:pt x="3589" y="14845"/>
                  </a:lnTo>
                  <a:lnTo>
                    <a:pt x="3846" y="14744"/>
                  </a:lnTo>
                  <a:lnTo>
                    <a:pt x="3931" y="14418"/>
                  </a:lnTo>
                  <a:lnTo>
                    <a:pt x="4320" y="14418"/>
                  </a:lnTo>
                  <a:lnTo>
                    <a:pt x="4675" y="14418"/>
                  </a:lnTo>
                  <a:lnTo>
                    <a:pt x="4836" y="14867"/>
                  </a:lnTo>
                  <a:lnTo>
                    <a:pt x="4917" y="15750"/>
                  </a:lnTo>
                  <a:lnTo>
                    <a:pt x="5085" y="16119"/>
                  </a:lnTo>
                  <a:lnTo>
                    <a:pt x="5251" y="15815"/>
                  </a:lnTo>
                  <a:lnTo>
                    <a:pt x="5195" y="14925"/>
                  </a:lnTo>
                  <a:lnTo>
                    <a:pt x="5124" y="14001"/>
                  </a:lnTo>
                  <a:cubicBezTo>
                    <a:pt x="5215" y="13863"/>
                    <a:pt x="5313" y="13743"/>
                    <a:pt x="5416" y="13639"/>
                  </a:cubicBezTo>
                  <a:cubicBezTo>
                    <a:pt x="5589" y="13464"/>
                    <a:pt x="5776" y="13339"/>
                    <a:pt x="5970" y="13270"/>
                  </a:cubicBezTo>
                  <a:lnTo>
                    <a:pt x="6141" y="12788"/>
                  </a:lnTo>
                  <a:lnTo>
                    <a:pt x="6119" y="11870"/>
                  </a:lnTo>
                  <a:lnTo>
                    <a:pt x="6438" y="11731"/>
                  </a:lnTo>
                  <a:lnTo>
                    <a:pt x="6651" y="11223"/>
                  </a:lnTo>
                  <a:lnTo>
                    <a:pt x="6986" y="11162"/>
                  </a:lnTo>
                  <a:lnTo>
                    <a:pt x="7412" y="10421"/>
                  </a:lnTo>
                  <a:lnTo>
                    <a:pt x="7818" y="9868"/>
                  </a:lnTo>
                  <a:cubicBezTo>
                    <a:pt x="7943" y="9776"/>
                    <a:pt x="8086" y="9845"/>
                    <a:pt x="8168" y="10040"/>
                  </a:cubicBezTo>
                  <a:cubicBezTo>
                    <a:pt x="8234" y="10197"/>
                    <a:pt x="8244" y="10415"/>
                    <a:pt x="8323" y="10554"/>
                  </a:cubicBezTo>
                  <a:cubicBezTo>
                    <a:pt x="8441" y="10763"/>
                    <a:pt x="8636" y="10716"/>
                    <a:pt x="8719" y="10457"/>
                  </a:cubicBezTo>
                  <a:lnTo>
                    <a:pt x="8773" y="10011"/>
                  </a:lnTo>
                  <a:lnTo>
                    <a:pt x="8547" y="9778"/>
                  </a:lnTo>
                  <a:lnTo>
                    <a:pt x="8273" y="9522"/>
                  </a:lnTo>
                  <a:lnTo>
                    <a:pt x="8088" y="8504"/>
                  </a:lnTo>
                  <a:lnTo>
                    <a:pt x="8390" y="8209"/>
                  </a:lnTo>
                  <a:lnTo>
                    <a:pt x="8916" y="8329"/>
                  </a:lnTo>
                  <a:lnTo>
                    <a:pt x="8980" y="8795"/>
                  </a:lnTo>
                  <a:lnTo>
                    <a:pt x="9454" y="8287"/>
                  </a:lnTo>
                  <a:lnTo>
                    <a:pt x="9401" y="7876"/>
                  </a:lnTo>
                  <a:lnTo>
                    <a:pt x="9593" y="7721"/>
                  </a:lnTo>
                  <a:lnTo>
                    <a:pt x="9722" y="7372"/>
                  </a:lnTo>
                  <a:lnTo>
                    <a:pt x="9485" y="7175"/>
                  </a:lnTo>
                  <a:lnTo>
                    <a:pt x="9337" y="6628"/>
                  </a:lnTo>
                  <a:lnTo>
                    <a:pt x="9359" y="5872"/>
                  </a:lnTo>
                  <a:lnTo>
                    <a:pt x="9203" y="5788"/>
                  </a:lnTo>
                  <a:lnTo>
                    <a:pt x="9021" y="6295"/>
                  </a:lnTo>
                  <a:lnTo>
                    <a:pt x="8634" y="6583"/>
                  </a:lnTo>
                  <a:lnTo>
                    <a:pt x="8549" y="6153"/>
                  </a:lnTo>
                  <a:lnTo>
                    <a:pt x="8603" y="5726"/>
                  </a:lnTo>
                  <a:lnTo>
                    <a:pt x="8377" y="5493"/>
                  </a:lnTo>
                  <a:lnTo>
                    <a:pt x="8119" y="5160"/>
                  </a:lnTo>
                  <a:lnTo>
                    <a:pt x="7889" y="5590"/>
                  </a:lnTo>
                  <a:lnTo>
                    <a:pt x="7382" y="6043"/>
                  </a:lnTo>
                  <a:lnTo>
                    <a:pt x="7728" y="6648"/>
                  </a:lnTo>
                  <a:lnTo>
                    <a:pt x="7728" y="7233"/>
                  </a:lnTo>
                  <a:lnTo>
                    <a:pt x="7330" y="7249"/>
                  </a:lnTo>
                  <a:lnTo>
                    <a:pt x="7093" y="7097"/>
                  </a:lnTo>
                  <a:lnTo>
                    <a:pt x="7048" y="7863"/>
                  </a:lnTo>
                  <a:lnTo>
                    <a:pt x="6972" y="8294"/>
                  </a:lnTo>
                  <a:lnTo>
                    <a:pt x="6747" y="8449"/>
                  </a:lnTo>
                  <a:lnTo>
                    <a:pt x="6490" y="8449"/>
                  </a:lnTo>
                  <a:lnTo>
                    <a:pt x="6350" y="7960"/>
                  </a:lnTo>
                  <a:lnTo>
                    <a:pt x="6639" y="7450"/>
                  </a:lnTo>
                  <a:lnTo>
                    <a:pt x="6359" y="7317"/>
                  </a:lnTo>
                  <a:lnTo>
                    <a:pt x="6255" y="6813"/>
                  </a:lnTo>
                  <a:lnTo>
                    <a:pt x="5933" y="6968"/>
                  </a:lnTo>
                  <a:lnTo>
                    <a:pt x="5676" y="6793"/>
                  </a:lnTo>
                  <a:lnTo>
                    <a:pt x="5615" y="6066"/>
                  </a:lnTo>
                  <a:lnTo>
                    <a:pt x="5615" y="5771"/>
                  </a:lnTo>
                  <a:lnTo>
                    <a:pt x="6246" y="5083"/>
                  </a:lnTo>
                  <a:lnTo>
                    <a:pt x="6988" y="4711"/>
                  </a:lnTo>
                  <a:lnTo>
                    <a:pt x="7041" y="4342"/>
                  </a:lnTo>
                  <a:lnTo>
                    <a:pt x="7295" y="4171"/>
                  </a:lnTo>
                  <a:lnTo>
                    <a:pt x="7401" y="3838"/>
                  </a:lnTo>
                  <a:lnTo>
                    <a:pt x="7262" y="3508"/>
                  </a:lnTo>
                  <a:lnTo>
                    <a:pt x="7038" y="2412"/>
                  </a:lnTo>
                  <a:close/>
                  <a:moveTo>
                    <a:pt x="14606" y="3980"/>
                  </a:moveTo>
                  <a:lnTo>
                    <a:pt x="14279" y="4080"/>
                  </a:lnTo>
                  <a:lnTo>
                    <a:pt x="14200" y="4543"/>
                  </a:lnTo>
                  <a:lnTo>
                    <a:pt x="14779" y="5134"/>
                  </a:lnTo>
                  <a:lnTo>
                    <a:pt x="15299" y="5361"/>
                  </a:lnTo>
                  <a:lnTo>
                    <a:pt x="15507" y="4740"/>
                  </a:lnTo>
                  <a:lnTo>
                    <a:pt x="15440" y="3980"/>
                  </a:lnTo>
                  <a:lnTo>
                    <a:pt x="14971" y="4071"/>
                  </a:lnTo>
                  <a:lnTo>
                    <a:pt x="14820" y="4284"/>
                  </a:lnTo>
                  <a:lnTo>
                    <a:pt x="14606" y="3980"/>
                  </a:lnTo>
                  <a:close/>
                  <a:moveTo>
                    <a:pt x="18206" y="4517"/>
                  </a:moveTo>
                  <a:lnTo>
                    <a:pt x="18111" y="4646"/>
                  </a:lnTo>
                  <a:lnTo>
                    <a:pt x="17851" y="5189"/>
                  </a:lnTo>
                  <a:lnTo>
                    <a:pt x="17449" y="5131"/>
                  </a:lnTo>
                  <a:cubicBezTo>
                    <a:pt x="17352" y="5393"/>
                    <a:pt x="17351" y="5735"/>
                    <a:pt x="17448" y="5998"/>
                  </a:cubicBezTo>
                  <a:cubicBezTo>
                    <a:pt x="17510" y="6165"/>
                    <a:pt x="17606" y="6280"/>
                    <a:pt x="17714" y="6318"/>
                  </a:cubicBezTo>
                  <a:lnTo>
                    <a:pt x="18200" y="5830"/>
                  </a:lnTo>
                  <a:cubicBezTo>
                    <a:pt x="18281" y="5850"/>
                    <a:pt x="18352" y="5935"/>
                    <a:pt x="18394" y="6062"/>
                  </a:cubicBezTo>
                  <a:cubicBezTo>
                    <a:pt x="18464" y="6278"/>
                    <a:pt x="18438" y="6554"/>
                    <a:pt x="18332" y="6716"/>
                  </a:cubicBezTo>
                  <a:lnTo>
                    <a:pt x="17763" y="6754"/>
                  </a:lnTo>
                  <a:cubicBezTo>
                    <a:pt x="17720" y="6847"/>
                    <a:pt x="17700" y="6968"/>
                    <a:pt x="17708" y="7087"/>
                  </a:cubicBezTo>
                  <a:cubicBezTo>
                    <a:pt x="17723" y="7295"/>
                    <a:pt x="17814" y="7461"/>
                    <a:pt x="17928" y="7485"/>
                  </a:cubicBezTo>
                  <a:cubicBezTo>
                    <a:pt x="18036" y="7403"/>
                    <a:pt x="18143" y="7320"/>
                    <a:pt x="18251" y="7239"/>
                  </a:cubicBezTo>
                  <a:cubicBezTo>
                    <a:pt x="18398" y="7129"/>
                    <a:pt x="18544" y="7019"/>
                    <a:pt x="18692" y="6913"/>
                  </a:cubicBezTo>
                  <a:lnTo>
                    <a:pt x="18766" y="6337"/>
                  </a:lnTo>
                  <a:lnTo>
                    <a:pt x="18801" y="6195"/>
                  </a:lnTo>
                  <a:cubicBezTo>
                    <a:pt x="18635" y="5691"/>
                    <a:pt x="18464" y="5193"/>
                    <a:pt x="18284" y="4711"/>
                  </a:cubicBezTo>
                  <a:cubicBezTo>
                    <a:pt x="18258" y="4644"/>
                    <a:pt x="18232" y="4583"/>
                    <a:pt x="18206" y="4517"/>
                  </a:cubicBezTo>
                  <a:close/>
                  <a:moveTo>
                    <a:pt x="16416" y="6331"/>
                  </a:moveTo>
                  <a:lnTo>
                    <a:pt x="16215" y="6347"/>
                  </a:lnTo>
                  <a:lnTo>
                    <a:pt x="16235" y="6703"/>
                  </a:lnTo>
                  <a:lnTo>
                    <a:pt x="16416" y="7058"/>
                  </a:lnTo>
                  <a:lnTo>
                    <a:pt x="16498" y="7624"/>
                  </a:lnTo>
                  <a:lnTo>
                    <a:pt x="16256" y="8045"/>
                  </a:lnTo>
                  <a:lnTo>
                    <a:pt x="16226" y="8520"/>
                  </a:lnTo>
                  <a:lnTo>
                    <a:pt x="16625" y="8445"/>
                  </a:lnTo>
                  <a:lnTo>
                    <a:pt x="16961" y="7909"/>
                  </a:lnTo>
                  <a:lnTo>
                    <a:pt x="16912" y="7411"/>
                  </a:lnTo>
                  <a:lnTo>
                    <a:pt x="16692" y="7016"/>
                  </a:lnTo>
                  <a:lnTo>
                    <a:pt x="16585" y="6657"/>
                  </a:lnTo>
                  <a:lnTo>
                    <a:pt x="16416" y="6331"/>
                  </a:lnTo>
                  <a:close/>
                  <a:moveTo>
                    <a:pt x="16017" y="7117"/>
                  </a:moveTo>
                  <a:lnTo>
                    <a:pt x="15475" y="7382"/>
                  </a:lnTo>
                  <a:lnTo>
                    <a:pt x="15384" y="7948"/>
                  </a:lnTo>
                  <a:lnTo>
                    <a:pt x="15583" y="8281"/>
                  </a:lnTo>
                  <a:lnTo>
                    <a:pt x="15866" y="8009"/>
                  </a:lnTo>
                  <a:lnTo>
                    <a:pt x="16007" y="7479"/>
                  </a:lnTo>
                  <a:lnTo>
                    <a:pt x="16017" y="7117"/>
                  </a:lnTo>
                  <a:close/>
                  <a:moveTo>
                    <a:pt x="19193" y="7440"/>
                  </a:moveTo>
                  <a:lnTo>
                    <a:pt x="18835" y="7634"/>
                  </a:lnTo>
                  <a:lnTo>
                    <a:pt x="18302" y="8158"/>
                  </a:lnTo>
                  <a:lnTo>
                    <a:pt x="17708" y="8009"/>
                  </a:lnTo>
                  <a:lnTo>
                    <a:pt x="17406" y="8229"/>
                  </a:lnTo>
                  <a:lnTo>
                    <a:pt x="16895" y="8795"/>
                  </a:lnTo>
                  <a:lnTo>
                    <a:pt x="16376" y="9099"/>
                  </a:lnTo>
                  <a:lnTo>
                    <a:pt x="16532" y="9587"/>
                  </a:lnTo>
                  <a:cubicBezTo>
                    <a:pt x="16675" y="9672"/>
                    <a:pt x="16770" y="9918"/>
                    <a:pt x="16763" y="10192"/>
                  </a:cubicBezTo>
                  <a:cubicBezTo>
                    <a:pt x="16755" y="10473"/>
                    <a:pt x="16642" y="10711"/>
                    <a:pt x="16490" y="10764"/>
                  </a:cubicBezTo>
                  <a:lnTo>
                    <a:pt x="15854" y="10528"/>
                  </a:lnTo>
                  <a:lnTo>
                    <a:pt x="15415" y="10479"/>
                  </a:lnTo>
                  <a:lnTo>
                    <a:pt x="15367" y="11197"/>
                  </a:lnTo>
                  <a:lnTo>
                    <a:pt x="15775" y="12439"/>
                  </a:lnTo>
                  <a:lnTo>
                    <a:pt x="15745" y="12675"/>
                  </a:lnTo>
                  <a:lnTo>
                    <a:pt x="16317" y="12381"/>
                  </a:lnTo>
                  <a:lnTo>
                    <a:pt x="16735" y="12245"/>
                  </a:lnTo>
                  <a:lnTo>
                    <a:pt x="16777" y="11385"/>
                  </a:lnTo>
                  <a:lnTo>
                    <a:pt x="17067" y="11171"/>
                  </a:lnTo>
                  <a:lnTo>
                    <a:pt x="17155" y="10386"/>
                  </a:lnTo>
                  <a:lnTo>
                    <a:pt x="17509" y="10308"/>
                  </a:lnTo>
                  <a:lnTo>
                    <a:pt x="17830" y="10308"/>
                  </a:lnTo>
                  <a:lnTo>
                    <a:pt x="18024" y="10835"/>
                  </a:lnTo>
                  <a:lnTo>
                    <a:pt x="18388" y="10835"/>
                  </a:lnTo>
                  <a:lnTo>
                    <a:pt x="18481" y="11362"/>
                  </a:lnTo>
                  <a:lnTo>
                    <a:pt x="18809" y="11440"/>
                  </a:lnTo>
                  <a:lnTo>
                    <a:pt x="18906" y="12161"/>
                  </a:lnTo>
                  <a:lnTo>
                    <a:pt x="18610" y="12500"/>
                  </a:lnTo>
                  <a:lnTo>
                    <a:pt x="19077" y="12578"/>
                  </a:lnTo>
                  <a:lnTo>
                    <a:pt x="19191" y="11947"/>
                  </a:lnTo>
                  <a:lnTo>
                    <a:pt x="19190" y="11401"/>
                  </a:lnTo>
                  <a:lnTo>
                    <a:pt x="18852" y="11126"/>
                  </a:lnTo>
                  <a:lnTo>
                    <a:pt x="18767" y="10696"/>
                  </a:lnTo>
                  <a:lnTo>
                    <a:pt x="18991" y="10712"/>
                  </a:lnTo>
                  <a:lnTo>
                    <a:pt x="19236" y="10926"/>
                  </a:lnTo>
                  <a:lnTo>
                    <a:pt x="19448" y="11818"/>
                  </a:lnTo>
                  <a:lnTo>
                    <a:pt x="19606" y="12510"/>
                  </a:lnTo>
                  <a:lnTo>
                    <a:pt x="19820" y="12559"/>
                  </a:lnTo>
                  <a:lnTo>
                    <a:pt x="19906" y="11685"/>
                  </a:lnTo>
                  <a:lnTo>
                    <a:pt x="20197" y="11563"/>
                  </a:lnTo>
                  <a:lnTo>
                    <a:pt x="20316" y="12070"/>
                  </a:lnTo>
                  <a:lnTo>
                    <a:pt x="20357" y="12177"/>
                  </a:lnTo>
                  <a:cubicBezTo>
                    <a:pt x="20024" y="10531"/>
                    <a:pt x="19640" y="8942"/>
                    <a:pt x="19193" y="7440"/>
                  </a:cubicBezTo>
                  <a:close/>
                  <a:moveTo>
                    <a:pt x="17755" y="12458"/>
                  </a:moveTo>
                  <a:lnTo>
                    <a:pt x="17122" y="12714"/>
                  </a:lnTo>
                  <a:lnTo>
                    <a:pt x="16526" y="13500"/>
                  </a:lnTo>
                  <a:lnTo>
                    <a:pt x="15885" y="13360"/>
                  </a:lnTo>
                  <a:lnTo>
                    <a:pt x="15328" y="13752"/>
                  </a:lnTo>
                  <a:lnTo>
                    <a:pt x="15306" y="14379"/>
                  </a:lnTo>
                  <a:lnTo>
                    <a:pt x="15299" y="15223"/>
                  </a:lnTo>
                  <a:lnTo>
                    <a:pt x="14697" y="15689"/>
                  </a:lnTo>
                  <a:lnTo>
                    <a:pt x="14346" y="16694"/>
                  </a:lnTo>
                  <a:lnTo>
                    <a:pt x="14311" y="17066"/>
                  </a:lnTo>
                  <a:cubicBezTo>
                    <a:pt x="15877" y="17437"/>
                    <a:pt x="17346" y="17995"/>
                    <a:pt x="18612" y="18751"/>
                  </a:cubicBezTo>
                  <a:cubicBezTo>
                    <a:pt x="20005" y="19581"/>
                    <a:pt x="20992" y="20560"/>
                    <a:pt x="21600" y="21600"/>
                  </a:cubicBezTo>
                  <a:cubicBezTo>
                    <a:pt x="21433" y="19192"/>
                    <a:pt x="21163" y="16829"/>
                    <a:pt x="20791" y="14554"/>
                  </a:cubicBezTo>
                  <a:lnTo>
                    <a:pt x="20525" y="14670"/>
                  </a:lnTo>
                  <a:lnTo>
                    <a:pt x="20363" y="14182"/>
                  </a:lnTo>
                  <a:lnTo>
                    <a:pt x="20017" y="14308"/>
                  </a:lnTo>
                  <a:lnTo>
                    <a:pt x="19621" y="13736"/>
                  </a:lnTo>
                  <a:lnTo>
                    <a:pt x="19578" y="14709"/>
                  </a:lnTo>
                  <a:cubicBezTo>
                    <a:pt x="19486" y="14817"/>
                    <a:pt x="19378" y="14875"/>
                    <a:pt x="19268" y="14874"/>
                  </a:cubicBezTo>
                  <a:cubicBezTo>
                    <a:pt x="19126" y="14872"/>
                    <a:pt x="18990" y="14775"/>
                    <a:pt x="18886" y="14602"/>
                  </a:cubicBezTo>
                  <a:lnTo>
                    <a:pt x="18826" y="14208"/>
                  </a:lnTo>
                  <a:lnTo>
                    <a:pt x="18374" y="14369"/>
                  </a:lnTo>
                  <a:lnTo>
                    <a:pt x="18117" y="14156"/>
                  </a:lnTo>
                  <a:lnTo>
                    <a:pt x="18213" y="12649"/>
                  </a:lnTo>
                  <a:lnTo>
                    <a:pt x="17755" y="12458"/>
                  </a:lnTo>
                  <a:close/>
                  <a:moveTo>
                    <a:pt x="3868" y="17140"/>
                  </a:moveTo>
                  <a:lnTo>
                    <a:pt x="3534" y="17257"/>
                  </a:lnTo>
                  <a:lnTo>
                    <a:pt x="3488" y="17474"/>
                  </a:lnTo>
                  <a:cubicBezTo>
                    <a:pt x="3644" y="17422"/>
                    <a:pt x="3802" y="17372"/>
                    <a:pt x="3961" y="17325"/>
                  </a:cubicBezTo>
                  <a:lnTo>
                    <a:pt x="3868" y="17140"/>
                  </a:lnTo>
                  <a:close/>
                </a:path>
              </a:pathLst>
            </a:custGeom>
            <a:solidFill>
              <a:srgbClr val="F2F3F2"/>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lIns="0" tIns="0" rIns="0" bIns="0" anchor="ctr"/>
            <a:lstStyle/>
            <a:p>
              <a:pPr>
                <a:lnSpc>
                  <a:spcPct val="120000"/>
                </a:lnSpc>
              </a:pPr>
              <a:endParaRPr lang="zh-CN" altLang="en-US">
                <a:latin typeface="inpin heiti" panose="00000500000000000000" pitchFamily="2" charset="-122"/>
                <a:ea typeface="inpin heiti" panose="00000500000000000000" pitchFamily="2" charset="-122"/>
                <a:sym typeface="inpin heiti" panose="00000500000000000000" pitchFamily="2" charset="-122"/>
              </a:endParaRPr>
            </a:p>
          </p:txBody>
        </p:sp>
      </p:grpSp>
      <p:sp>
        <p:nvSpPr>
          <p:cNvPr id="13" name="AutoShape 13"/>
          <p:cNvSpPr/>
          <p:nvPr/>
        </p:nvSpPr>
        <p:spPr bwMode="auto">
          <a:xfrm>
            <a:off x="5269849" y="3172871"/>
            <a:ext cx="2305240" cy="434005"/>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close/>
              </a:path>
            </a:pathLst>
          </a:custGeom>
          <a:solidFill>
            <a:schemeClr val="bg1"/>
          </a:solidFill>
          <a:ln>
            <a:noFill/>
          </a:ln>
          <a:effectLst/>
        </p:spPr>
        <p:txBody>
          <a:bodyPr lIns="0" tIns="0" rIns="0" bIns="0" anchor="ctr"/>
          <a:lstStyle/>
          <a:p>
            <a:pPr>
              <a:lnSpc>
                <a:spcPct val="120000"/>
              </a:lnSpc>
              <a:defRPr/>
            </a:pPr>
            <a:endParaRPr lang="es-ES" sz="3200" dirty="0">
              <a:effectLst>
                <a:outerShdw blurRad="38100" dist="38100" dir="2700000" algn="tl">
                  <a:srgbClr val="000000"/>
                </a:outerShdw>
              </a:effectLst>
              <a:latin typeface="inpin heiti" panose="00000500000000000000" pitchFamily="2" charset="-122"/>
              <a:ea typeface="inpin heiti" panose="00000500000000000000" pitchFamily="2" charset="-122"/>
              <a:cs typeface="Gill Sans" charset="0"/>
              <a:sym typeface="inpin heiti" panose="00000500000000000000" pitchFamily="2" charset="-122"/>
            </a:endParaRPr>
          </a:p>
        </p:txBody>
      </p:sp>
      <p:sp>
        <p:nvSpPr>
          <p:cNvPr id="14" name="AutoShape 14"/>
          <p:cNvSpPr/>
          <p:nvPr/>
        </p:nvSpPr>
        <p:spPr bwMode="auto">
          <a:xfrm>
            <a:off x="5422514" y="3197587"/>
            <a:ext cx="1974467" cy="352584"/>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close/>
              </a:path>
            </a:pathLst>
          </a:custGeom>
          <a:solidFill>
            <a:srgbClr val="C9C9CB"/>
          </a:solidFill>
          <a:ln>
            <a:noFill/>
          </a:ln>
          <a:effectLst/>
        </p:spPr>
        <p:txBody>
          <a:bodyPr lIns="0" tIns="0" rIns="0" bIns="0" anchor="ctr"/>
          <a:lstStyle/>
          <a:p>
            <a:pPr>
              <a:lnSpc>
                <a:spcPct val="120000"/>
              </a:lnSpc>
              <a:defRPr/>
            </a:pPr>
            <a:endParaRPr lang="es-ES" sz="3200">
              <a:effectLst>
                <a:outerShdw blurRad="38100" dist="38100" dir="2700000" algn="tl">
                  <a:srgbClr val="000000"/>
                </a:outerShdw>
              </a:effectLst>
              <a:latin typeface="inpin heiti" panose="00000500000000000000" pitchFamily="2" charset="-122"/>
              <a:ea typeface="inpin heiti" panose="00000500000000000000" pitchFamily="2" charset="-122"/>
              <a:cs typeface="Gill Sans" charset="0"/>
              <a:sym typeface="inpin heiti" panose="00000500000000000000" pitchFamily="2" charset="-122"/>
            </a:endParaRPr>
          </a:p>
        </p:txBody>
      </p:sp>
      <p:sp>
        <p:nvSpPr>
          <p:cNvPr id="15" name="AutoShape 15"/>
          <p:cNvSpPr/>
          <p:nvPr/>
        </p:nvSpPr>
        <p:spPr bwMode="auto">
          <a:xfrm>
            <a:off x="5616616" y="3218670"/>
            <a:ext cx="1590623" cy="274796"/>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9" y="6724"/>
                  <a:pt x="20639"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solidFill>
            <a:schemeClr val="tx2">
              <a:lumMod val="20000"/>
              <a:lumOff val="80000"/>
            </a:schemeClr>
          </a:solidFill>
          <a:ln>
            <a:noFill/>
          </a:ln>
          <a:effectLst/>
        </p:spPr>
        <p:txBody>
          <a:bodyPr lIns="0" tIns="0" rIns="0" bIns="0" anchor="ctr"/>
          <a:lstStyle/>
          <a:p>
            <a:pPr>
              <a:lnSpc>
                <a:spcPct val="120000"/>
              </a:lnSpc>
              <a:defRPr/>
            </a:pPr>
            <a:endParaRPr lang="es-ES" sz="3200">
              <a:effectLst>
                <a:outerShdw blurRad="38100" dist="38100" dir="2700000" algn="tl">
                  <a:srgbClr val="000000"/>
                </a:outerShdw>
              </a:effectLst>
              <a:latin typeface="inpin heiti" panose="00000500000000000000" pitchFamily="2" charset="-122"/>
              <a:ea typeface="inpin heiti" panose="00000500000000000000" pitchFamily="2" charset="-122"/>
              <a:cs typeface="Gill Sans" charset="0"/>
              <a:sym typeface="inpin heiti" panose="00000500000000000000" pitchFamily="2" charset="-122"/>
            </a:endParaRPr>
          </a:p>
        </p:txBody>
      </p:sp>
      <p:sp>
        <p:nvSpPr>
          <p:cNvPr id="16" name="AutoShape 16"/>
          <p:cNvSpPr/>
          <p:nvPr/>
        </p:nvSpPr>
        <p:spPr bwMode="auto">
          <a:xfrm>
            <a:off x="5834709" y="3233936"/>
            <a:ext cx="1154438" cy="221728"/>
          </a:xfrm>
          <a:custGeom>
            <a:avLst/>
            <a:gdLst>
              <a:gd name="T0" fmla="+- 0 10800 961"/>
              <a:gd name="T1" fmla="*/ T0 w 19679"/>
              <a:gd name="T2" fmla="+- 0 10800 961"/>
              <a:gd name="T3" fmla="*/ 10800 h 19679"/>
              <a:gd name="T4" fmla="+- 0 10800 961"/>
              <a:gd name="T5" fmla="*/ T4 w 19679"/>
              <a:gd name="T6" fmla="+- 0 10800 961"/>
              <a:gd name="T7" fmla="*/ 10800 h 19679"/>
              <a:gd name="T8" fmla="+- 0 10800 961"/>
              <a:gd name="T9" fmla="*/ T8 w 19679"/>
              <a:gd name="T10" fmla="+- 0 10800 961"/>
              <a:gd name="T11" fmla="*/ 10800 h 19679"/>
              <a:gd name="T12" fmla="+- 0 10800 961"/>
              <a:gd name="T13" fmla="*/ T12 w 19679"/>
              <a:gd name="T14" fmla="+- 0 10800 961"/>
              <a:gd name="T15" fmla="*/ 10800 h 19679"/>
            </a:gdLst>
            <a:ahLst/>
            <a:cxnLst>
              <a:cxn ang="0">
                <a:pos x="T1" y="T3"/>
              </a:cxn>
              <a:cxn ang="0">
                <a:pos x="T5" y="T7"/>
              </a:cxn>
              <a:cxn ang="0">
                <a:pos x="T9" y="T11"/>
              </a:cxn>
              <a:cxn ang="0">
                <a:pos x="T13" y="T15"/>
              </a:cxn>
            </a:cxnLst>
            <a:rect l="0" t="0"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close/>
              </a:path>
            </a:pathLst>
          </a:custGeom>
          <a:solidFill>
            <a:schemeClr val="bg1"/>
          </a:solidFill>
          <a:ln>
            <a:noFill/>
          </a:ln>
          <a:effectLst/>
        </p:spPr>
        <p:txBody>
          <a:bodyPr lIns="0" tIns="0" rIns="0" bIns="0" anchor="ctr"/>
          <a:lstStyle/>
          <a:p>
            <a:pPr>
              <a:lnSpc>
                <a:spcPct val="120000"/>
              </a:lnSpc>
              <a:defRPr/>
            </a:pPr>
            <a:endParaRPr lang="es-ES" sz="3200">
              <a:effectLst>
                <a:outerShdw blurRad="38100" dist="38100" dir="2700000" algn="tl">
                  <a:srgbClr val="000000"/>
                </a:outerShdw>
              </a:effectLst>
              <a:latin typeface="inpin heiti" panose="00000500000000000000" pitchFamily="2" charset="-122"/>
              <a:ea typeface="inpin heiti" panose="00000500000000000000" pitchFamily="2" charset="-122"/>
              <a:cs typeface="Gill Sans" charset="0"/>
              <a:sym typeface="inpin heiti" panose="00000500000000000000" pitchFamily="2" charset="-122"/>
            </a:endParaRPr>
          </a:p>
        </p:txBody>
      </p:sp>
      <p:sp>
        <p:nvSpPr>
          <p:cNvPr id="17" name="AutoShape 17"/>
          <p:cNvSpPr/>
          <p:nvPr/>
        </p:nvSpPr>
        <p:spPr bwMode="auto">
          <a:xfrm>
            <a:off x="5957568" y="2944600"/>
            <a:ext cx="862920" cy="475442"/>
          </a:xfrm>
          <a:custGeom>
            <a:avLst/>
            <a:gdLst>
              <a:gd name="T0" fmla="+- 0 10805 263"/>
              <a:gd name="T1" fmla="*/ T0 w 21085"/>
              <a:gd name="T2" fmla="*/ 10590 h 21181"/>
              <a:gd name="T3" fmla="+- 0 10805 263"/>
              <a:gd name="T4" fmla="*/ T3 w 21085"/>
              <a:gd name="T5" fmla="*/ 10590 h 21181"/>
              <a:gd name="T6" fmla="+- 0 10805 263"/>
              <a:gd name="T7" fmla="*/ T6 w 21085"/>
              <a:gd name="T8" fmla="*/ 10590 h 21181"/>
              <a:gd name="T9" fmla="+- 0 10805 263"/>
              <a:gd name="T10" fmla="*/ T9 w 21085"/>
              <a:gd name="T11" fmla="*/ 10590 h 21181"/>
            </a:gdLst>
            <a:ahLst/>
            <a:cxnLst>
              <a:cxn ang="0">
                <a:pos x="T1" y="T2"/>
              </a:cxn>
              <a:cxn ang="0">
                <a:pos x="T4" y="T5"/>
              </a:cxn>
              <a:cxn ang="0">
                <a:pos x="T7" y="T8"/>
              </a:cxn>
              <a:cxn ang="0">
                <a:pos x="T10" y="T11"/>
              </a:cxn>
            </a:cxnLst>
            <a:rect l="0" t="0" r="r" b="b"/>
            <a:pathLst>
              <a:path w="21085" h="21181">
                <a:moveTo>
                  <a:pt x="10531" y="0"/>
                </a:moveTo>
                <a:cubicBezTo>
                  <a:pt x="7812" y="0"/>
                  <a:pt x="5092" y="1891"/>
                  <a:pt x="3018" y="5675"/>
                </a:cubicBezTo>
                <a:cubicBezTo>
                  <a:pt x="1352" y="8715"/>
                  <a:pt x="357" y="12513"/>
                  <a:pt x="29" y="16461"/>
                </a:cubicBezTo>
                <a:cubicBezTo>
                  <a:pt x="39" y="16454"/>
                  <a:pt x="49" y="16446"/>
                  <a:pt x="58" y="16439"/>
                </a:cubicBezTo>
                <a:cubicBezTo>
                  <a:pt x="-263" y="17682"/>
                  <a:pt x="745" y="18972"/>
                  <a:pt x="3086" y="19925"/>
                </a:cubicBezTo>
                <a:cubicBezTo>
                  <a:pt x="7204" y="21600"/>
                  <a:pt x="13880" y="21600"/>
                  <a:pt x="17997" y="19925"/>
                </a:cubicBezTo>
                <a:cubicBezTo>
                  <a:pt x="20325" y="18978"/>
                  <a:pt x="21336" y="17697"/>
                  <a:pt x="21032" y="16461"/>
                </a:cubicBezTo>
                <a:cubicBezTo>
                  <a:pt x="20704" y="12513"/>
                  <a:pt x="19708" y="8715"/>
                  <a:pt x="18042" y="5675"/>
                </a:cubicBezTo>
                <a:cubicBezTo>
                  <a:pt x="15968" y="1891"/>
                  <a:pt x="13250" y="0"/>
                  <a:pt x="10531" y="0"/>
                </a:cubicBezTo>
                <a:close/>
              </a:path>
            </a:pathLst>
          </a:custGeom>
          <a:solidFill>
            <a:schemeClr val="tx2">
              <a:lumMod val="20000"/>
              <a:lumOff val="80000"/>
            </a:schemeClr>
          </a:solidFill>
          <a:ln>
            <a:noFill/>
          </a:ln>
          <a:effectLst/>
        </p:spPr>
        <p:txBody>
          <a:bodyPr lIns="0" tIns="0" rIns="0" bIns="0" anchor="ctr"/>
          <a:lstStyle/>
          <a:p>
            <a:pPr>
              <a:lnSpc>
                <a:spcPct val="120000"/>
              </a:lnSpc>
              <a:defRPr/>
            </a:pPr>
            <a:endParaRPr lang="es-ES" sz="3200">
              <a:effectLst>
                <a:outerShdw blurRad="38100" dist="38100" dir="2700000" algn="tl">
                  <a:srgbClr val="000000"/>
                </a:outerShdw>
              </a:effectLst>
              <a:latin typeface="inpin heiti" panose="00000500000000000000" pitchFamily="2" charset="-122"/>
              <a:ea typeface="inpin heiti" panose="00000500000000000000" pitchFamily="2" charset="-122"/>
              <a:cs typeface="Gill Sans" charset="0"/>
              <a:sym typeface="inpin heiti" panose="00000500000000000000" pitchFamily="2" charset="-122"/>
            </a:endParaRPr>
          </a:p>
        </p:txBody>
      </p:sp>
      <p:sp>
        <p:nvSpPr>
          <p:cNvPr id="18" name="Line 20"/>
          <p:cNvSpPr>
            <a:spLocks noChangeShapeType="1"/>
          </p:cNvSpPr>
          <p:nvPr/>
        </p:nvSpPr>
        <p:spPr bwMode="auto">
          <a:xfrm flipH="1" flipV="1">
            <a:off x="4005638" y="3260107"/>
            <a:ext cx="1559364" cy="0"/>
          </a:xfrm>
          <a:prstGeom prst="line">
            <a:avLst/>
          </a:prstGeom>
          <a:noFill/>
          <a:ln w="6350" cap="flat" cmpd="sng">
            <a:solidFill>
              <a:schemeClr val="bg1">
                <a:lumMod val="65000"/>
              </a:schemeClr>
            </a:solidFill>
            <a:prstDash val="dash"/>
            <a:round/>
            <a:tailEnd type="oval" w="med" len="med"/>
          </a:ln>
          <a:effectLst/>
        </p:spPr>
        <p:txBody>
          <a:bodyPr lIns="0" tIns="0" rIns="0" bIns="0" anchor="ctr"/>
          <a:lstStyle/>
          <a:p>
            <a:pPr defTabSz="209550">
              <a:defRPr/>
            </a:pPr>
            <a:endParaRPr lang="es-ES" sz="800">
              <a:solidFill>
                <a:srgbClr val="000000"/>
              </a:solidFill>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 name="Line 21"/>
          <p:cNvSpPr>
            <a:spLocks noChangeShapeType="1"/>
          </p:cNvSpPr>
          <p:nvPr/>
        </p:nvSpPr>
        <p:spPr bwMode="auto">
          <a:xfrm flipH="1">
            <a:off x="4777686" y="3515276"/>
            <a:ext cx="1240949" cy="1240948"/>
          </a:xfrm>
          <a:prstGeom prst="line">
            <a:avLst/>
          </a:prstGeom>
          <a:noFill/>
          <a:ln w="6350" cap="flat" cmpd="sng">
            <a:solidFill>
              <a:schemeClr val="bg1">
                <a:lumMod val="65000"/>
              </a:schemeClr>
            </a:solidFill>
            <a:prstDash val="dash"/>
            <a:round/>
            <a:tailEnd type="oval" w="med" len="med"/>
          </a:ln>
          <a:effectLst/>
        </p:spPr>
        <p:txBody>
          <a:bodyPr lIns="0" tIns="0" rIns="0" bIns="0" anchor="ctr"/>
          <a:lstStyle/>
          <a:p>
            <a:pPr defTabSz="209550">
              <a:defRPr/>
            </a:pPr>
            <a:endParaRPr lang="es-ES" sz="800">
              <a:solidFill>
                <a:srgbClr val="000000"/>
              </a:solidFill>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 name="Line 22"/>
          <p:cNvSpPr>
            <a:spLocks noChangeShapeType="1"/>
          </p:cNvSpPr>
          <p:nvPr/>
        </p:nvSpPr>
        <p:spPr bwMode="auto">
          <a:xfrm>
            <a:off x="6434464" y="3257927"/>
            <a:ext cx="2579311" cy="0"/>
          </a:xfrm>
          <a:prstGeom prst="line">
            <a:avLst/>
          </a:prstGeom>
          <a:noFill/>
          <a:ln w="6350" cap="flat" cmpd="sng">
            <a:solidFill>
              <a:schemeClr val="bg1">
                <a:lumMod val="65000"/>
              </a:schemeClr>
            </a:solidFill>
            <a:prstDash val="dash"/>
            <a:round/>
            <a:tailEnd type="oval" w="med" len="med"/>
          </a:ln>
          <a:effectLst/>
        </p:spPr>
        <p:txBody>
          <a:bodyPr lIns="0" tIns="0" rIns="0" bIns="0" anchor="ctr"/>
          <a:lstStyle/>
          <a:p>
            <a:pPr defTabSz="209550">
              <a:defRPr/>
            </a:pPr>
            <a:endParaRPr lang="es-ES" sz="800" dirty="0">
              <a:solidFill>
                <a:srgbClr val="000000"/>
              </a:solidFill>
              <a:latin typeface="inpin heiti" panose="00000500000000000000" pitchFamily="2" charset="-122"/>
              <a:ea typeface="inpin heiti" panose="00000500000000000000" pitchFamily="2" charset="-122"/>
              <a:sym typeface="inpin heiti" panose="00000500000000000000" pitchFamily="2" charset="-122"/>
            </a:endParaRPr>
          </a:p>
        </p:txBody>
      </p:sp>
      <p:sp>
        <p:nvSpPr>
          <p:cNvPr id="21" name="Line 23"/>
          <p:cNvSpPr>
            <a:spLocks noChangeShapeType="1"/>
          </p:cNvSpPr>
          <p:nvPr/>
        </p:nvSpPr>
        <p:spPr bwMode="auto">
          <a:xfrm>
            <a:off x="6417016" y="3473838"/>
            <a:ext cx="0" cy="1243129"/>
          </a:xfrm>
          <a:prstGeom prst="line">
            <a:avLst/>
          </a:prstGeom>
          <a:noFill/>
          <a:ln w="6350" cap="flat" cmpd="sng">
            <a:solidFill>
              <a:schemeClr val="bg1">
                <a:lumMod val="65000"/>
              </a:schemeClr>
            </a:solidFill>
            <a:prstDash val="dash"/>
            <a:round/>
            <a:tailEnd type="oval" w="med" len="med"/>
          </a:ln>
          <a:effectLst/>
        </p:spPr>
        <p:txBody>
          <a:bodyPr lIns="0" tIns="0" rIns="0" bIns="0" anchor="ctr"/>
          <a:lstStyle/>
          <a:p>
            <a:pPr defTabSz="209550">
              <a:defRPr/>
            </a:pPr>
            <a:endParaRPr lang="es-ES" sz="800">
              <a:solidFill>
                <a:srgbClr val="000000"/>
              </a:solidFill>
              <a:latin typeface="inpin heiti" panose="00000500000000000000" pitchFamily="2" charset="-122"/>
              <a:ea typeface="inpin heiti" panose="00000500000000000000" pitchFamily="2" charset="-122"/>
              <a:sym typeface="inpin heiti" panose="00000500000000000000" pitchFamily="2" charset="-122"/>
            </a:endParaRPr>
          </a:p>
        </p:txBody>
      </p:sp>
      <p:sp>
        <p:nvSpPr>
          <p:cNvPr id="22" name="Line 24"/>
          <p:cNvSpPr>
            <a:spLocks noChangeShapeType="1"/>
          </p:cNvSpPr>
          <p:nvPr/>
        </p:nvSpPr>
        <p:spPr bwMode="auto">
          <a:xfrm>
            <a:off x="6707081" y="3428039"/>
            <a:ext cx="1328185" cy="1328185"/>
          </a:xfrm>
          <a:prstGeom prst="line">
            <a:avLst/>
          </a:prstGeom>
          <a:noFill/>
          <a:ln w="6350" cap="flat" cmpd="sng">
            <a:solidFill>
              <a:schemeClr val="bg1">
                <a:lumMod val="65000"/>
              </a:schemeClr>
            </a:solidFill>
            <a:prstDash val="dash"/>
            <a:round/>
            <a:tailEnd type="oval" w="med" len="med"/>
          </a:ln>
          <a:effectLst/>
        </p:spPr>
        <p:txBody>
          <a:bodyPr lIns="0" tIns="0" rIns="0" bIns="0" anchor="ctr"/>
          <a:lstStyle/>
          <a:p>
            <a:pPr defTabSz="209550">
              <a:defRPr/>
            </a:pPr>
            <a:endParaRPr lang="es-ES" sz="800">
              <a:solidFill>
                <a:srgbClr val="000000"/>
              </a:solidFill>
              <a:latin typeface="inpin heiti" panose="00000500000000000000" pitchFamily="2" charset="-122"/>
              <a:ea typeface="inpin heiti" panose="00000500000000000000" pitchFamily="2" charset="-122"/>
              <a:sym typeface="inpin heiti" panose="00000500000000000000" pitchFamily="2" charset="-122"/>
            </a:endParaRPr>
          </a:p>
        </p:txBody>
      </p:sp>
      <p:grpSp>
        <p:nvGrpSpPr>
          <p:cNvPr id="33" name="组合 32"/>
          <p:cNvGrpSpPr/>
          <p:nvPr/>
        </p:nvGrpSpPr>
        <p:grpSpPr>
          <a:xfrm>
            <a:off x="1197520" y="2676172"/>
            <a:ext cx="2689099" cy="930704"/>
            <a:chOff x="500148" y="4173331"/>
            <a:chExt cx="3606127" cy="930704"/>
          </a:xfrm>
        </p:grpSpPr>
        <p:sp>
          <p:nvSpPr>
            <p:cNvPr id="34"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5" name="矩形 34"/>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1834459" y="4501910"/>
            <a:ext cx="2689099" cy="930704"/>
            <a:chOff x="500148" y="4173331"/>
            <a:chExt cx="3606127" cy="930704"/>
          </a:xfrm>
        </p:grpSpPr>
        <p:sp>
          <p:nvSpPr>
            <p:cNvPr id="37"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8" name="矩形 37"/>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5107595" y="5173635"/>
            <a:ext cx="2604304" cy="930704"/>
            <a:chOff x="904786" y="4173331"/>
            <a:chExt cx="3492416" cy="930704"/>
          </a:xfrm>
        </p:grpSpPr>
        <p:sp>
          <p:nvSpPr>
            <p:cNvPr id="40" name="TextBox 26"/>
            <p:cNvSpPr txBox="1"/>
            <p:nvPr/>
          </p:nvSpPr>
          <p:spPr>
            <a:xfrm>
              <a:off x="904786" y="4576262"/>
              <a:ext cx="3492416"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1" name="矩形 40"/>
            <p:cNvSpPr/>
            <p:nvPr/>
          </p:nvSpPr>
          <p:spPr>
            <a:xfrm>
              <a:off x="1532339" y="4173331"/>
              <a:ext cx="1792130"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9144190" y="2677158"/>
            <a:ext cx="1945408" cy="1161537"/>
            <a:chOff x="1497451" y="4173331"/>
            <a:chExt cx="2608825" cy="1161537"/>
          </a:xfrm>
        </p:grpSpPr>
        <p:sp>
          <p:nvSpPr>
            <p:cNvPr id="43" name="TextBox 26"/>
            <p:cNvSpPr txBox="1"/>
            <p:nvPr/>
          </p:nvSpPr>
          <p:spPr>
            <a:xfrm>
              <a:off x="1497451" y="4576262"/>
              <a:ext cx="2608825"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4" name="矩形 43"/>
            <p:cNvSpPr/>
            <p:nvPr/>
          </p:nvSpPr>
          <p:spPr>
            <a:xfrm>
              <a:off x="1577031" y="4173331"/>
              <a:ext cx="2529242"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5" name="组合 44"/>
          <p:cNvGrpSpPr/>
          <p:nvPr/>
        </p:nvGrpSpPr>
        <p:grpSpPr>
          <a:xfrm>
            <a:off x="8181799" y="4602478"/>
            <a:ext cx="1945408" cy="1161537"/>
            <a:chOff x="1497451" y="4173331"/>
            <a:chExt cx="2608825" cy="1161537"/>
          </a:xfrm>
        </p:grpSpPr>
        <p:sp>
          <p:nvSpPr>
            <p:cNvPr id="46" name="TextBox 26"/>
            <p:cNvSpPr txBox="1"/>
            <p:nvPr/>
          </p:nvSpPr>
          <p:spPr>
            <a:xfrm>
              <a:off x="1497451" y="4576262"/>
              <a:ext cx="2608825"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7" name="矩形 46"/>
            <p:cNvSpPr/>
            <p:nvPr/>
          </p:nvSpPr>
          <p:spPr>
            <a:xfrm>
              <a:off x="1577031" y="4173331"/>
              <a:ext cx="2529242"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583501" y="471624"/>
            <a:ext cx="2177776" cy="553998"/>
            <a:chOff x="592429" y="482522"/>
            <a:chExt cx="2177776" cy="553998"/>
          </a:xfrm>
        </p:grpSpPr>
        <p:grpSp>
          <p:nvGrpSpPr>
            <p:cNvPr id="49" name="组合 48"/>
            <p:cNvGrpSpPr/>
            <p:nvPr/>
          </p:nvGrpSpPr>
          <p:grpSpPr>
            <a:xfrm>
              <a:off x="592429" y="584272"/>
              <a:ext cx="433087" cy="360490"/>
              <a:chOff x="2770053" y="2524936"/>
              <a:chExt cx="433087" cy="317447"/>
            </a:xfrm>
            <a:solidFill>
              <a:srgbClr val="2F5EB2"/>
            </a:solidFill>
          </p:grpSpPr>
          <p:sp>
            <p:nvSpPr>
              <p:cNvPr id="51"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2"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3"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50"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五项内容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五</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454800" y="3453346"/>
            <a:ext cx="1823674" cy="1311344"/>
            <a:chOff x="1038091" y="4254356"/>
            <a:chExt cx="1798924" cy="1311344"/>
          </a:xfrm>
        </p:grpSpPr>
        <p:sp>
          <p:nvSpPr>
            <p:cNvPr id="9" name="TextBox 26"/>
            <p:cNvSpPr txBox="1"/>
            <p:nvPr/>
          </p:nvSpPr>
          <p:spPr>
            <a:xfrm>
              <a:off x="1042771" y="4576262"/>
              <a:ext cx="1794244" cy="989438"/>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0" name="矩形 9"/>
            <p:cNvSpPr/>
            <p:nvPr/>
          </p:nvSpPr>
          <p:spPr>
            <a:xfrm>
              <a:off x="1038091" y="4254356"/>
              <a:ext cx="1794244"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cxnSp>
        <p:nvCxnSpPr>
          <p:cNvPr id="11" name="Elbow Connector 41"/>
          <p:cNvCxnSpPr/>
          <p:nvPr/>
        </p:nvCxnSpPr>
        <p:spPr>
          <a:xfrm rot="10800000" flipV="1">
            <a:off x="-304796" y="3040733"/>
            <a:ext cx="12192000" cy="1"/>
          </a:xfrm>
          <a:prstGeom prst="bentConnector3">
            <a:avLst>
              <a:gd name="adj1" fmla="val 50000"/>
            </a:avLst>
          </a:prstGeom>
          <a:ln w="6350">
            <a:solidFill>
              <a:schemeClr val="tx2">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692940" y="2891516"/>
            <a:ext cx="368300" cy="389043"/>
            <a:chOff x="6912118" y="2106327"/>
            <a:chExt cx="428246" cy="452365"/>
          </a:xfrm>
        </p:grpSpPr>
        <p:sp>
          <p:nvSpPr>
            <p:cNvPr id="13" name="Oval 51"/>
            <p:cNvSpPr/>
            <p:nvPr/>
          </p:nvSpPr>
          <p:spPr>
            <a:xfrm>
              <a:off x="6912118" y="2106327"/>
              <a:ext cx="428246" cy="452365"/>
            </a:xfrm>
            <a:prstGeom prst="ellipse">
              <a:avLst/>
            </a:prstGeom>
            <a:solidFill>
              <a:srgbClr val="015BAB"/>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dirty="0">
                <a:latin typeface="字魂105号-简雅黑" panose="00000500000000000000" pitchFamily="2" charset="-122"/>
              </a:endParaRPr>
            </a:p>
          </p:txBody>
        </p:sp>
        <p:sp>
          <p:nvSpPr>
            <p:cNvPr id="14" name="Freeform: Shape 52"/>
            <p:cNvSpPr/>
            <p:nvPr/>
          </p:nvSpPr>
          <p:spPr bwMode="auto">
            <a:xfrm>
              <a:off x="6999145" y="2198255"/>
              <a:ext cx="254193" cy="268510"/>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sz="2400" dirty="0">
                <a:latin typeface="字魂105号-简雅黑" panose="00000500000000000000" pitchFamily="2" charset="-122"/>
              </a:endParaRPr>
            </a:p>
          </p:txBody>
        </p:sp>
      </p:grpSp>
      <p:grpSp>
        <p:nvGrpSpPr>
          <p:cNvPr id="15" name="组合 14"/>
          <p:cNvGrpSpPr/>
          <p:nvPr/>
        </p:nvGrpSpPr>
        <p:grpSpPr>
          <a:xfrm>
            <a:off x="3108056" y="2891516"/>
            <a:ext cx="368300" cy="389043"/>
            <a:chOff x="6912118" y="2106327"/>
            <a:chExt cx="428246" cy="452365"/>
          </a:xfrm>
        </p:grpSpPr>
        <p:sp>
          <p:nvSpPr>
            <p:cNvPr id="16" name="Oval 51"/>
            <p:cNvSpPr/>
            <p:nvPr/>
          </p:nvSpPr>
          <p:spPr>
            <a:xfrm>
              <a:off x="6912118" y="2106327"/>
              <a:ext cx="428246" cy="452365"/>
            </a:xfrm>
            <a:prstGeom prst="ellipse">
              <a:avLst/>
            </a:prstGeom>
            <a:solidFill>
              <a:schemeClr val="tx2">
                <a:lumMod val="40000"/>
                <a:lumOff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dirty="0">
                <a:latin typeface="字魂105号-简雅黑" panose="00000500000000000000" pitchFamily="2" charset="-122"/>
              </a:endParaRPr>
            </a:p>
          </p:txBody>
        </p:sp>
        <p:sp>
          <p:nvSpPr>
            <p:cNvPr id="17" name="Freeform: Shape 52"/>
            <p:cNvSpPr/>
            <p:nvPr/>
          </p:nvSpPr>
          <p:spPr bwMode="auto">
            <a:xfrm>
              <a:off x="6999145" y="2198255"/>
              <a:ext cx="254193" cy="268510"/>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sz="2400" dirty="0">
                <a:latin typeface="字魂105号-简雅黑" panose="00000500000000000000" pitchFamily="2" charset="-122"/>
              </a:endParaRPr>
            </a:p>
          </p:txBody>
        </p:sp>
      </p:grpSp>
      <p:grpSp>
        <p:nvGrpSpPr>
          <p:cNvPr id="18" name="组合 17"/>
          <p:cNvGrpSpPr/>
          <p:nvPr/>
        </p:nvGrpSpPr>
        <p:grpSpPr>
          <a:xfrm>
            <a:off x="5319967" y="2891516"/>
            <a:ext cx="368300" cy="389043"/>
            <a:chOff x="6912118" y="2106327"/>
            <a:chExt cx="428246" cy="452365"/>
          </a:xfrm>
        </p:grpSpPr>
        <p:sp>
          <p:nvSpPr>
            <p:cNvPr id="19" name="Oval 51"/>
            <p:cNvSpPr/>
            <p:nvPr/>
          </p:nvSpPr>
          <p:spPr>
            <a:xfrm>
              <a:off x="6912118" y="2106327"/>
              <a:ext cx="428246" cy="452365"/>
            </a:xfrm>
            <a:prstGeom prst="ellipse">
              <a:avLst/>
            </a:prstGeom>
            <a:solidFill>
              <a:schemeClr val="tx2">
                <a:lumMod val="40000"/>
                <a:lumOff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dirty="0">
                <a:latin typeface="字魂105号-简雅黑" panose="00000500000000000000" pitchFamily="2" charset="-122"/>
              </a:endParaRPr>
            </a:p>
          </p:txBody>
        </p:sp>
        <p:sp>
          <p:nvSpPr>
            <p:cNvPr id="20" name="Freeform: Shape 52"/>
            <p:cNvSpPr/>
            <p:nvPr/>
          </p:nvSpPr>
          <p:spPr bwMode="auto">
            <a:xfrm>
              <a:off x="6999145" y="2198255"/>
              <a:ext cx="254193" cy="268510"/>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sz="2400" dirty="0">
                <a:latin typeface="字魂105号-简雅黑" panose="00000500000000000000" pitchFamily="2" charset="-122"/>
              </a:endParaRPr>
            </a:p>
          </p:txBody>
        </p:sp>
      </p:grpSp>
      <p:grpSp>
        <p:nvGrpSpPr>
          <p:cNvPr id="21" name="组合 20"/>
          <p:cNvGrpSpPr/>
          <p:nvPr/>
        </p:nvGrpSpPr>
        <p:grpSpPr>
          <a:xfrm>
            <a:off x="7785880" y="2891516"/>
            <a:ext cx="368300" cy="389043"/>
            <a:chOff x="6912118" y="2106327"/>
            <a:chExt cx="428246" cy="452365"/>
          </a:xfrm>
        </p:grpSpPr>
        <p:sp>
          <p:nvSpPr>
            <p:cNvPr id="22" name="Oval 51"/>
            <p:cNvSpPr/>
            <p:nvPr/>
          </p:nvSpPr>
          <p:spPr>
            <a:xfrm>
              <a:off x="6912118" y="2106327"/>
              <a:ext cx="428246" cy="452365"/>
            </a:xfrm>
            <a:prstGeom prst="ellipse">
              <a:avLst/>
            </a:prstGeom>
            <a:solidFill>
              <a:schemeClr val="tx2">
                <a:lumMod val="40000"/>
                <a:lumOff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dirty="0">
                <a:latin typeface="字魂105号-简雅黑" panose="00000500000000000000" pitchFamily="2" charset="-122"/>
              </a:endParaRPr>
            </a:p>
          </p:txBody>
        </p:sp>
        <p:sp>
          <p:nvSpPr>
            <p:cNvPr id="23" name="Freeform: Shape 52"/>
            <p:cNvSpPr/>
            <p:nvPr/>
          </p:nvSpPr>
          <p:spPr bwMode="auto">
            <a:xfrm>
              <a:off x="6999145" y="2198255"/>
              <a:ext cx="254193" cy="268510"/>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sz="2400" dirty="0">
                <a:latin typeface="字魂105号-简雅黑" panose="00000500000000000000" pitchFamily="2" charset="-122"/>
              </a:endParaRPr>
            </a:p>
          </p:txBody>
        </p:sp>
      </p:grpSp>
      <p:grpSp>
        <p:nvGrpSpPr>
          <p:cNvPr id="24" name="组合 23"/>
          <p:cNvGrpSpPr/>
          <p:nvPr/>
        </p:nvGrpSpPr>
        <p:grpSpPr>
          <a:xfrm>
            <a:off x="2797639" y="3488060"/>
            <a:ext cx="1818930" cy="1311345"/>
            <a:chOff x="1038091" y="4254355"/>
            <a:chExt cx="1798924" cy="1311345"/>
          </a:xfrm>
        </p:grpSpPr>
        <p:sp>
          <p:nvSpPr>
            <p:cNvPr id="25" name="TextBox 26"/>
            <p:cNvSpPr txBox="1"/>
            <p:nvPr/>
          </p:nvSpPr>
          <p:spPr>
            <a:xfrm>
              <a:off x="1042771" y="4576262"/>
              <a:ext cx="1794244" cy="989438"/>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6" name="矩形 25"/>
            <p:cNvSpPr/>
            <p:nvPr/>
          </p:nvSpPr>
          <p:spPr>
            <a:xfrm>
              <a:off x="1038091" y="4254355"/>
              <a:ext cx="1669537"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10067643" y="2846210"/>
            <a:ext cx="368300" cy="389043"/>
            <a:chOff x="6912118" y="2106327"/>
            <a:chExt cx="428246" cy="452365"/>
          </a:xfrm>
        </p:grpSpPr>
        <p:sp>
          <p:nvSpPr>
            <p:cNvPr id="28" name="Oval 51"/>
            <p:cNvSpPr/>
            <p:nvPr/>
          </p:nvSpPr>
          <p:spPr>
            <a:xfrm>
              <a:off x="6912118" y="2106327"/>
              <a:ext cx="428246" cy="452365"/>
            </a:xfrm>
            <a:prstGeom prst="ellipse">
              <a:avLst/>
            </a:prstGeom>
            <a:solidFill>
              <a:srgbClr val="48BAF8"/>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2400" dirty="0">
                <a:latin typeface="字魂105号-简雅黑" panose="00000500000000000000" pitchFamily="2" charset="-122"/>
              </a:endParaRPr>
            </a:p>
          </p:txBody>
        </p:sp>
        <p:sp>
          <p:nvSpPr>
            <p:cNvPr id="29" name="Freeform: Shape 52"/>
            <p:cNvSpPr/>
            <p:nvPr/>
          </p:nvSpPr>
          <p:spPr bwMode="auto">
            <a:xfrm>
              <a:off x="6999145" y="2198255"/>
              <a:ext cx="254193" cy="268510"/>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sz="2400" dirty="0">
                <a:latin typeface="字魂105号-简雅黑" panose="00000500000000000000" pitchFamily="2" charset="-122"/>
              </a:endParaRPr>
            </a:p>
          </p:txBody>
        </p:sp>
      </p:grpSp>
      <p:grpSp>
        <p:nvGrpSpPr>
          <p:cNvPr id="30" name="组合 29"/>
          <p:cNvGrpSpPr/>
          <p:nvPr/>
        </p:nvGrpSpPr>
        <p:grpSpPr>
          <a:xfrm>
            <a:off x="5026777" y="3488060"/>
            <a:ext cx="1818930" cy="1311345"/>
            <a:chOff x="1038091" y="4254355"/>
            <a:chExt cx="1798924" cy="1311345"/>
          </a:xfrm>
        </p:grpSpPr>
        <p:sp>
          <p:nvSpPr>
            <p:cNvPr id="31" name="TextBox 26"/>
            <p:cNvSpPr txBox="1"/>
            <p:nvPr/>
          </p:nvSpPr>
          <p:spPr>
            <a:xfrm>
              <a:off x="1042771" y="4576262"/>
              <a:ext cx="1794244" cy="989438"/>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2" name="矩形 31"/>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3" name="组合 32"/>
          <p:cNvGrpSpPr/>
          <p:nvPr/>
        </p:nvGrpSpPr>
        <p:grpSpPr>
          <a:xfrm>
            <a:off x="7284491" y="3490043"/>
            <a:ext cx="1818930" cy="1311345"/>
            <a:chOff x="1038091" y="4254355"/>
            <a:chExt cx="1798924" cy="1311345"/>
          </a:xfrm>
        </p:grpSpPr>
        <p:sp>
          <p:nvSpPr>
            <p:cNvPr id="34" name="TextBox 26"/>
            <p:cNvSpPr txBox="1"/>
            <p:nvPr/>
          </p:nvSpPr>
          <p:spPr>
            <a:xfrm>
              <a:off x="1042771" y="4576262"/>
              <a:ext cx="1794244" cy="989438"/>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5" name="矩形 34"/>
            <p:cNvSpPr/>
            <p:nvPr/>
          </p:nvSpPr>
          <p:spPr>
            <a:xfrm>
              <a:off x="1038091" y="4254355"/>
              <a:ext cx="1669537"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6" name="组合 35"/>
          <p:cNvGrpSpPr/>
          <p:nvPr/>
        </p:nvGrpSpPr>
        <p:grpSpPr>
          <a:xfrm>
            <a:off x="9594919" y="3521812"/>
            <a:ext cx="1818930" cy="1311345"/>
            <a:chOff x="1038091" y="4254355"/>
            <a:chExt cx="1798924" cy="1311345"/>
          </a:xfrm>
        </p:grpSpPr>
        <p:sp>
          <p:nvSpPr>
            <p:cNvPr id="37" name="TextBox 26"/>
            <p:cNvSpPr txBox="1"/>
            <p:nvPr/>
          </p:nvSpPr>
          <p:spPr>
            <a:xfrm>
              <a:off x="1042771" y="4576262"/>
              <a:ext cx="1794244" cy="989438"/>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8" name="矩形 37"/>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4513167" y="1878565"/>
            <a:ext cx="3288761" cy="3235253"/>
            <a:chOff x="3958819" y="1951000"/>
            <a:chExt cx="3775212" cy="3713790"/>
          </a:xfrm>
        </p:grpSpPr>
        <p:grpSp>
          <p:nvGrpSpPr>
            <p:cNvPr id="2" name="Group 3"/>
            <p:cNvGrpSpPr/>
            <p:nvPr/>
          </p:nvGrpSpPr>
          <p:grpSpPr>
            <a:xfrm>
              <a:off x="3958819" y="1951000"/>
              <a:ext cx="3775212" cy="3713790"/>
              <a:chOff x="679098" y="1617487"/>
              <a:chExt cx="3327327" cy="3322708"/>
            </a:xfrm>
            <a:solidFill>
              <a:schemeClr val="accent2"/>
            </a:solidFill>
          </p:grpSpPr>
          <p:sp>
            <p:nvSpPr>
              <p:cNvPr id="3" name="Freeform 6"/>
              <p:cNvSpPr/>
              <p:nvPr/>
            </p:nvSpPr>
            <p:spPr bwMode="auto">
              <a:xfrm>
                <a:off x="679098" y="1794594"/>
                <a:ext cx="1747213" cy="1876580"/>
              </a:xfrm>
              <a:custGeom>
                <a:avLst/>
                <a:gdLst>
                  <a:gd name="T0" fmla="*/ 1485 w 2269"/>
                  <a:gd name="T1" fmla="*/ 4 h 2437"/>
                  <a:gd name="T2" fmla="*/ 1632 w 2269"/>
                  <a:gd name="T3" fmla="*/ 33 h 2437"/>
                  <a:gd name="T4" fmla="*/ 1770 w 2269"/>
                  <a:gd name="T5" fmla="*/ 81 h 2437"/>
                  <a:gd name="T6" fmla="*/ 1897 w 2269"/>
                  <a:gd name="T7" fmla="*/ 144 h 2437"/>
                  <a:gd name="T8" fmla="*/ 2008 w 2269"/>
                  <a:gd name="T9" fmla="*/ 219 h 2437"/>
                  <a:gd name="T10" fmla="*/ 2104 w 2269"/>
                  <a:gd name="T11" fmla="*/ 299 h 2437"/>
                  <a:gd name="T12" fmla="*/ 2181 w 2269"/>
                  <a:gd name="T13" fmla="*/ 379 h 2437"/>
                  <a:gd name="T14" fmla="*/ 2236 w 2269"/>
                  <a:gd name="T15" fmla="*/ 454 h 2437"/>
                  <a:gd name="T16" fmla="*/ 2269 w 2269"/>
                  <a:gd name="T17" fmla="*/ 519 h 2437"/>
                  <a:gd name="T18" fmla="*/ 2212 w 2269"/>
                  <a:gd name="T19" fmla="*/ 468 h 2437"/>
                  <a:gd name="T20" fmla="*/ 2159 w 2269"/>
                  <a:gd name="T21" fmla="*/ 447 h 2437"/>
                  <a:gd name="T22" fmla="*/ 2112 w 2269"/>
                  <a:gd name="T23" fmla="*/ 454 h 2437"/>
                  <a:gd name="T24" fmla="*/ 2067 w 2269"/>
                  <a:gd name="T25" fmla="*/ 483 h 2437"/>
                  <a:gd name="T26" fmla="*/ 2025 w 2269"/>
                  <a:gd name="T27" fmla="*/ 531 h 2437"/>
                  <a:gd name="T28" fmla="*/ 1986 w 2269"/>
                  <a:gd name="T29" fmla="*/ 595 h 2437"/>
                  <a:gd name="T30" fmla="*/ 1948 w 2269"/>
                  <a:gd name="T31" fmla="*/ 670 h 2437"/>
                  <a:gd name="T32" fmla="*/ 1911 w 2269"/>
                  <a:gd name="T33" fmla="*/ 752 h 2437"/>
                  <a:gd name="T34" fmla="*/ 1873 w 2269"/>
                  <a:gd name="T35" fmla="*/ 838 h 2437"/>
                  <a:gd name="T36" fmla="*/ 1834 w 2269"/>
                  <a:gd name="T37" fmla="*/ 923 h 2437"/>
                  <a:gd name="T38" fmla="*/ 1793 w 2269"/>
                  <a:gd name="T39" fmla="*/ 1005 h 2437"/>
                  <a:gd name="T40" fmla="*/ 1750 w 2269"/>
                  <a:gd name="T41" fmla="*/ 1078 h 2437"/>
                  <a:gd name="T42" fmla="*/ 1704 w 2269"/>
                  <a:gd name="T43" fmla="*/ 1139 h 2437"/>
                  <a:gd name="T44" fmla="*/ 1653 w 2269"/>
                  <a:gd name="T45" fmla="*/ 1184 h 2437"/>
                  <a:gd name="T46" fmla="*/ 1559 w 2269"/>
                  <a:gd name="T47" fmla="*/ 1237 h 2437"/>
                  <a:gd name="T48" fmla="*/ 1450 w 2269"/>
                  <a:gd name="T49" fmla="*/ 1280 h 2437"/>
                  <a:gd name="T50" fmla="*/ 1337 w 2269"/>
                  <a:gd name="T51" fmla="*/ 1314 h 2437"/>
                  <a:gd name="T52" fmla="*/ 1226 w 2269"/>
                  <a:gd name="T53" fmla="*/ 1339 h 2437"/>
                  <a:gd name="T54" fmla="*/ 1123 w 2269"/>
                  <a:gd name="T55" fmla="*/ 1356 h 2437"/>
                  <a:gd name="T56" fmla="*/ 1036 w 2269"/>
                  <a:gd name="T57" fmla="*/ 1369 h 2437"/>
                  <a:gd name="T58" fmla="*/ 970 w 2269"/>
                  <a:gd name="T59" fmla="*/ 1376 h 2437"/>
                  <a:gd name="T60" fmla="*/ 935 w 2269"/>
                  <a:gd name="T61" fmla="*/ 1379 h 2437"/>
                  <a:gd name="T62" fmla="*/ 927 w 2269"/>
                  <a:gd name="T63" fmla="*/ 1379 h 2437"/>
                  <a:gd name="T64" fmla="*/ 908 w 2269"/>
                  <a:gd name="T65" fmla="*/ 1381 h 2437"/>
                  <a:gd name="T66" fmla="*/ 874 w 2269"/>
                  <a:gd name="T67" fmla="*/ 1388 h 2437"/>
                  <a:gd name="T68" fmla="*/ 826 w 2269"/>
                  <a:gd name="T69" fmla="*/ 1398 h 2437"/>
                  <a:gd name="T70" fmla="*/ 767 w 2269"/>
                  <a:gd name="T71" fmla="*/ 1415 h 2437"/>
                  <a:gd name="T72" fmla="*/ 699 w 2269"/>
                  <a:gd name="T73" fmla="*/ 1439 h 2437"/>
                  <a:gd name="T74" fmla="*/ 624 w 2269"/>
                  <a:gd name="T75" fmla="*/ 1472 h 2437"/>
                  <a:gd name="T76" fmla="*/ 545 w 2269"/>
                  <a:gd name="T77" fmla="*/ 1514 h 2437"/>
                  <a:gd name="T78" fmla="*/ 465 w 2269"/>
                  <a:gd name="T79" fmla="*/ 1568 h 2437"/>
                  <a:gd name="T80" fmla="*/ 387 w 2269"/>
                  <a:gd name="T81" fmla="*/ 1633 h 2437"/>
                  <a:gd name="T82" fmla="*/ 311 w 2269"/>
                  <a:gd name="T83" fmla="*/ 1712 h 2437"/>
                  <a:gd name="T84" fmla="*/ 240 w 2269"/>
                  <a:gd name="T85" fmla="*/ 1805 h 2437"/>
                  <a:gd name="T86" fmla="*/ 178 w 2269"/>
                  <a:gd name="T87" fmla="*/ 1914 h 2437"/>
                  <a:gd name="T88" fmla="*/ 128 w 2269"/>
                  <a:gd name="T89" fmla="*/ 2040 h 2437"/>
                  <a:gd name="T90" fmla="*/ 90 w 2269"/>
                  <a:gd name="T91" fmla="*/ 2184 h 2437"/>
                  <a:gd name="T92" fmla="*/ 68 w 2269"/>
                  <a:gd name="T93" fmla="*/ 2348 h 2437"/>
                  <a:gd name="T94" fmla="*/ 34 w 2269"/>
                  <a:gd name="T95" fmla="*/ 2311 h 2437"/>
                  <a:gd name="T96" fmla="*/ 3 w 2269"/>
                  <a:gd name="T97" fmla="*/ 2059 h 2437"/>
                  <a:gd name="T98" fmla="*/ 5 w 2269"/>
                  <a:gd name="T99" fmla="*/ 1808 h 2437"/>
                  <a:gd name="T100" fmla="*/ 35 w 2269"/>
                  <a:gd name="T101" fmla="*/ 1561 h 2437"/>
                  <a:gd name="T102" fmla="*/ 93 w 2269"/>
                  <a:gd name="T103" fmla="*/ 1320 h 2437"/>
                  <a:gd name="T104" fmla="*/ 176 w 2269"/>
                  <a:gd name="T105" fmla="*/ 1090 h 2437"/>
                  <a:gd name="T106" fmla="*/ 278 w 2269"/>
                  <a:gd name="T107" fmla="*/ 872 h 2437"/>
                  <a:gd name="T108" fmla="*/ 400 w 2269"/>
                  <a:gd name="T109" fmla="*/ 672 h 2437"/>
                  <a:gd name="T110" fmla="*/ 536 w 2269"/>
                  <a:gd name="T111" fmla="*/ 490 h 2437"/>
                  <a:gd name="T112" fmla="*/ 686 w 2269"/>
                  <a:gd name="T113" fmla="*/ 332 h 2437"/>
                  <a:gd name="T114" fmla="*/ 844 w 2269"/>
                  <a:gd name="T115" fmla="*/ 198 h 2437"/>
                  <a:gd name="T116" fmla="*/ 1009 w 2269"/>
                  <a:gd name="T117" fmla="*/ 94 h 2437"/>
                  <a:gd name="T118" fmla="*/ 1172 w 2269"/>
                  <a:gd name="T119" fmla="*/ 30 h 2437"/>
                  <a:gd name="T120" fmla="*/ 1331 w 2269"/>
                  <a:gd name="T121" fmla="*/ 1 h 2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269" h="2437">
                    <a:moveTo>
                      <a:pt x="1409" y="0"/>
                    </a:moveTo>
                    <a:lnTo>
                      <a:pt x="1485" y="4"/>
                    </a:lnTo>
                    <a:lnTo>
                      <a:pt x="1560" y="16"/>
                    </a:lnTo>
                    <a:lnTo>
                      <a:pt x="1632" y="33"/>
                    </a:lnTo>
                    <a:lnTo>
                      <a:pt x="1703" y="54"/>
                    </a:lnTo>
                    <a:lnTo>
                      <a:pt x="1770" y="81"/>
                    </a:lnTo>
                    <a:lnTo>
                      <a:pt x="1835" y="111"/>
                    </a:lnTo>
                    <a:lnTo>
                      <a:pt x="1897" y="144"/>
                    </a:lnTo>
                    <a:lnTo>
                      <a:pt x="1955" y="181"/>
                    </a:lnTo>
                    <a:lnTo>
                      <a:pt x="2008" y="219"/>
                    </a:lnTo>
                    <a:lnTo>
                      <a:pt x="2058" y="258"/>
                    </a:lnTo>
                    <a:lnTo>
                      <a:pt x="2104" y="299"/>
                    </a:lnTo>
                    <a:lnTo>
                      <a:pt x="2145" y="340"/>
                    </a:lnTo>
                    <a:lnTo>
                      <a:pt x="2181" y="379"/>
                    </a:lnTo>
                    <a:lnTo>
                      <a:pt x="2212" y="417"/>
                    </a:lnTo>
                    <a:lnTo>
                      <a:pt x="2236" y="454"/>
                    </a:lnTo>
                    <a:lnTo>
                      <a:pt x="2256" y="488"/>
                    </a:lnTo>
                    <a:lnTo>
                      <a:pt x="2269" y="519"/>
                    </a:lnTo>
                    <a:lnTo>
                      <a:pt x="2240" y="489"/>
                    </a:lnTo>
                    <a:lnTo>
                      <a:pt x="2212" y="468"/>
                    </a:lnTo>
                    <a:lnTo>
                      <a:pt x="2185" y="454"/>
                    </a:lnTo>
                    <a:lnTo>
                      <a:pt x="2159" y="447"/>
                    </a:lnTo>
                    <a:lnTo>
                      <a:pt x="2135" y="447"/>
                    </a:lnTo>
                    <a:lnTo>
                      <a:pt x="2112" y="454"/>
                    </a:lnTo>
                    <a:lnTo>
                      <a:pt x="2090" y="466"/>
                    </a:lnTo>
                    <a:lnTo>
                      <a:pt x="2067" y="483"/>
                    </a:lnTo>
                    <a:lnTo>
                      <a:pt x="2046" y="505"/>
                    </a:lnTo>
                    <a:lnTo>
                      <a:pt x="2025" y="531"/>
                    </a:lnTo>
                    <a:lnTo>
                      <a:pt x="2006" y="561"/>
                    </a:lnTo>
                    <a:lnTo>
                      <a:pt x="1986" y="595"/>
                    </a:lnTo>
                    <a:lnTo>
                      <a:pt x="1968" y="631"/>
                    </a:lnTo>
                    <a:lnTo>
                      <a:pt x="1948" y="670"/>
                    </a:lnTo>
                    <a:lnTo>
                      <a:pt x="1930" y="711"/>
                    </a:lnTo>
                    <a:lnTo>
                      <a:pt x="1911" y="752"/>
                    </a:lnTo>
                    <a:lnTo>
                      <a:pt x="1892" y="795"/>
                    </a:lnTo>
                    <a:lnTo>
                      <a:pt x="1873" y="838"/>
                    </a:lnTo>
                    <a:lnTo>
                      <a:pt x="1854" y="881"/>
                    </a:lnTo>
                    <a:lnTo>
                      <a:pt x="1834" y="923"/>
                    </a:lnTo>
                    <a:lnTo>
                      <a:pt x="1814" y="965"/>
                    </a:lnTo>
                    <a:lnTo>
                      <a:pt x="1793" y="1005"/>
                    </a:lnTo>
                    <a:lnTo>
                      <a:pt x="1772" y="1043"/>
                    </a:lnTo>
                    <a:lnTo>
                      <a:pt x="1750" y="1078"/>
                    </a:lnTo>
                    <a:lnTo>
                      <a:pt x="1728" y="1110"/>
                    </a:lnTo>
                    <a:lnTo>
                      <a:pt x="1704" y="1139"/>
                    </a:lnTo>
                    <a:lnTo>
                      <a:pt x="1679" y="1163"/>
                    </a:lnTo>
                    <a:lnTo>
                      <a:pt x="1653" y="1184"/>
                    </a:lnTo>
                    <a:lnTo>
                      <a:pt x="1607" y="1212"/>
                    </a:lnTo>
                    <a:lnTo>
                      <a:pt x="1559" y="1237"/>
                    </a:lnTo>
                    <a:lnTo>
                      <a:pt x="1505" y="1261"/>
                    </a:lnTo>
                    <a:lnTo>
                      <a:pt x="1450" y="1280"/>
                    </a:lnTo>
                    <a:lnTo>
                      <a:pt x="1393" y="1299"/>
                    </a:lnTo>
                    <a:lnTo>
                      <a:pt x="1337" y="1314"/>
                    </a:lnTo>
                    <a:lnTo>
                      <a:pt x="1281" y="1327"/>
                    </a:lnTo>
                    <a:lnTo>
                      <a:pt x="1226" y="1339"/>
                    </a:lnTo>
                    <a:lnTo>
                      <a:pt x="1173" y="1348"/>
                    </a:lnTo>
                    <a:lnTo>
                      <a:pt x="1123" y="1356"/>
                    </a:lnTo>
                    <a:lnTo>
                      <a:pt x="1078" y="1364"/>
                    </a:lnTo>
                    <a:lnTo>
                      <a:pt x="1036" y="1369"/>
                    </a:lnTo>
                    <a:lnTo>
                      <a:pt x="1000" y="1373"/>
                    </a:lnTo>
                    <a:lnTo>
                      <a:pt x="970" y="1376"/>
                    </a:lnTo>
                    <a:lnTo>
                      <a:pt x="949" y="1377"/>
                    </a:lnTo>
                    <a:lnTo>
                      <a:pt x="935" y="1379"/>
                    </a:lnTo>
                    <a:lnTo>
                      <a:pt x="929" y="1379"/>
                    </a:lnTo>
                    <a:lnTo>
                      <a:pt x="927" y="1379"/>
                    </a:lnTo>
                    <a:lnTo>
                      <a:pt x="920" y="1380"/>
                    </a:lnTo>
                    <a:lnTo>
                      <a:pt x="908" y="1381"/>
                    </a:lnTo>
                    <a:lnTo>
                      <a:pt x="894" y="1384"/>
                    </a:lnTo>
                    <a:lnTo>
                      <a:pt x="874" y="1388"/>
                    </a:lnTo>
                    <a:lnTo>
                      <a:pt x="852" y="1392"/>
                    </a:lnTo>
                    <a:lnTo>
                      <a:pt x="826" y="1398"/>
                    </a:lnTo>
                    <a:lnTo>
                      <a:pt x="798" y="1406"/>
                    </a:lnTo>
                    <a:lnTo>
                      <a:pt x="767" y="1415"/>
                    </a:lnTo>
                    <a:lnTo>
                      <a:pt x="734" y="1426"/>
                    </a:lnTo>
                    <a:lnTo>
                      <a:pt x="699" y="1439"/>
                    </a:lnTo>
                    <a:lnTo>
                      <a:pt x="662" y="1455"/>
                    </a:lnTo>
                    <a:lnTo>
                      <a:pt x="624" y="1472"/>
                    </a:lnTo>
                    <a:lnTo>
                      <a:pt x="585" y="1491"/>
                    </a:lnTo>
                    <a:lnTo>
                      <a:pt x="545" y="1514"/>
                    </a:lnTo>
                    <a:lnTo>
                      <a:pt x="505" y="1540"/>
                    </a:lnTo>
                    <a:lnTo>
                      <a:pt x="465" y="1568"/>
                    </a:lnTo>
                    <a:lnTo>
                      <a:pt x="426" y="1599"/>
                    </a:lnTo>
                    <a:lnTo>
                      <a:pt x="387" y="1633"/>
                    </a:lnTo>
                    <a:lnTo>
                      <a:pt x="347" y="1671"/>
                    </a:lnTo>
                    <a:lnTo>
                      <a:pt x="311" y="1712"/>
                    </a:lnTo>
                    <a:lnTo>
                      <a:pt x="274" y="1756"/>
                    </a:lnTo>
                    <a:lnTo>
                      <a:pt x="240" y="1805"/>
                    </a:lnTo>
                    <a:lnTo>
                      <a:pt x="208" y="1857"/>
                    </a:lnTo>
                    <a:lnTo>
                      <a:pt x="178" y="1914"/>
                    </a:lnTo>
                    <a:lnTo>
                      <a:pt x="152" y="1974"/>
                    </a:lnTo>
                    <a:lnTo>
                      <a:pt x="128" y="2040"/>
                    </a:lnTo>
                    <a:lnTo>
                      <a:pt x="107" y="2109"/>
                    </a:lnTo>
                    <a:lnTo>
                      <a:pt x="90" y="2184"/>
                    </a:lnTo>
                    <a:lnTo>
                      <a:pt x="76" y="2263"/>
                    </a:lnTo>
                    <a:lnTo>
                      <a:pt x="68" y="2348"/>
                    </a:lnTo>
                    <a:lnTo>
                      <a:pt x="63" y="2437"/>
                    </a:lnTo>
                    <a:lnTo>
                      <a:pt x="34" y="2311"/>
                    </a:lnTo>
                    <a:lnTo>
                      <a:pt x="14" y="2185"/>
                    </a:lnTo>
                    <a:lnTo>
                      <a:pt x="3" y="2059"/>
                    </a:lnTo>
                    <a:lnTo>
                      <a:pt x="0" y="1934"/>
                    </a:lnTo>
                    <a:lnTo>
                      <a:pt x="5" y="1808"/>
                    </a:lnTo>
                    <a:lnTo>
                      <a:pt x="17" y="1684"/>
                    </a:lnTo>
                    <a:lnTo>
                      <a:pt x="35" y="1561"/>
                    </a:lnTo>
                    <a:lnTo>
                      <a:pt x="62" y="1439"/>
                    </a:lnTo>
                    <a:lnTo>
                      <a:pt x="93" y="1320"/>
                    </a:lnTo>
                    <a:lnTo>
                      <a:pt x="131" y="1204"/>
                    </a:lnTo>
                    <a:lnTo>
                      <a:pt x="176" y="1090"/>
                    </a:lnTo>
                    <a:lnTo>
                      <a:pt x="224" y="980"/>
                    </a:lnTo>
                    <a:lnTo>
                      <a:pt x="278" y="872"/>
                    </a:lnTo>
                    <a:lnTo>
                      <a:pt x="337" y="770"/>
                    </a:lnTo>
                    <a:lnTo>
                      <a:pt x="400" y="672"/>
                    </a:lnTo>
                    <a:lnTo>
                      <a:pt x="465" y="578"/>
                    </a:lnTo>
                    <a:lnTo>
                      <a:pt x="536" y="490"/>
                    </a:lnTo>
                    <a:lnTo>
                      <a:pt x="610" y="408"/>
                    </a:lnTo>
                    <a:lnTo>
                      <a:pt x="686" y="332"/>
                    </a:lnTo>
                    <a:lnTo>
                      <a:pt x="763" y="262"/>
                    </a:lnTo>
                    <a:lnTo>
                      <a:pt x="844" y="198"/>
                    </a:lnTo>
                    <a:lnTo>
                      <a:pt x="926" y="143"/>
                    </a:lnTo>
                    <a:lnTo>
                      <a:pt x="1009" y="94"/>
                    </a:lnTo>
                    <a:lnTo>
                      <a:pt x="1091" y="56"/>
                    </a:lnTo>
                    <a:lnTo>
                      <a:pt x="1172" y="30"/>
                    </a:lnTo>
                    <a:lnTo>
                      <a:pt x="1252" y="12"/>
                    </a:lnTo>
                    <a:lnTo>
                      <a:pt x="1331" y="1"/>
                    </a:lnTo>
                    <a:lnTo>
                      <a:pt x="1409" y="0"/>
                    </a:lnTo>
                    <a:close/>
                  </a:path>
                </a:pathLst>
              </a:custGeom>
              <a:solidFill>
                <a:srgbClr val="48BAF8"/>
              </a:solidFill>
              <a:ln w="0">
                <a:noFill/>
                <a:prstDash val="solid"/>
                <a:round/>
              </a:ln>
            </p:spPr>
            <p:txBody>
              <a:bodyPr vert="horz" wrap="square" lIns="101600" tIns="50800" rIns="101600" bIns="50800" numCol="1" anchor="t" anchorCtr="0" compatLnSpc="1"/>
              <a:lstStyle/>
              <a:p>
                <a:endParaRPr lang="ru-RU" sz="1560">
                  <a:solidFill>
                    <a:srgbClr val="2B2B2B"/>
                  </a:solidFill>
                </a:endParaRPr>
              </a:p>
            </p:txBody>
          </p:sp>
          <p:sp>
            <p:nvSpPr>
              <p:cNvPr id="4" name="Freeform 7"/>
              <p:cNvSpPr/>
              <p:nvPr/>
            </p:nvSpPr>
            <p:spPr bwMode="auto">
              <a:xfrm>
                <a:off x="1477626" y="1617487"/>
                <a:ext cx="2126071" cy="1410707"/>
              </a:xfrm>
              <a:custGeom>
                <a:avLst/>
                <a:gdLst>
                  <a:gd name="T0" fmla="*/ 1202 w 2761"/>
                  <a:gd name="T1" fmla="*/ 2 h 1832"/>
                  <a:gd name="T2" fmla="*/ 1388 w 2761"/>
                  <a:gd name="T3" fmla="*/ 15 h 1832"/>
                  <a:gd name="T4" fmla="*/ 1563 w 2761"/>
                  <a:gd name="T5" fmla="*/ 44 h 1832"/>
                  <a:gd name="T6" fmla="*/ 1724 w 2761"/>
                  <a:gd name="T7" fmla="*/ 84 h 1832"/>
                  <a:gd name="T8" fmla="*/ 1873 w 2761"/>
                  <a:gd name="T9" fmla="*/ 133 h 1832"/>
                  <a:gd name="T10" fmla="*/ 2008 w 2761"/>
                  <a:gd name="T11" fmla="*/ 189 h 1832"/>
                  <a:gd name="T12" fmla="*/ 2130 w 2761"/>
                  <a:gd name="T13" fmla="*/ 248 h 1832"/>
                  <a:gd name="T14" fmla="*/ 2238 w 2761"/>
                  <a:gd name="T15" fmla="*/ 309 h 1832"/>
                  <a:gd name="T16" fmla="*/ 2329 w 2761"/>
                  <a:gd name="T17" fmla="*/ 368 h 1832"/>
                  <a:gd name="T18" fmla="*/ 2405 w 2761"/>
                  <a:gd name="T19" fmla="*/ 421 h 1832"/>
                  <a:gd name="T20" fmla="*/ 2466 w 2761"/>
                  <a:gd name="T21" fmla="*/ 469 h 1832"/>
                  <a:gd name="T22" fmla="*/ 2509 w 2761"/>
                  <a:gd name="T23" fmla="*/ 505 h 1832"/>
                  <a:gd name="T24" fmla="*/ 2535 w 2761"/>
                  <a:gd name="T25" fmla="*/ 529 h 1832"/>
                  <a:gd name="T26" fmla="*/ 2548 w 2761"/>
                  <a:gd name="T27" fmla="*/ 545 h 1832"/>
                  <a:gd name="T28" fmla="*/ 2571 w 2761"/>
                  <a:gd name="T29" fmla="*/ 575 h 1832"/>
                  <a:gd name="T30" fmla="*/ 2601 w 2761"/>
                  <a:gd name="T31" fmla="*/ 618 h 1832"/>
                  <a:gd name="T32" fmla="*/ 2635 w 2761"/>
                  <a:gd name="T33" fmla="*/ 673 h 1832"/>
                  <a:gd name="T34" fmla="*/ 2672 w 2761"/>
                  <a:gd name="T35" fmla="*/ 741 h 1832"/>
                  <a:gd name="T36" fmla="*/ 2706 w 2761"/>
                  <a:gd name="T37" fmla="*/ 821 h 1832"/>
                  <a:gd name="T38" fmla="*/ 2733 w 2761"/>
                  <a:gd name="T39" fmla="*/ 913 h 1832"/>
                  <a:gd name="T40" fmla="*/ 2753 w 2761"/>
                  <a:gd name="T41" fmla="*/ 1016 h 1832"/>
                  <a:gd name="T42" fmla="*/ 2761 w 2761"/>
                  <a:gd name="T43" fmla="*/ 1128 h 1832"/>
                  <a:gd name="T44" fmla="*/ 2753 w 2761"/>
                  <a:gd name="T45" fmla="*/ 1250 h 1832"/>
                  <a:gd name="T46" fmla="*/ 2728 w 2761"/>
                  <a:gd name="T47" fmla="*/ 1383 h 1832"/>
                  <a:gd name="T48" fmla="*/ 2679 w 2761"/>
                  <a:gd name="T49" fmla="*/ 1525 h 1832"/>
                  <a:gd name="T50" fmla="*/ 2606 w 2761"/>
                  <a:gd name="T51" fmla="*/ 1674 h 1832"/>
                  <a:gd name="T52" fmla="*/ 2505 w 2761"/>
                  <a:gd name="T53" fmla="*/ 1832 h 1832"/>
                  <a:gd name="T54" fmla="*/ 2533 w 2761"/>
                  <a:gd name="T55" fmla="*/ 1770 h 1832"/>
                  <a:gd name="T56" fmla="*/ 2537 w 2761"/>
                  <a:gd name="T57" fmla="*/ 1720 h 1832"/>
                  <a:gd name="T58" fmla="*/ 2521 w 2761"/>
                  <a:gd name="T59" fmla="*/ 1679 h 1832"/>
                  <a:gd name="T60" fmla="*/ 2488 w 2761"/>
                  <a:gd name="T61" fmla="*/ 1648 h 1832"/>
                  <a:gd name="T62" fmla="*/ 2445 w 2761"/>
                  <a:gd name="T63" fmla="*/ 1626 h 1832"/>
                  <a:gd name="T64" fmla="*/ 2394 w 2761"/>
                  <a:gd name="T65" fmla="*/ 1611 h 1832"/>
                  <a:gd name="T66" fmla="*/ 2340 w 2761"/>
                  <a:gd name="T67" fmla="*/ 1605 h 1832"/>
                  <a:gd name="T68" fmla="*/ 2286 w 2761"/>
                  <a:gd name="T69" fmla="*/ 1603 h 1832"/>
                  <a:gd name="T70" fmla="*/ 2221 w 2761"/>
                  <a:gd name="T71" fmla="*/ 1597 h 1832"/>
                  <a:gd name="T72" fmla="*/ 2142 w 2761"/>
                  <a:gd name="T73" fmla="*/ 1589 h 1832"/>
                  <a:gd name="T74" fmla="*/ 2053 w 2761"/>
                  <a:gd name="T75" fmla="*/ 1577 h 1832"/>
                  <a:gd name="T76" fmla="*/ 1960 w 2761"/>
                  <a:gd name="T77" fmla="*/ 1560 h 1832"/>
                  <a:gd name="T78" fmla="*/ 1863 w 2761"/>
                  <a:gd name="T79" fmla="*/ 1534 h 1832"/>
                  <a:gd name="T80" fmla="*/ 1767 w 2761"/>
                  <a:gd name="T81" fmla="*/ 1497 h 1832"/>
                  <a:gd name="T82" fmla="*/ 1675 w 2761"/>
                  <a:gd name="T83" fmla="*/ 1449 h 1832"/>
                  <a:gd name="T84" fmla="*/ 1590 w 2761"/>
                  <a:gd name="T85" fmla="*/ 1384 h 1832"/>
                  <a:gd name="T86" fmla="*/ 1514 w 2761"/>
                  <a:gd name="T87" fmla="*/ 1304 h 1832"/>
                  <a:gd name="T88" fmla="*/ 1452 w 2761"/>
                  <a:gd name="T89" fmla="*/ 1205 h 1832"/>
                  <a:gd name="T90" fmla="*/ 1399 w 2761"/>
                  <a:gd name="T91" fmla="*/ 1075 h 1832"/>
                  <a:gd name="T92" fmla="*/ 1333 w 2761"/>
                  <a:gd name="T93" fmla="*/ 932 h 1832"/>
                  <a:gd name="T94" fmla="*/ 1254 w 2761"/>
                  <a:gd name="T95" fmla="*/ 795 h 1832"/>
                  <a:gd name="T96" fmla="*/ 1165 w 2761"/>
                  <a:gd name="T97" fmla="*/ 668 h 1832"/>
                  <a:gd name="T98" fmla="*/ 1064 w 2761"/>
                  <a:gd name="T99" fmla="*/ 553 h 1832"/>
                  <a:gd name="T100" fmla="*/ 953 w 2761"/>
                  <a:gd name="T101" fmla="*/ 452 h 1832"/>
                  <a:gd name="T102" fmla="*/ 831 w 2761"/>
                  <a:gd name="T103" fmla="*/ 368 h 1832"/>
                  <a:gd name="T104" fmla="*/ 699 w 2761"/>
                  <a:gd name="T105" fmla="*/ 302 h 1832"/>
                  <a:gd name="T106" fmla="*/ 558 w 2761"/>
                  <a:gd name="T107" fmla="*/ 257 h 1832"/>
                  <a:gd name="T108" fmla="*/ 409 w 2761"/>
                  <a:gd name="T109" fmla="*/ 238 h 1832"/>
                  <a:gd name="T110" fmla="*/ 250 w 2761"/>
                  <a:gd name="T111" fmla="*/ 244 h 1832"/>
                  <a:gd name="T112" fmla="*/ 85 w 2761"/>
                  <a:gd name="T113" fmla="*/ 281 h 1832"/>
                  <a:gd name="T114" fmla="*/ 121 w 2761"/>
                  <a:gd name="T115" fmla="*/ 248 h 1832"/>
                  <a:gd name="T116" fmla="*/ 355 w 2761"/>
                  <a:gd name="T117" fmla="*/ 147 h 1832"/>
                  <a:gd name="T118" fmla="*/ 582 w 2761"/>
                  <a:gd name="T119" fmla="*/ 75 h 1832"/>
                  <a:gd name="T120" fmla="*/ 798 w 2761"/>
                  <a:gd name="T121" fmla="*/ 29 h 1832"/>
                  <a:gd name="T122" fmla="*/ 1005 w 2761"/>
                  <a:gd name="T123" fmla="*/ 5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1" h="1832">
                    <a:moveTo>
                      <a:pt x="1105" y="0"/>
                    </a:moveTo>
                    <a:lnTo>
                      <a:pt x="1202" y="2"/>
                    </a:lnTo>
                    <a:lnTo>
                      <a:pt x="1296" y="7"/>
                    </a:lnTo>
                    <a:lnTo>
                      <a:pt x="1388" y="15"/>
                    </a:lnTo>
                    <a:lnTo>
                      <a:pt x="1477" y="28"/>
                    </a:lnTo>
                    <a:lnTo>
                      <a:pt x="1563" y="44"/>
                    </a:lnTo>
                    <a:lnTo>
                      <a:pt x="1645" y="62"/>
                    </a:lnTo>
                    <a:lnTo>
                      <a:pt x="1724" y="84"/>
                    </a:lnTo>
                    <a:lnTo>
                      <a:pt x="1800" y="108"/>
                    </a:lnTo>
                    <a:lnTo>
                      <a:pt x="1873" y="133"/>
                    </a:lnTo>
                    <a:lnTo>
                      <a:pt x="1943" y="160"/>
                    </a:lnTo>
                    <a:lnTo>
                      <a:pt x="2008" y="189"/>
                    </a:lnTo>
                    <a:lnTo>
                      <a:pt x="2071" y="219"/>
                    </a:lnTo>
                    <a:lnTo>
                      <a:pt x="2130" y="248"/>
                    </a:lnTo>
                    <a:lnTo>
                      <a:pt x="2187" y="280"/>
                    </a:lnTo>
                    <a:lnTo>
                      <a:pt x="2238" y="309"/>
                    </a:lnTo>
                    <a:lnTo>
                      <a:pt x="2286" y="339"/>
                    </a:lnTo>
                    <a:lnTo>
                      <a:pt x="2329" y="368"/>
                    </a:lnTo>
                    <a:lnTo>
                      <a:pt x="2370" y="395"/>
                    </a:lnTo>
                    <a:lnTo>
                      <a:pt x="2405" y="421"/>
                    </a:lnTo>
                    <a:lnTo>
                      <a:pt x="2438" y="446"/>
                    </a:lnTo>
                    <a:lnTo>
                      <a:pt x="2466" y="469"/>
                    </a:lnTo>
                    <a:lnTo>
                      <a:pt x="2489" y="488"/>
                    </a:lnTo>
                    <a:lnTo>
                      <a:pt x="2509" y="505"/>
                    </a:lnTo>
                    <a:lnTo>
                      <a:pt x="2525" y="518"/>
                    </a:lnTo>
                    <a:lnTo>
                      <a:pt x="2535" y="529"/>
                    </a:lnTo>
                    <a:lnTo>
                      <a:pt x="2540" y="534"/>
                    </a:lnTo>
                    <a:lnTo>
                      <a:pt x="2548" y="545"/>
                    </a:lnTo>
                    <a:lnTo>
                      <a:pt x="2559" y="558"/>
                    </a:lnTo>
                    <a:lnTo>
                      <a:pt x="2571" y="575"/>
                    </a:lnTo>
                    <a:lnTo>
                      <a:pt x="2585" y="595"/>
                    </a:lnTo>
                    <a:lnTo>
                      <a:pt x="2601" y="618"/>
                    </a:lnTo>
                    <a:lnTo>
                      <a:pt x="2618" y="644"/>
                    </a:lnTo>
                    <a:lnTo>
                      <a:pt x="2635" y="673"/>
                    </a:lnTo>
                    <a:lnTo>
                      <a:pt x="2653" y="706"/>
                    </a:lnTo>
                    <a:lnTo>
                      <a:pt x="2672" y="741"/>
                    </a:lnTo>
                    <a:lnTo>
                      <a:pt x="2689" y="781"/>
                    </a:lnTo>
                    <a:lnTo>
                      <a:pt x="2706" y="821"/>
                    </a:lnTo>
                    <a:lnTo>
                      <a:pt x="2720" y="866"/>
                    </a:lnTo>
                    <a:lnTo>
                      <a:pt x="2733" y="913"/>
                    </a:lnTo>
                    <a:lnTo>
                      <a:pt x="2745" y="963"/>
                    </a:lnTo>
                    <a:lnTo>
                      <a:pt x="2753" y="1016"/>
                    </a:lnTo>
                    <a:lnTo>
                      <a:pt x="2758" y="1071"/>
                    </a:lnTo>
                    <a:lnTo>
                      <a:pt x="2761" y="1128"/>
                    </a:lnTo>
                    <a:lnTo>
                      <a:pt x="2759" y="1187"/>
                    </a:lnTo>
                    <a:lnTo>
                      <a:pt x="2753" y="1250"/>
                    </a:lnTo>
                    <a:lnTo>
                      <a:pt x="2742" y="1316"/>
                    </a:lnTo>
                    <a:lnTo>
                      <a:pt x="2728" y="1383"/>
                    </a:lnTo>
                    <a:lnTo>
                      <a:pt x="2706" y="1452"/>
                    </a:lnTo>
                    <a:lnTo>
                      <a:pt x="2679" y="1525"/>
                    </a:lnTo>
                    <a:lnTo>
                      <a:pt x="2647" y="1598"/>
                    </a:lnTo>
                    <a:lnTo>
                      <a:pt x="2606" y="1674"/>
                    </a:lnTo>
                    <a:lnTo>
                      <a:pt x="2560" y="1752"/>
                    </a:lnTo>
                    <a:lnTo>
                      <a:pt x="2505" y="1832"/>
                    </a:lnTo>
                    <a:lnTo>
                      <a:pt x="2522" y="1800"/>
                    </a:lnTo>
                    <a:lnTo>
                      <a:pt x="2533" y="1770"/>
                    </a:lnTo>
                    <a:lnTo>
                      <a:pt x="2538" y="1744"/>
                    </a:lnTo>
                    <a:lnTo>
                      <a:pt x="2537" y="1720"/>
                    </a:lnTo>
                    <a:lnTo>
                      <a:pt x="2531" y="1698"/>
                    </a:lnTo>
                    <a:lnTo>
                      <a:pt x="2521" y="1679"/>
                    </a:lnTo>
                    <a:lnTo>
                      <a:pt x="2506" y="1662"/>
                    </a:lnTo>
                    <a:lnTo>
                      <a:pt x="2488" y="1648"/>
                    </a:lnTo>
                    <a:lnTo>
                      <a:pt x="2467" y="1636"/>
                    </a:lnTo>
                    <a:lnTo>
                      <a:pt x="2445" y="1626"/>
                    </a:lnTo>
                    <a:lnTo>
                      <a:pt x="2420" y="1618"/>
                    </a:lnTo>
                    <a:lnTo>
                      <a:pt x="2394" y="1611"/>
                    </a:lnTo>
                    <a:lnTo>
                      <a:pt x="2366" y="1607"/>
                    </a:lnTo>
                    <a:lnTo>
                      <a:pt x="2340" y="1605"/>
                    </a:lnTo>
                    <a:lnTo>
                      <a:pt x="2312" y="1603"/>
                    </a:lnTo>
                    <a:lnTo>
                      <a:pt x="2286" y="1603"/>
                    </a:lnTo>
                    <a:lnTo>
                      <a:pt x="2255" y="1601"/>
                    </a:lnTo>
                    <a:lnTo>
                      <a:pt x="2221" y="1597"/>
                    </a:lnTo>
                    <a:lnTo>
                      <a:pt x="2183" y="1594"/>
                    </a:lnTo>
                    <a:lnTo>
                      <a:pt x="2142" y="1589"/>
                    </a:lnTo>
                    <a:lnTo>
                      <a:pt x="2099" y="1584"/>
                    </a:lnTo>
                    <a:lnTo>
                      <a:pt x="2053" y="1577"/>
                    </a:lnTo>
                    <a:lnTo>
                      <a:pt x="2007" y="1569"/>
                    </a:lnTo>
                    <a:lnTo>
                      <a:pt x="1960" y="1560"/>
                    </a:lnTo>
                    <a:lnTo>
                      <a:pt x="1911" y="1548"/>
                    </a:lnTo>
                    <a:lnTo>
                      <a:pt x="1863" y="1534"/>
                    </a:lnTo>
                    <a:lnTo>
                      <a:pt x="1816" y="1517"/>
                    </a:lnTo>
                    <a:lnTo>
                      <a:pt x="1767" y="1497"/>
                    </a:lnTo>
                    <a:lnTo>
                      <a:pt x="1720" y="1475"/>
                    </a:lnTo>
                    <a:lnTo>
                      <a:pt x="1675" y="1449"/>
                    </a:lnTo>
                    <a:lnTo>
                      <a:pt x="1631" y="1418"/>
                    </a:lnTo>
                    <a:lnTo>
                      <a:pt x="1590" y="1384"/>
                    </a:lnTo>
                    <a:lnTo>
                      <a:pt x="1551" y="1346"/>
                    </a:lnTo>
                    <a:lnTo>
                      <a:pt x="1514" y="1304"/>
                    </a:lnTo>
                    <a:lnTo>
                      <a:pt x="1481" y="1257"/>
                    </a:lnTo>
                    <a:lnTo>
                      <a:pt x="1452" y="1205"/>
                    </a:lnTo>
                    <a:lnTo>
                      <a:pt x="1428" y="1147"/>
                    </a:lnTo>
                    <a:lnTo>
                      <a:pt x="1399" y="1075"/>
                    </a:lnTo>
                    <a:lnTo>
                      <a:pt x="1367" y="1003"/>
                    </a:lnTo>
                    <a:lnTo>
                      <a:pt x="1333" y="932"/>
                    </a:lnTo>
                    <a:lnTo>
                      <a:pt x="1295" y="862"/>
                    </a:lnTo>
                    <a:lnTo>
                      <a:pt x="1254" y="795"/>
                    </a:lnTo>
                    <a:lnTo>
                      <a:pt x="1211" y="730"/>
                    </a:lnTo>
                    <a:lnTo>
                      <a:pt x="1165" y="668"/>
                    </a:lnTo>
                    <a:lnTo>
                      <a:pt x="1116" y="609"/>
                    </a:lnTo>
                    <a:lnTo>
                      <a:pt x="1064" y="553"/>
                    </a:lnTo>
                    <a:lnTo>
                      <a:pt x="1009" y="500"/>
                    </a:lnTo>
                    <a:lnTo>
                      <a:pt x="953" y="452"/>
                    </a:lnTo>
                    <a:lnTo>
                      <a:pt x="893" y="407"/>
                    </a:lnTo>
                    <a:lnTo>
                      <a:pt x="831" y="368"/>
                    </a:lnTo>
                    <a:lnTo>
                      <a:pt x="766" y="332"/>
                    </a:lnTo>
                    <a:lnTo>
                      <a:pt x="699" y="302"/>
                    </a:lnTo>
                    <a:lnTo>
                      <a:pt x="629" y="277"/>
                    </a:lnTo>
                    <a:lnTo>
                      <a:pt x="558" y="257"/>
                    </a:lnTo>
                    <a:lnTo>
                      <a:pt x="485" y="244"/>
                    </a:lnTo>
                    <a:lnTo>
                      <a:pt x="409" y="238"/>
                    </a:lnTo>
                    <a:lnTo>
                      <a:pt x="330" y="238"/>
                    </a:lnTo>
                    <a:lnTo>
                      <a:pt x="250" y="244"/>
                    </a:lnTo>
                    <a:lnTo>
                      <a:pt x="169" y="259"/>
                    </a:lnTo>
                    <a:lnTo>
                      <a:pt x="85" y="281"/>
                    </a:lnTo>
                    <a:lnTo>
                      <a:pt x="0" y="310"/>
                    </a:lnTo>
                    <a:lnTo>
                      <a:pt x="121" y="248"/>
                    </a:lnTo>
                    <a:lnTo>
                      <a:pt x="239" y="194"/>
                    </a:lnTo>
                    <a:lnTo>
                      <a:pt x="355" y="147"/>
                    </a:lnTo>
                    <a:lnTo>
                      <a:pt x="469" y="108"/>
                    </a:lnTo>
                    <a:lnTo>
                      <a:pt x="582" y="75"/>
                    </a:lnTo>
                    <a:lnTo>
                      <a:pt x="691" y="49"/>
                    </a:lnTo>
                    <a:lnTo>
                      <a:pt x="798" y="29"/>
                    </a:lnTo>
                    <a:lnTo>
                      <a:pt x="903" y="15"/>
                    </a:lnTo>
                    <a:lnTo>
                      <a:pt x="1005" y="5"/>
                    </a:lnTo>
                    <a:lnTo>
                      <a:pt x="1105" y="0"/>
                    </a:lnTo>
                    <a:close/>
                  </a:path>
                </a:pathLst>
              </a:custGeom>
              <a:solidFill>
                <a:schemeClr val="tx2">
                  <a:lumMod val="40000"/>
                  <a:lumOff val="60000"/>
                </a:schemeClr>
              </a:solidFill>
              <a:ln w="0">
                <a:noFill/>
                <a:prstDash val="solid"/>
                <a:round/>
              </a:ln>
            </p:spPr>
            <p:txBody>
              <a:bodyPr vert="horz" wrap="square" lIns="101600" tIns="50800" rIns="101600" bIns="50800" numCol="1" anchor="t" anchorCtr="0" compatLnSpc="1"/>
              <a:lstStyle/>
              <a:p>
                <a:endParaRPr lang="ru-RU" sz="1560">
                  <a:solidFill>
                    <a:srgbClr val="2B2B2B"/>
                  </a:solidFill>
                </a:endParaRPr>
              </a:p>
            </p:txBody>
          </p:sp>
          <p:sp>
            <p:nvSpPr>
              <p:cNvPr id="5" name="Freeform 8"/>
              <p:cNvSpPr/>
              <p:nvPr/>
            </p:nvSpPr>
            <p:spPr bwMode="auto">
              <a:xfrm>
                <a:off x="2858301" y="2028685"/>
                <a:ext cx="1148124" cy="2261598"/>
              </a:xfrm>
              <a:custGeom>
                <a:avLst/>
                <a:gdLst>
                  <a:gd name="T0" fmla="*/ 918 w 1491"/>
                  <a:gd name="T1" fmla="*/ 162 h 2937"/>
                  <a:gd name="T2" fmla="*/ 1130 w 1491"/>
                  <a:gd name="T3" fmla="*/ 428 h 2937"/>
                  <a:gd name="T4" fmla="*/ 1291 w 1491"/>
                  <a:gd name="T5" fmla="*/ 718 h 2937"/>
                  <a:gd name="T6" fmla="*/ 1404 w 1491"/>
                  <a:gd name="T7" fmla="*/ 1022 h 2937"/>
                  <a:gd name="T8" fmla="*/ 1470 w 1491"/>
                  <a:gd name="T9" fmla="*/ 1332 h 2937"/>
                  <a:gd name="T10" fmla="*/ 1491 w 1491"/>
                  <a:gd name="T11" fmla="*/ 1640 h 2937"/>
                  <a:gd name="T12" fmla="*/ 1482 w 1491"/>
                  <a:gd name="T13" fmla="*/ 1839 h 2937"/>
                  <a:gd name="T14" fmla="*/ 1433 w 1491"/>
                  <a:gd name="T15" fmla="*/ 2125 h 2937"/>
                  <a:gd name="T16" fmla="*/ 1347 w 1491"/>
                  <a:gd name="T17" fmla="*/ 2386 h 2937"/>
                  <a:gd name="T18" fmla="*/ 1206 w 1491"/>
                  <a:gd name="T19" fmla="*/ 2606 h 2937"/>
                  <a:gd name="T20" fmla="*/ 1040 w 1491"/>
                  <a:gd name="T21" fmla="*/ 2760 h 2937"/>
                  <a:gd name="T22" fmla="*/ 867 w 1491"/>
                  <a:gd name="T23" fmla="*/ 2860 h 2937"/>
                  <a:gd name="T24" fmla="*/ 692 w 1491"/>
                  <a:gd name="T25" fmla="*/ 2916 h 2937"/>
                  <a:gd name="T26" fmla="*/ 523 w 1491"/>
                  <a:gd name="T27" fmla="*/ 2936 h 2937"/>
                  <a:gd name="T28" fmla="*/ 367 w 1491"/>
                  <a:gd name="T29" fmla="*/ 2931 h 2937"/>
                  <a:gd name="T30" fmla="*/ 230 w 1491"/>
                  <a:gd name="T31" fmla="*/ 2909 h 2937"/>
                  <a:gd name="T32" fmla="*/ 120 w 1491"/>
                  <a:gd name="T33" fmla="*/ 2878 h 2937"/>
                  <a:gd name="T34" fmla="*/ 41 w 1491"/>
                  <a:gd name="T35" fmla="*/ 2851 h 2937"/>
                  <a:gd name="T36" fmla="*/ 3 w 1491"/>
                  <a:gd name="T37" fmla="*/ 2835 h 2937"/>
                  <a:gd name="T38" fmla="*/ 7 w 1491"/>
                  <a:gd name="T39" fmla="*/ 2836 h 2937"/>
                  <a:gd name="T40" fmla="*/ 37 w 1491"/>
                  <a:gd name="T41" fmla="*/ 2844 h 2937"/>
                  <a:gd name="T42" fmla="*/ 83 w 1491"/>
                  <a:gd name="T43" fmla="*/ 2851 h 2937"/>
                  <a:gd name="T44" fmla="*/ 135 w 1491"/>
                  <a:gd name="T45" fmla="*/ 2848 h 2937"/>
                  <a:gd name="T46" fmla="*/ 185 w 1491"/>
                  <a:gd name="T47" fmla="*/ 2830 h 2937"/>
                  <a:gd name="T48" fmla="*/ 224 w 1491"/>
                  <a:gd name="T49" fmla="*/ 2787 h 2937"/>
                  <a:gd name="T50" fmla="*/ 243 w 1491"/>
                  <a:gd name="T51" fmla="*/ 2711 h 2937"/>
                  <a:gd name="T52" fmla="*/ 231 w 1491"/>
                  <a:gd name="T53" fmla="*/ 2595 h 2937"/>
                  <a:gd name="T54" fmla="*/ 218 w 1491"/>
                  <a:gd name="T55" fmla="*/ 2515 h 2937"/>
                  <a:gd name="T56" fmla="*/ 196 w 1491"/>
                  <a:gd name="T57" fmla="*/ 2384 h 2937"/>
                  <a:gd name="T58" fmla="*/ 177 w 1491"/>
                  <a:gd name="T59" fmla="*/ 2225 h 2937"/>
                  <a:gd name="T60" fmla="*/ 175 w 1491"/>
                  <a:gd name="T61" fmla="*/ 2060 h 2937"/>
                  <a:gd name="T62" fmla="*/ 200 w 1491"/>
                  <a:gd name="T63" fmla="*/ 1910 h 2937"/>
                  <a:gd name="T64" fmla="*/ 247 w 1491"/>
                  <a:gd name="T65" fmla="*/ 1811 h 2937"/>
                  <a:gd name="T66" fmla="*/ 324 w 1491"/>
                  <a:gd name="T67" fmla="*/ 1700 h 2937"/>
                  <a:gd name="T68" fmla="*/ 417 w 1491"/>
                  <a:gd name="T69" fmla="*/ 1589 h 2937"/>
                  <a:gd name="T70" fmla="*/ 514 w 1491"/>
                  <a:gd name="T71" fmla="*/ 1483 h 2937"/>
                  <a:gd name="T72" fmla="*/ 605 w 1491"/>
                  <a:gd name="T73" fmla="*/ 1392 h 2937"/>
                  <a:gd name="T74" fmla="*/ 673 w 1491"/>
                  <a:gd name="T75" fmla="*/ 1325 h 2937"/>
                  <a:gd name="T76" fmla="*/ 709 w 1491"/>
                  <a:gd name="T77" fmla="*/ 1292 h 2937"/>
                  <a:gd name="T78" fmla="*/ 721 w 1491"/>
                  <a:gd name="T79" fmla="*/ 1279 h 2937"/>
                  <a:gd name="T80" fmla="*/ 759 w 1491"/>
                  <a:gd name="T81" fmla="*/ 1225 h 2937"/>
                  <a:gd name="T82" fmla="*/ 816 w 1491"/>
                  <a:gd name="T83" fmla="*/ 1132 h 2937"/>
                  <a:gd name="T84" fmla="*/ 876 w 1491"/>
                  <a:gd name="T85" fmla="*/ 1002 h 2937"/>
                  <a:gd name="T86" fmla="*/ 927 w 1491"/>
                  <a:gd name="T87" fmla="*/ 842 h 2937"/>
                  <a:gd name="T88" fmla="*/ 953 w 1491"/>
                  <a:gd name="T89" fmla="*/ 657 h 2937"/>
                  <a:gd name="T90" fmla="*/ 941 w 1491"/>
                  <a:gd name="T91" fmla="*/ 451 h 2937"/>
                  <a:gd name="T92" fmla="*/ 879 w 1491"/>
                  <a:gd name="T93" fmla="*/ 231 h 2937"/>
                  <a:gd name="T94" fmla="*/ 747 w 1491"/>
                  <a:gd name="T95" fmla="*/ 0 h 2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491" h="2937">
                    <a:moveTo>
                      <a:pt x="747" y="0"/>
                    </a:moveTo>
                    <a:lnTo>
                      <a:pt x="837" y="79"/>
                    </a:lnTo>
                    <a:lnTo>
                      <a:pt x="918" y="162"/>
                    </a:lnTo>
                    <a:lnTo>
                      <a:pt x="995" y="247"/>
                    </a:lnTo>
                    <a:lnTo>
                      <a:pt x="1066" y="336"/>
                    </a:lnTo>
                    <a:lnTo>
                      <a:pt x="1130" y="428"/>
                    </a:lnTo>
                    <a:lnTo>
                      <a:pt x="1189" y="522"/>
                    </a:lnTo>
                    <a:lnTo>
                      <a:pt x="1243" y="619"/>
                    </a:lnTo>
                    <a:lnTo>
                      <a:pt x="1291" y="718"/>
                    </a:lnTo>
                    <a:lnTo>
                      <a:pt x="1335" y="817"/>
                    </a:lnTo>
                    <a:lnTo>
                      <a:pt x="1371" y="920"/>
                    </a:lnTo>
                    <a:lnTo>
                      <a:pt x="1404" y="1022"/>
                    </a:lnTo>
                    <a:lnTo>
                      <a:pt x="1432" y="1124"/>
                    </a:lnTo>
                    <a:lnTo>
                      <a:pt x="1453" y="1228"/>
                    </a:lnTo>
                    <a:lnTo>
                      <a:pt x="1470" y="1332"/>
                    </a:lnTo>
                    <a:lnTo>
                      <a:pt x="1482" y="1435"/>
                    </a:lnTo>
                    <a:lnTo>
                      <a:pt x="1489" y="1538"/>
                    </a:lnTo>
                    <a:lnTo>
                      <a:pt x="1491" y="1640"/>
                    </a:lnTo>
                    <a:lnTo>
                      <a:pt x="1491" y="1640"/>
                    </a:lnTo>
                    <a:lnTo>
                      <a:pt x="1489" y="1740"/>
                    </a:lnTo>
                    <a:lnTo>
                      <a:pt x="1482" y="1839"/>
                    </a:lnTo>
                    <a:lnTo>
                      <a:pt x="1470" y="1937"/>
                    </a:lnTo>
                    <a:lnTo>
                      <a:pt x="1454" y="2032"/>
                    </a:lnTo>
                    <a:lnTo>
                      <a:pt x="1433" y="2125"/>
                    </a:lnTo>
                    <a:lnTo>
                      <a:pt x="1408" y="2216"/>
                    </a:lnTo>
                    <a:lnTo>
                      <a:pt x="1379" y="2303"/>
                    </a:lnTo>
                    <a:lnTo>
                      <a:pt x="1347" y="2386"/>
                    </a:lnTo>
                    <a:lnTo>
                      <a:pt x="1309" y="2468"/>
                    </a:lnTo>
                    <a:lnTo>
                      <a:pt x="1259" y="2540"/>
                    </a:lnTo>
                    <a:lnTo>
                      <a:pt x="1206" y="2606"/>
                    </a:lnTo>
                    <a:lnTo>
                      <a:pt x="1153" y="2663"/>
                    </a:lnTo>
                    <a:lnTo>
                      <a:pt x="1096" y="2714"/>
                    </a:lnTo>
                    <a:lnTo>
                      <a:pt x="1040" y="2760"/>
                    </a:lnTo>
                    <a:lnTo>
                      <a:pt x="983" y="2798"/>
                    </a:lnTo>
                    <a:lnTo>
                      <a:pt x="926" y="2833"/>
                    </a:lnTo>
                    <a:lnTo>
                      <a:pt x="867" y="2860"/>
                    </a:lnTo>
                    <a:lnTo>
                      <a:pt x="809" y="2884"/>
                    </a:lnTo>
                    <a:lnTo>
                      <a:pt x="750" y="2902"/>
                    </a:lnTo>
                    <a:lnTo>
                      <a:pt x="692" y="2916"/>
                    </a:lnTo>
                    <a:lnTo>
                      <a:pt x="635" y="2927"/>
                    </a:lnTo>
                    <a:lnTo>
                      <a:pt x="578" y="2934"/>
                    </a:lnTo>
                    <a:lnTo>
                      <a:pt x="523" y="2936"/>
                    </a:lnTo>
                    <a:lnTo>
                      <a:pt x="470" y="2937"/>
                    </a:lnTo>
                    <a:lnTo>
                      <a:pt x="417" y="2935"/>
                    </a:lnTo>
                    <a:lnTo>
                      <a:pt x="367" y="2931"/>
                    </a:lnTo>
                    <a:lnTo>
                      <a:pt x="319" y="2924"/>
                    </a:lnTo>
                    <a:lnTo>
                      <a:pt x="273" y="2918"/>
                    </a:lnTo>
                    <a:lnTo>
                      <a:pt x="230" y="2909"/>
                    </a:lnTo>
                    <a:lnTo>
                      <a:pt x="190" y="2899"/>
                    </a:lnTo>
                    <a:lnTo>
                      <a:pt x="152" y="2889"/>
                    </a:lnTo>
                    <a:lnTo>
                      <a:pt x="120" y="2878"/>
                    </a:lnTo>
                    <a:lnTo>
                      <a:pt x="89" y="2869"/>
                    </a:lnTo>
                    <a:lnTo>
                      <a:pt x="63" y="2860"/>
                    </a:lnTo>
                    <a:lnTo>
                      <a:pt x="41" y="2851"/>
                    </a:lnTo>
                    <a:lnTo>
                      <a:pt x="24" y="2844"/>
                    </a:lnTo>
                    <a:lnTo>
                      <a:pt x="11" y="2839"/>
                    </a:lnTo>
                    <a:lnTo>
                      <a:pt x="3" y="2835"/>
                    </a:lnTo>
                    <a:lnTo>
                      <a:pt x="0" y="2834"/>
                    </a:lnTo>
                    <a:lnTo>
                      <a:pt x="2" y="2834"/>
                    </a:lnTo>
                    <a:lnTo>
                      <a:pt x="7" y="2836"/>
                    </a:lnTo>
                    <a:lnTo>
                      <a:pt x="15" y="2838"/>
                    </a:lnTo>
                    <a:lnTo>
                      <a:pt x="25" y="2840"/>
                    </a:lnTo>
                    <a:lnTo>
                      <a:pt x="37" y="2844"/>
                    </a:lnTo>
                    <a:lnTo>
                      <a:pt x="50" y="2847"/>
                    </a:lnTo>
                    <a:lnTo>
                      <a:pt x="66" y="2850"/>
                    </a:lnTo>
                    <a:lnTo>
                      <a:pt x="83" y="2851"/>
                    </a:lnTo>
                    <a:lnTo>
                      <a:pt x="100" y="2852"/>
                    </a:lnTo>
                    <a:lnTo>
                      <a:pt x="117" y="2851"/>
                    </a:lnTo>
                    <a:lnTo>
                      <a:pt x="135" y="2848"/>
                    </a:lnTo>
                    <a:lnTo>
                      <a:pt x="152" y="2844"/>
                    </a:lnTo>
                    <a:lnTo>
                      <a:pt x="169" y="2839"/>
                    </a:lnTo>
                    <a:lnTo>
                      <a:pt x="185" y="2830"/>
                    </a:lnTo>
                    <a:lnTo>
                      <a:pt x="201" y="2818"/>
                    </a:lnTo>
                    <a:lnTo>
                      <a:pt x="214" y="2804"/>
                    </a:lnTo>
                    <a:lnTo>
                      <a:pt x="224" y="2787"/>
                    </a:lnTo>
                    <a:lnTo>
                      <a:pt x="234" y="2766"/>
                    </a:lnTo>
                    <a:lnTo>
                      <a:pt x="239" y="2741"/>
                    </a:lnTo>
                    <a:lnTo>
                      <a:pt x="243" y="2711"/>
                    </a:lnTo>
                    <a:lnTo>
                      <a:pt x="243" y="2676"/>
                    </a:lnTo>
                    <a:lnTo>
                      <a:pt x="239" y="2638"/>
                    </a:lnTo>
                    <a:lnTo>
                      <a:pt x="231" y="2595"/>
                    </a:lnTo>
                    <a:lnTo>
                      <a:pt x="228" y="2575"/>
                    </a:lnTo>
                    <a:lnTo>
                      <a:pt x="223" y="2548"/>
                    </a:lnTo>
                    <a:lnTo>
                      <a:pt x="218" y="2515"/>
                    </a:lnTo>
                    <a:lnTo>
                      <a:pt x="211" y="2476"/>
                    </a:lnTo>
                    <a:lnTo>
                      <a:pt x="203" y="2431"/>
                    </a:lnTo>
                    <a:lnTo>
                      <a:pt x="196" y="2384"/>
                    </a:lnTo>
                    <a:lnTo>
                      <a:pt x="189" y="2333"/>
                    </a:lnTo>
                    <a:lnTo>
                      <a:pt x="182" y="2279"/>
                    </a:lnTo>
                    <a:lnTo>
                      <a:pt x="177" y="2225"/>
                    </a:lnTo>
                    <a:lnTo>
                      <a:pt x="173" y="2169"/>
                    </a:lnTo>
                    <a:lnTo>
                      <a:pt x="173" y="2114"/>
                    </a:lnTo>
                    <a:lnTo>
                      <a:pt x="175" y="2060"/>
                    </a:lnTo>
                    <a:lnTo>
                      <a:pt x="179" y="2007"/>
                    </a:lnTo>
                    <a:lnTo>
                      <a:pt x="186" y="1957"/>
                    </a:lnTo>
                    <a:lnTo>
                      <a:pt x="200" y="1910"/>
                    </a:lnTo>
                    <a:lnTo>
                      <a:pt x="211" y="1879"/>
                    </a:lnTo>
                    <a:lnTo>
                      <a:pt x="227" y="1846"/>
                    </a:lnTo>
                    <a:lnTo>
                      <a:pt x="247" y="1811"/>
                    </a:lnTo>
                    <a:lnTo>
                      <a:pt x="270" y="1775"/>
                    </a:lnTo>
                    <a:lnTo>
                      <a:pt x="295" y="1738"/>
                    </a:lnTo>
                    <a:lnTo>
                      <a:pt x="324" y="1700"/>
                    </a:lnTo>
                    <a:lnTo>
                      <a:pt x="354" y="1664"/>
                    </a:lnTo>
                    <a:lnTo>
                      <a:pt x="384" y="1626"/>
                    </a:lnTo>
                    <a:lnTo>
                      <a:pt x="417" y="1589"/>
                    </a:lnTo>
                    <a:lnTo>
                      <a:pt x="450" y="1552"/>
                    </a:lnTo>
                    <a:lnTo>
                      <a:pt x="483" y="1517"/>
                    </a:lnTo>
                    <a:lnTo>
                      <a:pt x="514" y="1483"/>
                    </a:lnTo>
                    <a:lnTo>
                      <a:pt x="546" y="1450"/>
                    </a:lnTo>
                    <a:lnTo>
                      <a:pt x="576" y="1420"/>
                    </a:lnTo>
                    <a:lnTo>
                      <a:pt x="605" y="1392"/>
                    </a:lnTo>
                    <a:lnTo>
                      <a:pt x="629" y="1367"/>
                    </a:lnTo>
                    <a:lnTo>
                      <a:pt x="653" y="1345"/>
                    </a:lnTo>
                    <a:lnTo>
                      <a:pt x="673" y="1325"/>
                    </a:lnTo>
                    <a:lnTo>
                      <a:pt x="690" y="1311"/>
                    </a:lnTo>
                    <a:lnTo>
                      <a:pt x="702" y="1299"/>
                    </a:lnTo>
                    <a:lnTo>
                      <a:pt x="709" y="1292"/>
                    </a:lnTo>
                    <a:lnTo>
                      <a:pt x="712" y="1290"/>
                    </a:lnTo>
                    <a:lnTo>
                      <a:pt x="715" y="1287"/>
                    </a:lnTo>
                    <a:lnTo>
                      <a:pt x="721" y="1279"/>
                    </a:lnTo>
                    <a:lnTo>
                      <a:pt x="730" y="1266"/>
                    </a:lnTo>
                    <a:lnTo>
                      <a:pt x="744" y="1248"/>
                    </a:lnTo>
                    <a:lnTo>
                      <a:pt x="759" y="1225"/>
                    </a:lnTo>
                    <a:lnTo>
                      <a:pt x="776" y="1199"/>
                    </a:lnTo>
                    <a:lnTo>
                      <a:pt x="796" y="1168"/>
                    </a:lnTo>
                    <a:lnTo>
                      <a:pt x="816" y="1132"/>
                    </a:lnTo>
                    <a:lnTo>
                      <a:pt x="837" y="1092"/>
                    </a:lnTo>
                    <a:lnTo>
                      <a:pt x="856" y="1050"/>
                    </a:lnTo>
                    <a:lnTo>
                      <a:pt x="876" y="1002"/>
                    </a:lnTo>
                    <a:lnTo>
                      <a:pt x="894" y="953"/>
                    </a:lnTo>
                    <a:lnTo>
                      <a:pt x="911" y="899"/>
                    </a:lnTo>
                    <a:lnTo>
                      <a:pt x="927" y="842"/>
                    </a:lnTo>
                    <a:lnTo>
                      <a:pt x="939" y="783"/>
                    </a:lnTo>
                    <a:lnTo>
                      <a:pt x="948" y="722"/>
                    </a:lnTo>
                    <a:lnTo>
                      <a:pt x="953" y="657"/>
                    </a:lnTo>
                    <a:lnTo>
                      <a:pt x="955" y="591"/>
                    </a:lnTo>
                    <a:lnTo>
                      <a:pt x="951" y="522"/>
                    </a:lnTo>
                    <a:lnTo>
                      <a:pt x="941" y="451"/>
                    </a:lnTo>
                    <a:lnTo>
                      <a:pt x="927" y="379"/>
                    </a:lnTo>
                    <a:lnTo>
                      <a:pt x="906" y="306"/>
                    </a:lnTo>
                    <a:lnTo>
                      <a:pt x="879" y="231"/>
                    </a:lnTo>
                    <a:lnTo>
                      <a:pt x="843" y="155"/>
                    </a:lnTo>
                    <a:lnTo>
                      <a:pt x="800" y="79"/>
                    </a:lnTo>
                    <a:lnTo>
                      <a:pt x="747" y="0"/>
                    </a:lnTo>
                    <a:close/>
                  </a:path>
                </a:pathLst>
              </a:custGeom>
              <a:solidFill>
                <a:srgbClr val="015BAB"/>
              </a:solidFill>
              <a:ln w="0">
                <a:noFill/>
                <a:prstDash val="solid"/>
                <a:round/>
              </a:ln>
            </p:spPr>
            <p:txBody>
              <a:bodyPr vert="horz" wrap="square" lIns="101600" tIns="50800" rIns="101600" bIns="50800" numCol="1" anchor="t" anchorCtr="0" compatLnSpc="1"/>
              <a:lstStyle/>
              <a:p>
                <a:endParaRPr lang="ru-RU" sz="1560">
                  <a:solidFill>
                    <a:srgbClr val="2B2B2B"/>
                  </a:solidFill>
                </a:endParaRPr>
              </a:p>
            </p:txBody>
          </p:sp>
          <p:sp>
            <p:nvSpPr>
              <p:cNvPr id="6" name="Freeform 9"/>
              <p:cNvSpPr/>
              <p:nvPr/>
            </p:nvSpPr>
            <p:spPr bwMode="auto">
              <a:xfrm>
                <a:off x="1613152" y="3951468"/>
                <a:ext cx="2238496" cy="988727"/>
              </a:xfrm>
              <a:custGeom>
                <a:avLst/>
                <a:gdLst>
                  <a:gd name="T0" fmla="*/ 2785 w 2907"/>
                  <a:gd name="T1" fmla="*/ 223 h 1284"/>
                  <a:gd name="T2" fmla="*/ 2586 w 2907"/>
                  <a:gd name="T3" fmla="*/ 507 h 1284"/>
                  <a:gd name="T4" fmla="*/ 2371 w 2907"/>
                  <a:gd name="T5" fmla="*/ 737 h 1284"/>
                  <a:gd name="T6" fmla="*/ 2146 w 2907"/>
                  <a:gd name="T7" fmla="*/ 915 h 1284"/>
                  <a:gd name="T8" fmla="*/ 1919 w 2907"/>
                  <a:gd name="T9" fmla="*/ 1052 h 1284"/>
                  <a:gd name="T10" fmla="*/ 1696 w 2907"/>
                  <a:gd name="T11" fmla="*/ 1149 h 1284"/>
                  <a:gd name="T12" fmla="*/ 1482 w 2907"/>
                  <a:gd name="T13" fmla="*/ 1216 h 1284"/>
                  <a:gd name="T14" fmla="*/ 1286 w 2907"/>
                  <a:gd name="T15" fmla="*/ 1256 h 1284"/>
                  <a:gd name="T16" fmla="*/ 1114 w 2907"/>
                  <a:gd name="T17" fmla="*/ 1277 h 1284"/>
                  <a:gd name="T18" fmla="*/ 971 w 2907"/>
                  <a:gd name="T19" fmla="*/ 1284 h 1284"/>
                  <a:gd name="T20" fmla="*/ 865 w 2907"/>
                  <a:gd name="T21" fmla="*/ 1283 h 1284"/>
                  <a:gd name="T22" fmla="*/ 801 w 2907"/>
                  <a:gd name="T23" fmla="*/ 1280 h 1284"/>
                  <a:gd name="T24" fmla="*/ 633 w 2907"/>
                  <a:gd name="T25" fmla="*/ 1228 h 1284"/>
                  <a:gd name="T26" fmla="*/ 437 w 2907"/>
                  <a:gd name="T27" fmla="*/ 1123 h 1284"/>
                  <a:gd name="T28" fmla="*/ 287 w 2907"/>
                  <a:gd name="T29" fmla="*/ 993 h 1284"/>
                  <a:gd name="T30" fmla="*/ 174 w 2907"/>
                  <a:gd name="T31" fmla="*/ 848 h 1284"/>
                  <a:gd name="T32" fmla="*/ 94 w 2907"/>
                  <a:gd name="T33" fmla="*/ 700 h 1284"/>
                  <a:gd name="T34" fmla="*/ 42 w 2907"/>
                  <a:gd name="T35" fmla="*/ 556 h 1284"/>
                  <a:gd name="T36" fmla="*/ 13 w 2907"/>
                  <a:gd name="T37" fmla="*/ 427 h 1284"/>
                  <a:gd name="T38" fmla="*/ 1 w 2907"/>
                  <a:gd name="T39" fmla="*/ 324 h 1284"/>
                  <a:gd name="T40" fmla="*/ 0 w 2907"/>
                  <a:gd name="T41" fmla="*/ 255 h 1284"/>
                  <a:gd name="T42" fmla="*/ 5 w 2907"/>
                  <a:gd name="T43" fmla="*/ 236 h 1284"/>
                  <a:gd name="T44" fmla="*/ 10 w 2907"/>
                  <a:gd name="T45" fmla="*/ 255 h 1284"/>
                  <a:gd name="T46" fmla="*/ 19 w 2907"/>
                  <a:gd name="T47" fmla="*/ 288 h 1284"/>
                  <a:gd name="T48" fmla="*/ 40 w 2907"/>
                  <a:gd name="T49" fmla="*/ 324 h 1284"/>
                  <a:gd name="T50" fmla="*/ 78 w 2907"/>
                  <a:gd name="T51" fmla="*/ 351 h 1284"/>
                  <a:gd name="T52" fmla="*/ 139 w 2907"/>
                  <a:gd name="T53" fmla="*/ 359 h 1284"/>
                  <a:gd name="T54" fmla="*/ 229 w 2907"/>
                  <a:gd name="T55" fmla="*/ 337 h 1284"/>
                  <a:gd name="T56" fmla="*/ 371 w 2907"/>
                  <a:gd name="T57" fmla="*/ 266 h 1284"/>
                  <a:gd name="T58" fmla="*/ 540 w 2907"/>
                  <a:gd name="T59" fmla="*/ 175 h 1284"/>
                  <a:gd name="T60" fmla="*/ 692 w 2907"/>
                  <a:gd name="T61" fmla="*/ 112 h 1284"/>
                  <a:gd name="T62" fmla="*/ 839 w 2907"/>
                  <a:gd name="T63" fmla="*/ 77 h 1284"/>
                  <a:gd name="T64" fmla="*/ 989 w 2907"/>
                  <a:gd name="T65" fmla="*/ 74 h 1284"/>
                  <a:gd name="T66" fmla="*/ 1153 w 2907"/>
                  <a:gd name="T67" fmla="*/ 109 h 1284"/>
                  <a:gd name="T68" fmla="*/ 1338 w 2907"/>
                  <a:gd name="T69" fmla="*/ 181 h 1284"/>
                  <a:gd name="T70" fmla="*/ 1554 w 2907"/>
                  <a:gd name="T71" fmla="*/ 295 h 1284"/>
                  <a:gd name="T72" fmla="*/ 1813 w 2907"/>
                  <a:gd name="T73" fmla="*/ 396 h 1284"/>
                  <a:gd name="T74" fmla="*/ 2050 w 2907"/>
                  <a:gd name="T75" fmla="*/ 431 h 1284"/>
                  <a:gd name="T76" fmla="*/ 2257 w 2907"/>
                  <a:gd name="T77" fmla="*/ 422 h 1284"/>
                  <a:gd name="T78" fmla="*/ 2435 w 2907"/>
                  <a:gd name="T79" fmla="*/ 376 h 1284"/>
                  <a:gd name="T80" fmla="*/ 2587 w 2907"/>
                  <a:gd name="T81" fmla="*/ 301 h 1284"/>
                  <a:gd name="T82" fmla="*/ 2714 w 2907"/>
                  <a:gd name="T83" fmla="*/ 208 h 1284"/>
                  <a:gd name="T84" fmla="*/ 2821 w 2907"/>
                  <a:gd name="T85" fmla="*/ 105 h 1284"/>
                  <a:gd name="T86" fmla="*/ 2907 w 2907"/>
                  <a:gd name="T87" fmla="*/ 0 h 1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07" h="1284">
                    <a:moveTo>
                      <a:pt x="2907" y="0"/>
                    </a:moveTo>
                    <a:lnTo>
                      <a:pt x="2847" y="114"/>
                    </a:lnTo>
                    <a:lnTo>
                      <a:pt x="2785" y="223"/>
                    </a:lnTo>
                    <a:lnTo>
                      <a:pt x="2721" y="324"/>
                    </a:lnTo>
                    <a:lnTo>
                      <a:pt x="2654" y="419"/>
                    </a:lnTo>
                    <a:lnTo>
                      <a:pt x="2586" y="507"/>
                    </a:lnTo>
                    <a:lnTo>
                      <a:pt x="2515" y="590"/>
                    </a:lnTo>
                    <a:lnTo>
                      <a:pt x="2443" y="666"/>
                    </a:lnTo>
                    <a:lnTo>
                      <a:pt x="2371" y="737"/>
                    </a:lnTo>
                    <a:lnTo>
                      <a:pt x="2296" y="801"/>
                    </a:lnTo>
                    <a:lnTo>
                      <a:pt x="2222" y="862"/>
                    </a:lnTo>
                    <a:lnTo>
                      <a:pt x="2146" y="915"/>
                    </a:lnTo>
                    <a:lnTo>
                      <a:pt x="2071" y="965"/>
                    </a:lnTo>
                    <a:lnTo>
                      <a:pt x="1995" y="1011"/>
                    </a:lnTo>
                    <a:lnTo>
                      <a:pt x="1919" y="1052"/>
                    </a:lnTo>
                    <a:lnTo>
                      <a:pt x="1844" y="1089"/>
                    </a:lnTo>
                    <a:lnTo>
                      <a:pt x="1769" y="1120"/>
                    </a:lnTo>
                    <a:lnTo>
                      <a:pt x="1696" y="1149"/>
                    </a:lnTo>
                    <a:lnTo>
                      <a:pt x="1622" y="1175"/>
                    </a:lnTo>
                    <a:lnTo>
                      <a:pt x="1552" y="1197"/>
                    </a:lnTo>
                    <a:lnTo>
                      <a:pt x="1482" y="1216"/>
                    </a:lnTo>
                    <a:lnTo>
                      <a:pt x="1415" y="1232"/>
                    </a:lnTo>
                    <a:lnTo>
                      <a:pt x="1350" y="1245"/>
                    </a:lnTo>
                    <a:lnTo>
                      <a:pt x="1286" y="1256"/>
                    </a:lnTo>
                    <a:lnTo>
                      <a:pt x="1225" y="1264"/>
                    </a:lnTo>
                    <a:lnTo>
                      <a:pt x="1168" y="1272"/>
                    </a:lnTo>
                    <a:lnTo>
                      <a:pt x="1114" y="1277"/>
                    </a:lnTo>
                    <a:lnTo>
                      <a:pt x="1063" y="1280"/>
                    </a:lnTo>
                    <a:lnTo>
                      <a:pt x="1014" y="1283"/>
                    </a:lnTo>
                    <a:lnTo>
                      <a:pt x="971" y="1284"/>
                    </a:lnTo>
                    <a:lnTo>
                      <a:pt x="930" y="1284"/>
                    </a:lnTo>
                    <a:lnTo>
                      <a:pt x="895" y="1284"/>
                    </a:lnTo>
                    <a:lnTo>
                      <a:pt x="865" y="1283"/>
                    </a:lnTo>
                    <a:lnTo>
                      <a:pt x="839" y="1281"/>
                    </a:lnTo>
                    <a:lnTo>
                      <a:pt x="816" y="1280"/>
                    </a:lnTo>
                    <a:lnTo>
                      <a:pt x="801" y="1280"/>
                    </a:lnTo>
                    <a:lnTo>
                      <a:pt x="790" y="1280"/>
                    </a:lnTo>
                    <a:lnTo>
                      <a:pt x="709" y="1255"/>
                    </a:lnTo>
                    <a:lnTo>
                      <a:pt x="633" y="1228"/>
                    </a:lnTo>
                    <a:lnTo>
                      <a:pt x="563" y="1196"/>
                    </a:lnTo>
                    <a:lnTo>
                      <a:pt x="498" y="1161"/>
                    </a:lnTo>
                    <a:lnTo>
                      <a:pt x="437" y="1123"/>
                    </a:lnTo>
                    <a:lnTo>
                      <a:pt x="382" y="1081"/>
                    </a:lnTo>
                    <a:lnTo>
                      <a:pt x="333" y="1037"/>
                    </a:lnTo>
                    <a:lnTo>
                      <a:pt x="287" y="993"/>
                    </a:lnTo>
                    <a:lnTo>
                      <a:pt x="245" y="946"/>
                    </a:lnTo>
                    <a:lnTo>
                      <a:pt x="207" y="897"/>
                    </a:lnTo>
                    <a:lnTo>
                      <a:pt x="174" y="848"/>
                    </a:lnTo>
                    <a:lnTo>
                      <a:pt x="144" y="799"/>
                    </a:lnTo>
                    <a:lnTo>
                      <a:pt x="118" y="749"/>
                    </a:lnTo>
                    <a:lnTo>
                      <a:pt x="94" y="700"/>
                    </a:lnTo>
                    <a:lnTo>
                      <a:pt x="74" y="650"/>
                    </a:lnTo>
                    <a:lnTo>
                      <a:pt x="57" y="603"/>
                    </a:lnTo>
                    <a:lnTo>
                      <a:pt x="42" y="556"/>
                    </a:lnTo>
                    <a:lnTo>
                      <a:pt x="30" y="511"/>
                    </a:lnTo>
                    <a:lnTo>
                      <a:pt x="21" y="468"/>
                    </a:lnTo>
                    <a:lnTo>
                      <a:pt x="13" y="427"/>
                    </a:lnTo>
                    <a:lnTo>
                      <a:pt x="7" y="391"/>
                    </a:lnTo>
                    <a:lnTo>
                      <a:pt x="4" y="355"/>
                    </a:lnTo>
                    <a:lnTo>
                      <a:pt x="1" y="324"/>
                    </a:lnTo>
                    <a:lnTo>
                      <a:pt x="0" y="296"/>
                    </a:lnTo>
                    <a:lnTo>
                      <a:pt x="0" y="274"/>
                    </a:lnTo>
                    <a:lnTo>
                      <a:pt x="0" y="255"/>
                    </a:lnTo>
                    <a:lnTo>
                      <a:pt x="1" y="241"/>
                    </a:lnTo>
                    <a:lnTo>
                      <a:pt x="4" y="233"/>
                    </a:lnTo>
                    <a:lnTo>
                      <a:pt x="5" y="236"/>
                    </a:lnTo>
                    <a:lnTo>
                      <a:pt x="6" y="240"/>
                    </a:lnTo>
                    <a:lnTo>
                      <a:pt x="7" y="246"/>
                    </a:lnTo>
                    <a:lnTo>
                      <a:pt x="10" y="255"/>
                    </a:lnTo>
                    <a:lnTo>
                      <a:pt x="11" y="266"/>
                    </a:lnTo>
                    <a:lnTo>
                      <a:pt x="15" y="276"/>
                    </a:lnTo>
                    <a:lnTo>
                      <a:pt x="19" y="288"/>
                    </a:lnTo>
                    <a:lnTo>
                      <a:pt x="24" y="301"/>
                    </a:lnTo>
                    <a:lnTo>
                      <a:pt x="31" y="313"/>
                    </a:lnTo>
                    <a:lnTo>
                      <a:pt x="40" y="324"/>
                    </a:lnTo>
                    <a:lnTo>
                      <a:pt x="51" y="334"/>
                    </a:lnTo>
                    <a:lnTo>
                      <a:pt x="63" y="343"/>
                    </a:lnTo>
                    <a:lnTo>
                      <a:pt x="78" y="351"/>
                    </a:lnTo>
                    <a:lnTo>
                      <a:pt x="95" y="357"/>
                    </a:lnTo>
                    <a:lnTo>
                      <a:pt x="116" y="359"/>
                    </a:lnTo>
                    <a:lnTo>
                      <a:pt x="139" y="359"/>
                    </a:lnTo>
                    <a:lnTo>
                      <a:pt x="166" y="355"/>
                    </a:lnTo>
                    <a:lnTo>
                      <a:pt x="196" y="349"/>
                    </a:lnTo>
                    <a:lnTo>
                      <a:pt x="229" y="337"/>
                    </a:lnTo>
                    <a:lnTo>
                      <a:pt x="267" y="321"/>
                    </a:lnTo>
                    <a:lnTo>
                      <a:pt x="309" y="301"/>
                    </a:lnTo>
                    <a:lnTo>
                      <a:pt x="371" y="266"/>
                    </a:lnTo>
                    <a:lnTo>
                      <a:pt x="430" y="233"/>
                    </a:lnTo>
                    <a:lnTo>
                      <a:pt x="485" y="203"/>
                    </a:lnTo>
                    <a:lnTo>
                      <a:pt x="540" y="175"/>
                    </a:lnTo>
                    <a:lnTo>
                      <a:pt x="591" y="152"/>
                    </a:lnTo>
                    <a:lnTo>
                      <a:pt x="642" y="131"/>
                    </a:lnTo>
                    <a:lnTo>
                      <a:pt x="692" y="112"/>
                    </a:lnTo>
                    <a:lnTo>
                      <a:pt x="742" y="97"/>
                    </a:lnTo>
                    <a:lnTo>
                      <a:pt x="790" y="85"/>
                    </a:lnTo>
                    <a:lnTo>
                      <a:pt x="839" y="77"/>
                    </a:lnTo>
                    <a:lnTo>
                      <a:pt x="888" y="73"/>
                    </a:lnTo>
                    <a:lnTo>
                      <a:pt x="938" y="72"/>
                    </a:lnTo>
                    <a:lnTo>
                      <a:pt x="989" y="74"/>
                    </a:lnTo>
                    <a:lnTo>
                      <a:pt x="1042" y="82"/>
                    </a:lnTo>
                    <a:lnTo>
                      <a:pt x="1097" y="93"/>
                    </a:lnTo>
                    <a:lnTo>
                      <a:pt x="1153" y="109"/>
                    </a:lnTo>
                    <a:lnTo>
                      <a:pt x="1212" y="127"/>
                    </a:lnTo>
                    <a:lnTo>
                      <a:pt x="1274" y="152"/>
                    </a:lnTo>
                    <a:lnTo>
                      <a:pt x="1338" y="181"/>
                    </a:lnTo>
                    <a:lnTo>
                      <a:pt x="1406" y="214"/>
                    </a:lnTo>
                    <a:lnTo>
                      <a:pt x="1478" y="252"/>
                    </a:lnTo>
                    <a:lnTo>
                      <a:pt x="1554" y="295"/>
                    </a:lnTo>
                    <a:lnTo>
                      <a:pt x="1636" y="342"/>
                    </a:lnTo>
                    <a:lnTo>
                      <a:pt x="1726" y="372"/>
                    </a:lnTo>
                    <a:lnTo>
                      <a:pt x="1813" y="396"/>
                    </a:lnTo>
                    <a:lnTo>
                      <a:pt x="1895" y="413"/>
                    </a:lnTo>
                    <a:lnTo>
                      <a:pt x="1974" y="425"/>
                    </a:lnTo>
                    <a:lnTo>
                      <a:pt x="2050" y="431"/>
                    </a:lnTo>
                    <a:lnTo>
                      <a:pt x="2122" y="433"/>
                    </a:lnTo>
                    <a:lnTo>
                      <a:pt x="2191" y="430"/>
                    </a:lnTo>
                    <a:lnTo>
                      <a:pt x="2257" y="422"/>
                    </a:lnTo>
                    <a:lnTo>
                      <a:pt x="2319" y="410"/>
                    </a:lnTo>
                    <a:lnTo>
                      <a:pt x="2379" y="395"/>
                    </a:lnTo>
                    <a:lnTo>
                      <a:pt x="2435" y="376"/>
                    </a:lnTo>
                    <a:lnTo>
                      <a:pt x="2489" y="354"/>
                    </a:lnTo>
                    <a:lnTo>
                      <a:pt x="2539" y="329"/>
                    </a:lnTo>
                    <a:lnTo>
                      <a:pt x="2587" y="301"/>
                    </a:lnTo>
                    <a:lnTo>
                      <a:pt x="2632" y="273"/>
                    </a:lnTo>
                    <a:lnTo>
                      <a:pt x="2675" y="241"/>
                    </a:lnTo>
                    <a:lnTo>
                      <a:pt x="2714" y="208"/>
                    </a:lnTo>
                    <a:lnTo>
                      <a:pt x="2753" y="175"/>
                    </a:lnTo>
                    <a:lnTo>
                      <a:pt x="2788" y="140"/>
                    </a:lnTo>
                    <a:lnTo>
                      <a:pt x="2821" y="105"/>
                    </a:lnTo>
                    <a:lnTo>
                      <a:pt x="2851" y="69"/>
                    </a:lnTo>
                    <a:lnTo>
                      <a:pt x="2880" y="34"/>
                    </a:lnTo>
                    <a:lnTo>
                      <a:pt x="2907" y="0"/>
                    </a:lnTo>
                    <a:close/>
                  </a:path>
                </a:pathLst>
              </a:custGeom>
              <a:solidFill>
                <a:srgbClr val="48BAF8"/>
              </a:solidFill>
              <a:ln w="0">
                <a:noFill/>
                <a:prstDash val="solid"/>
                <a:round/>
              </a:ln>
            </p:spPr>
            <p:txBody>
              <a:bodyPr vert="horz" wrap="square" lIns="101600" tIns="50800" rIns="101600" bIns="50800" numCol="1" anchor="t" anchorCtr="0" compatLnSpc="1"/>
              <a:lstStyle/>
              <a:p>
                <a:endParaRPr lang="ru-RU" sz="1560">
                  <a:solidFill>
                    <a:srgbClr val="2B2B2B"/>
                  </a:solidFill>
                </a:endParaRPr>
              </a:p>
            </p:txBody>
          </p:sp>
          <p:sp>
            <p:nvSpPr>
              <p:cNvPr id="7" name="Freeform 10"/>
              <p:cNvSpPr/>
              <p:nvPr/>
            </p:nvSpPr>
            <p:spPr bwMode="auto">
              <a:xfrm>
                <a:off x="724530" y="2864176"/>
                <a:ext cx="1528522" cy="2072939"/>
              </a:xfrm>
              <a:custGeom>
                <a:avLst/>
                <a:gdLst>
                  <a:gd name="T0" fmla="*/ 731 w 1985"/>
                  <a:gd name="T1" fmla="*/ 43 h 2692"/>
                  <a:gd name="T2" fmla="*/ 680 w 1985"/>
                  <a:gd name="T3" fmla="*/ 110 h 2692"/>
                  <a:gd name="T4" fmla="*/ 693 w 1985"/>
                  <a:gd name="T5" fmla="*/ 182 h 2692"/>
                  <a:gd name="T6" fmla="*/ 755 w 1985"/>
                  <a:gd name="T7" fmla="*/ 261 h 2692"/>
                  <a:gd name="T8" fmla="*/ 847 w 1985"/>
                  <a:gd name="T9" fmla="*/ 349 h 2692"/>
                  <a:gd name="T10" fmla="*/ 956 w 1985"/>
                  <a:gd name="T11" fmla="*/ 449 h 2692"/>
                  <a:gd name="T12" fmla="*/ 1066 w 1985"/>
                  <a:gd name="T13" fmla="*/ 562 h 2692"/>
                  <a:gd name="T14" fmla="*/ 1160 w 1985"/>
                  <a:gd name="T15" fmla="*/ 690 h 2692"/>
                  <a:gd name="T16" fmla="*/ 1224 w 1985"/>
                  <a:gd name="T17" fmla="*/ 837 h 2692"/>
                  <a:gd name="T18" fmla="*/ 1252 w 1985"/>
                  <a:gd name="T19" fmla="*/ 1005 h 2692"/>
                  <a:gd name="T20" fmla="*/ 1243 w 1985"/>
                  <a:gd name="T21" fmla="*/ 1186 h 2692"/>
                  <a:gd name="T22" fmla="*/ 1214 w 1985"/>
                  <a:gd name="T23" fmla="*/ 1367 h 2692"/>
                  <a:gd name="T24" fmla="*/ 1180 w 1985"/>
                  <a:gd name="T25" fmla="*/ 1531 h 2692"/>
                  <a:gd name="T26" fmla="*/ 1158 w 1985"/>
                  <a:gd name="T27" fmla="*/ 1662 h 2692"/>
                  <a:gd name="T28" fmla="*/ 1158 w 1985"/>
                  <a:gd name="T29" fmla="*/ 1746 h 2692"/>
                  <a:gd name="T30" fmla="*/ 1173 w 1985"/>
                  <a:gd name="T31" fmla="*/ 1846 h 2692"/>
                  <a:gd name="T32" fmla="*/ 1206 w 1985"/>
                  <a:gd name="T33" fmla="*/ 1972 h 2692"/>
                  <a:gd name="T34" fmla="*/ 1264 w 1985"/>
                  <a:gd name="T35" fmla="*/ 2112 h 2692"/>
                  <a:gd name="T36" fmla="*/ 1349 w 1985"/>
                  <a:gd name="T37" fmla="*/ 2259 h 2692"/>
                  <a:gd name="T38" fmla="*/ 1467 w 1985"/>
                  <a:gd name="T39" fmla="*/ 2402 h 2692"/>
                  <a:gd name="T40" fmla="*/ 1624 w 1985"/>
                  <a:gd name="T41" fmla="*/ 2532 h 2692"/>
                  <a:gd name="T42" fmla="*/ 1823 w 1985"/>
                  <a:gd name="T43" fmla="*/ 2638 h 2692"/>
                  <a:gd name="T44" fmla="*/ 1860 w 1985"/>
                  <a:gd name="T45" fmla="*/ 2679 h 2692"/>
                  <a:gd name="T46" fmla="*/ 1521 w 1985"/>
                  <a:gd name="T47" fmla="*/ 2613 h 2692"/>
                  <a:gd name="T48" fmla="*/ 1223 w 1985"/>
                  <a:gd name="T49" fmla="*/ 2510 h 2692"/>
                  <a:gd name="T50" fmla="*/ 966 w 1985"/>
                  <a:gd name="T51" fmla="*/ 2379 h 2692"/>
                  <a:gd name="T52" fmla="*/ 747 w 1985"/>
                  <a:gd name="T53" fmla="*/ 2224 h 2692"/>
                  <a:gd name="T54" fmla="*/ 561 w 1985"/>
                  <a:gd name="T55" fmla="*/ 2054 h 2692"/>
                  <a:gd name="T56" fmla="*/ 409 w 1985"/>
                  <a:gd name="T57" fmla="*/ 1877 h 2692"/>
                  <a:gd name="T58" fmla="*/ 284 w 1985"/>
                  <a:gd name="T59" fmla="*/ 1700 h 2692"/>
                  <a:gd name="T60" fmla="*/ 187 w 1985"/>
                  <a:gd name="T61" fmla="*/ 1530 h 2692"/>
                  <a:gd name="T62" fmla="*/ 113 w 1985"/>
                  <a:gd name="T63" fmla="*/ 1374 h 2692"/>
                  <a:gd name="T64" fmla="*/ 60 w 1985"/>
                  <a:gd name="T65" fmla="*/ 1239 h 2692"/>
                  <a:gd name="T66" fmla="*/ 26 w 1985"/>
                  <a:gd name="T67" fmla="*/ 1132 h 2692"/>
                  <a:gd name="T68" fmla="*/ 8 w 1985"/>
                  <a:gd name="T69" fmla="*/ 1063 h 2692"/>
                  <a:gd name="T70" fmla="*/ 1 w 1985"/>
                  <a:gd name="T71" fmla="*/ 884 h 2692"/>
                  <a:gd name="T72" fmla="*/ 41 w 1985"/>
                  <a:gd name="T73" fmla="*/ 664 h 2692"/>
                  <a:gd name="T74" fmla="*/ 122 w 1985"/>
                  <a:gd name="T75" fmla="*/ 475 h 2692"/>
                  <a:gd name="T76" fmla="*/ 235 w 1985"/>
                  <a:gd name="T77" fmla="*/ 319 h 2692"/>
                  <a:gd name="T78" fmla="*/ 370 w 1985"/>
                  <a:gd name="T79" fmla="*/ 193 h 2692"/>
                  <a:gd name="T80" fmla="*/ 516 w 1985"/>
                  <a:gd name="T81" fmla="*/ 97 h 2692"/>
                  <a:gd name="T82" fmla="*/ 666 w 1985"/>
                  <a:gd name="T83" fmla="*/ 33 h 2692"/>
                  <a:gd name="T84" fmla="*/ 808 w 1985"/>
                  <a:gd name="T85" fmla="*/ 0 h 2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85" h="2692">
                    <a:moveTo>
                      <a:pt x="808" y="0"/>
                    </a:moveTo>
                    <a:lnTo>
                      <a:pt x="764" y="22"/>
                    </a:lnTo>
                    <a:lnTo>
                      <a:pt x="731" y="43"/>
                    </a:lnTo>
                    <a:lnTo>
                      <a:pt x="707" y="66"/>
                    </a:lnTo>
                    <a:lnTo>
                      <a:pt x="690" y="88"/>
                    </a:lnTo>
                    <a:lnTo>
                      <a:pt x="680" y="110"/>
                    </a:lnTo>
                    <a:lnTo>
                      <a:pt x="679" y="134"/>
                    </a:lnTo>
                    <a:lnTo>
                      <a:pt x="684" y="158"/>
                    </a:lnTo>
                    <a:lnTo>
                      <a:pt x="693" y="182"/>
                    </a:lnTo>
                    <a:lnTo>
                      <a:pt x="709" y="209"/>
                    </a:lnTo>
                    <a:lnTo>
                      <a:pt x="730" y="234"/>
                    </a:lnTo>
                    <a:lnTo>
                      <a:pt x="755" y="261"/>
                    </a:lnTo>
                    <a:lnTo>
                      <a:pt x="783" y="290"/>
                    </a:lnTo>
                    <a:lnTo>
                      <a:pt x="814" y="319"/>
                    </a:lnTo>
                    <a:lnTo>
                      <a:pt x="847" y="349"/>
                    </a:lnTo>
                    <a:lnTo>
                      <a:pt x="882" y="381"/>
                    </a:lnTo>
                    <a:lnTo>
                      <a:pt x="919" y="413"/>
                    </a:lnTo>
                    <a:lnTo>
                      <a:pt x="956" y="449"/>
                    </a:lnTo>
                    <a:lnTo>
                      <a:pt x="994" y="484"/>
                    </a:lnTo>
                    <a:lnTo>
                      <a:pt x="1030" y="522"/>
                    </a:lnTo>
                    <a:lnTo>
                      <a:pt x="1066" y="562"/>
                    </a:lnTo>
                    <a:lnTo>
                      <a:pt x="1100" y="602"/>
                    </a:lnTo>
                    <a:lnTo>
                      <a:pt x="1131" y="646"/>
                    </a:lnTo>
                    <a:lnTo>
                      <a:pt x="1160" y="690"/>
                    </a:lnTo>
                    <a:lnTo>
                      <a:pt x="1186" y="737"/>
                    </a:lnTo>
                    <a:lnTo>
                      <a:pt x="1207" y="786"/>
                    </a:lnTo>
                    <a:lnTo>
                      <a:pt x="1224" y="837"/>
                    </a:lnTo>
                    <a:lnTo>
                      <a:pt x="1239" y="891"/>
                    </a:lnTo>
                    <a:lnTo>
                      <a:pt x="1248" y="946"/>
                    </a:lnTo>
                    <a:lnTo>
                      <a:pt x="1252" y="1005"/>
                    </a:lnTo>
                    <a:lnTo>
                      <a:pt x="1253" y="1064"/>
                    </a:lnTo>
                    <a:lnTo>
                      <a:pt x="1249" y="1124"/>
                    </a:lnTo>
                    <a:lnTo>
                      <a:pt x="1243" y="1186"/>
                    </a:lnTo>
                    <a:lnTo>
                      <a:pt x="1235" y="1248"/>
                    </a:lnTo>
                    <a:lnTo>
                      <a:pt x="1224" y="1308"/>
                    </a:lnTo>
                    <a:lnTo>
                      <a:pt x="1214" y="1367"/>
                    </a:lnTo>
                    <a:lnTo>
                      <a:pt x="1202" y="1423"/>
                    </a:lnTo>
                    <a:lnTo>
                      <a:pt x="1190" y="1479"/>
                    </a:lnTo>
                    <a:lnTo>
                      <a:pt x="1180" y="1531"/>
                    </a:lnTo>
                    <a:lnTo>
                      <a:pt x="1171" y="1580"/>
                    </a:lnTo>
                    <a:lnTo>
                      <a:pt x="1163" y="1623"/>
                    </a:lnTo>
                    <a:lnTo>
                      <a:pt x="1158" y="1662"/>
                    </a:lnTo>
                    <a:lnTo>
                      <a:pt x="1156" y="1696"/>
                    </a:lnTo>
                    <a:lnTo>
                      <a:pt x="1156" y="1719"/>
                    </a:lnTo>
                    <a:lnTo>
                      <a:pt x="1158" y="1746"/>
                    </a:lnTo>
                    <a:lnTo>
                      <a:pt x="1161" y="1776"/>
                    </a:lnTo>
                    <a:lnTo>
                      <a:pt x="1167" y="1809"/>
                    </a:lnTo>
                    <a:lnTo>
                      <a:pt x="1173" y="1846"/>
                    </a:lnTo>
                    <a:lnTo>
                      <a:pt x="1182" y="1887"/>
                    </a:lnTo>
                    <a:lnTo>
                      <a:pt x="1193" y="1929"/>
                    </a:lnTo>
                    <a:lnTo>
                      <a:pt x="1206" y="1972"/>
                    </a:lnTo>
                    <a:lnTo>
                      <a:pt x="1223" y="2018"/>
                    </a:lnTo>
                    <a:lnTo>
                      <a:pt x="1241" y="2065"/>
                    </a:lnTo>
                    <a:lnTo>
                      <a:pt x="1264" y="2112"/>
                    </a:lnTo>
                    <a:lnTo>
                      <a:pt x="1289" y="2162"/>
                    </a:lnTo>
                    <a:lnTo>
                      <a:pt x="1316" y="2211"/>
                    </a:lnTo>
                    <a:lnTo>
                      <a:pt x="1349" y="2259"/>
                    </a:lnTo>
                    <a:lnTo>
                      <a:pt x="1384" y="2308"/>
                    </a:lnTo>
                    <a:lnTo>
                      <a:pt x="1424" y="2356"/>
                    </a:lnTo>
                    <a:lnTo>
                      <a:pt x="1467" y="2402"/>
                    </a:lnTo>
                    <a:lnTo>
                      <a:pt x="1515" y="2447"/>
                    </a:lnTo>
                    <a:lnTo>
                      <a:pt x="1567" y="2490"/>
                    </a:lnTo>
                    <a:lnTo>
                      <a:pt x="1624" y="2532"/>
                    </a:lnTo>
                    <a:lnTo>
                      <a:pt x="1686" y="2570"/>
                    </a:lnTo>
                    <a:lnTo>
                      <a:pt x="1753" y="2605"/>
                    </a:lnTo>
                    <a:lnTo>
                      <a:pt x="1823" y="2638"/>
                    </a:lnTo>
                    <a:lnTo>
                      <a:pt x="1901" y="2667"/>
                    </a:lnTo>
                    <a:lnTo>
                      <a:pt x="1985" y="2692"/>
                    </a:lnTo>
                    <a:lnTo>
                      <a:pt x="1860" y="2679"/>
                    </a:lnTo>
                    <a:lnTo>
                      <a:pt x="1742" y="2662"/>
                    </a:lnTo>
                    <a:lnTo>
                      <a:pt x="1629" y="2640"/>
                    </a:lnTo>
                    <a:lnTo>
                      <a:pt x="1521" y="2613"/>
                    </a:lnTo>
                    <a:lnTo>
                      <a:pt x="1417" y="2582"/>
                    </a:lnTo>
                    <a:lnTo>
                      <a:pt x="1317" y="2548"/>
                    </a:lnTo>
                    <a:lnTo>
                      <a:pt x="1223" y="2510"/>
                    </a:lnTo>
                    <a:lnTo>
                      <a:pt x="1134" y="2469"/>
                    </a:lnTo>
                    <a:lnTo>
                      <a:pt x="1047" y="2424"/>
                    </a:lnTo>
                    <a:lnTo>
                      <a:pt x="966" y="2379"/>
                    </a:lnTo>
                    <a:lnTo>
                      <a:pt x="889" y="2329"/>
                    </a:lnTo>
                    <a:lnTo>
                      <a:pt x="815" y="2278"/>
                    </a:lnTo>
                    <a:lnTo>
                      <a:pt x="747" y="2224"/>
                    </a:lnTo>
                    <a:lnTo>
                      <a:pt x="682" y="2169"/>
                    </a:lnTo>
                    <a:lnTo>
                      <a:pt x="620" y="2112"/>
                    </a:lnTo>
                    <a:lnTo>
                      <a:pt x="561" y="2054"/>
                    </a:lnTo>
                    <a:lnTo>
                      <a:pt x="507" y="1995"/>
                    </a:lnTo>
                    <a:lnTo>
                      <a:pt x="456" y="1936"/>
                    </a:lnTo>
                    <a:lnTo>
                      <a:pt x="409" y="1877"/>
                    </a:lnTo>
                    <a:lnTo>
                      <a:pt x="364" y="1817"/>
                    </a:lnTo>
                    <a:lnTo>
                      <a:pt x="322" y="1758"/>
                    </a:lnTo>
                    <a:lnTo>
                      <a:pt x="284" y="1700"/>
                    </a:lnTo>
                    <a:lnTo>
                      <a:pt x="249" y="1641"/>
                    </a:lnTo>
                    <a:lnTo>
                      <a:pt x="216" y="1585"/>
                    </a:lnTo>
                    <a:lnTo>
                      <a:pt x="187" y="1530"/>
                    </a:lnTo>
                    <a:lnTo>
                      <a:pt x="160" y="1476"/>
                    </a:lnTo>
                    <a:lnTo>
                      <a:pt x="135" y="1423"/>
                    </a:lnTo>
                    <a:lnTo>
                      <a:pt x="113" y="1374"/>
                    </a:lnTo>
                    <a:lnTo>
                      <a:pt x="93" y="1325"/>
                    </a:lnTo>
                    <a:lnTo>
                      <a:pt x="76" y="1280"/>
                    </a:lnTo>
                    <a:lnTo>
                      <a:pt x="60" y="1239"/>
                    </a:lnTo>
                    <a:lnTo>
                      <a:pt x="47" y="1199"/>
                    </a:lnTo>
                    <a:lnTo>
                      <a:pt x="35" y="1164"/>
                    </a:lnTo>
                    <a:lnTo>
                      <a:pt x="26" y="1132"/>
                    </a:lnTo>
                    <a:lnTo>
                      <a:pt x="18" y="1105"/>
                    </a:lnTo>
                    <a:lnTo>
                      <a:pt x="12" y="1081"/>
                    </a:lnTo>
                    <a:lnTo>
                      <a:pt x="8" y="1063"/>
                    </a:lnTo>
                    <a:lnTo>
                      <a:pt x="4" y="1048"/>
                    </a:lnTo>
                    <a:lnTo>
                      <a:pt x="0" y="964"/>
                    </a:lnTo>
                    <a:lnTo>
                      <a:pt x="1" y="884"/>
                    </a:lnTo>
                    <a:lnTo>
                      <a:pt x="9" y="807"/>
                    </a:lnTo>
                    <a:lnTo>
                      <a:pt x="22" y="733"/>
                    </a:lnTo>
                    <a:lnTo>
                      <a:pt x="41" y="664"/>
                    </a:lnTo>
                    <a:lnTo>
                      <a:pt x="64" y="598"/>
                    </a:lnTo>
                    <a:lnTo>
                      <a:pt x="90" y="534"/>
                    </a:lnTo>
                    <a:lnTo>
                      <a:pt x="122" y="475"/>
                    </a:lnTo>
                    <a:lnTo>
                      <a:pt x="156" y="420"/>
                    </a:lnTo>
                    <a:lnTo>
                      <a:pt x="194" y="367"/>
                    </a:lnTo>
                    <a:lnTo>
                      <a:pt x="235" y="319"/>
                    </a:lnTo>
                    <a:lnTo>
                      <a:pt x="278" y="273"/>
                    </a:lnTo>
                    <a:lnTo>
                      <a:pt x="322" y="231"/>
                    </a:lnTo>
                    <a:lnTo>
                      <a:pt x="370" y="193"/>
                    </a:lnTo>
                    <a:lnTo>
                      <a:pt x="418" y="158"/>
                    </a:lnTo>
                    <a:lnTo>
                      <a:pt x="467" y="126"/>
                    </a:lnTo>
                    <a:lnTo>
                      <a:pt x="516" y="97"/>
                    </a:lnTo>
                    <a:lnTo>
                      <a:pt x="566" y="72"/>
                    </a:lnTo>
                    <a:lnTo>
                      <a:pt x="616" y="51"/>
                    </a:lnTo>
                    <a:lnTo>
                      <a:pt x="666" y="33"/>
                    </a:lnTo>
                    <a:lnTo>
                      <a:pt x="714" y="18"/>
                    </a:lnTo>
                    <a:lnTo>
                      <a:pt x="762" y="8"/>
                    </a:lnTo>
                    <a:lnTo>
                      <a:pt x="808" y="0"/>
                    </a:lnTo>
                    <a:close/>
                  </a:path>
                </a:pathLst>
              </a:custGeom>
              <a:solidFill>
                <a:srgbClr val="015BAB"/>
              </a:solidFill>
              <a:ln w="0">
                <a:noFill/>
                <a:prstDash val="solid"/>
                <a:round/>
              </a:ln>
            </p:spPr>
            <p:txBody>
              <a:bodyPr vert="horz" wrap="square" lIns="101600" tIns="50800" rIns="101600" bIns="50800" numCol="1" anchor="t" anchorCtr="0" compatLnSpc="1"/>
              <a:lstStyle/>
              <a:p>
                <a:endParaRPr lang="ru-RU" sz="1560">
                  <a:solidFill>
                    <a:srgbClr val="2B2B2B"/>
                  </a:solidFill>
                </a:endParaRPr>
              </a:p>
            </p:txBody>
          </p:sp>
        </p:grpSp>
        <p:grpSp>
          <p:nvGrpSpPr>
            <p:cNvPr id="8" name="Group 9"/>
            <p:cNvGrpSpPr/>
            <p:nvPr/>
          </p:nvGrpSpPr>
          <p:grpSpPr>
            <a:xfrm>
              <a:off x="4451407" y="4014768"/>
              <a:ext cx="386534" cy="339364"/>
              <a:chOff x="6369689" y="1149437"/>
              <a:chExt cx="386534" cy="339364"/>
            </a:xfrm>
            <a:solidFill>
              <a:schemeClr val="bg1"/>
            </a:solidFill>
          </p:grpSpPr>
          <p:sp>
            <p:nvSpPr>
              <p:cNvPr id="9" name="Freeform 19"/>
              <p:cNvSpPr>
                <a:spLocks noEditPoints="1"/>
              </p:cNvSpPr>
              <p:nvPr/>
            </p:nvSpPr>
            <p:spPr bwMode="auto">
              <a:xfrm>
                <a:off x="6369689" y="1149437"/>
                <a:ext cx="386534" cy="339364"/>
              </a:xfrm>
              <a:custGeom>
                <a:avLst/>
                <a:gdLst>
                  <a:gd name="T0" fmla="*/ 248 w 256"/>
                  <a:gd name="T1" fmla="*/ 16 h 224"/>
                  <a:gd name="T2" fmla="*/ 216 w 256"/>
                  <a:gd name="T3" fmla="*/ 16 h 224"/>
                  <a:gd name="T4" fmla="*/ 216 w 256"/>
                  <a:gd name="T5" fmla="*/ 8 h 224"/>
                  <a:gd name="T6" fmla="*/ 208 w 256"/>
                  <a:gd name="T7" fmla="*/ 0 h 224"/>
                  <a:gd name="T8" fmla="*/ 184 w 256"/>
                  <a:gd name="T9" fmla="*/ 0 h 224"/>
                  <a:gd name="T10" fmla="*/ 176 w 256"/>
                  <a:gd name="T11" fmla="*/ 8 h 224"/>
                  <a:gd name="T12" fmla="*/ 176 w 256"/>
                  <a:gd name="T13" fmla="*/ 16 h 224"/>
                  <a:gd name="T14" fmla="*/ 80 w 256"/>
                  <a:gd name="T15" fmla="*/ 16 h 224"/>
                  <a:gd name="T16" fmla="*/ 80 w 256"/>
                  <a:gd name="T17" fmla="*/ 8 h 224"/>
                  <a:gd name="T18" fmla="*/ 72 w 256"/>
                  <a:gd name="T19" fmla="*/ 0 h 224"/>
                  <a:gd name="T20" fmla="*/ 48 w 256"/>
                  <a:gd name="T21" fmla="*/ 0 h 224"/>
                  <a:gd name="T22" fmla="*/ 40 w 256"/>
                  <a:gd name="T23" fmla="*/ 8 h 224"/>
                  <a:gd name="T24" fmla="*/ 40 w 256"/>
                  <a:gd name="T25" fmla="*/ 16 h 224"/>
                  <a:gd name="T26" fmla="*/ 8 w 256"/>
                  <a:gd name="T27" fmla="*/ 16 h 224"/>
                  <a:gd name="T28" fmla="*/ 0 w 256"/>
                  <a:gd name="T29" fmla="*/ 24 h 224"/>
                  <a:gd name="T30" fmla="*/ 0 w 256"/>
                  <a:gd name="T31" fmla="*/ 216 h 224"/>
                  <a:gd name="T32" fmla="*/ 8 w 256"/>
                  <a:gd name="T33" fmla="*/ 224 h 224"/>
                  <a:gd name="T34" fmla="*/ 248 w 256"/>
                  <a:gd name="T35" fmla="*/ 224 h 224"/>
                  <a:gd name="T36" fmla="*/ 256 w 256"/>
                  <a:gd name="T37" fmla="*/ 216 h 224"/>
                  <a:gd name="T38" fmla="*/ 256 w 256"/>
                  <a:gd name="T39" fmla="*/ 24 h 224"/>
                  <a:gd name="T40" fmla="*/ 248 w 256"/>
                  <a:gd name="T41" fmla="*/ 16 h 224"/>
                  <a:gd name="T42" fmla="*/ 192 w 256"/>
                  <a:gd name="T43" fmla="*/ 16 h 224"/>
                  <a:gd name="T44" fmla="*/ 200 w 256"/>
                  <a:gd name="T45" fmla="*/ 16 h 224"/>
                  <a:gd name="T46" fmla="*/ 200 w 256"/>
                  <a:gd name="T47" fmla="*/ 32 h 224"/>
                  <a:gd name="T48" fmla="*/ 192 w 256"/>
                  <a:gd name="T49" fmla="*/ 32 h 224"/>
                  <a:gd name="T50" fmla="*/ 192 w 256"/>
                  <a:gd name="T51" fmla="*/ 16 h 224"/>
                  <a:gd name="T52" fmla="*/ 56 w 256"/>
                  <a:gd name="T53" fmla="*/ 16 h 224"/>
                  <a:gd name="T54" fmla="*/ 64 w 256"/>
                  <a:gd name="T55" fmla="*/ 16 h 224"/>
                  <a:gd name="T56" fmla="*/ 64 w 256"/>
                  <a:gd name="T57" fmla="*/ 32 h 224"/>
                  <a:gd name="T58" fmla="*/ 56 w 256"/>
                  <a:gd name="T59" fmla="*/ 32 h 224"/>
                  <a:gd name="T60" fmla="*/ 56 w 256"/>
                  <a:gd name="T61" fmla="*/ 16 h 224"/>
                  <a:gd name="T62" fmla="*/ 240 w 256"/>
                  <a:gd name="T63" fmla="*/ 208 h 224"/>
                  <a:gd name="T64" fmla="*/ 16 w 256"/>
                  <a:gd name="T65" fmla="*/ 208 h 224"/>
                  <a:gd name="T66" fmla="*/ 16 w 256"/>
                  <a:gd name="T67" fmla="*/ 32 h 224"/>
                  <a:gd name="T68" fmla="*/ 40 w 256"/>
                  <a:gd name="T69" fmla="*/ 32 h 224"/>
                  <a:gd name="T70" fmla="*/ 40 w 256"/>
                  <a:gd name="T71" fmla="*/ 40 h 224"/>
                  <a:gd name="T72" fmla="*/ 48 w 256"/>
                  <a:gd name="T73" fmla="*/ 48 h 224"/>
                  <a:gd name="T74" fmla="*/ 72 w 256"/>
                  <a:gd name="T75" fmla="*/ 48 h 224"/>
                  <a:gd name="T76" fmla="*/ 80 w 256"/>
                  <a:gd name="T77" fmla="*/ 40 h 224"/>
                  <a:gd name="T78" fmla="*/ 80 w 256"/>
                  <a:gd name="T79" fmla="*/ 32 h 224"/>
                  <a:gd name="T80" fmla="*/ 176 w 256"/>
                  <a:gd name="T81" fmla="*/ 32 h 224"/>
                  <a:gd name="T82" fmla="*/ 176 w 256"/>
                  <a:gd name="T83" fmla="*/ 40 h 224"/>
                  <a:gd name="T84" fmla="*/ 184 w 256"/>
                  <a:gd name="T85" fmla="*/ 48 h 224"/>
                  <a:gd name="T86" fmla="*/ 208 w 256"/>
                  <a:gd name="T87" fmla="*/ 48 h 224"/>
                  <a:gd name="T88" fmla="*/ 216 w 256"/>
                  <a:gd name="T89" fmla="*/ 40 h 224"/>
                  <a:gd name="T90" fmla="*/ 216 w 256"/>
                  <a:gd name="T91" fmla="*/ 32 h 224"/>
                  <a:gd name="T92" fmla="*/ 240 w 256"/>
                  <a:gd name="T93" fmla="*/ 32 h 224"/>
                  <a:gd name="T94" fmla="*/ 240 w 256"/>
                  <a:gd name="T95" fmla="*/ 20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24">
                    <a:moveTo>
                      <a:pt x="248" y="16"/>
                    </a:moveTo>
                    <a:cubicBezTo>
                      <a:pt x="216" y="16"/>
                      <a:pt x="216" y="16"/>
                      <a:pt x="216" y="16"/>
                    </a:cubicBezTo>
                    <a:cubicBezTo>
                      <a:pt x="216" y="8"/>
                      <a:pt x="216" y="8"/>
                      <a:pt x="216" y="8"/>
                    </a:cubicBezTo>
                    <a:cubicBezTo>
                      <a:pt x="216" y="4"/>
                      <a:pt x="212" y="0"/>
                      <a:pt x="208" y="0"/>
                    </a:cubicBezTo>
                    <a:cubicBezTo>
                      <a:pt x="184" y="0"/>
                      <a:pt x="184" y="0"/>
                      <a:pt x="184" y="0"/>
                    </a:cubicBezTo>
                    <a:cubicBezTo>
                      <a:pt x="180" y="0"/>
                      <a:pt x="176" y="4"/>
                      <a:pt x="176" y="8"/>
                    </a:cubicBezTo>
                    <a:cubicBezTo>
                      <a:pt x="176" y="16"/>
                      <a:pt x="176" y="16"/>
                      <a:pt x="176" y="16"/>
                    </a:cubicBezTo>
                    <a:cubicBezTo>
                      <a:pt x="80" y="16"/>
                      <a:pt x="80" y="16"/>
                      <a:pt x="80" y="16"/>
                    </a:cubicBezTo>
                    <a:cubicBezTo>
                      <a:pt x="80" y="8"/>
                      <a:pt x="80" y="8"/>
                      <a:pt x="80" y="8"/>
                    </a:cubicBezTo>
                    <a:cubicBezTo>
                      <a:pt x="80" y="4"/>
                      <a:pt x="76" y="0"/>
                      <a:pt x="72" y="0"/>
                    </a:cubicBezTo>
                    <a:cubicBezTo>
                      <a:pt x="48" y="0"/>
                      <a:pt x="48" y="0"/>
                      <a:pt x="48" y="0"/>
                    </a:cubicBezTo>
                    <a:cubicBezTo>
                      <a:pt x="44" y="0"/>
                      <a:pt x="40" y="4"/>
                      <a:pt x="40" y="8"/>
                    </a:cubicBezTo>
                    <a:cubicBezTo>
                      <a:pt x="40" y="16"/>
                      <a:pt x="40" y="16"/>
                      <a:pt x="40" y="16"/>
                    </a:cubicBezTo>
                    <a:cubicBezTo>
                      <a:pt x="8" y="16"/>
                      <a:pt x="8" y="16"/>
                      <a:pt x="8" y="16"/>
                    </a:cubicBezTo>
                    <a:cubicBezTo>
                      <a:pt x="4" y="16"/>
                      <a:pt x="0" y="20"/>
                      <a:pt x="0" y="24"/>
                    </a:cubicBezTo>
                    <a:cubicBezTo>
                      <a:pt x="0" y="216"/>
                      <a:pt x="0" y="216"/>
                      <a:pt x="0" y="216"/>
                    </a:cubicBezTo>
                    <a:cubicBezTo>
                      <a:pt x="0" y="220"/>
                      <a:pt x="4" y="224"/>
                      <a:pt x="8" y="224"/>
                    </a:cubicBezTo>
                    <a:cubicBezTo>
                      <a:pt x="248" y="224"/>
                      <a:pt x="248" y="224"/>
                      <a:pt x="248" y="224"/>
                    </a:cubicBezTo>
                    <a:cubicBezTo>
                      <a:pt x="252" y="224"/>
                      <a:pt x="256" y="220"/>
                      <a:pt x="256" y="216"/>
                    </a:cubicBezTo>
                    <a:cubicBezTo>
                      <a:pt x="256" y="24"/>
                      <a:pt x="256" y="24"/>
                      <a:pt x="256" y="24"/>
                    </a:cubicBezTo>
                    <a:cubicBezTo>
                      <a:pt x="256" y="20"/>
                      <a:pt x="252" y="16"/>
                      <a:pt x="248" y="16"/>
                    </a:cubicBezTo>
                    <a:close/>
                    <a:moveTo>
                      <a:pt x="192" y="16"/>
                    </a:moveTo>
                    <a:cubicBezTo>
                      <a:pt x="200" y="16"/>
                      <a:pt x="200" y="16"/>
                      <a:pt x="200" y="16"/>
                    </a:cubicBezTo>
                    <a:cubicBezTo>
                      <a:pt x="200" y="32"/>
                      <a:pt x="200" y="32"/>
                      <a:pt x="200" y="32"/>
                    </a:cubicBezTo>
                    <a:cubicBezTo>
                      <a:pt x="192" y="32"/>
                      <a:pt x="192" y="32"/>
                      <a:pt x="192" y="32"/>
                    </a:cubicBezTo>
                    <a:lnTo>
                      <a:pt x="192" y="16"/>
                    </a:lnTo>
                    <a:close/>
                    <a:moveTo>
                      <a:pt x="56" y="16"/>
                    </a:moveTo>
                    <a:cubicBezTo>
                      <a:pt x="64" y="16"/>
                      <a:pt x="64" y="16"/>
                      <a:pt x="64" y="16"/>
                    </a:cubicBezTo>
                    <a:cubicBezTo>
                      <a:pt x="64" y="32"/>
                      <a:pt x="64" y="32"/>
                      <a:pt x="64" y="32"/>
                    </a:cubicBezTo>
                    <a:cubicBezTo>
                      <a:pt x="56" y="32"/>
                      <a:pt x="56" y="32"/>
                      <a:pt x="56" y="32"/>
                    </a:cubicBezTo>
                    <a:lnTo>
                      <a:pt x="56" y="16"/>
                    </a:lnTo>
                    <a:close/>
                    <a:moveTo>
                      <a:pt x="240" y="208"/>
                    </a:moveTo>
                    <a:cubicBezTo>
                      <a:pt x="16" y="208"/>
                      <a:pt x="16" y="208"/>
                      <a:pt x="16" y="208"/>
                    </a:cubicBezTo>
                    <a:cubicBezTo>
                      <a:pt x="16" y="32"/>
                      <a:pt x="16" y="32"/>
                      <a:pt x="16" y="32"/>
                    </a:cubicBezTo>
                    <a:cubicBezTo>
                      <a:pt x="40" y="32"/>
                      <a:pt x="40" y="32"/>
                      <a:pt x="40" y="32"/>
                    </a:cubicBezTo>
                    <a:cubicBezTo>
                      <a:pt x="40" y="40"/>
                      <a:pt x="40" y="40"/>
                      <a:pt x="40" y="40"/>
                    </a:cubicBezTo>
                    <a:cubicBezTo>
                      <a:pt x="40" y="44"/>
                      <a:pt x="44" y="48"/>
                      <a:pt x="48" y="48"/>
                    </a:cubicBezTo>
                    <a:cubicBezTo>
                      <a:pt x="72" y="48"/>
                      <a:pt x="72" y="48"/>
                      <a:pt x="72" y="48"/>
                    </a:cubicBezTo>
                    <a:cubicBezTo>
                      <a:pt x="76" y="48"/>
                      <a:pt x="80" y="44"/>
                      <a:pt x="80" y="40"/>
                    </a:cubicBezTo>
                    <a:cubicBezTo>
                      <a:pt x="80" y="32"/>
                      <a:pt x="80" y="32"/>
                      <a:pt x="80" y="32"/>
                    </a:cubicBezTo>
                    <a:cubicBezTo>
                      <a:pt x="176" y="32"/>
                      <a:pt x="176" y="32"/>
                      <a:pt x="176" y="32"/>
                    </a:cubicBezTo>
                    <a:cubicBezTo>
                      <a:pt x="176" y="40"/>
                      <a:pt x="176" y="40"/>
                      <a:pt x="176" y="40"/>
                    </a:cubicBezTo>
                    <a:cubicBezTo>
                      <a:pt x="176" y="44"/>
                      <a:pt x="180" y="48"/>
                      <a:pt x="184" y="48"/>
                    </a:cubicBezTo>
                    <a:cubicBezTo>
                      <a:pt x="208" y="48"/>
                      <a:pt x="208" y="48"/>
                      <a:pt x="208" y="48"/>
                    </a:cubicBezTo>
                    <a:cubicBezTo>
                      <a:pt x="212" y="48"/>
                      <a:pt x="216" y="44"/>
                      <a:pt x="216" y="40"/>
                    </a:cubicBezTo>
                    <a:cubicBezTo>
                      <a:pt x="216" y="32"/>
                      <a:pt x="216" y="32"/>
                      <a:pt x="216" y="32"/>
                    </a:cubicBezTo>
                    <a:cubicBezTo>
                      <a:pt x="240" y="32"/>
                      <a:pt x="240" y="32"/>
                      <a:pt x="240" y="32"/>
                    </a:cubicBezTo>
                    <a:lnTo>
                      <a:pt x="240" y="20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0" name="Freeform 20"/>
              <p:cNvSpPr>
                <a:spLocks noEditPoints="1"/>
              </p:cNvSpPr>
              <p:nvPr/>
            </p:nvSpPr>
            <p:spPr bwMode="auto">
              <a:xfrm>
                <a:off x="6429962" y="1271294"/>
                <a:ext cx="73376" cy="7206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 name="Freeform 21"/>
              <p:cNvSpPr>
                <a:spLocks noEditPoints="1"/>
              </p:cNvSpPr>
              <p:nvPr/>
            </p:nvSpPr>
            <p:spPr bwMode="auto">
              <a:xfrm>
                <a:off x="6526923" y="1271294"/>
                <a:ext cx="72066" cy="7206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2" name="Freeform 22"/>
              <p:cNvSpPr>
                <a:spLocks noEditPoints="1"/>
              </p:cNvSpPr>
              <p:nvPr/>
            </p:nvSpPr>
            <p:spPr bwMode="auto">
              <a:xfrm>
                <a:off x="6623884" y="1271294"/>
                <a:ext cx="72066" cy="7206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3" name="Freeform 23"/>
              <p:cNvSpPr>
                <a:spLocks noEditPoints="1"/>
              </p:cNvSpPr>
              <p:nvPr/>
            </p:nvSpPr>
            <p:spPr bwMode="auto">
              <a:xfrm>
                <a:off x="6429962" y="1366945"/>
                <a:ext cx="73376" cy="7337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4" name="Freeform 24"/>
              <p:cNvSpPr>
                <a:spLocks noEditPoints="1"/>
              </p:cNvSpPr>
              <p:nvPr/>
            </p:nvSpPr>
            <p:spPr bwMode="auto">
              <a:xfrm>
                <a:off x="6526923" y="1366945"/>
                <a:ext cx="72066" cy="7337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5" name="Freeform 25"/>
              <p:cNvSpPr>
                <a:spLocks noEditPoints="1"/>
              </p:cNvSpPr>
              <p:nvPr/>
            </p:nvSpPr>
            <p:spPr bwMode="auto">
              <a:xfrm>
                <a:off x="6623884" y="1366945"/>
                <a:ext cx="72066" cy="7337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grpSp>
          <p:nvGrpSpPr>
            <p:cNvPr id="16" name="Group 19"/>
            <p:cNvGrpSpPr/>
            <p:nvPr/>
          </p:nvGrpSpPr>
          <p:grpSpPr>
            <a:xfrm>
              <a:off x="6890558" y="4136625"/>
              <a:ext cx="386534" cy="386534"/>
              <a:chOff x="5494418" y="5479932"/>
              <a:chExt cx="386534" cy="386534"/>
            </a:xfrm>
            <a:solidFill>
              <a:schemeClr val="bg1"/>
            </a:solidFill>
          </p:grpSpPr>
          <p:sp>
            <p:nvSpPr>
              <p:cNvPr id="17" name="Freeform 185"/>
              <p:cNvSpPr>
                <a:spLocks noEditPoints="1"/>
              </p:cNvSpPr>
              <p:nvPr/>
            </p:nvSpPr>
            <p:spPr bwMode="auto">
              <a:xfrm>
                <a:off x="5494418" y="5479932"/>
                <a:ext cx="169027" cy="169027"/>
              </a:xfrm>
              <a:custGeom>
                <a:avLst/>
                <a:gdLst>
                  <a:gd name="T0" fmla="*/ 8 w 112"/>
                  <a:gd name="T1" fmla="*/ 112 h 112"/>
                  <a:gd name="T2" fmla="*/ 104 w 112"/>
                  <a:gd name="T3" fmla="*/ 112 h 112"/>
                  <a:gd name="T4" fmla="*/ 112 w 112"/>
                  <a:gd name="T5" fmla="*/ 104 h 112"/>
                  <a:gd name="T6" fmla="*/ 112 w 112"/>
                  <a:gd name="T7" fmla="*/ 8 h 112"/>
                  <a:gd name="T8" fmla="*/ 104 w 112"/>
                  <a:gd name="T9" fmla="*/ 0 h 112"/>
                  <a:gd name="T10" fmla="*/ 8 w 112"/>
                  <a:gd name="T11" fmla="*/ 0 h 112"/>
                  <a:gd name="T12" fmla="*/ 0 w 112"/>
                  <a:gd name="T13" fmla="*/ 8 h 112"/>
                  <a:gd name="T14" fmla="*/ 0 w 112"/>
                  <a:gd name="T15" fmla="*/ 104 h 112"/>
                  <a:gd name="T16" fmla="*/ 8 w 112"/>
                  <a:gd name="T17" fmla="*/ 112 h 112"/>
                  <a:gd name="T18" fmla="*/ 16 w 112"/>
                  <a:gd name="T19" fmla="*/ 16 h 112"/>
                  <a:gd name="T20" fmla="*/ 96 w 112"/>
                  <a:gd name="T21" fmla="*/ 16 h 112"/>
                  <a:gd name="T22" fmla="*/ 96 w 112"/>
                  <a:gd name="T23" fmla="*/ 96 h 112"/>
                  <a:gd name="T24" fmla="*/ 16 w 112"/>
                  <a:gd name="T25" fmla="*/ 96 h 112"/>
                  <a:gd name="T26" fmla="*/ 16 w 112"/>
                  <a:gd name="T27" fmla="*/ 1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12">
                    <a:moveTo>
                      <a:pt x="8" y="112"/>
                    </a:moveTo>
                    <a:cubicBezTo>
                      <a:pt x="104" y="112"/>
                      <a:pt x="104" y="112"/>
                      <a:pt x="104" y="112"/>
                    </a:cubicBezTo>
                    <a:cubicBezTo>
                      <a:pt x="108" y="112"/>
                      <a:pt x="112" y="108"/>
                      <a:pt x="112" y="104"/>
                    </a:cubicBezTo>
                    <a:cubicBezTo>
                      <a:pt x="112" y="8"/>
                      <a:pt x="112" y="8"/>
                      <a:pt x="112" y="8"/>
                    </a:cubicBezTo>
                    <a:cubicBezTo>
                      <a:pt x="112" y="4"/>
                      <a:pt x="108" y="0"/>
                      <a:pt x="104" y="0"/>
                    </a:cubicBezTo>
                    <a:cubicBezTo>
                      <a:pt x="8" y="0"/>
                      <a:pt x="8" y="0"/>
                      <a:pt x="8" y="0"/>
                    </a:cubicBezTo>
                    <a:cubicBezTo>
                      <a:pt x="4" y="0"/>
                      <a:pt x="0" y="4"/>
                      <a:pt x="0" y="8"/>
                    </a:cubicBezTo>
                    <a:cubicBezTo>
                      <a:pt x="0" y="104"/>
                      <a:pt x="0" y="104"/>
                      <a:pt x="0" y="104"/>
                    </a:cubicBezTo>
                    <a:cubicBezTo>
                      <a:pt x="0" y="108"/>
                      <a:pt x="4" y="112"/>
                      <a:pt x="8" y="112"/>
                    </a:cubicBezTo>
                    <a:close/>
                    <a:moveTo>
                      <a:pt x="16" y="16"/>
                    </a:moveTo>
                    <a:cubicBezTo>
                      <a:pt x="96" y="16"/>
                      <a:pt x="96" y="16"/>
                      <a:pt x="96" y="16"/>
                    </a:cubicBezTo>
                    <a:cubicBezTo>
                      <a:pt x="96" y="96"/>
                      <a:pt x="96" y="96"/>
                      <a:pt x="96" y="96"/>
                    </a:cubicBezTo>
                    <a:cubicBezTo>
                      <a:pt x="16" y="96"/>
                      <a:pt x="16" y="96"/>
                      <a:pt x="16" y="96"/>
                    </a:cubicBezTo>
                    <a:lnTo>
                      <a:pt x="16"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8" name="Freeform 186"/>
              <p:cNvSpPr>
                <a:spLocks noEditPoints="1"/>
              </p:cNvSpPr>
              <p:nvPr/>
            </p:nvSpPr>
            <p:spPr bwMode="auto">
              <a:xfrm>
                <a:off x="5711925" y="5479932"/>
                <a:ext cx="169027" cy="169027"/>
              </a:xfrm>
              <a:custGeom>
                <a:avLst/>
                <a:gdLst>
                  <a:gd name="T0" fmla="*/ 112 w 112"/>
                  <a:gd name="T1" fmla="*/ 8 h 112"/>
                  <a:gd name="T2" fmla="*/ 104 w 112"/>
                  <a:gd name="T3" fmla="*/ 0 h 112"/>
                  <a:gd name="T4" fmla="*/ 8 w 112"/>
                  <a:gd name="T5" fmla="*/ 0 h 112"/>
                  <a:gd name="T6" fmla="*/ 0 w 112"/>
                  <a:gd name="T7" fmla="*/ 8 h 112"/>
                  <a:gd name="T8" fmla="*/ 0 w 112"/>
                  <a:gd name="T9" fmla="*/ 104 h 112"/>
                  <a:gd name="T10" fmla="*/ 8 w 112"/>
                  <a:gd name="T11" fmla="*/ 112 h 112"/>
                  <a:gd name="T12" fmla="*/ 104 w 112"/>
                  <a:gd name="T13" fmla="*/ 112 h 112"/>
                  <a:gd name="T14" fmla="*/ 112 w 112"/>
                  <a:gd name="T15" fmla="*/ 104 h 112"/>
                  <a:gd name="T16" fmla="*/ 112 w 112"/>
                  <a:gd name="T17" fmla="*/ 8 h 112"/>
                  <a:gd name="T18" fmla="*/ 96 w 112"/>
                  <a:gd name="T19" fmla="*/ 96 h 112"/>
                  <a:gd name="T20" fmla="*/ 16 w 112"/>
                  <a:gd name="T21" fmla="*/ 96 h 112"/>
                  <a:gd name="T22" fmla="*/ 16 w 112"/>
                  <a:gd name="T23" fmla="*/ 16 h 112"/>
                  <a:gd name="T24" fmla="*/ 96 w 112"/>
                  <a:gd name="T25" fmla="*/ 16 h 112"/>
                  <a:gd name="T26" fmla="*/ 96 w 112"/>
                  <a:gd name="T27"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12">
                    <a:moveTo>
                      <a:pt x="112" y="8"/>
                    </a:moveTo>
                    <a:cubicBezTo>
                      <a:pt x="112" y="4"/>
                      <a:pt x="108" y="0"/>
                      <a:pt x="104" y="0"/>
                    </a:cubicBezTo>
                    <a:cubicBezTo>
                      <a:pt x="8" y="0"/>
                      <a:pt x="8" y="0"/>
                      <a:pt x="8" y="0"/>
                    </a:cubicBezTo>
                    <a:cubicBezTo>
                      <a:pt x="4" y="0"/>
                      <a:pt x="0" y="4"/>
                      <a:pt x="0" y="8"/>
                    </a:cubicBezTo>
                    <a:cubicBezTo>
                      <a:pt x="0" y="104"/>
                      <a:pt x="0" y="104"/>
                      <a:pt x="0" y="104"/>
                    </a:cubicBezTo>
                    <a:cubicBezTo>
                      <a:pt x="0" y="108"/>
                      <a:pt x="4" y="112"/>
                      <a:pt x="8" y="112"/>
                    </a:cubicBezTo>
                    <a:cubicBezTo>
                      <a:pt x="104" y="112"/>
                      <a:pt x="104" y="112"/>
                      <a:pt x="104" y="112"/>
                    </a:cubicBezTo>
                    <a:cubicBezTo>
                      <a:pt x="108" y="112"/>
                      <a:pt x="112" y="108"/>
                      <a:pt x="112" y="104"/>
                    </a:cubicBezTo>
                    <a:lnTo>
                      <a:pt x="112" y="8"/>
                    </a:lnTo>
                    <a:close/>
                    <a:moveTo>
                      <a:pt x="96" y="96"/>
                    </a:moveTo>
                    <a:cubicBezTo>
                      <a:pt x="16" y="96"/>
                      <a:pt x="16" y="96"/>
                      <a:pt x="16" y="96"/>
                    </a:cubicBezTo>
                    <a:cubicBezTo>
                      <a:pt x="16" y="16"/>
                      <a:pt x="16" y="16"/>
                      <a:pt x="16" y="16"/>
                    </a:cubicBezTo>
                    <a:cubicBezTo>
                      <a:pt x="96" y="16"/>
                      <a:pt x="96" y="16"/>
                      <a:pt x="96" y="16"/>
                    </a:cubicBezTo>
                    <a:lnTo>
                      <a:pt x="96"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9" name="Freeform 187"/>
              <p:cNvSpPr>
                <a:spLocks noEditPoints="1"/>
              </p:cNvSpPr>
              <p:nvPr/>
            </p:nvSpPr>
            <p:spPr bwMode="auto">
              <a:xfrm>
                <a:off x="5494418" y="5690888"/>
                <a:ext cx="175578" cy="175578"/>
              </a:xfrm>
              <a:custGeom>
                <a:avLst/>
                <a:gdLst>
                  <a:gd name="T0" fmla="*/ 8 w 116"/>
                  <a:gd name="T1" fmla="*/ 116 h 116"/>
                  <a:gd name="T2" fmla="*/ 108 w 116"/>
                  <a:gd name="T3" fmla="*/ 116 h 116"/>
                  <a:gd name="T4" fmla="*/ 116 w 116"/>
                  <a:gd name="T5" fmla="*/ 108 h 116"/>
                  <a:gd name="T6" fmla="*/ 116 w 116"/>
                  <a:gd name="T7" fmla="*/ 8 h 116"/>
                  <a:gd name="T8" fmla="*/ 108 w 116"/>
                  <a:gd name="T9" fmla="*/ 0 h 116"/>
                  <a:gd name="T10" fmla="*/ 8 w 116"/>
                  <a:gd name="T11" fmla="*/ 0 h 116"/>
                  <a:gd name="T12" fmla="*/ 0 w 116"/>
                  <a:gd name="T13" fmla="*/ 8 h 116"/>
                  <a:gd name="T14" fmla="*/ 0 w 116"/>
                  <a:gd name="T15" fmla="*/ 108 h 116"/>
                  <a:gd name="T16" fmla="*/ 8 w 116"/>
                  <a:gd name="T17" fmla="*/ 116 h 116"/>
                  <a:gd name="T18" fmla="*/ 16 w 116"/>
                  <a:gd name="T19" fmla="*/ 16 h 116"/>
                  <a:gd name="T20" fmla="*/ 100 w 116"/>
                  <a:gd name="T21" fmla="*/ 16 h 116"/>
                  <a:gd name="T22" fmla="*/ 100 w 116"/>
                  <a:gd name="T23" fmla="*/ 100 h 116"/>
                  <a:gd name="T24" fmla="*/ 16 w 116"/>
                  <a:gd name="T25" fmla="*/ 100 h 116"/>
                  <a:gd name="T26" fmla="*/ 16 w 116"/>
                  <a:gd name="T2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116">
                    <a:moveTo>
                      <a:pt x="8" y="116"/>
                    </a:moveTo>
                    <a:cubicBezTo>
                      <a:pt x="108" y="116"/>
                      <a:pt x="108" y="116"/>
                      <a:pt x="108" y="116"/>
                    </a:cubicBezTo>
                    <a:cubicBezTo>
                      <a:pt x="112" y="116"/>
                      <a:pt x="116" y="112"/>
                      <a:pt x="116" y="108"/>
                    </a:cubicBezTo>
                    <a:cubicBezTo>
                      <a:pt x="116" y="8"/>
                      <a:pt x="116" y="8"/>
                      <a:pt x="116" y="8"/>
                    </a:cubicBezTo>
                    <a:cubicBezTo>
                      <a:pt x="116" y="4"/>
                      <a:pt x="112" y="0"/>
                      <a:pt x="108" y="0"/>
                    </a:cubicBezTo>
                    <a:cubicBezTo>
                      <a:pt x="8" y="0"/>
                      <a:pt x="8" y="0"/>
                      <a:pt x="8" y="0"/>
                    </a:cubicBezTo>
                    <a:cubicBezTo>
                      <a:pt x="4" y="0"/>
                      <a:pt x="0" y="4"/>
                      <a:pt x="0" y="8"/>
                    </a:cubicBezTo>
                    <a:cubicBezTo>
                      <a:pt x="0" y="108"/>
                      <a:pt x="0" y="108"/>
                      <a:pt x="0" y="108"/>
                    </a:cubicBezTo>
                    <a:cubicBezTo>
                      <a:pt x="0" y="112"/>
                      <a:pt x="4" y="116"/>
                      <a:pt x="8" y="116"/>
                    </a:cubicBezTo>
                    <a:close/>
                    <a:moveTo>
                      <a:pt x="16" y="16"/>
                    </a:moveTo>
                    <a:cubicBezTo>
                      <a:pt x="100" y="16"/>
                      <a:pt x="100" y="16"/>
                      <a:pt x="100" y="16"/>
                    </a:cubicBezTo>
                    <a:cubicBezTo>
                      <a:pt x="100" y="100"/>
                      <a:pt x="100" y="100"/>
                      <a:pt x="100" y="100"/>
                    </a:cubicBezTo>
                    <a:cubicBezTo>
                      <a:pt x="16" y="100"/>
                      <a:pt x="16" y="100"/>
                      <a:pt x="16" y="100"/>
                    </a:cubicBezTo>
                    <a:lnTo>
                      <a:pt x="16"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0" name="Freeform 188"/>
              <p:cNvSpPr>
                <a:spLocks noEditPoints="1"/>
              </p:cNvSpPr>
              <p:nvPr/>
            </p:nvSpPr>
            <p:spPr bwMode="auto">
              <a:xfrm>
                <a:off x="5711925" y="5697439"/>
                <a:ext cx="169027" cy="169027"/>
              </a:xfrm>
              <a:custGeom>
                <a:avLst/>
                <a:gdLst>
                  <a:gd name="T0" fmla="*/ 104 w 112"/>
                  <a:gd name="T1" fmla="*/ 0 h 112"/>
                  <a:gd name="T2" fmla="*/ 8 w 112"/>
                  <a:gd name="T3" fmla="*/ 0 h 112"/>
                  <a:gd name="T4" fmla="*/ 0 w 112"/>
                  <a:gd name="T5" fmla="*/ 8 h 112"/>
                  <a:gd name="T6" fmla="*/ 0 w 112"/>
                  <a:gd name="T7" fmla="*/ 104 h 112"/>
                  <a:gd name="T8" fmla="*/ 8 w 112"/>
                  <a:gd name="T9" fmla="*/ 112 h 112"/>
                  <a:gd name="T10" fmla="*/ 104 w 112"/>
                  <a:gd name="T11" fmla="*/ 112 h 112"/>
                  <a:gd name="T12" fmla="*/ 112 w 112"/>
                  <a:gd name="T13" fmla="*/ 104 h 112"/>
                  <a:gd name="T14" fmla="*/ 112 w 112"/>
                  <a:gd name="T15" fmla="*/ 8 h 112"/>
                  <a:gd name="T16" fmla="*/ 104 w 112"/>
                  <a:gd name="T17" fmla="*/ 0 h 112"/>
                  <a:gd name="T18" fmla="*/ 96 w 112"/>
                  <a:gd name="T19" fmla="*/ 96 h 112"/>
                  <a:gd name="T20" fmla="*/ 16 w 112"/>
                  <a:gd name="T21" fmla="*/ 96 h 112"/>
                  <a:gd name="T22" fmla="*/ 16 w 112"/>
                  <a:gd name="T23" fmla="*/ 16 h 112"/>
                  <a:gd name="T24" fmla="*/ 96 w 112"/>
                  <a:gd name="T25" fmla="*/ 16 h 112"/>
                  <a:gd name="T26" fmla="*/ 96 w 112"/>
                  <a:gd name="T27"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12">
                    <a:moveTo>
                      <a:pt x="104" y="0"/>
                    </a:moveTo>
                    <a:cubicBezTo>
                      <a:pt x="8" y="0"/>
                      <a:pt x="8" y="0"/>
                      <a:pt x="8" y="0"/>
                    </a:cubicBezTo>
                    <a:cubicBezTo>
                      <a:pt x="4" y="0"/>
                      <a:pt x="0" y="4"/>
                      <a:pt x="0" y="8"/>
                    </a:cubicBezTo>
                    <a:cubicBezTo>
                      <a:pt x="0" y="104"/>
                      <a:pt x="0" y="104"/>
                      <a:pt x="0" y="104"/>
                    </a:cubicBezTo>
                    <a:cubicBezTo>
                      <a:pt x="0" y="108"/>
                      <a:pt x="4" y="112"/>
                      <a:pt x="8" y="112"/>
                    </a:cubicBezTo>
                    <a:cubicBezTo>
                      <a:pt x="104" y="112"/>
                      <a:pt x="104" y="112"/>
                      <a:pt x="104" y="112"/>
                    </a:cubicBezTo>
                    <a:cubicBezTo>
                      <a:pt x="108" y="112"/>
                      <a:pt x="112" y="108"/>
                      <a:pt x="112" y="104"/>
                    </a:cubicBezTo>
                    <a:cubicBezTo>
                      <a:pt x="112" y="8"/>
                      <a:pt x="112" y="8"/>
                      <a:pt x="112" y="8"/>
                    </a:cubicBezTo>
                    <a:cubicBezTo>
                      <a:pt x="112" y="4"/>
                      <a:pt x="108" y="0"/>
                      <a:pt x="104" y="0"/>
                    </a:cubicBezTo>
                    <a:close/>
                    <a:moveTo>
                      <a:pt x="96" y="96"/>
                    </a:moveTo>
                    <a:cubicBezTo>
                      <a:pt x="16" y="96"/>
                      <a:pt x="16" y="96"/>
                      <a:pt x="16" y="96"/>
                    </a:cubicBezTo>
                    <a:cubicBezTo>
                      <a:pt x="16" y="16"/>
                      <a:pt x="16" y="16"/>
                      <a:pt x="16" y="16"/>
                    </a:cubicBezTo>
                    <a:cubicBezTo>
                      <a:pt x="96" y="16"/>
                      <a:pt x="96" y="16"/>
                      <a:pt x="96" y="16"/>
                    </a:cubicBezTo>
                    <a:lnTo>
                      <a:pt x="96"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grpSp>
          <p:nvGrpSpPr>
            <p:cNvPr id="21" name="Group 24"/>
            <p:cNvGrpSpPr/>
            <p:nvPr/>
          </p:nvGrpSpPr>
          <p:grpSpPr>
            <a:xfrm>
              <a:off x="4919157" y="2626711"/>
              <a:ext cx="386534" cy="386534"/>
              <a:chOff x="8103197" y="5479932"/>
              <a:chExt cx="386534" cy="386534"/>
            </a:xfrm>
            <a:solidFill>
              <a:schemeClr val="bg1"/>
            </a:solidFill>
          </p:grpSpPr>
          <p:sp>
            <p:nvSpPr>
              <p:cNvPr id="22" name="Freeform 172"/>
              <p:cNvSpPr>
                <a:spLocks noEditPoints="1"/>
              </p:cNvSpPr>
              <p:nvPr/>
            </p:nvSpPr>
            <p:spPr bwMode="auto">
              <a:xfrm>
                <a:off x="8103197" y="5479932"/>
                <a:ext cx="386534" cy="386534"/>
              </a:xfrm>
              <a:custGeom>
                <a:avLst/>
                <a:gdLst>
                  <a:gd name="T0" fmla="*/ 8 w 256"/>
                  <a:gd name="T1" fmla="*/ 216 h 256"/>
                  <a:gd name="T2" fmla="*/ 56 w 256"/>
                  <a:gd name="T3" fmla="*/ 216 h 256"/>
                  <a:gd name="T4" fmla="*/ 56 w 256"/>
                  <a:gd name="T5" fmla="*/ 248 h 256"/>
                  <a:gd name="T6" fmla="*/ 64 w 256"/>
                  <a:gd name="T7" fmla="*/ 256 h 256"/>
                  <a:gd name="T8" fmla="*/ 192 w 256"/>
                  <a:gd name="T9" fmla="*/ 256 h 256"/>
                  <a:gd name="T10" fmla="*/ 200 w 256"/>
                  <a:gd name="T11" fmla="*/ 248 h 256"/>
                  <a:gd name="T12" fmla="*/ 200 w 256"/>
                  <a:gd name="T13" fmla="*/ 216 h 256"/>
                  <a:gd name="T14" fmla="*/ 248 w 256"/>
                  <a:gd name="T15" fmla="*/ 216 h 256"/>
                  <a:gd name="T16" fmla="*/ 256 w 256"/>
                  <a:gd name="T17" fmla="*/ 208 h 256"/>
                  <a:gd name="T18" fmla="*/ 256 w 256"/>
                  <a:gd name="T19" fmla="*/ 80 h 256"/>
                  <a:gd name="T20" fmla="*/ 248 w 256"/>
                  <a:gd name="T21" fmla="*/ 72 h 256"/>
                  <a:gd name="T22" fmla="*/ 200 w 256"/>
                  <a:gd name="T23" fmla="*/ 72 h 256"/>
                  <a:gd name="T24" fmla="*/ 200 w 256"/>
                  <a:gd name="T25" fmla="*/ 8 h 256"/>
                  <a:gd name="T26" fmla="*/ 192 w 256"/>
                  <a:gd name="T27" fmla="*/ 0 h 256"/>
                  <a:gd name="T28" fmla="*/ 64 w 256"/>
                  <a:gd name="T29" fmla="*/ 0 h 256"/>
                  <a:gd name="T30" fmla="*/ 56 w 256"/>
                  <a:gd name="T31" fmla="*/ 8 h 256"/>
                  <a:gd name="T32" fmla="*/ 56 w 256"/>
                  <a:gd name="T33" fmla="*/ 72 h 256"/>
                  <a:gd name="T34" fmla="*/ 8 w 256"/>
                  <a:gd name="T35" fmla="*/ 72 h 256"/>
                  <a:gd name="T36" fmla="*/ 0 w 256"/>
                  <a:gd name="T37" fmla="*/ 80 h 256"/>
                  <a:gd name="T38" fmla="*/ 0 w 256"/>
                  <a:gd name="T39" fmla="*/ 208 h 256"/>
                  <a:gd name="T40" fmla="*/ 8 w 256"/>
                  <a:gd name="T41" fmla="*/ 216 h 256"/>
                  <a:gd name="T42" fmla="*/ 184 w 256"/>
                  <a:gd name="T43" fmla="*/ 240 h 256"/>
                  <a:gd name="T44" fmla="*/ 72 w 256"/>
                  <a:gd name="T45" fmla="*/ 240 h 256"/>
                  <a:gd name="T46" fmla="*/ 72 w 256"/>
                  <a:gd name="T47" fmla="*/ 160 h 256"/>
                  <a:gd name="T48" fmla="*/ 184 w 256"/>
                  <a:gd name="T49" fmla="*/ 160 h 256"/>
                  <a:gd name="T50" fmla="*/ 184 w 256"/>
                  <a:gd name="T51" fmla="*/ 240 h 256"/>
                  <a:gd name="T52" fmla="*/ 72 w 256"/>
                  <a:gd name="T53" fmla="*/ 16 h 256"/>
                  <a:gd name="T54" fmla="*/ 184 w 256"/>
                  <a:gd name="T55" fmla="*/ 16 h 256"/>
                  <a:gd name="T56" fmla="*/ 184 w 256"/>
                  <a:gd name="T57" fmla="*/ 72 h 256"/>
                  <a:gd name="T58" fmla="*/ 72 w 256"/>
                  <a:gd name="T59" fmla="*/ 72 h 256"/>
                  <a:gd name="T60" fmla="*/ 72 w 256"/>
                  <a:gd name="T61" fmla="*/ 16 h 256"/>
                  <a:gd name="T62" fmla="*/ 16 w 256"/>
                  <a:gd name="T63" fmla="*/ 88 h 256"/>
                  <a:gd name="T64" fmla="*/ 64 w 256"/>
                  <a:gd name="T65" fmla="*/ 88 h 256"/>
                  <a:gd name="T66" fmla="*/ 192 w 256"/>
                  <a:gd name="T67" fmla="*/ 88 h 256"/>
                  <a:gd name="T68" fmla="*/ 240 w 256"/>
                  <a:gd name="T69" fmla="*/ 88 h 256"/>
                  <a:gd name="T70" fmla="*/ 240 w 256"/>
                  <a:gd name="T71" fmla="*/ 200 h 256"/>
                  <a:gd name="T72" fmla="*/ 200 w 256"/>
                  <a:gd name="T73" fmla="*/ 200 h 256"/>
                  <a:gd name="T74" fmla="*/ 200 w 256"/>
                  <a:gd name="T75" fmla="*/ 152 h 256"/>
                  <a:gd name="T76" fmla="*/ 192 w 256"/>
                  <a:gd name="T77" fmla="*/ 144 h 256"/>
                  <a:gd name="T78" fmla="*/ 64 w 256"/>
                  <a:gd name="T79" fmla="*/ 144 h 256"/>
                  <a:gd name="T80" fmla="*/ 56 w 256"/>
                  <a:gd name="T81" fmla="*/ 152 h 256"/>
                  <a:gd name="T82" fmla="*/ 56 w 256"/>
                  <a:gd name="T83" fmla="*/ 200 h 256"/>
                  <a:gd name="T84" fmla="*/ 16 w 256"/>
                  <a:gd name="T85" fmla="*/ 200 h 256"/>
                  <a:gd name="T86" fmla="*/ 16 w 256"/>
                  <a:gd name="T87" fmla="*/ 8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8" y="216"/>
                    </a:moveTo>
                    <a:cubicBezTo>
                      <a:pt x="56" y="216"/>
                      <a:pt x="56" y="216"/>
                      <a:pt x="56" y="216"/>
                    </a:cubicBezTo>
                    <a:cubicBezTo>
                      <a:pt x="56" y="248"/>
                      <a:pt x="56" y="248"/>
                      <a:pt x="56" y="248"/>
                    </a:cubicBezTo>
                    <a:cubicBezTo>
                      <a:pt x="56" y="252"/>
                      <a:pt x="60" y="256"/>
                      <a:pt x="64" y="256"/>
                    </a:cubicBezTo>
                    <a:cubicBezTo>
                      <a:pt x="192" y="256"/>
                      <a:pt x="192" y="256"/>
                      <a:pt x="192" y="256"/>
                    </a:cubicBezTo>
                    <a:cubicBezTo>
                      <a:pt x="196" y="256"/>
                      <a:pt x="200" y="252"/>
                      <a:pt x="200" y="248"/>
                    </a:cubicBezTo>
                    <a:cubicBezTo>
                      <a:pt x="200" y="216"/>
                      <a:pt x="200" y="216"/>
                      <a:pt x="200" y="216"/>
                    </a:cubicBezTo>
                    <a:cubicBezTo>
                      <a:pt x="248" y="216"/>
                      <a:pt x="248" y="216"/>
                      <a:pt x="248" y="216"/>
                    </a:cubicBezTo>
                    <a:cubicBezTo>
                      <a:pt x="252" y="216"/>
                      <a:pt x="256" y="212"/>
                      <a:pt x="256" y="208"/>
                    </a:cubicBezTo>
                    <a:cubicBezTo>
                      <a:pt x="256" y="80"/>
                      <a:pt x="256" y="80"/>
                      <a:pt x="256" y="80"/>
                    </a:cubicBezTo>
                    <a:cubicBezTo>
                      <a:pt x="256" y="76"/>
                      <a:pt x="252" y="72"/>
                      <a:pt x="248" y="72"/>
                    </a:cubicBezTo>
                    <a:cubicBezTo>
                      <a:pt x="200" y="72"/>
                      <a:pt x="200" y="72"/>
                      <a:pt x="200" y="72"/>
                    </a:cubicBezTo>
                    <a:cubicBezTo>
                      <a:pt x="200" y="8"/>
                      <a:pt x="200" y="8"/>
                      <a:pt x="200" y="8"/>
                    </a:cubicBezTo>
                    <a:cubicBezTo>
                      <a:pt x="200" y="4"/>
                      <a:pt x="196" y="0"/>
                      <a:pt x="192" y="0"/>
                    </a:cubicBezTo>
                    <a:cubicBezTo>
                      <a:pt x="64" y="0"/>
                      <a:pt x="64" y="0"/>
                      <a:pt x="64" y="0"/>
                    </a:cubicBezTo>
                    <a:cubicBezTo>
                      <a:pt x="60" y="0"/>
                      <a:pt x="56" y="4"/>
                      <a:pt x="56" y="8"/>
                    </a:cubicBezTo>
                    <a:cubicBezTo>
                      <a:pt x="56" y="72"/>
                      <a:pt x="56" y="72"/>
                      <a:pt x="56" y="72"/>
                    </a:cubicBezTo>
                    <a:cubicBezTo>
                      <a:pt x="8" y="72"/>
                      <a:pt x="8" y="72"/>
                      <a:pt x="8" y="72"/>
                    </a:cubicBezTo>
                    <a:cubicBezTo>
                      <a:pt x="4" y="72"/>
                      <a:pt x="0" y="76"/>
                      <a:pt x="0" y="80"/>
                    </a:cubicBezTo>
                    <a:cubicBezTo>
                      <a:pt x="0" y="208"/>
                      <a:pt x="0" y="208"/>
                      <a:pt x="0" y="208"/>
                    </a:cubicBezTo>
                    <a:cubicBezTo>
                      <a:pt x="0" y="212"/>
                      <a:pt x="4" y="216"/>
                      <a:pt x="8" y="216"/>
                    </a:cubicBezTo>
                    <a:close/>
                    <a:moveTo>
                      <a:pt x="184" y="240"/>
                    </a:moveTo>
                    <a:cubicBezTo>
                      <a:pt x="72" y="240"/>
                      <a:pt x="72" y="240"/>
                      <a:pt x="72" y="240"/>
                    </a:cubicBezTo>
                    <a:cubicBezTo>
                      <a:pt x="72" y="160"/>
                      <a:pt x="72" y="160"/>
                      <a:pt x="72" y="160"/>
                    </a:cubicBezTo>
                    <a:cubicBezTo>
                      <a:pt x="184" y="160"/>
                      <a:pt x="184" y="160"/>
                      <a:pt x="184" y="160"/>
                    </a:cubicBezTo>
                    <a:lnTo>
                      <a:pt x="184" y="240"/>
                    </a:lnTo>
                    <a:close/>
                    <a:moveTo>
                      <a:pt x="72" y="16"/>
                    </a:moveTo>
                    <a:cubicBezTo>
                      <a:pt x="184" y="16"/>
                      <a:pt x="184" y="16"/>
                      <a:pt x="184" y="16"/>
                    </a:cubicBezTo>
                    <a:cubicBezTo>
                      <a:pt x="184" y="72"/>
                      <a:pt x="184" y="72"/>
                      <a:pt x="184" y="72"/>
                    </a:cubicBezTo>
                    <a:cubicBezTo>
                      <a:pt x="72" y="72"/>
                      <a:pt x="72" y="72"/>
                      <a:pt x="72" y="72"/>
                    </a:cubicBezTo>
                    <a:lnTo>
                      <a:pt x="72" y="16"/>
                    </a:lnTo>
                    <a:close/>
                    <a:moveTo>
                      <a:pt x="16" y="88"/>
                    </a:moveTo>
                    <a:cubicBezTo>
                      <a:pt x="64" y="88"/>
                      <a:pt x="64" y="88"/>
                      <a:pt x="64" y="88"/>
                    </a:cubicBezTo>
                    <a:cubicBezTo>
                      <a:pt x="192" y="88"/>
                      <a:pt x="192" y="88"/>
                      <a:pt x="192" y="88"/>
                    </a:cubicBezTo>
                    <a:cubicBezTo>
                      <a:pt x="240" y="88"/>
                      <a:pt x="240" y="88"/>
                      <a:pt x="240" y="88"/>
                    </a:cubicBezTo>
                    <a:cubicBezTo>
                      <a:pt x="240" y="200"/>
                      <a:pt x="240" y="200"/>
                      <a:pt x="240" y="200"/>
                    </a:cubicBezTo>
                    <a:cubicBezTo>
                      <a:pt x="200" y="200"/>
                      <a:pt x="200" y="200"/>
                      <a:pt x="200" y="200"/>
                    </a:cubicBezTo>
                    <a:cubicBezTo>
                      <a:pt x="200" y="152"/>
                      <a:pt x="200" y="152"/>
                      <a:pt x="200" y="152"/>
                    </a:cubicBezTo>
                    <a:cubicBezTo>
                      <a:pt x="200" y="148"/>
                      <a:pt x="196" y="144"/>
                      <a:pt x="192" y="144"/>
                    </a:cubicBezTo>
                    <a:cubicBezTo>
                      <a:pt x="64" y="144"/>
                      <a:pt x="64" y="144"/>
                      <a:pt x="64" y="144"/>
                    </a:cubicBezTo>
                    <a:cubicBezTo>
                      <a:pt x="60" y="144"/>
                      <a:pt x="56" y="148"/>
                      <a:pt x="56" y="152"/>
                    </a:cubicBezTo>
                    <a:cubicBezTo>
                      <a:pt x="56" y="200"/>
                      <a:pt x="56" y="200"/>
                      <a:pt x="56" y="200"/>
                    </a:cubicBezTo>
                    <a:cubicBezTo>
                      <a:pt x="16" y="200"/>
                      <a:pt x="16" y="200"/>
                      <a:pt x="16" y="200"/>
                    </a:cubicBezTo>
                    <a:lnTo>
                      <a:pt x="16" y="8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 name="Freeform 173"/>
              <p:cNvSpPr/>
              <p:nvPr/>
            </p:nvSpPr>
            <p:spPr bwMode="auto">
              <a:xfrm>
                <a:off x="8150367" y="5629304"/>
                <a:ext cx="24895" cy="26206"/>
              </a:xfrm>
              <a:custGeom>
                <a:avLst/>
                <a:gdLst>
                  <a:gd name="T0" fmla="*/ 14 w 16"/>
                  <a:gd name="T1" fmla="*/ 3 h 17"/>
                  <a:gd name="T2" fmla="*/ 2 w 16"/>
                  <a:gd name="T3" fmla="*/ 3 h 17"/>
                  <a:gd name="T4" fmla="*/ 0 w 16"/>
                  <a:gd name="T5" fmla="*/ 9 h 17"/>
                  <a:gd name="T6" fmla="*/ 2 w 16"/>
                  <a:gd name="T7" fmla="*/ 15 h 17"/>
                  <a:gd name="T8" fmla="*/ 8 w 16"/>
                  <a:gd name="T9" fmla="*/ 17 h 17"/>
                  <a:gd name="T10" fmla="*/ 14 w 16"/>
                  <a:gd name="T11" fmla="*/ 15 h 17"/>
                  <a:gd name="T12" fmla="*/ 16 w 16"/>
                  <a:gd name="T13" fmla="*/ 9 h 17"/>
                  <a:gd name="T14" fmla="*/ 14 w 16"/>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7">
                    <a:moveTo>
                      <a:pt x="14" y="3"/>
                    </a:moveTo>
                    <a:cubicBezTo>
                      <a:pt x="11" y="0"/>
                      <a:pt x="5" y="0"/>
                      <a:pt x="2" y="3"/>
                    </a:cubicBezTo>
                    <a:cubicBezTo>
                      <a:pt x="1" y="5"/>
                      <a:pt x="0" y="7"/>
                      <a:pt x="0" y="9"/>
                    </a:cubicBezTo>
                    <a:cubicBezTo>
                      <a:pt x="0" y="11"/>
                      <a:pt x="1" y="13"/>
                      <a:pt x="2" y="15"/>
                    </a:cubicBezTo>
                    <a:cubicBezTo>
                      <a:pt x="4" y="16"/>
                      <a:pt x="6" y="17"/>
                      <a:pt x="8" y="17"/>
                    </a:cubicBezTo>
                    <a:cubicBezTo>
                      <a:pt x="10" y="17"/>
                      <a:pt x="12" y="16"/>
                      <a:pt x="14" y="15"/>
                    </a:cubicBezTo>
                    <a:cubicBezTo>
                      <a:pt x="15" y="13"/>
                      <a:pt x="16" y="11"/>
                      <a:pt x="16" y="9"/>
                    </a:cubicBezTo>
                    <a:cubicBezTo>
                      <a:pt x="16" y="7"/>
                      <a:pt x="15" y="5"/>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 name="Freeform 174"/>
              <p:cNvSpPr/>
              <p:nvPr/>
            </p:nvSpPr>
            <p:spPr bwMode="auto">
              <a:xfrm>
                <a:off x="8187055" y="5629304"/>
                <a:ext cx="24895" cy="26206"/>
              </a:xfrm>
              <a:custGeom>
                <a:avLst/>
                <a:gdLst>
                  <a:gd name="T0" fmla="*/ 8 w 16"/>
                  <a:gd name="T1" fmla="*/ 17 h 17"/>
                  <a:gd name="T2" fmla="*/ 14 w 16"/>
                  <a:gd name="T3" fmla="*/ 15 h 17"/>
                  <a:gd name="T4" fmla="*/ 16 w 16"/>
                  <a:gd name="T5" fmla="*/ 9 h 17"/>
                  <a:gd name="T6" fmla="*/ 14 w 16"/>
                  <a:gd name="T7" fmla="*/ 3 h 17"/>
                  <a:gd name="T8" fmla="*/ 2 w 16"/>
                  <a:gd name="T9" fmla="*/ 3 h 17"/>
                  <a:gd name="T10" fmla="*/ 0 w 16"/>
                  <a:gd name="T11" fmla="*/ 9 h 17"/>
                  <a:gd name="T12" fmla="*/ 2 w 16"/>
                  <a:gd name="T13" fmla="*/ 15 h 17"/>
                  <a:gd name="T14" fmla="*/ 8 w 16"/>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7">
                    <a:moveTo>
                      <a:pt x="8" y="17"/>
                    </a:moveTo>
                    <a:cubicBezTo>
                      <a:pt x="10" y="17"/>
                      <a:pt x="12" y="16"/>
                      <a:pt x="14" y="15"/>
                    </a:cubicBezTo>
                    <a:cubicBezTo>
                      <a:pt x="15" y="13"/>
                      <a:pt x="16" y="11"/>
                      <a:pt x="16" y="9"/>
                    </a:cubicBezTo>
                    <a:cubicBezTo>
                      <a:pt x="16" y="7"/>
                      <a:pt x="15" y="5"/>
                      <a:pt x="14" y="3"/>
                    </a:cubicBezTo>
                    <a:cubicBezTo>
                      <a:pt x="11" y="0"/>
                      <a:pt x="5" y="0"/>
                      <a:pt x="2" y="3"/>
                    </a:cubicBezTo>
                    <a:cubicBezTo>
                      <a:pt x="1" y="5"/>
                      <a:pt x="0" y="7"/>
                      <a:pt x="0" y="9"/>
                    </a:cubicBezTo>
                    <a:cubicBezTo>
                      <a:pt x="0" y="11"/>
                      <a:pt x="1" y="13"/>
                      <a:pt x="2" y="15"/>
                    </a:cubicBezTo>
                    <a:cubicBezTo>
                      <a:pt x="4" y="16"/>
                      <a:pt x="6" y="17"/>
                      <a:pt x="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5" name="Freeform 175"/>
              <p:cNvSpPr/>
              <p:nvPr/>
            </p:nvSpPr>
            <p:spPr bwMode="auto">
              <a:xfrm>
                <a:off x="8223743" y="5745920"/>
                <a:ext cx="144131" cy="23585"/>
              </a:xfrm>
              <a:custGeom>
                <a:avLst/>
                <a:gdLst>
                  <a:gd name="T0" fmla="*/ 88 w 96"/>
                  <a:gd name="T1" fmla="*/ 0 h 16"/>
                  <a:gd name="T2" fmla="*/ 8 w 96"/>
                  <a:gd name="T3" fmla="*/ 0 h 16"/>
                  <a:gd name="T4" fmla="*/ 0 w 96"/>
                  <a:gd name="T5" fmla="*/ 8 h 16"/>
                  <a:gd name="T6" fmla="*/ 8 w 96"/>
                  <a:gd name="T7" fmla="*/ 16 h 16"/>
                  <a:gd name="T8" fmla="*/ 88 w 96"/>
                  <a:gd name="T9" fmla="*/ 16 h 16"/>
                  <a:gd name="T10" fmla="*/ 96 w 96"/>
                  <a:gd name="T11" fmla="*/ 8 h 16"/>
                  <a:gd name="T12" fmla="*/ 88 w 9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96" h="16">
                    <a:moveTo>
                      <a:pt x="88" y="0"/>
                    </a:moveTo>
                    <a:cubicBezTo>
                      <a:pt x="8" y="0"/>
                      <a:pt x="8" y="0"/>
                      <a:pt x="8" y="0"/>
                    </a:cubicBezTo>
                    <a:cubicBezTo>
                      <a:pt x="4" y="0"/>
                      <a:pt x="0" y="4"/>
                      <a:pt x="0" y="8"/>
                    </a:cubicBezTo>
                    <a:cubicBezTo>
                      <a:pt x="0" y="12"/>
                      <a:pt x="4" y="16"/>
                      <a:pt x="8" y="16"/>
                    </a:cubicBezTo>
                    <a:cubicBezTo>
                      <a:pt x="88" y="16"/>
                      <a:pt x="88" y="16"/>
                      <a:pt x="88" y="16"/>
                    </a:cubicBezTo>
                    <a:cubicBezTo>
                      <a:pt x="92" y="16"/>
                      <a:pt x="96" y="12"/>
                      <a:pt x="96" y="8"/>
                    </a:cubicBezTo>
                    <a:cubicBezTo>
                      <a:pt x="96" y="4"/>
                      <a:pt x="92" y="0"/>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6" name="Freeform 176"/>
              <p:cNvSpPr/>
              <p:nvPr/>
            </p:nvSpPr>
            <p:spPr bwMode="auto">
              <a:xfrm>
                <a:off x="8223743" y="5794400"/>
                <a:ext cx="144131" cy="23585"/>
              </a:xfrm>
              <a:custGeom>
                <a:avLst/>
                <a:gdLst>
                  <a:gd name="T0" fmla="*/ 88 w 96"/>
                  <a:gd name="T1" fmla="*/ 0 h 16"/>
                  <a:gd name="T2" fmla="*/ 8 w 96"/>
                  <a:gd name="T3" fmla="*/ 0 h 16"/>
                  <a:gd name="T4" fmla="*/ 0 w 96"/>
                  <a:gd name="T5" fmla="*/ 8 h 16"/>
                  <a:gd name="T6" fmla="*/ 8 w 96"/>
                  <a:gd name="T7" fmla="*/ 16 h 16"/>
                  <a:gd name="T8" fmla="*/ 88 w 96"/>
                  <a:gd name="T9" fmla="*/ 16 h 16"/>
                  <a:gd name="T10" fmla="*/ 96 w 96"/>
                  <a:gd name="T11" fmla="*/ 8 h 16"/>
                  <a:gd name="T12" fmla="*/ 88 w 9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96" h="16">
                    <a:moveTo>
                      <a:pt x="88" y="0"/>
                    </a:moveTo>
                    <a:cubicBezTo>
                      <a:pt x="8" y="0"/>
                      <a:pt x="8" y="0"/>
                      <a:pt x="8" y="0"/>
                    </a:cubicBezTo>
                    <a:cubicBezTo>
                      <a:pt x="4" y="0"/>
                      <a:pt x="0" y="4"/>
                      <a:pt x="0" y="8"/>
                    </a:cubicBezTo>
                    <a:cubicBezTo>
                      <a:pt x="0" y="12"/>
                      <a:pt x="4" y="16"/>
                      <a:pt x="8" y="16"/>
                    </a:cubicBezTo>
                    <a:cubicBezTo>
                      <a:pt x="88" y="16"/>
                      <a:pt x="88" y="16"/>
                      <a:pt x="88" y="16"/>
                    </a:cubicBezTo>
                    <a:cubicBezTo>
                      <a:pt x="92" y="16"/>
                      <a:pt x="96" y="12"/>
                      <a:pt x="96" y="8"/>
                    </a:cubicBezTo>
                    <a:cubicBezTo>
                      <a:pt x="96" y="4"/>
                      <a:pt x="92" y="0"/>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sp>
          <p:nvSpPr>
            <p:cNvPr id="27" name="Freeform 127"/>
            <p:cNvSpPr>
              <a:spLocks noEditPoints="1"/>
            </p:cNvSpPr>
            <p:nvPr/>
          </p:nvSpPr>
          <p:spPr bwMode="auto">
            <a:xfrm>
              <a:off x="6603204" y="2673370"/>
              <a:ext cx="384969" cy="339875"/>
            </a:xfrm>
            <a:custGeom>
              <a:avLst/>
              <a:gdLst>
                <a:gd name="T0" fmla="*/ 8 w 256"/>
                <a:gd name="T1" fmla="*/ 40 h 248"/>
                <a:gd name="T2" fmla="*/ 48 w 256"/>
                <a:gd name="T3" fmla="*/ 217 h 248"/>
                <a:gd name="T4" fmla="*/ 80 w 256"/>
                <a:gd name="T5" fmla="*/ 248 h 248"/>
                <a:gd name="T6" fmla="*/ 145 w 256"/>
                <a:gd name="T7" fmla="*/ 224 h 248"/>
                <a:gd name="T8" fmla="*/ 208 w 256"/>
                <a:gd name="T9" fmla="*/ 216 h 248"/>
                <a:gd name="T10" fmla="*/ 145 w 256"/>
                <a:gd name="T11" fmla="*/ 208 h 248"/>
                <a:gd name="T12" fmla="*/ 80 w 256"/>
                <a:gd name="T13" fmla="*/ 184 h 248"/>
                <a:gd name="T14" fmla="*/ 60 w 256"/>
                <a:gd name="T15" fmla="*/ 164 h 248"/>
                <a:gd name="T16" fmla="*/ 60 w 256"/>
                <a:gd name="T17" fmla="*/ 164 h 248"/>
                <a:gd name="T18" fmla="*/ 232 w 256"/>
                <a:gd name="T19" fmla="*/ 150 h 248"/>
                <a:gd name="T20" fmla="*/ 254 w 256"/>
                <a:gd name="T21" fmla="*/ 59 h 248"/>
                <a:gd name="T22" fmla="*/ 222 w 256"/>
                <a:gd name="T23" fmla="*/ 56 h 248"/>
                <a:gd name="T24" fmla="*/ 200 w 256"/>
                <a:gd name="T25" fmla="*/ 0 h 248"/>
                <a:gd name="T26" fmla="*/ 138 w 256"/>
                <a:gd name="T27" fmla="*/ 2 h 248"/>
                <a:gd name="T28" fmla="*/ 80 w 256"/>
                <a:gd name="T29" fmla="*/ 24 h 248"/>
                <a:gd name="T30" fmla="*/ 66 w 256"/>
                <a:gd name="T31" fmla="*/ 56 h 248"/>
                <a:gd name="T32" fmla="*/ 48 w 256"/>
                <a:gd name="T33" fmla="*/ 31 h 248"/>
                <a:gd name="T34" fmla="*/ 8 w 256"/>
                <a:gd name="T35" fmla="*/ 24 h 248"/>
                <a:gd name="T36" fmla="*/ 176 w 256"/>
                <a:gd name="T37" fmla="*/ 200 h 248"/>
                <a:gd name="T38" fmla="*/ 176 w 256"/>
                <a:gd name="T39" fmla="*/ 232 h 248"/>
                <a:gd name="T40" fmla="*/ 176 w 256"/>
                <a:gd name="T41" fmla="*/ 200 h 248"/>
                <a:gd name="T42" fmla="*/ 96 w 256"/>
                <a:gd name="T43" fmla="*/ 216 h 248"/>
                <a:gd name="T44" fmla="*/ 64 w 256"/>
                <a:gd name="T45" fmla="*/ 216 h 248"/>
                <a:gd name="T46" fmla="*/ 147 w 256"/>
                <a:gd name="T47" fmla="*/ 16 h 248"/>
                <a:gd name="T48" fmla="*/ 205 w 256"/>
                <a:gd name="T49" fmla="*/ 56 h 248"/>
                <a:gd name="T50" fmla="*/ 129 w 256"/>
                <a:gd name="T51" fmla="*/ 34 h 248"/>
                <a:gd name="T52" fmla="*/ 86 w 256"/>
                <a:gd name="T53" fmla="*/ 40 h 248"/>
                <a:gd name="T54" fmla="*/ 118 w 256"/>
                <a:gd name="T55" fmla="*/ 56 h 248"/>
                <a:gd name="T56" fmla="*/ 86 w 256"/>
                <a:gd name="T57" fmla="*/ 40 h 248"/>
                <a:gd name="T58" fmla="*/ 216 w 256"/>
                <a:gd name="T59" fmla="*/ 72 h 248"/>
                <a:gd name="T60" fmla="*/ 237 w 256"/>
                <a:gd name="T61" fmla="*/ 72 h 248"/>
                <a:gd name="T62" fmla="*/ 60 w 256"/>
                <a:gd name="T63" fmla="*/ 148 h 248"/>
                <a:gd name="T64" fmla="*/ 52 w 256"/>
                <a:gd name="T65" fmla="*/ 7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6" h="248">
                  <a:moveTo>
                    <a:pt x="0" y="32"/>
                  </a:moveTo>
                  <a:cubicBezTo>
                    <a:pt x="0" y="36"/>
                    <a:pt x="4" y="40"/>
                    <a:pt x="8" y="40"/>
                  </a:cubicBezTo>
                  <a:cubicBezTo>
                    <a:pt x="33" y="40"/>
                    <a:pt x="33" y="40"/>
                    <a:pt x="33" y="40"/>
                  </a:cubicBezTo>
                  <a:cubicBezTo>
                    <a:pt x="48" y="217"/>
                    <a:pt x="48" y="217"/>
                    <a:pt x="48" y="217"/>
                  </a:cubicBezTo>
                  <a:cubicBezTo>
                    <a:pt x="48" y="217"/>
                    <a:pt x="48" y="217"/>
                    <a:pt x="48" y="217"/>
                  </a:cubicBezTo>
                  <a:cubicBezTo>
                    <a:pt x="48" y="234"/>
                    <a:pt x="63" y="248"/>
                    <a:pt x="80" y="248"/>
                  </a:cubicBezTo>
                  <a:cubicBezTo>
                    <a:pt x="95" y="248"/>
                    <a:pt x="107" y="238"/>
                    <a:pt x="111" y="224"/>
                  </a:cubicBezTo>
                  <a:cubicBezTo>
                    <a:pt x="145" y="224"/>
                    <a:pt x="145" y="224"/>
                    <a:pt x="145" y="224"/>
                  </a:cubicBezTo>
                  <a:cubicBezTo>
                    <a:pt x="149" y="238"/>
                    <a:pt x="161" y="248"/>
                    <a:pt x="176" y="248"/>
                  </a:cubicBezTo>
                  <a:cubicBezTo>
                    <a:pt x="194" y="248"/>
                    <a:pt x="208" y="234"/>
                    <a:pt x="208" y="216"/>
                  </a:cubicBezTo>
                  <a:cubicBezTo>
                    <a:pt x="208" y="198"/>
                    <a:pt x="194" y="184"/>
                    <a:pt x="176" y="184"/>
                  </a:cubicBezTo>
                  <a:cubicBezTo>
                    <a:pt x="161" y="184"/>
                    <a:pt x="149" y="194"/>
                    <a:pt x="145" y="208"/>
                  </a:cubicBezTo>
                  <a:cubicBezTo>
                    <a:pt x="111" y="208"/>
                    <a:pt x="111" y="208"/>
                    <a:pt x="111" y="208"/>
                  </a:cubicBezTo>
                  <a:cubicBezTo>
                    <a:pt x="107" y="194"/>
                    <a:pt x="95" y="184"/>
                    <a:pt x="80" y="184"/>
                  </a:cubicBezTo>
                  <a:cubicBezTo>
                    <a:pt x="73" y="184"/>
                    <a:pt x="67" y="186"/>
                    <a:pt x="62" y="190"/>
                  </a:cubicBezTo>
                  <a:cubicBezTo>
                    <a:pt x="60" y="164"/>
                    <a:pt x="60" y="164"/>
                    <a:pt x="60" y="164"/>
                  </a:cubicBezTo>
                  <a:cubicBezTo>
                    <a:pt x="60" y="164"/>
                    <a:pt x="60" y="164"/>
                    <a:pt x="60" y="164"/>
                  </a:cubicBezTo>
                  <a:cubicBezTo>
                    <a:pt x="60" y="164"/>
                    <a:pt x="60" y="164"/>
                    <a:pt x="60" y="164"/>
                  </a:cubicBezTo>
                  <a:cubicBezTo>
                    <a:pt x="224" y="156"/>
                    <a:pt x="224" y="156"/>
                    <a:pt x="224" y="156"/>
                  </a:cubicBezTo>
                  <a:cubicBezTo>
                    <a:pt x="228" y="156"/>
                    <a:pt x="231" y="153"/>
                    <a:pt x="232" y="150"/>
                  </a:cubicBezTo>
                  <a:cubicBezTo>
                    <a:pt x="256" y="66"/>
                    <a:pt x="256" y="66"/>
                    <a:pt x="256" y="66"/>
                  </a:cubicBezTo>
                  <a:cubicBezTo>
                    <a:pt x="256" y="64"/>
                    <a:pt x="256" y="61"/>
                    <a:pt x="254" y="59"/>
                  </a:cubicBezTo>
                  <a:cubicBezTo>
                    <a:pt x="253" y="57"/>
                    <a:pt x="251" y="56"/>
                    <a:pt x="248" y="56"/>
                  </a:cubicBezTo>
                  <a:cubicBezTo>
                    <a:pt x="222" y="56"/>
                    <a:pt x="222" y="56"/>
                    <a:pt x="222" y="56"/>
                  </a:cubicBezTo>
                  <a:cubicBezTo>
                    <a:pt x="208" y="6"/>
                    <a:pt x="208" y="6"/>
                    <a:pt x="208" y="6"/>
                  </a:cubicBezTo>
                  <a:cubicBezTo>
                    <a:pt x="207" y="2"/>
                    <a:pt x="204" y="0"/>
                    <a:pt x="200" y="0"/>
                  </a:cubicBezTo>
                  <a:cubicBezTo>
                    <a:pt x="144" y="0"/>
                    <a:pt x="144" y="0"/>
                    <a:pt x="144" y="0"/>
                  </a:cubicBezTo>
                  <a:cubicBezTo>
                    <a:pt x="142" y="0"/>
                    <a:pt x="140" y="1"/>
                    <a:pt x="138" y="2"/>
                  </a:cubicBezTo>
                  <a:cubicBezTo>
                    <a:pt x="117" y="24"/>
                    <a:pt x="117" y="24"/>
                    <a:pt x="117" y="24"/>
                  </a:cubicBezTo>
                  <a:cubicBezTo>
                    <a:pt x="80" y="24"/>
                    <a:pt x="80" y="24"/>
                    <a:pt x="80" y="24"/>
                  </a:cubicBezTo>
                  <a:cubicBezTo>
                    <a:pt x="76" y="24"/>
                    <a:pt x="73" y="27"/>
                    <a:pt x="72" y="30"/>
                  </a:cubicBezTo>
                  <a:cubicBezTo>
                    <a:pt x="66" y="56"/>
                    <a:pt x="66" y="56"/>
                    <a:pt x="66" y="56"/>
                  </a:cubicBezTo>
                  <a:cubicBezTo>
                    <a:pt x="50" y="56"/>
                    <a:pt x="50" y="56"/>
                    <a:pt x="50" y="56"/>
                  </a:cubicBezTo>
                  <a:cubicBezTo>
                    <a:pt x="48" y="31"/>
                    <a:pt x="48" y="31"/>
                    <a:pt x="48" y="31"/>
                  </a:cubicBezTo>
                  <a:cubicBezTo>
                    <a:pt x="48" y="27"/>
                    <a:pt x="44" y="24"/>
                    <a:pt x="40" y="24"/>
                  </a:cubicBezTo>
                  <a:cubicBezTo>
                    <a:pt x="8" y="24"/>
                    <a:pt x="8" y="24"/>
                    <a:pt x="8" y="24"/>
                  </a:cubicBezTo>
                  <a:cubicBezTo>
                    <a:pt x="4" y="24"/>
                    <a:pt x="0" y="28"/>
                    <a:pt x="0" y="32"/>
                  </a:cubicBezTo>
                  <a:close/>
                  <a:moveTo>
                    <a:pt x="176" y="200"/>
                  </a:moveTo>
                  <a:cubicBezTo>
                    <a:pt x="185" y="200"/>
                    <a:pt x="192" y="207"/>
                    <a:pt x="192" y="216"/>
                  </a:cubicBezTo>
                  <a:cubicBezTo>
                    <a:pt x="192" y="225"/>
                    <a:pt x="185" y="232"/>
                    <a:pt x="176" y="232"/>
                  </a:cubicBezTo>
                  <a:cubicBezTo>
                    <a:pt x="167" y="232"/>
                    <a:pt x="160" y="225"/>
                    <a:pt x="160" y="216"/>
                  </a:cubicBezTo>
                  <a:cubicBezTo>
                    <a:pt x="160" y="207"/>
                    <a:pt x="167" y="200"/>
                    <a:pt x="176" y="200"/>
                  </a:cubicBezTo>
                  <a:close/>
                  <a:moveTo>
                    <a:pt x="80" y="200"/>
                  </a:moveTo>
                  <a:cubicBezTo>
                    <a:pt x="89" y="200"/>
                    <a:pt x="96" y="207"/>
                    <a:pt x="96" y="216"/>
                  </a:cubicBezTo>
                  <a:cubicBezTo>
                    <a:pt x="96" y="225"/>
                    <a:pt x="89" y="232"/>
                    <a:pt x="80" y="232"/>
                  </a:cubicBezTo>
                  <a:cubicBezTo>
                    <a:pt x="71" y="232"/>
                    <a:pt x="64" y="225"/>
                    <a:pt x="64" y="216"/>
                  </a:cubicBezTo>
                  <a:cubicBezTo>
                    <a:pt x="64" y="207"/>
                    <a:pt x="71" y="200"/>
                    <a:pt x="80" y="200"/>
                  </a:cubicBezTo>
                  <a:close/>
                  <a:moveTo>
                    <a:pt x="147" y="16"/>
                  </a:moveTo>
                  <a:cubicBezTo>
                    <a:pt x="194" y="16"/>
                    <a:pt x="194" y="16"/>
                    <a:pt x="194" y="16"/>
                  </a:cubicBezTo>
                  <a:cubicBezTo>
                    <a:pt x="205" y="56"/>
                    <a:pt x="205" y="56"/>
                    <a:pt x="205" y="56"/>
                  </a:cubicBezTo>
                  <a:cubicBezTo>
                    <a:pt x="134" y="56"/>
                    <a:pt x="134" y="56"/>
                    <a:pt x="134" y="56"/>
                  </a:cubicBezTo>
                  <a:cubicBezTo>
                    <a:pt x="129" y="34"/>
                    <a:pt x="129" y="34"/>
                    <a:pt x="129" y="34"/>
                  </a:cubicBezTo>
                  <a:lnTo>
                    <a:pt x="147" y="16"/>
                  </a:lnTo>
                  <a:close/>
                  <a:moveTo>
                    <a:pt x="86" y="40"/>
                  </a:moveTo>
                  <a:cubicBezTo>
                    <a:pt x="114" y="40"/>
                    <a:pt x="114" y="40"/>
                    <a:pt x="114" y="40"/>
                  </a:cubicBezTo>
                  <a:cubicBezTo>
                    <a:pt x="118" y="56"/>
                    <a:pt x="118" y="56"/>
                    <a:pt x="118" y="56"/>
                  </a:cubicBezTo>
                  <a:cubicBezTo>
                    <a:pt x="82" y="56"/>
                    <a:pt x="82" y="56"/>
                    <a:pt x="82" y="56"/>
                  </a:cubicBezTo>
                  <a:lnTo>
                    <a:pt x="86" y="40"/>
                  </a:lnTo>
                  <a:close/>
                  <a:moveTo>
                    <a:pt x="216" y="72"/>
                  </a:moveTo>
                  <a:cubicBezTo>
                    <a:pt x="216" y="72"/>
                    <a:pt x="216" y="72"/>
                    <a:pt x="216" y="72"/>
                  </a:cubicBezTo>
                  <a:cubicBezTo>
                    <a:pt x="216" y="72"/>
                    <a:pt x="216" y="72"/>
                    <a:pt x="216" y="72"/>
                  </a:cubicBezTo>
                  <a:cubicBezTo>
                    <a:pt x="237" y="72"/>
                    <a:pt x="237" y="72"/>
                    <a:pt x="237" y="72"/>
                  </a:cubicBezTo>
                  <a:cubicBezTo>
                    <a:pt x="218" y="140"/>
                    <a:pt x="218" y="140"/>
                    <a:pt x="218" y="140"/>
                  </a:cubicBezTo>
                  <a:cubicBezTo>
                    <a:pt x="60" y="148"/>
                    <a:pt x="60" y="148"/>
                    <a:pt x="60" y="148"/>
                  </a:cubicBezTo>
                  <a:cubicBezTo>
                    <a:pt x="59" y="148"/>
                    <a:pt x="59" y="148"/>
                    <a:pt x="58" y="148"/>
                  </a:cubicBezTo>
                  <a:cubicBezTo>
                    <a:pt x="52" y="72"/>
                    <a:pt x="52" y="72"/>
                    <a:pt x="52" y="72"/>
                  </a:cubicBezTo>
                  <a:lnTo>
                    <a:pt x="216" y="72"/>
                  </a:lnTo>
                  <a:close/>
                </a:path>
              </a:pathLst>
            </a:custGeom>
            <a:solidFill>
              <a:schemeClr val="bg1"/>
            </a:solidFill>
            <a:ln>
              <a:noFill/>
            </a:ln>
          </p:spPr>
          <p:txBody>
            <a:bodyPr vert="horz" wrap="square" lIns="91440" tIns="45720" rIns="91440" bIns="45720" numCol="1" anchor="t" anchorCtr="0" compatLnSpc="1"/>
            <a:lstStyle/>
            <a:p>
              <a:endParaRPr lang="en-US">
                <a:solidFill>
                  <a:srgbClr val="2B2B2B"/>
                </a:solidFill>
              </a:endParaRPr>
            </a:p>
          </p:txBody>
        </p:sp>
        <p:grpSp>
          <p:nvGrpSpPr>
            <p:cNvPr id="28" name="Group 31"/>
            <p:cNvGrpSpPr/>
            <p:nvPr/>
          </p:nvGrpSpPr>
          <p:grpSpPr>
            <a:xfrm>
              <a:off x="5701466" y="4963879"/>
              <a:ext cx="386534" cy="314469"/>
              <a:chOff x="6369689" y="2031259"/>
              <a:chExt cx="386534" cy="314469"/>
            </a:xfrm>
            <a:solidFill>
              <a:schemeClr val="bg1"/>
            </a:solidFill>
          </p:grpSpPr>
          <p:sp>
            <p:nvSpPr>
              <p:cNvPr id="29" name="Freeform 42"/>
              <p:cNvSpPr>
                <a:spLocks noEditPoints="1"/>
              </p:cNvSpPr>
              <p:nvPr/>
            </p:nvSpPr>
            <p:spPr bwMode="auto">
              <a:xfrm>
                <a:off x="6369689" y="2031259"/>
                <a:ext cx="386534" cy="314469"/>
              </a:xfrm>
              <a:custGeom>
                <a:avLst/>
                <a:gdLst>
                  <a:gd name="T0" fmla="*/ 248 w 256"/>
                  <a:gd name="T1" fmla="*/ 0 h 208"/>
                  <a:gd name="T2" fmla="*/ 40 w 256"/>
                  <a:gd name="T3" fmla="*/ 0 h 208"/>
                  <a:gd name="T4" fmla="*/ 32 w 256"/>
                  <a:gd name="T5" fmla="*/ 8 h 208"/>
                  <a:gd name="T6" fmla="*/ 32 w 256"/>
                  <a:gd name="T7" fmla="*/ 32 h 208"/>
                  <a:gd name="T8" fmla="*/ 8 w 256"/>
                  <a:gd name="T9" fmla="*/ 32 h 208"/>
                  <a:gd name="T10" fmla="*/ 0 w 256"/>
                  <a:gd name="T11" fmla="*/ 40 h 208"/>
                  <a:gd name="T12" fmla="*/ 0 w 256"/>
                  <a:gd name="T13" fmla="*/ 200 h 208"/>
                  <a:gd name="T14" fmla="*/ 8 w 256"/>
                  <a:gd name="T15" fmla="*/ 208 h 208"/>
                  <a:gd name="T16" fmla="*/ 216 w 256"/>
                  <a:gd name="T17" fmla="*/ 208 h 208"/>
                  <a:gd name="T18" fmla="*/ 224 w 256"/>
                  <a:gd name="T19" fmla="*/ 200 h 208"/>
                  <a:gd name="T20" fmla="*/ 224 w 256"/>
                  <a:gd name="T21" fmla="*/ 176 h 208"/>
                  <a:gd name="T22" fmla="*/ 248 w 256"/>
                  <a:gd name="T23" fmla="*/ 176 h 208"/>
                  <a:gd name="T24" fmla="*/ 256 w 256"/>
                  <a:gd name="T25" fmla="*/ 168 h 208"/>
                  <a:gd name="T26" fmla="*/ 256 w 256"/>
                  <a:gd name="T27" fmla="*/ 8 h 208"/>
                  <a:gd name="T28" fmla="*/ 248 w 256"/>
                  <a:gd name="T29" fmla="*/ 0 h 208"/>
                  <a:gd name="T30" fmla="*/ 208 w 256"/>
                  <a:gd name="T31" fmla="*/ 48 h 208"/>
                  <a:gd name="T32" fmla="*/ 208 w 256"/>
                  <a:gd name="T33" fmla="*/ 175 h 208"/>
                  <a:gd name="T34" fmla="*/ 165 w 256"/>
                  <a:gd name="T35" fmla="*/ 138 h 208"/>
                  <a:gd name="T36" fmla="*/ 156 w 256"/>
                  <a:gd name="T37" fmla="*/ 137 h 208"/>
                  <a:gd name="T38" fmla="*/ 122 w 256"/>
                  <a:gd name="T39" fmla="*/ 158 h 208"/>
                  <a:gd name="T40" fmla="*/ 70 w 256"/>
                  <a:gd name="T41" fmla="*/ 99 h 208"/>
                  <a:gd name="T42" fmla="*/ 64 w 256"/>
                  <a:gd name="T43" fmla="*/ 96 h 208"/>
                  <a:gd name="T44" fmla="*/ 58 w 256"/>
                  <a:gd name="T45" fmla="*/ 98 h 208"/>
                  <a:gd name="T46" fmla="*/ 16 w 256"/>
                  <a:gd name="T47" fmla="*/ 141 h 208"/>
                  <a:gd name="T48" fmla="*/ 16 w 256"/>
                  <a:gd name="T49" fmla="*/ 48 h 208"/>
                  <a:gd name="T50" fmla="*/ 208 w 256"/>
                  <a:gd name="T51" fmla="*/ 48 h 208"/>
                  <a:gd name="T52" fmla="*/ 16 w 256"/>
                  <a:gd name="T53" fmla="*/ 163 h 208"/>
                  <a:gd name="T54" fmla="*/ 64 w 256"/>
                  <a:gd name="T55" fmla="*/ 116 h 208"/>
                  <a:gd name="T56" fmla="*/ 114 w 256"/>
                  <a:gd name="T57" fmla="*/ 173 h 208"/>
                  <a:gd name="T58" fmla="*/ 124 w 256"/>
                  <a:gd name="T59" fmla="*/ 175 h 208"/>
                  <a:gd name="T60" fmla="*/ 159 w 256"/>
                  <a:gd name="T61" fmla="*/ 154 h 208"/>
                  <a:gd name="T62" fmla="*/ 204 w 256"/>
                  <a:gd name="T63" fmla="*/ 192 h 208"/>
                  <a:gd name="T64" fmla="*/ 16 w 256"/>
                  <a:gd name="T65" fmla="*/ 192 h 208"/>
                  <a:gd name="T66" fmla="*/ 16 w 256"/>
                  <a:gd name="T67" fmla="*/ 163 h 208"/>
                  <a:gd name="T68" fmla="*/ 240 w 256"/>
                  <a:gd name="T69" fmla="*/ 160 h 208"/>
                  <a:gd name="T70" fmla="*/ 224 w 256"/>
                  <a:gd name="T71" fmla="*/ 160 h 208"/>
                  <a:gd name="T72" fmla="*/ 224 w 256"/>
                  <a:gd name="T73" fmla="*/ 40 h 208"/>
                  <a:gd name="T74" fmla="*/ 216 w 256"/>
                  <a:gd name="T75" fmla="*/ 32 h 208"/>
                  <a:gd name="T76" fmla="*/ 48 w 256"/>
                  <a:gd name="T77" fmla="*/ 32 h 208"/>
                  <a:gd name="T78" fmla="*/ 48 w 256"/>
                  <a:gd name="T79" fmla="*/ 16 h 208"/>
                  <a:gd name="T80" fmla="*/ 240 w 256"/>
                  <a:gd name="T81" fmla="*/ 16 h 208"/>
                  <a:gd name="T82" fmla="*/ 240 w 256"/>
                  <a:gd name="T83" fmla="*/ 16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208">
                    <a:moveTo>
                      <a:pt x="248" y="0"/>
                    </a:moveTo>
                    <a:cubicBezTo>
                      <a:pt x="40" y="0"/>
                      <a:pt x="40" y="0"/>
                      <a:pt x="40" y="0"/>
                    </a:cubicBezTo>
                    <a:cubicBezTo>
                      <a:pt x="36" y="0"/>
                      <a:pt x="32" y="4"/>
                      <a:pt x="32" y="8"/>
                    </a:cubicBezTo>
                    <a:cubicBezTo>
                      <a:pt x="32" y="32"/>
                      <a:pt x="32" y="32"/>
                      <a:pt x="32" y="32"/>
                    </a:cubicBezTo>
                    <a:cubicBezTo>
                      <a:pt x="8" y="32"/>
                      <a:pt x="8" y="32"/>
                      <a:pt x="8" y="32"/>
                    </a:cubicBezTo>
                    <a:cubicBezTo>
                      <a:pt x="4" y="32"/>
                      <a:pt x="0" y="36"/>
                      <a:pt x="0" y="40"/>
                    </a:cubicBezTo>
                    <a:cubicBezTo>
                      <a:pt x="0" y="200"/>
                      <a:pt x="0" y="200"/>
                      <a:pt x="0" y="200"/>
                    </a:cubicBezTo>
                    <a:cubicBezTo>
                      <a:pt x="0" y="204"/>
                      <a:pt x="4" y="208"/>
                      <a:pt x="8" y="208"/>
                    </a:cubicBezTo>
                    <a:cubicBezTo>
                      <a:pt x="216" y="208"/>
                      <a:pt x="216" y="208"/>
                      <a:pt x="216" y="208"/>
                    </a:cubicBezTo>
                    <a:cubicBezTo>
                      <a:pt x="220" y="208"/>
                      <a:pt x="224" y="204"/>
                      <a:pt x="224" y="200"/>
                    </a:cubicBezTo>
                    <a:cubicBezTo>
                      <a:pt x="224" y="176"/>
                      <a:pt x="224" y="176"/>
                      <a:pt x="224" y="176"/>
                    </a:cubicBezTo>
                    <a:cubicBezTo>
                      <a:pt x="248" y="176"/>
                      <a:pt x="248" y="176"/>
                      <a:pt x="248" y="176"/>
                    </a:cubicBezTo>
                    <a:cubicBezTo>
                      <a:pt x="252" y="176"/>
                      <a:pt x="256" y="172"/>
                      <a:pt x="256" y="168"/>
                    </a:cubicBezTo>
                    <a:cubicBezTo>
                      <a:pt x="256" y="8"/>
                      <a:pt x="256" y="8"/>
                      <a:pt x="256" y="8"/>
                    </a:cubicBezTo>
                    <a:cubicBezTo>
                      <a:pt x="256" y="4"/>
                      <a:pt x="252" y="0"/>
                      <a:pt x="248" y="0"/>
                    </a:cubicBezTo>
                    <a:close/>
                    <a:moveTo>
                      <a:pt x="208" y="48"/>
                    </a:moveTo>
                    <a:cubicBezTo>
                      <a:pt x="208" y="175"/>
                      <a:pt x="208" y="175"/>
                      <a:pt x="208" y="175"/>
                    </a:cubicBezTo>
                    <a:cubicBezTo>
                      <a:pt x="165" y="138"/>
                      <a:pt x="165" y="138"/>
                      <a:pt x="165" y="138"/>
                    </a:cubicBezTo>
                    <a:cubicBezTo>
                      <a:pt x="163" y="136"/>
                      <a:pt x="159" y="135"/>
                      <a:pt x="156" y="137"/>
                    </a:cubicBezTo>
                    <a:cubicBezTo>
                      <a:pt x="122" y="158"/>
                      <a:pt x="122" y="158"/>
                      <a:pt x="122" y="158"/>
                    </a:cubicBezTo>
                    <a:cubicBezTo>
                      <a:pt x="70" y="99"/>
                      <a:pt x="70" y="99"/>
                      <a:pt x="70" y="99"/>
                    </a:cubicBezTo>
                    <a:cubicBezTo>
                      <a:pt x="69" y="97"/>
                      <a:pt x="66" y="96"/>
                      <a:pt x="64" y="96"/>
                    </a:cubicBezTo>
                    <a:cubicBezTo>
                      <a:pt x="62" y="96"/>
                      <a:pt x="60" y="97"/>
                      <a:pt x="58" y="98"/>
                    </a:cubicBezTo>
                    <a:cubicBezTo>
                      <a:pt x="16" y="141"/>
                      <a:pt x="16" y="141"/>
                      <a:pt x="16" y="141"/>
                    </a:cubicBezTo>
                    <a:cubicBezTo>
                      <a:pt x="16" y="48"/>
                      <a:pt x="16" y="48"/>
                      <a:pt x="16" y="48"/>
                    </a:cubicBezTo>
                    <a:lnTo>
                      <a:pt x="208" y="48"/>
                    </a:lnTo>
                    <a:close/>
                    <a:moveTo>
                      <a:pt x="16" y="163"/>
                    </a:moveTo>
                    <a:cubicBezTo>
                      <a:pt x="64" y="116"/>
                      <a:pt x="64" y="116"/>
                      <a:pt x="64" y="116"/>
                    </a:cubicBezTo>
                    <a:cubicBezTo>
                      <a:pt x="114" y="173"/>
                      <a:pt x="114" y="173"/>
                      <a:pt x="114" y="173"/>
                    </a:cubicBezTo>
                    <a:cubicBezTo>
                      <a:pt x="117" y="176"/>
                      <a:pt x="121" y="177"/>
                      <a:pt x="124" y="175"/>
                    </a:cubicBezTo>
                    <a:cubicBezTo>
                      <a:pt x="159" y="154"/>
                      <a:pt x="159" y="154"/>
                      <a:pt x="159" y="154"/>
                    </a:cubicBezTo>
                    <a:cubicBezTo>
                      <a:pt x="204" y="192"/>
                      <a:pt x="204" y="192"/>
                      <a:pt x="204" y="192"/>
                    </a:cubicBezTo>
                    <a:cubicBezTo>
                      <a:pt x="16" y="192"/>
                      <a:pt x="16" y="192"/>
                      <a:pt x="16" y="192"/>
                    </a:cubicBezTo>
                    <a:lnTo>
                      <a:pt x="16" y="163"/>
                    </a:lnTo>
                    <a:close/>
                    <a:moveTo>
                      <a:pt x="240" y="160"/>
                    </a:moveTo>
                    <a:cubicBezTo>
                      <a:pt x="224" y="160"/>
                      <a:pt x="224" y="160"/>
                      <a:pt x="224" y="160"/>
                    </a:cubicBezTo>
                    <a:cubicBezTo>
                      <a:pt x="224" y="40"/>
                      <a:pt x="224" y="40"/>
                      <a:pt x="224" y="40"/>
                    </a:cubicBezTo>
                    <a:cubicBezTo>
                      <a:pt x="224" y="36"/>
                      <a:pt x="220" y="32"/>
                      <a:pt x="216" y="32"/>
                    </a:cubicBezTo>
                    <a:cubicBezTo>
                      <a:pt x="48" y="32"/>
                      <a:pt x="48" y="32"/>
                      <a:pt x="48" y="32"/>
                    </a:cubicBezTo>
                    <a:cubicBezTo>
                      <a:pt x="48" y="16"/>
                      <a:pt x="48" y="16"/>
                      <a:pt x="48" y="16"/>
                    </a:cubicBezTo>
                    <a:cubicBezTo>
                      <a:pt x="240" y="16"/>
                      <a:pt x="240" y="16"/>
                      <a:pt x="240" y="16"/>
                    </a:cubicBezTo>
                    <a:lnTo>
                      <a:pt x="240"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30" name="Freeform 43"/>
              <p:cNvSpPr>
                <a:spLocks noEditPoints="1"/>
              </p:cNvSpPr>
              <p:nvPr/>
            </p:nvSpPr>
            <p:spPr bwMode="auto">
              <a:xfrm>
                <a:off x="6575404" y="2128221"/>
                <a:ext cx="83858" cy="85169"/>
              </a:xfrm>
              <a:custGeom>
                <a:avLst/>
                <a:gdLst>
                  <a:gd name="T0" fmla="*/ 28 w 56"/>
                  <a:gd name="T1" fmla="*/ 56 h 56"/>
                  <a:gd name="T2" fmla="*/ 56 w 56"/>
                  <a:gd name="T3" fmla="*/ 28 h 56"/>
                  <a:gd name="T4" fmla="*/ 28 w 56"/>
                  <a:gd name="T5" fmla="*/ 0 h 56"/>
                  <a:gd name="T6" fmla="*/ 0 w 56"/>
                  <a:gd name="T7" fmla="*/ 28 h 56"/>
                  <a:gd name="T8" fmla="*/ 28 w 56"/>
                  <a:gd name="T9" fmla="*/ 56 h 56"/>
                  <a:gd name="T10" fmla="*/ 28 w 56"/>
                  <a:gd name="T11" fmla="*/ 16 h 56"/>
                  <a:gd name="T12" fmla="*/ 40 w 56"/>
                  <a:gd name="T13" fmla="*/ 28 h 56"/>
                  <a:gd name="T14" fmla="*/ 28 w 56"/>
                  <a:gd name="T15" fmla="*/ 40 h 56"/>
                  <a:gd name="T16" fmla="*/ 16 w 56"/>
                  <a:gd name="T17" fmla="*/ 28 h 56"/>
                  <a:gd name="T18" fmla="*/ 28 w 56"/>
                  <a:gd name="T19" fmla="*/ 1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56"/>
                    </a:moveTo>
                    <a:cubicBezTo>
                      <a:pt x="43" y="56"/>
                      <a:pt x="56" y="43"/>
                      <a:pt x="56" y="28"/>
                    </a:cubicBezTo>
                    <a:cubicBezTo>
                      <a:pt x="56" y="13"/>
                      <a:pt x="43" y="0"/>
                      <a:pt x="28" y="0"/>
                    </a:cubicBezTo>
                    <a:cubicBezTo>
                      <a:pt x="13" y="0"/>
                      <a:pt x="0" y="13"/>
                      <a:pt x="0" y="28"/>
                    </a:cubicBezTo>
                    <a:cubicBezTo>
                      <a:pt x="0" y="43"/>
                      <a:pt x="13" y="56"/>
                      <a:pt x="28" y="56"/>
                    </a:cubicBezTo>
                    <a:close/>
                    <a:moveTo>
                      <a:pt x="28" y="16"/>
                    </a:moveTo>
                    <a:cubicBezTo>
                      <a:pt x="35" y="16"/>
                      <a:pt x="40" y="21"/>
                      <a:pt x="40" y="28"/>
                    </a:cubicBezTo>
                    <a:cubicBezTo>
                      <a:pt x="40" y="35"/>
                      <a:pt x="35" y="40"/>
                      <a:pt x="28" y="40"/>
                    </a:cubicBezTo>
                    <a:cubicBezTo>
                      <a:pt x="21" y="40"/>
                      <a:pt x="16" y="35"/>
                      <a:pt x="16" y="28"/>
                    </a:cubicBezTo>
                    <a:cubicBezTo>
                      <a:pt x="16" y="21"/>
                      <a:pt x="21" y="16"/>
                      <a:pt x="2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grpSp>
      <p:grpSp>
        <p:nvGrpSpPr>
          <p:cNvPr id="65" name="组合 64"/>
          <p:cNvGrpSpPr/>
          <p:nvPr/>
        </p:nvGrpSpPr>
        <p:grpSpPr>
          <a:xfrm>
            <a:off x="583501" y="471624"/>
            <a:ext cx="2177776" cy="553998"/>
            <a:chOff x="592429" y="482522"/>
            <a:chExt cx="2177776" cy="553998"/>
          </a:xfrm>
        </p:grpSpPr>
        <p:grpSp>
          <p:nvGrpSpPr>
            <p:cNvPr id="66" name="组合 65"/>
            <p:cNvGrpSpPr/>
            <p:nvPr/>
          </p:nvGrpSpPr>
          <p:grpSpPr>
            <a:xfrm>
              <a:off x="592429" y="584272"/>
              <a:ext cx="433087" cy="360490"/>
              <a:chOff x="2770053" y="2524936"/>
              <a:chExt cx="433087" cy="317447"/>
            </a:xfrm>
            <a:solidFill>
              <a:srgbClr val="2F5EB2"/>
            </a:solidFill>
          </p:grpSpPr>
          <p:sp>
            <p:nvSpPr>
              <p:cNvPr id="68"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69"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0"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67"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五</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1478042" y="3958951"/>
            <a:ext cx="2828061" cy="835550"/>
            <a:chOff x="536805" y="4268485"/>
            <a:chExt cx="2315863" cy="835550"/>
          </a:xfrm>
        </p:grpSpPr>
        <p:sp>
          <p:nvSpPr>
            <p:cNvPr id="75" name="TextBox 26"/>
            <p:cNvSpPr txBox="1"/>
            <p:nvPr/>
          </p:nvSpPr>
          <p:spPr>
            <a:xfrm>
              <a:off x="536805" y="4576262"/>
              <a:ext cx="2300210"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6" name="矩形 75"/>
            <p:cNvSpPr/>
            <p:nvPr/>
          </p:nvSpPr>
          <p:spPr>
            <a:xfrm>
              <a:off x="1183131" y="4268485"/>
              <a:ext cx="1669537"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7" name="组合 76"/>
          <p:cNvGrpSpPr/>
          <p:nvPr/>
        </p:nvGrpSpPr>
        <p:grpSpPr>
          <a:xfrm>
            <a:off x="8193141" y="2183907"/>
            <a:ext cx="2636786" cy="849680"/>
            <a:chOff x="1038091" y="4254355"/>
            <a:chExt cx="2159230" cy="849680"/>
          </a:xfrm>
        </p:grpSpPr>
        <p:sp>
          <p:nvSpPr>
            <p:cNvPr id="78" name="TextBox 26"/>
            <p:cNvSpPr txBox="1"/>
            <p:nvPr/>
          </p:nvSpPr>
          <p:spPr>
            <a:xfrm>
              <a:off x="1042771" y="4576262"/>
              <a:ext cx="215455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9" name="矩形 78"/>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0" name="组合 79"/>
          <p:cNvGrpSpPr/>
          <p:nvPr/>
        </p:nvGrpSpPr>
        <p:grpSpPr>
          <a:xfrm>
            <a:off x="8186047" y="3919367"/>
            <a:ext cx="2636784" cy="849680"/>
            <a:chOff x="1038091" y="4254355"/>
            <a:chExt cx="2159229" cy="849680"/>
          </a:xfrm>
        </p:grpSpPr>
        <p:sp>
          <p:nvSpPr>
            <p:cNvPr id="81" name="TextBox 26"/>
            <p:cNvSpPr txBox="1"/>
            <p:nvPr/>
          </p:nvSpPr>
          <p:spPr>
            <a:xfrm>
              <a:off x="1042770" y="4576262"/>
              <a:ext cx="215455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2" name="矩形 81"/>
            <p:cNvSpPr/>
            <p:nvPr/>
          </p:nvSpPr>
          <p:spPr>
            <a:xfrm>
              <a:off x="1038091" y="4254355"/>
              <a:ext cx="1669537"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3" name="组合 82"/>
          <p:cNvGrpSpPr/>
          <p:nvPr/>
        </p:nvGrpSpPr>
        <p:grpSpPr>
          <a:xfrm>
            <a:off x="1431882" y="2051010"/>
            <a:ext cx="2828061" cy="835550"/>
            <a:chOff x="536805" y="4268485"/>
            <a:chExt cx="2315863" cy="835550"/>
          </a:xfrm>
        </p:grpSpPr>
        <p:sp>
          <p:nvSpPr>
            <p:cNvPr id="84" name="TextBox 26"/>
            <p:cNvSpPr txBox="1"/>
            <p:nvPr/>
          </p:nvSpPr>
          <p:spPr>
            <a:xfrm>
              <a:off x="536805" y="4576262"/>
              <a:ext cx="2300210"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5" name="矩形 84"/>
            <p:cNvSpPr/>
            <p:nvPr/>
          </p:nvSpPr>
          <p:spPr>
            <a:xfrm>
              <a:off x="1183131" y="4268485"/>
              <a:ext cx="1669537"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6" name="组合 85"/>
          <p:cNvGrpSpPr/>
          <p:nvPr/>
        </p:nvGrpSpPr>
        <p:grpSpPr>
          <a:xfrm>
            <a:off x="3954665" y="5300321"/>
            <a:ext cx="4657725" cy="604718"/>
            <a:chOff x="90223" y="4268485"/>
            <a:chExt cx="3814151" cy="604718"/>
          </a:xfrm>
        </p:grpSpPr>
        <p:sp>
          <p:nvSpPr>
            <p:cNvPr id="87" name="TextBox 26"/>
            <p:cNvSpPr txBox="1"/>
            <p:nvPr/>
          </p:nvSpPr>
          <p:spPr>
            <a:xfrm>
              <a:off x="90223" y="4576262"/>
              <a:ext cx="3814151" cy="296941"/>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88" name="矩形 87"/>
            <p:cNvSpPr/>
            <p:nvPr/>
          </p:nvSpPr>
          <p:spPr>
            <a:xfrm>
              <a:off x="1183131" y="426848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72"/>
          <p:cNvSpPr/>
          <p:nvPr/>
        </p:nvSpPr>
        <p:spPr>
          <a:xfrm>
            <a:off x="2411026" y="1732905"/>
            <a:ext cx="1970313" cy="422087"/>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000" dirty="0">
                <a:latin typeface="微软雅黑" panose="020B0503020204020204" pitchFamily="34" charset="-122"/>
                <a:ea typeface="微软雅黑" panose="020B0503020204020204" pitchFamily="34" charset="-122"/>
                <a:sym typeface="inpin heiti" panose="00000500000000000000" pitchFamily="2" charset="-122"/>
              </a:rPr>
              <a:t>2008</a:t>
            </a:r>
            <a:endParaRPr lang="en-US" sz="2000" dirty="0">
              <a:latin typeface="微软雅黑" panose="020B0503020204020204" pitchFamily="34" charset="-122"/>
              <a:ea typeface="微软雅黑" panose="020B0503020204020204" pitchFamily="34" charset="-122"/>
              <a:sym typeface="inpin heiti" panose="00000500000000000000" pitchFamily="2" charset="-122"/>
            </a:endParaRPr>
          </a:p>
        </p:txBody>
      </p:sp>
      <p:sp>
        <p:nvSpPr>
          <p:cNvPr id="3" name="Rounded Rectangle 77"/>
          <p:cNvSpPr/>
          <p:nvPr/>
        </p:nvSpPr>
        <p:spPr>
          <a:xfrm>
            <a:off x="2411026" y="2637311"/>
            <a:ext cx="1970313" cy="422087"/>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000" dirty="0">
                <a:latin typeface="微软雅黑" panose="020B0503020204020204" pitchFamily="34" charset="-122"/>
                <a:ea typeface="微软雅黑" panose="020B0503020204020204" pitchFamily="34" charset="-122"/>
                <a:sym typeface="inpin heiti" panose="00000500000000000000" pitchFamily="2" charset="-122"/>
              </a:rPr>
              <a:t>2010</a:t>
            </a:r>
            <a:endParaRPr lang="en-US" sz="2000" dirty="0">
              <a:latin typeface="微软雅黑" panose="020B0503020204020204" pitchFamily="34" charset="-122"/>
              <a:ea typeface="微软雅黑" panose="020B0503020204020204" pitchFamily="34" charset="-122"/>
              <a:sym typeface="inpin heiti" panose="00000500000000000000" pitchFamily="2" charset="-122"/>
            </a:endParaRPr>
          </a:p>
        </p:txBody>
      </p:sp>
      <p:sp>
        <p:nvSpPr>
          <p:cNvPr id="4" name="Rounded Rectangle 80"/>
          <p:cNvSpPr/>
          <p:nvPr/>
        </p:nvSpPr>
        <p:spPr>
          <a:xfrm>
            <a:off x="2411026" y="3532109"/>
            <a:ext cx="1970313" cy="422087"/>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000" dirty="0">
                <a:latin typeface="微软雅黑" panose="020B0503020204020204" pitchFamily="34" charset="-122"/>
                <a:ea typeface="微软雅黑" panose="020B0503020204020204" pitchFamily="34" charset="-122"/>
                <a:sym typeface="inpin heiti" panose="00000500000000000000" pitchFamily="2" charset="-122"/>
              </a:rPr>
              <a:t>2012</a:t>
            </a:r>
            <a:endParaRPr lang="en-US" sz="2000" dirty="0">
              <a:latin typeface="微软雅黑" panose="020B0503020204020204" pitchFamily="34" charset="-122"/>
              <a:ea typeface="微软雅黑" panose="020B0503020204020204" pitchFamily="34" charset="-122"/>
              <a:sym typeface="inpin heiti" panose="00000500000000000000" pitchFamily="2" charset="-122"/>
            </a:endParaRPr>
          </a:p>
        </p:txBody>
      </p:sp>
      <p:sp>
        <p:nvSpPr>
          <p:cNvPr id="5" name="Rounded Rectangle 83"/>
          <p:cNvSpPr/>
          <p:nvPr/>
        </p:nvSpPr>
        <p:spPr>
          <a:xfrm>
            <a:off x="2411026" y="4415275"/>
            <a:ext cx="1970313" cy="422087"/>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000" dirty="0">
                <a:latin typeface="微软雅黑" panose="020B0503020204020204" pitchFamily="34" charset="-122"/>
                <a:ea typeface="微软雅黑" panose="020B0503020204020204" pitchFamily="34" charset="-122"/>
                <a:sym typeface="inpin heiti" panose="00000500000000000000" pitchFamily="2" charset="-122"/>
              </a:rPr>
              <a:t>2014</a:t>
            </a:r>
            <a:endParaRPr lang="en-US" sz="2000" dirty="0">
              <a:latin typeface="微软雅黑" panose="020B0503020204020204" pitchFamily="34" charset="-122"/>
              <a:ea typeface="微软雅黑" panose="020B0503020204020204" pitchFamily="34" charset="-122"/>
              <a:sym typeface="inpin heiti" panose="00000500000000000000" pitchFamily="2" charset="-122"/>
            </a:endParaRPr>
          </a:p>
        </p:txBody>
      </p:sp>
      <p:sp>
        <p:nvSpPr>
          <p:cNvPr id="6" name="Rounded Rectangle 88"/>
          <p:cNvSpPr/>
          <p:nvPr/>
        </p:nvSpPr>
        <p:spPr>
          <a:xfrm>
            <a:off x="2411026" y="5298439"/>
            <a:ext cx="1970313" cy="422087"/>
          </a:xfrm>
          <a:prstGeom prst="round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sz="2000" dirty="0">
                <a:latin typeface="微软雅黑" panose="020B0503020204020204" pitchFamily="34" charset="-122"/>
                <a:ea typeface="微软雅黑" panose="020B0503020204020204" pitchFamily="34" charset="-122"/>
                <a:sym typeface="inpin heiti" panose="00000500000000000000" pitchFamily="2" charset="-122"/>
              </a:rPr>
              <a:t>2015</a:t>
            </a:r>
            <a:endParaRPr lang="en-US" sz="2000" dirty="0">
              <a:latin typeface="微软雅黑" panose="020B0503020204020204" pitchFamily="34" charset="-122"/>
              <a:ea typeface="微软雅黑" panose="020B0503020204020204" pitchFamily="34" charset="-122"/>
              <a:sym typeface="inpin heiti" panose="00000500000000000000" pitchFamily="2" charset="-122"/>
            </a:endParaRPr>
          </a:p>
        </p:txBody>
      </p:sp>
      <p:cxnSp>
        <p:nvCxnSpPr>
          <p:cNvPr id="7" name="Straight Connector 91"/>
          <p:cNvCxnSpPr/>
          <p:nvPr/>
        </p:nvCxnSpPr>
        <p:spPr>
          <a:xfrm rot="5400000">
            <a:off x="3136975" y="2370404"/>
            <a:ext cx="437686" cy="1940"/>
          </a:xfrm>
          <a:prstGeom prst="line">
            <a:avLst/>
          </a:prstGeom>
          <a:ln w="9525" cap="rnd">
            <a:solidFill>
              <a:srgbClr val="48BAF8"/>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99"/>
          <p:cNvCxnSpPr/>
          <p:nvPr/>
        </p:nvCxnSpPr>
        <p:spPr>
          <a:xfrm flipH="1">
            <a:off x="3356792" y="2362866"/>
            <a:ext cx="6188738" cy="0"/>
          </a:xfrm>
          <a:prstGeom prst="line">
            <a:avLst/>
          </a:prstGeom>
          <a:ln w="9525" cap="rnd">
            <a:solidFill>
              <a:srgbClr val="48BAF8"/>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9" name="Straight Connector 103"/>
          <p:cNvCxnSpPr/>
          <p:nvPr/>
        </p:nvCxnSpPr>
        <p:spPr>
          <a:xfrm flipH="1">
            <a:off x="3356792" y="3289519"/>
            <a:ext cx="6188738" cy="0"/>
          </a:xfrm>
          <a:prstGeom prst="line">
            <a:avLst/>
          </a:prstGeom>
          <a:ln w="9525" cap="rnd">
            <a:solidFill>
              <a:srgbClr val="ADB9CA"/>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104"/>
          <p:cNvCxnSpPr/>
          <p:nvPr/>
        </p:nvCxnSpPr>
        <p:spPr>
          <a:xfrm flipH="1">
            <a:off x="3356792" y="4150257"/>
            <a:ext cx="6188738" cy="0"/>
          </a:xfrm>
          <a:prstGeom prst="line">
            <a:avLst/>
          </a:prstGeom>
          <a:ln w="9525" cap="rnd">
            <a:solidFill>
              <a:srgbClr val="ADB9CA"/>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1" name="Straight Connector 107"/>
          <p:cNvCxnSpPr/>
          <p:nvPr/>
        </p:nvCxnSpPr>
        <p:spPr>
          <a:xfrm flipH="1">
            <a:off x="3356792" y="5034260"/>
            <a:ext cx="6188738" cy="0"/>
          </a:xfrm>
          <a:prstGeom prst="line">
            <a:avLst/>
          </a:prstGeom>
          <a:ln w="9525" cap="rnd">
            <a:solidFill>
              <a:srgbClr val="ADB9CA"/>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2" name="Straight Connector 127"/>
          <p:cNvCxnSpPr/>
          <p:nvPr/>
        </p:nvCxnSpPr>
        <p:spPr>
          <a:xfrm flipH="1">
            <a:off x="3356793" y="5925629"/>
            <a:ext cx="6188738" cy="0"/>
          </a:xfrm>
          <a:prstGeom prst="line">
            <a:avLst/>
          </a:prstGeom>
          <a:ln w="9525" cap="rnd">
            <a:solidFill>
              <a:srgbClr val="015BAB"/>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3" name="Straight Connector 132"/>
          <p:cNvCxnSpPr/>
          <p:nvPr/>
        </p:nvCxnSpPr>
        <p:spPr>
          <a:xfrm rot="5400000">
            <a:off x="3136975" y="3273841"/>
            <a:ext cx="437686" cy="1940"/>
          </a:xfrm>
          <a:prstGeom prst="line">
            <a:avLst/>
          </a:prstGeom>
          <a:ln w="9525" cap="rnd">
            <a:solidFill>
              <a:srgbClr val="ADB9CA"/>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133"/>
          <p:cNvCxnSpPr/>
          <p:nvPr/>
        </p:nvCxnSpPr>
        <p:spPr>
          <a:xfrm rot="5400000">
            <a:off x="3136975" y="4163009"/>
            <a:ext cx="437686" cy="1940"/>
          </a:xfrm>
          <a:prstGeom prst="line">
            <a:avLst/>
          </a:prstGeom>
          <a:ln w="9525" cap="rnd">
            <a:solidFill>
              <a:srgbClr val="ADB9CA"/>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134"/>
          <p:cNvCxnSpPr/>
          <p:nvPr/>
        </p:nvCxnSpPr>
        <p:spPr>
          <a:xfrm rot="5400000">
            <a:off x="3136975" y="5049011"/>
            <a:ext cx="437686" cy="1940"/>
          </a:xfrm>
          <a:prstGeom prst="line">
            <a:avLst/>
          </a:prstGeom>
          <a:ln w="9525" cap="rnd">
            <a:solidFill>
              <a:srgbClr val="ADB9CA"/>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135"/>
          <p:cNvCxnSpPr/>
          <p:nvPr/>
        </p:nvCxnSpPr>
        <p:spPr>
          <a:xfrm rot="5400000">
            <a:off x="3136975" y="5938396"/>
            <a:ext cx="437686" cy="1940"/>
          </a:xfrm>
          <a:prstGeom prst="line">
            <a:avLst/>
          </a:prstGeom>
          <a:ln w="9525" cap="rnd">
            <a:solidFill>
              <a:srgbClr val="015BAB"/>
            </a:solidFill>
            <a:prstDash val="solid"/>
            <a:headEnd type="oval"/>
            <a:tailEnd type="ova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583501" y="471624"/>
            <a:ext cx="2177776" cy="553998"/>
            <a:chOff x="592429" y="482522"/>
            <a:chExt cx="2177776" cy="553998"/>
          </a:xfrm>
        </p:grpSpPr>
        <p:grpSp>
          <p:nvGrpSpPr>
            <p:cNvPr id="28" name="组合 27"/>
            <p:cNvGrpSpPr/>
            <p:nvPr/>
          </p:nvGrpSpPr>
          <p:grpSpPr>
            <a:xfrm>
              <a:off x="592429" y="584272"/>
              <a:ext cx="433087" cy="360490"/>
              <a:chOff x="2770053" y="2524936"/>
              <a:chExt cx="433087" cy="317447"/>
            </a:xfrm>
            <a:solidFill>
              <a:srgbClr val="2F5EB2"/>
            </a:solidFill>
          </p:grpSpPr>
          <p:sp>
            <p:nvSpPr>
              <p:cNvPr id="3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五</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34" name="Rectangle 28"/>
          <p:cNvSpPr/>
          <p:nvPr/>
        </p:nvSpPr>
        <p:spPr>
          <a:xfrm>
            <a:off x="4652752" y="1665050"/>
            <a:ext cx="4636804"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5" name="Rectangle 28"/>
          <p:cNvSpPr/>
          <p:nvPr/>
        </p:nvSpPr>
        <p:spPr>
          <a:xfrm>
            <a:off x="4652752" y="2548117"/>
            <a:ext cx="4636804"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6" name="Rectangle 28"/>
          <p:cNvSpPr/>
          <p:nvPr/>
        </p:nvSpPr>
        <p:spPr>
          <a:xfrm>
            <a:off x="4652752" y="3449457"/>
            <a:ext cx="4636804"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7" name="Rectangle 28"/>
          <p:cNvSpPr/>
          <p:nvPr/>
        </p:nvSpPr>
        <p:spPr>
          <a:xfrm>
            <a:off x="4652752" y="4297799"/>
            <a:ext cx="4636804"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8" name="Rectangle 28"/>
          <p:cNvSpPr/>
          <p:nvPr/>
        </p:nvSpPr>
        <p:spPr>
          <a:xfrm>
            <a:off x="4735704" y="5204951"/>
            <a:ext cx="4636804"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0" name="文本框 39"/>
          <p:cNvSpPr txBox="1"/>
          <p:nvPr/>
        </p:nvSpPr>
        <p:spPr>
          <a:xfrm>
            <a:off x="9742345" y="2001799"/>
            <a:ext cx="1099149" cy="461665"/>
          </a:xfrm>
          <a:prstGeom prst="rect">
            <a:avLst/>
          </a:prstGeom>
          <a:noFill/>
        </p:spPr>
        <p:txBody>
          <a:bodyPr wrap="square" rtlCol="0">
            <a:spAutoFit/>
          </a:bodyPr>
          <a:lstStyle/>
          <a:p>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9742345" y="2985791"/>
            <a:ext cx="1099149" cy="461665"/>
          </a:xfrm>
          <a:prstGeom prst="rect">
            <a:avLst/>
          </a:prstGeom>
          <a:noFill/>
        </p:spPr>
        <p:txBody>
          <a:bodyPr wrap="square" rtlCol="0">
            <a:spAutoFit/>
          </a:bodyPr>
          <a:lstStyle/>
          <a:p>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9748604" y="3875759"/>
            <a:ext cx="1099149" cy="461665"/>
          </a:xfrm>
          <a:prstGeom prst="rect">
            <a:avLst/>
          </a:prstGeom>
          <a:noFill/>
        </p:spPr>
        <p:txBody>
          <a:bodyPr wrap="square" rtlCol="0">
            <a:spAutoFit/>
          </a:bodyPr>
          <a:lstStyle/>
          <a:p>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9773683" y="4753381"/>
            <a:ext cx="1099149" cy="461665"/>
          </a:xfrm>
          <a:prstGeom prst="rect">
            <a:avLst/>
          </a:prstGeom>
          <a:noFill/>
        </p:spPr>
        <p:txBody>
          <a:bodyPr wrap="square" rtlCol="0">
            <a:spAutoFit/>
          </a:bodyPr>
          <a:lstStyle/>
          <a:p>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9773683" y="5631003"/>
            <a:ext cx="1099149" cy="461665"/>
          </a:xfrm>
          <a:prstGeom prst="rect">
            <a:avLst/>
          </a:prstGeom>
          <a:noFill/>
        </p:spPr>
        <p:txBody>
          <a:bodyPr wrap="square" rtlCol="0">
            <a:spAutoFit/>
          </a:bodyPr>
          <a:lstStyle/>
          <a:p>
            <a:r>
              <a:rPr lang="en-US" altLang="zh-CN" sz="2400" dirty="0">
                <a:solidFill>
                  <a:schemeClr val="tx1">
                    <a:lumMod val="75000"/>
                    <a:lumOff val="25000"/>
                  </a:schemeClr>
                </a:solidFill>
                <a:latin typeface="微软雅黑" panose="020B0503020204020204" pitchFamily="34" charset="-122"/>
                <a:ea typeface="微软雅黑" panose="020B0503020204020204" pitchFamily="34" charset="-122"/>
              </a:rPr>
              <a:t>50</a:t>
            </a:r>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3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3416320"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单页面六项内容</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06</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Freeform 102"/>
          <p:cNvSpPr>
            <a:spLocks noChangeAspect="1" noEditPoints="1"/>
          </p:cNvSpPr>
          <p:nvPr/>
        </p:nvSpPr>
        <p:spPr bwMode="auto">
          <a:xfrm>
            <a:off x="5325631" y="2229922"/>
            <a:ext cx="720000" cy="720000"/>
          </a:xfrm>
          <a:custGeom>
            <a:avLst/>
            <a:gdLst>
              <a:gd name="T0" fmla="*/ 128 w 256"/>
              <a:gd name="T1" fmla="*/ 0 h 256"/>
              <a:gd name="T2" fmla="*/ 37 w 256"/>
              <a:gd name="T3" fmla="*/ 37 h 256"/>
              <a:gd name="T4" fmla="*/ 0 w 256"/>
              <a:gd name="T5" fmla="*/ 128 h 256"/>
              <a:gd name="T6" fmla="*/ 37 w 256"/>
              <a:gd name="T7" fmla="*/ 219 h 256"/>
              <a:gd name="T8" fmla="*/ 128 w 256"/>
              <a:gd name="T9" fmla="*/ 256 h 256"/>
              <a:gd name="T10" fmla="*/ 219 w 256"/>
              <a:gd name="T11" fmla="*/ 219 h 256"/>
              <a:gd name="T12" fmla="*/ 256 w 256"/>
              <a:gd name="T13" fmla="*/ 128 h 256"/>
              <a:gd name="T14" fmla="*/ 219 w 256"/>
              <a:gd name="T15" fmla="*/ 37 h 256"/>
              <a:gd name="T16" fmla="*/ 128 w 256"/>
              <a:gd name="T17" fmla="*/ 0 h 256"/>
              <a:gd name="T18" fmla="*/ 207 w 256"/>
              <a:gd name="T19" fmla="*/ 207 h 256"/>
              <a:gd name="T20" fmla="*/ 128 w 256"/>
              <a:gd name="T21" fmla="*/ 240 h 256"/>
              <a:gd name="T22" fmla="*/ 49 w 256"/>
              <a:gd name="T23" fmla="*/ 207 h 256"/>
              <a:gd name="T24" fmla="*/ 16 w 256"/>
              <a:gd name="T25" fmla="*/ 128 h 256"/>
              <a:gd name="T26" fmla="*/ 49 w 256"/>
              <a:gd name="T27" fmla="*/ 49 h 256"/>
              <a:gd name="T28" fmla="*/ 128 w 256"/>
              <a:gd name="T29" fmla="*/ 16 h 256"/>
              <a:gd name="T30" fmla="*/ 207 w 256"/>
              <a:gd name="T31" fmla="*/ 49 h 256"/>
              <a:gd name="T32" fmla="*/ 240 w 256"/>
              <a:gd name="T33" fmla="*/ 128 h 256"/>
              <a:gd name="T34" fmla="*/ 207 w 256"/>
              <a:gd name="T35" fmla="*/ 20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256">
                <a:moveTo>
                  <a:pt x="128" y="0"/>
                </a:moveTo>
                <a:cubicBezTo>
                  <a:pt x="94" y="0"/>
                  <a:pt x="62" y="13"/>
                  <a:pt x="37" y="37"/>
                </a:cubicBezTo>
                <a:cubicBezTo>
                  <a:pt x="13" y="62"/>
                  <a:pt x="0" y="94"/>
                  <a:pt x="0" y="128"/>
                </a:cubicBezTo>
                <a:cubicBezTo>
                  <a:pt x="0" y="162"/>
                  <a:pt x="13" y="194"/>
                  <a:pt x="37" y="219"/>
                </a:cubicBezTo>
                <a:cubicBezTo>
                  <a:pt x="62" y="243"/>
                  <a:pt x="94" y="256"/>
                  <a:pt x="128" y="256"/>
                </a:cubicBezTo>
                <a:cubicBezTo>
                  <a:pt x="162" y="256"/>
                  <a:pt x="194" y="243"/>
                  <a:pt x="219" y="219"/>
                </a:cubicBezTo>
                <a:cubicBezTo>
                  <a:pt x="243" y="194"/>
                  <a:pt x="256" y="162"/>
                  <a:pt x="256" y="128"/>
                </a:cubicBezTo>
                <a:cubicBezTo>
                  <a:pt x="256" y="94"/>
                  <a:pt x="243" y="62"/>
                  <a:pt x="219" y="37"/>
                </a:cubicBezTo>
                <a:cubicBezTo>
                  <a:pt x="194" y="13"/>
                  <a:pt x="162" y="0"/>
                  <a:pt x="128" y="0"/>
                </a:cubicBezTo>
                <a:close/>
                <a:moveTo>
                  <a:pt x="207" y="207"/>
                </a:moveTo>
                <a:cubicBezTo>
                  <a:pt x="186" y="228"/>
                  <a:pt x="158" y="240"/>
                  <a:pt x="128" y="240"/>
                </a:cubicBezTo>
                <a:cubicBezTo>
                  <a:pt x="98" y="240"/>
                  <a:pt x="70" y="228"/>
                  <a:pt x="49" y="207"/>
                </a:cubicBezTo>
                <a:cubicBezTo>
                  <a:pt x="28" y="186"/>
                  <a:pt x="16" y="158"/>
                  <a:pt x="16" y="128"/>
                </a:cubicBezTo>
                <a:cubicBezTo>
                  <a:pt x="16" y="98"/>
                  <a:pt x="28" y="70"/>
                  <a:pt x="49" y="49"/>
                </a:cubicBezTo>
                <a:cubicBezTo>
                  <a:pt x="70" y="28"/>
                  <a:pt x="98" y="16"/>
                  <a:pt x="128" y="16"/>
                </a:cubicBezTo>
                <a:cubicBezTo>
                  <a:pt x="158" y="16"/>
                  <a:pt x="186" y="28"/>
                  <a:pt x="207" y="49"/>
                </a:cubicBezTo>
                <a:cubicBezTo>
                  <a:pt x="228" y="70"/>
                  <a:pt x="240" y="98"/>
                  <a:pt x="240" y="128"/>
                </a:cubicBezTo>
                <a:cubicBezTo>
                  <a:pt x="240" y="158"/>
                  <a:pt x="228" y="186"/>
                  <a:pt x="207" y="207"/>
                </a:cubicBezTo>
                <a:close/>
              </a:path>
            </a:pathLst>
          </a:custGeom>
          <a:solidFill>
            <a:srgbClr val="48BAF8"/>
          </a:solidFill>
          <a:ln w="9525">
            <a:noFill/>
            <a:round/>
          </a:ln>
        </p:spPr>
        <p:txBody>
          <a:bodyPr vert="horz" wrap="square" lIns="91440" tIns="45720" rIns="91440" bIns="45720" numCol="1" anchor="t" anchorCtr="0" compatLnSpc="1"/>
          <a:lstStyle/>
          <a:p>
            <a:endParaRPr lang="en-US">
              <a:solidFill>
                <a:srgbClr val="2B2B2B"/>
              </a:solidFill>
            </a:endParaRPr>
          </a:p>
        </p:txBody>
      </p:sp>
      <p:sp>
        <p:nvSpPr>
          <p:cNvPr id="99" name="Freeform 102"/>
          <p:cNvSpPr>
            <a:spLocks noChangeAspect="1" noEditPoints="1"/>
          </p:cNvSpPr>
          <p:nvPr/>
        </p:nvSpPr>
        <p:spPr bwMode="auto">
          <a:xfrm>
            <a:off x="7555994" y="2229922"/>
            <a:ext cx="720000" cy="720000"/>
          </a:xfrm>
          <a:custGeom>
            <a:avLst/>
            <a:gdLst>
              <a:gd name="T0" fmla="*/ 128 w 256"/>
              <a:gd name="T1" fmla="*/ 0 h 256"/>
              <a:gd name="T2" fmla="*/ 37 w 256"/>
              <a:gd name="T3" fmla="*/ 37 h 256"/>
              <a:gd name="T4" fmla="*/ 0 w 256"/>
              <a:gd name="T5" fmla="*/ 128 h 256"/>
              <a:gd name="T6" fmla="*/ 37 w 256"/>
              <a:gd name="T7" fmla="*/ 219 h 256"/>
              <a:gd name="T8" fmla="*/ 128 w 256"/>
              <a:gd name="T9" fmla="*/ 256 h 256"/>
              <a:gd name="T10" fmla="*/ 219 w 256"/>
              <a:gd name="T11" fmla="*/ 219 h 256"/>
              <a:gd name="T12" fmla="*/ 256 w 256"/>
              <a:gd name="T13" fmla="*/ 128 h 256"/>
              <a:gd name="T14" fmla="*/ 219 w 256"/>
              <a:gd name="T15" fmla="*/ 37 h 256"/>
              <a:gd name="T16" fmla="*/ 128 w 256"/>
              <a:gd name="T17" fmla="*/ 0 h 256"/>
              <a:gd name="T18" fmla="*/ 207 w 256"/>
              <a:gd name="T19" fmla="*/ 207 h 256"/>
              <a:gd name="T20" fmla="*/ 128 w 256"/>
              <a:gd name="T21" fmla="*/ 240 h 256"/>
              <a:gd name="T22" fmla="*/ 49 w 256"/>
              <a:gd name="T23" fmla="*/ 207 h 256"/>
              <a:gd name="T24" fmla="*/ 16 w 256"/>
              <a:gd name="T25" fmla="*/ 128 h 256"/>
              <a:gd name="T26" fmla="*/ 49 w 256"/>
              <a:gd name="T27" fmla="*/ 49 h 256"/>
              <a:gd name="T28" fmla="*/ 128 w 256"/>
              <a:gd name="T29" fmla="*/ 16 h 256"/>
              <a:gd name="T30" fmla="*/ 207 w 256"/>
              <a:gd name="T31" fmla="*/ 49 h 256"/>
              <a:gd name="T32" fmla="*/ 240 w 256"/>
              <a:gd name="T33" fmla="*/ 128 h 256"/>
              <a:gd name="T34" fmla="*/ 207 w 256"/>
              <a:gd name="T35" fmla="*/ 20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256">
                <a:moveTo>
                  <a:pt x="128" y="0"/>
                </a:moveTo>
                <a:cubicBezTo>
                  <a:pt x="94" y="0"/>
                  <a:pt x="62" y="13"/>
                  <a:pt x="37" y="37"/>
                </a:cubicBezTo>
                <a:cubicBezTo>
                  <a:pt x="13" y="62"/>
                  <a:pt x="0" y="94"/>
                  <a:pt x="0" y="128"/>
                </a:cubicBezTo>
                <a:cubicBezTo>
                  <a:pt x="0" y="162"/>
                  <a:pt x="13" y="194"/>
                  <a:pt x="37" y="219"/>
                </a:cubicBezTo>
                <a:cubicBezTo>
                  <a:pt x="62" y="243"/>
                  <a:pt x="94" y="256"/>
                  <a:pt x="128" y="256"/>
                </a:cubicBezTo>
                <a:cubicBezTo>
                  <a:pt x="162" y="256"/>
                  <a:pt x="194" y="243"/>
                  <a:pt x="219" y="219"/>
                </a:cubicBezTo>
                <a:cubicBezTo>
                  <a:pt x="243" y="194"/>
                  <a:pt x="256" y="162"/>
                  <a:pt x="256" y="128"/>
                </a:cubicBezTo>
                <a:cubicBezTo>
                  <a:pt x="256" y="94"/>
                  <a:pt x="243" y="62"/>
                  <a:pt x="219" y="37"/>
                </a:cubicBezTo>
                <a:cubicBezTo>
                  <a:pt x="194" y="13"/>
                  <a:pt x="162" y="0"/>
                  <a:pt x="128" y="0"/>
                </a:cubicBezTo>
                <a:close/>
                <a:moveTo>
                  <a:pt x="207" y="207"/>
                </a:moveTo>
                <a:cubicBezTo>
                  <a:pt x="186" y="228"/>
                  <a:pt x="158" y="240"/>
                  <a:pt x="128" y="240"/>
                </a:cubicBezTo>
                <a:cubicBezTo>
                  <a:pt x="98" y="240"/>
                  <a:pt x="70" y="228"/>
                  <a:pt x="49" y="207"/>
                </a:cubicBezTo>
                <a:cubicBezTo>
                  <a:pt x="28" y="186"/>
                  <a:pt x="16" y="158"/>
                  <a:pt x="16" y="128"/>
                </a:cubicBezTo>
                <a:cubicBezTo>
                  <a:pt x="16" y="98"/>
                  <a:pt x="28" y="70"/>
                  <a:pt x="49" y="49"/>
                </a:cubicBezTo>
                <a:cubicBezTo>
                  <a:pt x="70" y="28"/>
                  <a:pt x="98" y="16"/>
                  <a:pt x="128" y="16"/>
                </a:cubicBezTo>
                <a:cubicBezTo>
                  <a:pt x="158" y="16"/>
                  <a:pt x="186" y="28"/>
                  <a:pt x="207" y="49"/>
                </a:cubicBezTo>
                <a:cubicBezTo>
                  <a:pt x="228" y="70"/>
                  <a:pt x="240" y="98"/>
                  <a:pt x="240" y="128"/>
                </a:cubicBezTo>
                <a:cubicBezTo>
                  <a:pt x="240" y="158"/>
                  <a:pt x="228" y="186"/>
                  <a:pt x="207" y="207"/>
                </a:cubicBezTo>
                <a:close/>
              </a:path>
            </a:pathLst>
          </a:custGeom>
          <a:solidFill>
            <a:srgbClr val="48BAF8"/>
          </a:solidFill>
          <a:ln w="9525">
            <a:noFill/>
            <a:round/>
          </a:ln>
        </p:spPr>
        <p:txBody>
          <a:bodyPr vert="horz" wrap="square" lIns="91440" tIns="45720" rIns="91440" bIns="45720" numCol="1" anchor="t" anchorCtr="0" compatLnSpc="1"/>
          <a:lstStyle/>
          <a:p>
            <a:endParaRPr lang="en-US">
              <a:solidFill>
                <a:srgbClr val="2B2B2B"/>
              </a:solidFill>
            </a:endParaRPr>
          </a:p>
        </p:txBody>
      </p:sp>
      <p:sp>
        <p:nvSpPr>
          <p:cNvPr id="100" name="Freeform 102"/>
          <p:cNvSpPr>
            <a:spLocks noChangeAspect="1" noEditPoints="1"/>
          </p:cNvSpPr>
          <p:nvPr/>
        </p:nvSpPr>
        <p:spPr bwMode="auto">
          <a:xfrm>
            <a:off x="9786357" y="2229922"/>
            <a:ext cx="720000" cy="720000"/>
          </a:xfrm>
          <a:custGeom>
            <a:avLst/>
            <a:gdLst>
              <a:gd name="T0" fmla="*/ 128 w 256"/>
              <a:gd name="T1" fmla="*/ 0 h 256"/>
              <a:gd name="T2" fmla="*/ 37 w 256"/>
              <a:gd name="T3" fmla="*/ 37 h 256"/>
              <a:gd name="T4" fmla="*/ 0 w 256"/>
              <a:gd name="T5" fmla="*/ 128 h 256"/>
              <a:gd name="T6" fmla="*/ 37 w 256"/>
              <a:gd name="T7" fmla="*/ 219 h 256"/>
              <a:gd name="T8" fmla="*/ 128 w 256"/>
              <a:gd name="T9" fmla="*/ 256 h 256"/>
              <a:gd name="T10" fmla="*/ 219 w 256"/>
              <a:gd name="T11" fmla="*/ 219 h 256"/>
              <a:gd name="T12" fmla="*/ 256 w 256"/>
              <a:gd name="T13" fmla="*/ 128 h 256"/>
              <a:gd name="T14" fmla="*/ 219 w 256"/>
              <a:gd name="T15" fmla="*/ 37 h 256"/>
              <a:gd name="T16" fmla="*/ 128 w 256"/>
              <a:gd name="T17" fmla="*/ 0 h 256"/>
              <a:gd name="T18" fmla="*/ 207 w 256"/>
              <a:gd name="T19" fmla="*/ 207 h 256"/>
              <a:gd name="T20" fmla="*/ 128 w 256"/>
              <a:gd name="T21" fmla="*/ 240 h 256"/>
              <a:gd name="T22" fmla="*/ 49 w 256"/>
              <a:gd name="T23" fmla="*/ 207 h 256"/>
              <a:gd name="T24" fmla="*/ 16 w 256"/>
              <a:gd name="T25" fmla="*/ 128 h 256"/>
              <a:gd name="T26" fmla="*/ 49 w 256"/>
              <a:gd name="T27" fmla="*/ 49 h 256"/>
              <a:gd name="T28" fmla="*/ 128 w 256"/>
              <a:gd name="T29" fmla="*/ 16 h 256"/>
              <a:gd name="T30" fmla="*/ 207 w 256"/>
              <a:gd name="T31" fmla="*/ 49 h 256"/>
              <a:gd name="T32" fmla="*/ 240 w 256"/>
              <a:gd name="T33" fmla="*/ 128 h 256"/>
              <a:gd name="T34" fmla="*/ 207 w 256"/>
              <a:gd name="T35" fmla="*/ 20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256">
                <a:moveTo>
                  <a:pt x="128" y="0"/>
                </a:moveTo>
                <a:cubicBezTo>
                  <a:pt x="94" y="0"/>
                  <a:pt x="62" y="13"/>
                  <a:pt x="37" y="37"/>
                </a:cubicBezTo>
                <a:cubicBezTo>
                  <a:pt x="13" y="62"/>
                  <a:pt x="0" y="94"/>
                  <a:pt x="0" y="128"/>
                </a:cubicBezTo>
                <a:cubicBezTo>
                  <a:pt x="0" y="162"/>
                  <a:pt x="13" y="194"/>
                  <a:pt x="37" y="219"/>
                </a:cubicBezTo>
                <a:cubicBezTo>
                  <a:pt x="62" y="243"/>
                  <a:pt x="94" y="256"/>
                  <a:pt x="128" y="256"/>
                </a:cubicBezTo>
                <a:cubicBezTo>
                  <a:pt x="162" y="256"/>
                  <a:pt x="194" y="243"/>
                  <a:pt x="219" y="219"/>
                </a:cubicBezTo>
                <a:cubicBezTo>
                  <a:pt x="243" y="194"/>
                  <a:pt x="256" y="162"/>
                  <a:pt x="256" y="128"/>
                </a:cubicBezTo>
                <a:cubicBezTo>
                  <a:pt x="256" y="94"/>
                  <a:pt x="243" y="62"/>
                  <a:pt x="219" y="37"/>
                </a:cubicBezTo>
                <a:cubicBezTo>
                  <a:pt x="194" y="13"/>
                  <a:pt x="162" y="0"/>
                  <a:pt x="128" y="0"/>
                </a:cubicBezTo>
                <a:close/>
                <a:moveTo>
                  <a:pt x="207" y="207"/>
                </a:moveTo>
                <a:cubicBezTo>
                  <a:pt x="186" y="228"/>
                  <a:pt x="158" y="240"/>
                  <a:pt x="128" y="240"/>
                </a:cubicBezTo>
                <a:cubicBezTo>
                  <a:pt x="98" y="240"/>
                  <a:pt x="70" y="228"/>
                  <a:pt x="49" y="207"/>
                </a:cubicBezTo>
                <a:cubicBezTo>
                  <a:pt x="28" y="186"/>
                  <a:pt x="16" y="158"/>
                  <a:pt x="16" y="128"/>
                </a:cubicBezTo>
                <a:cubicBezTo>
                  <a:pt x="16" y="98"/>
                  <a:pt x="28" y="70"/>
                  <a:pt x="49" y="49"/>
                </a:cubicBezTo>
                <a:cubicBezTo>
                  <a:pt x="70" y="28"/>
                  <a:pt x="98" y="16"/>
                  <a:pt x="128" y="16"/>
                </a:cubicBezTo>
                <a:cubicBezTo>
                  <a:pt x="158" y="16"/>
                  <a:pt x="186" y="28"/>
                  <a:pt x="207" y="49"/>
                </a:cubicBezTo>
                <a:cubicBezTo>
                  <a:pt x="228" y="70"/>
                  <a:pt x="240" y="98"/>
                  <a:pt x="240" y="128"/>
                </a:cubicBezTo>
                <a:cubicBezTo>
                  <a:pt x="240" y="158"/>
                  <a:pt x="228" y="186"/>
                  <a:pt x="207" y="207"/>
                </a:cubicBezTo>
                <a:close/>
              </a:path>
            </a:pathLst>
          </a:custGeom>
          <a:solidFill>
            <a:srgbClr val="48BAF8"/>
          </a:solidFill>
          <a:ln w="9525">
            <a:noFill/>
            <a:round/>
          </a:ln>
        </p:spPr>
        <p:txBody>
          <a:bodyPr vert="horz" wrap="square" lIns="91440" tIns="45720" rIns="91440" bIns="45720" numCol="1" anchor="t" anchorCtr="0" compatLnSpc="1"/>
          <a:lstStyle/>
          <a:p>
            <a:endParaRPr lang="en-US">
              <a:solidFill>
                <a:srgbClr val="2B2B2B"/>
              </a:solidFill>
            </a:endParaRPr>
          </a:p>
        </p:txBody>
      </p:sp>
      <p:grpSp>
        <p:nvGrpSpPr>
          <p:cNvPr id="110" name="Group 80"/>
          <p:cNvGrpSpPr/>
          <p:nvPr/>
        </p:nvGrpSpPr>
        <p:grpSpPr>
          <a:xfrm>
            <a:off x="5492364" y="2442633"/>
            <a:ext cx="386534" cy="314469"/>
            <a:chOff x="6369689" y="2031259"/>
            <a:chExt cx="386534" cy="314469"/>
          </a:xfrm>
          <a:solidFill>
            <a:srgbClr val="48BAF8"/>
          </a:solidFill>
        </p:grpSpPr>
        <p:sp>
          <p:nvSpPr>
            <p:cNvPr id="111" name="Freeform 42"/>
            <p:cNvSpPr>
              <a:spLocks noEditPoints="1"/>
            </p:cNvSpPr>
            <p:nvPr/>
          </p:nvSpPr>
          <p:spPr bwMode="auto">
            <a:xfrm>
              <a:off x="6369689" y="2031259"/>
              <a:ext cx="386534" cy="314469"/>
            </a:xfrm>
            <a:custGeom>
              <a:avLst/>
              <a:gdLst>
                <a:gd name="T0" fmla="*/ 248 w 256"/>
                <a:gd name="T1" fmla="*/ 0 h 208"/>
                <a:gd name="T2" fmla="*/ 40 w 256"/>
                <a:gd name="T3" fmla="*/ 0 h 208"/>
                <a:gd name="T4" fmla="*/ 32 w 256"/>
                <a:gd name="T5" fmla="*/ 8 h 208"/>
                <a:gd name="T6" fmla="*/ 32 w 256"/>
                <a:gd name="T7" fmla="*/ 32 h 208"/>
                <a:gd name="T8" fmla="*/ 8 w 256"/>
                <a:gd name="T9" fmla="*/ 32 h 208"/>
                <a:gd name="T10" fmla="*/ 0 w 256"/>
                <a:gd name="T11" fmla="*/ 40 h 208"/>
                <a:gd name="T12" fmla="*/ 0 w 256"/>
                <a:gd name="T13" fmla="*/ 200 h 208"/>
                <a:gd name="T14" fmla="*/ 8 w 256"/>
                <a:gd name="T15" fmla="*/ 208 h 208"/>
                <a:gd name="T16" fmla="*/ 216 w 256"/>
                <a:gd name="T17" fmla="*/ 208 h 208"/>
                <a:gd name="T18" fmla="*/ 224 w 256"/>
                <a:gd name="T19" fmla="*/ 200 h 208"/>
                <a:gd name="T20" fmla="*/ 224 w 256"/>
                <a:gd name="T21" fmla="*/ 176 h 208"/>
                <a:gd name="T22" fmla="*/ 248 w 256"/>
                <a:gd name="T23" fmla="*/ 176 h 208"/>
                <a:gd name="T24" fmla="*/ 256 w 256"/>
                <a:gd name="T25" fmla="*/ 168 h 208"/>
                <a:gd name="T26" fmla="*/ 256 w 256"/>
                <a:gd name="T27" fmla="*/ 8 h 208"/>
                <a:gd name="T28" fmla="*/ 248 w 256"/>
                <a:gd name="T29" fmla="*/ 0 h 208"/>
                <a:gd name="T30" fmla="*/ 208 w 256"/>
                <a:gd name="T31" fmla="*/ 48 h 208"/>
                <a:gd name="T32" fmla="*/ 208 w 256"/>
                <a:gd name="T33" fmla="*/ 175 h 208"/>
                <a:gd name="T34" fmla="*/ 165 w 256"/>
                <a:gd name="T35" fmla="*/ 138 h 208"/>
                <a:gd name="T36" fmla="*/ 156 w 256"/>
                <a:gd name="T37" fmla="*/ 137 h 208"/>
                <a:gd name="T38" fmla="*/ 122 w 256"/>
                <a:gd name="T39" fmla="*/ 158 h 208"/>
                <a:gd name="T40" fmla="*/ 70 w 256"/>
                <a:gd name="T41" fmla="*/ 99 h 208"/>
                <a:gd name="T42" fmla="*/ 64 w 256"/>
                <a:gd name="T43" fmla="*/ 96 h 208"/>
                <a:gd name="T44" fmla="*/ 58 w 256"/>
                <a:gd name="T45" fmla="*/ 98 h 208"/>
                <a:gd name="T46" fmla="*/ 16 w 256"/>
                <a:gd name="T47" fmla="*/ 141 h 208"/>
                <a:gd name="T48" fmla="*/ 16 w 256"/>
                <a:gd name="T49" fmla="*/ 48 h 208"/>
                <a:gd name="T50" fmla="*/ 208 w 256"/>
                <a:gd name="T51" fmla="*/ 48 h 208"/>
                <a:gd name="T52" fmla="*/ 16 w 256"/>
                <a:gd name="T53" fmla="*/ 163 h 208"/>
                <a:gd name="T54" fmla="*/ 64 w 256"/>
                <a:gd name="T55" fmla="*/ 116 h 208"/>
                <a:gd name="T56" fmla="*/ 114 w 256"/>
                <a:gd name="T57" fmla="*/ 173 h 208"/>
                <a:gd name="T58" fmla="*/ 124 w 256"/>
                <a:gd name="T59" fmla="*/ 175 h 208"/>
                <a:gd name="T60" fmla="*/ 159 w 256"/>
                <a:gd name="T61" fmla="*/ 154 h 208"/>
                <a:gd name="T62" fmla="*/ 204 w 256"/>
                <a:gd name="T63" fmla="*/ 192 h 208"/>
                <a:gd name="T64" fmla="*/ 16 w 256"/>
                <a:gd name="T65" fmla="*/ 192 h 208"/>
                <a:gd name="T66" fmla="*/ 16 w 256"/>
                <a:gd name="T67" fmla="*/ 163 h 208"/>
                <a:gd name="T68" fmla="*/ 240 w 256"/>
                <a:gd name="T69" fmla="*/ 160 h 208"/>
                <a:gd name="T70" fmla="*/ 224 w 256"/>
                <a:gd name="T71" fmla="*/ 160 h 208"/>
                <a:gd name="T72" fmla="*/ 224 w 256"/>
                <a:gd name="T73" fmla="*/ 40 h 208"/>
                <a:gd name="T74" fmla="*/ 216 w 256"/>
                <a:gd name="T75" fmla="*/ 32 h 208"/>
                <a:gd name="T76" fmla="*/ 48 w 256"/>
                <a:gd name="T77" fmla="*/ 32 h 208"/>
                <a:gd name="T78" fmla="*/ 48 w 256"/>
                <a:gd name="T79" fmla="*/ 16 h 208"/>
                <a:gd name="T80" fmla="*/ 240 w 256"/>
                <a:gd name="T81" fmla="*/ 16 h 208"/>
                <a:gd name="T82" fmla="*/ 240 w 256"/>
                <a:gd name="T83" fmla="*/ 16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6" h="208">
                  <a:moveTo>
                    <a:pt x="248" y="0"/>
                  </a:moveTo>
                  <a:cubicBezTo>
                    <a:pt x="40" y="0"/>
                    <a:pt x="40" y="0"/>
                    <a:pt x="40" y="0"/>
                  </a:cubicBezTo>
                  <a:cubicBezTo>
                    <a:pt x="36" y="0"/>
                    <a:pt x="32" y="4"/>
                    <a:pt x="32" y="8"/>
                  </a:cubicBezTo>
                  <a:cubicBezTo>
                    <a:pt x="32" y="32"/>
                    <a:pt x="32" y="32"/>
                    <a:pt x="32" y="32"/>
                  </a:cubicBezTo>
                  <a:cubicBezTo>
                    <a:pt x="8" y="32"/>
                    <a:pt x="8" y="32"/>
                    <a:pt x="8" y="32"/>
                  </a:cubicBezTo>
                  <a:cubicBezTo>
                    <a:pt x="4" y="32"/>
                    <a:pt x="0" y="36"/>
                    <a:pt x="0" y="40"/>
                  </a:cubicBezTo>
                  <a:cubicBezTo>
                    <a:pt x="0" y="200"/>
                    <a:pt x="0" y="200"/>
                    <a:pt x="0" y="200"/>
                  </a:cubicBezTo>
                  <a:cubicBezTo>
                    <a:pt x="0" y="204"/>
                    <a:pt x="4" y="208"/>
                    <a:pt x="8" y="208"/>
                  </a:cubicBezTo>
                  <a:cubicBezTo>
                    <a:pt x="216" y="208"/>
                    <a:pt x="216" y="208"/>
                    <a:pt x="216" y="208"/>
                  </a:cubicBezTo>
                  <a:cubicBezTo>
                    <a:pt x="220" y="208"/>
                    <a:pt x="224" y="204"/>
                    <a:pt x="224" y="200"/>
                  </a:cubicBezTo>
                  <a:cubicBezTo>
                    <a:pt x="224" y="176"/>
                    <a:pt x="224" y="176"/>
                    <a:pt x="224" y="176"/>
                  </a:cubicBezTo>
                  <a:cubicBezTo>
                    <a:pt x="248" y="176"/>
                    <a:pt x="248" y="176"/>
                    <a:pt x="248" y="176"/>
                  </a:cubicBezTo>
                  <a:cubicBezTo>
                    <a:pt x="252" y="176"/>
                    <a:pt x="256" y="172"/>
                    <a:pt x="256" y="168"/>
                  </a:cubicBezTo>
                  <a:cubicBezTo>
                    <a:pt x="256" y="8"/>
                    <a:pt x="256" y="8"/>
                    <a:pt x="256" y="8"/>
                  </a:cubicBezTo>
                  <a:cubicBezTo>
                    <a:pt x="256" y="4"/>
                    <a:pt x="252" y="0"/>
                    <a:pt x="248" y="0"/>
                  </a:cubicBezTo>
                  <a:close/>
                  <a:moveTo>
                    <a:pt x="208" y="48"/>
                  </a:moveTo>
                  <a:cubicBezTo>
                    <a:pt x="208" y="175"/>
                    <a:pt x="208" y="175"/>
                    <a:pt x="208" y="175"/>
                  </a:cubicBezTo>
                  <a:cubicBezTo>
                    <a:pt x="165" y="138"/>
                    <a:pt x="165" y="138"/>
                    <a:pt x="165" y="138"/>
                  </a:cubicBezTo>
                  <a:cubicBezTo>
                    <a:pt x="163" y="136"/>
                    <a:pt x="159" y="135"/>
                    <a:pt x="156" y="137"/>
                  </a:cubicBezTo>
                  <a:cubicBezTo>
                    <a:pt x="122" y="158"/>
                    <a:pt x="122" y="158"/>
                    <a:pt x="122" y="158"/>
                  </a:cubicBezTo>
                  <a:cubicBezTo>
                    <a:pt x="70" y="99"/>
                    <a:pt x="70" y="99"/>
                    <a:pt x="70" y="99"/>
                  </a:cubicBezTo>
                  <a:cubicBezTo>
                    <a:pt x="69" y="97"/>
                    <a:pt x="66" y="96"/>
                    <a:pt x="64" y="96"/>
                  </a:cubicBezTo>
                  <a:cubicBezTo>
                    <a:pt x="62" y="96"/>
                    <a:pt x="60" y="97"/>
                    <a:pt x="58" y="98"/>
                  </a:cubicBezTo>
                  <a:cubicBezTo>
                    <a:pt x="16" y="141"/>
                    <a:pt x="16" y="141"/>
                    <a:pt x="16" y="141"/>
                  </a:cubicBezTo>
                  <a:cubicBezTo>
                    <a:pt x="16" y="48"/>
                    <a:pt x="16" y="48"/>
                    <a:pt x="16" y="48"/>
                  </a:cubicBezTo>
                  <a:lnTo>
                    <a:pt x="208" y="48"/>
                  </a:lnTo>
                  <a:close/>
                  <a:moveTo>
                    <a:pt x="16" y="163"/>
                  </a:moveTo>
                  <a:cubicBezTo>
                    <a:pt x="64" y="116"/>
                    <a:pt x="64" y="116"/>
                    <a:pt x="64" y="116"/>
                  </a:cubicBezTo>
                  <a:cubicBezTo>
                    <a:pt x="114" y="173"/>
                    <a:pt x="114" y="173"/>
                    <a:pt x="114" y="173"/>
                  </a:cubicBezTo>
                  <a:cubicBezTo>
                    <a:pt x="117" y="176"/>
                    <a:pt x="121" y="177"/>
                    <a:pt x="124" y="175"/>
                  </a:cubicBezTo>
                  <a:cubicBezTo>
                    <a:pt x="159" y="154"/>
                    <a:pt x="159" y="154"/>
                    <a:pt x="159" y="154"/>
                  </a:cubicBezTo>
                  <a:cubicBezTo>
                    <a:pt x="204" y="192"/>
                    <a:pt x="204" y="192"/>
                    <a:pt x="204" y="192"/>
                  </a:cubicBezTo>
                  <a:cubicBezTo>
                    <a:pt x="16" y="192"/>
                    <a:pt x="16" y="192"/>
                    <a:pt x="16" y="192"/>
                  </a:cubicBezTo>
                  <a:lnTo>
                    <a:pt x="16" y="163"/>
                  </a:lnTo>
                  <a:close/>
                  <a:moveTo>
                    <a:pt x="240" y="160"/>
                  </a:moveTo>
                  <a:cubicBezTo>
                    <a:pt x="224" y="160"/>
                    <a:pt x="224" y="160"/>
                    <a:pt x="224" y="160"/>
                  </a:cubicBezTo>
                  <a:cubicBezTo>
                    <a:pt x="224" y="40"/>
                    <a:pt x="224" y="40"/>
                    <a:pt x="224" y="40"/>
                  </a:cubicBezTo>
                  <a:cubicBezTo>
                    <a:pt x="224" y="36"/>
                    <a:pt x="220" y="32"/>
                    <a:pt x="216" y="32"/>
                  </a:cubicBezTo>
                  <a:cubicBezTo>
                    <a:pt x="48" y="32"/>
                    <a:pt x="48" y="32"/>
                    <a:pt x="48" y="32"/>
                  </a:cubicBezTo>
                  <a:cubicBezTo>
                    <a:pt x="48" y="16"/>
                    <a:pt x="48" y="16"/>
                    <a:pt x="48" y="16"/>
                  </a:cubicBezTo>
                  <a:cubicBezTo>
                    <a:pt x="240" y="16"/>
                    <a:pt x="240" y="16"/>
                    <a:pt x="240" y="16"/>
                  </a:cubicBezTo>
                  <a:lnTo>
                    <a:pt x="240"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2" name="Freeform 43"/>
            <p:cNvSpPr>
              <a:spLocks noEditPoints="1"/>
            </p:cNvSpPr>
            <p:nvPr/>
          </p:nvSpPr>
          <p:spPr bwMode="auto">
            <a:xfrm>
              <a:off x="6575404" y="2128221"/>
              <a:ext cx="83858" cy="85169"/>
            </a:xfrm>
            <a:custGeom>
              <a:avLst/>
              <a:gdLst>
                <a:gd name="T0" fmla="*/ 28 w 56"/>
                <a:gd name="T1" fmla="*/ 56 h 56"/>
                <a:gd name="T2" fmla="*/ 56 w 56"/>
                <a:gd name="T3" fmla="*/ 28 h 56"/>
                <a:gd name="T4" fmla="*/ 28 w 56"/>
                <a:gd name="T5" fmla="*/ 0 h 56"/>
                <a:gd name="T6" fmla="*/ 0 w 56"/>
                <a:gd name="T7" fmla="*/ 28 h 56"/>
                <a:gd name="T8" fmla="*/ 28 w 56"/>
                <a:gd name="T9" fmla="*/ 56 h 56"/>
                <a:gd name="T10" fmla="*/ 28 w 56"/>
                <a:gd name="T11" fmla="*/ 16 h 56"/>
                <a:gd name="T12" fmla="*/ 40 w 56"/>
                <a:gd name="T13" fmla="*/ 28 h 56"/>
                <a:gd name="T14" fmla="*/ 28 w 56"/>
                <a:gd name="T15" fmla="*/ 40 h 56"/>
                <a:gd name="T16" fmla="*/ 16 w 56"/>
                <a:gd name="T17" fmla="*/ 28 h 56"/>
                <a:gd name="T18" fmla="*/ 28 w 56"/>
                <a:gd name="T19" fmla="*/ 1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56"/>
                  </a:moveTo>
                  <a:cubicBezTo>
                    <a:pt x="43" y="56"/>
                    <a:pt x="56" y="43"/>
                    <a:pt x="56" y="28"/>
                  </a:cubicBezTo>
                  <a:cubicBezTo>
                    <a:pt x="56" y="13"/>
                    <a:pt x="43" y="0"/>
                    <a:pt x="28" y="0"/>
                  </a:cubicBezTo>
                  <a:cubicBezTo>
                    <a:pt x="13" y="0"/>
                    <a:pt x="0" y="13"/>
                    <a:pt x="0" y="28"/>
                  </a:cubicBezTo>
                  <a:cubicBezTo>
                    <a:pt x="0" y="43"/>
                    <a:pt x="13" y="56"/>
                    <a:pt x="28" y="56"/>
                  </a:cubicBezTo>
                  <a:close/>
                  <a:moveTo>
                    <a:pt x="28" y="16"/>
                  </a:moveTo>
                  <a:cubicBezTo>
                    <a:pt x="35" y="16"/>
                    <a:pt x="40" y="21"/>
                    <a:pt x="40" y="28"/>
                  </a:cubicBezTo>
                  <a:cubicBezTo>
                    <a:pt x="40" y="35"/>
                    <a:pt x="35" y="40"/>
                    <a:pt x="28" y="40"/>
                  </a:cubicBezTo>
                  <a:cubicBezTo>
                    <a:pt x="21" y="40"/>
                    <a:pt x="16" y="35"/>
                    <a:pt x="16" y="28"/>
                  </a:cubicBezTo>
                  <a:cubicBezTo>
                    <a:pt x="16" y="21"/>
                    <a:pt x="21" y="16"/>
                    <a:pt x="28"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grpSp>
        <p:nvGrpSpPr>
          <p:cNvPr id="113" name="Group 83"/>
          <p:cNvGrpSpPr/>
          <p:nvPr/>
        </p:nvGrpSpPr>
        <p:grpSpPr>
          <a:xfrm>
            <a:off x="7722727" y="2428508"/>
            <a:ext cx="386534" cy="339364"/>
            <a:chOff x="6369689" y="1149437"/>
            <a:chExt cx="386534" cy="339364"/>
          </a:xfrm>
          <a:solidFill>
            <a:srgbClr val="48BAF8"/>
          </a:solidFill>
        </p:grpSpPr>
        <p:sp>
          <p:nvSpPr>
            <p:cNvPr id="114" name="Freeform 19"/>
            <p:cNvSpPr>
              <a:spLocks noEditPoints="1"/>
            </p:cNvSpPr>
            <p:nvPr/>
          </p:nvSpPr>
          <p:spPr bwMode="auto">
            <a:xfrm>
              <a:off x="6369689" y="1149437"/>
              <a:ext cx="386534" cy="339364"/>
            </a:xfrm>
            <a:custGeom>
              <a:avLst/>
              <a:gdLst>
                <a:gd name="T0" fmla="*/ 248 w 256"/>
                <a:gd name="T1" fmla="*/ 16 h 224"/>
                <a:gd name="T2" fmla="*/ 216 w 256"/>
                <a:gd name="T3" fmla="*/ 16 h 224"/>
                <a:gd name="T4" fmla="*/ 216 w 256"/>
                <a:gd name="T5" fmla="*/ 8 h 224"/>
                <a:gd name="T6" fmla="*/ 208 w 256"/>
                <a:gd name="T7" fmla="*/ 0 h 224"/>
                <a:gd name="T8" fmla="*/ 184 w 256"/>
                <a:gd name="T9" fmla="*/ 0 h 224"/>
                <a:gd name="T10" fmla="*/ 176 w 256"/>
                <a:gd name="T11" fmla="*/ 8 h 224"/>
                <a:gd name="T12" fmla="*/ 176 w 256"/>
                <a:gd name="T13" fmla="*/ 16 h 224"/>
                <a:gd name="T14" fmla="*/ 80 w 256"/>
                <a:gd name="T15" fmla="*/ 16 h 224"/>
                <a:gd name="T16" fmla="*/ 80 w 256"/>
                <a:gd name="T17" fmla="*/ 8 h 224"/>
                <a:gd name="T18" fmla="*/ 72 w 256"/>
                <a:gd name="T19" fmla="*/ 0 h 224"/>
                <a:gd name="T20" fmla="*/ 48 w 256"/>
                <a:gd name="T21" fmla="*/ 0 h 224"/>
                <a:gd name="T22" fmla="*/ 40 w 256"/>
                <a:gd name="T23" fmla="*/ 8 h 224"/>
                <a:gd name="T24" fmla="*/ 40 w 256"/>
                <a:gd name="T25" fmla="*/ 16 h 224"/>
                <a:gd name="T26" fmla="*/ 8 w 256"/>
                <a:gd name="T27" fmla="*/ 16 h 224"/>
                <a:gd name="T28" fmla="*/ 0 w 256"/>
                <a:gd name="T29" fmla="*/ 24 h 224"/>
                <a:gd name="T30" fmla="*/ 0 w 256"/>
                <a:gd name="T31" fmla="*/ 216 h 224"/>
                <a:gd name="T32" fmla="*/ 8 w 256"/>
                <a:gd name="T33" fmla="*/ 224 h 224"/>
                <a:gd name="T34" fmla="*/ 248 w 256"/>
                <a:gd name="T35" fmla="*/ 224 h 224"/>
                <a:gd name="T36" fmla="*/ 256 w 256"/>
                <a:gd name="T37" fmla="*/ 216 h 224"/>
                <a:gd name="T38" fmla="*/ 256 w 256"/>
                <a:gd name="T39" fmla="*/ 24 h 224"/>
                <a:gd name="T40" fmla="*/ 248 w 256"/>
                <a:gd name="T41" fmla="*/ 16 h 224"/>
                <a:gd name="T42" fmla="*/ 192 w 256"/>
                <a:gd name="T43" fmla="*/ 16 h 224"/>
                <a:gd name="T44" fmla="*/ 200 w 256"/>
                <a:gd name="T45" fmla="*/ 16 h 224"/>
                <a:gd name="T46" fmla="*/ 200 w 256"/>
                <a:gd name="T47" fmla="*/ 32 h 224"/>
                <a:gd name="T48" fmla="*/ 192 w 256"/>
                <a:gd name="T49" fmla="*/ 32 h 224"/>
                <a:gd name="T50" fmla="*/ 192 w 256"/>
                <a:gd name="T51" fmla="*/ 16 h 224"/>
                <a:gd name="T52" fmla="*/ 56 w 256"/>
                <a:gd name="T53" fmla="*/ 16 h 224"/>
                <a:gd name="T54" fmla="*/ 64 w 256"/>
                <a:gd name="T55" fmla="*/ 16 h 224"/>
                <a:gd name="T56" fmla="*/ 64 w 256"/>
                <a:gd name="T57" fmla="*/ 32 h 224"/>
                <a:gd name="T58" fmla="*/ 56 w 256"/>
                <a:gd name="T59" fmla="*/ 32 h 224"/>
                <a:gd name="T60" fmla="*/ 56 w 256"/>
                <a:gd name="T61" fmla="*/ 16 h 224"/>
                <a:gd name="T62" fmla="*/ 240 w 256"/>
                <a:gd name="T63" fmla="*/ 208 h 224"/>
                <a:gd name="T64" fmla="*/ 16 w 256"/>
                <a:gd name="T65" fmla="*/ 208 h 224"/>
                <a:gd name="T66" fmla="*/ 16 w 256"/>
                <a:gd name="T67" fmla="*/ 32 h 224"/>
                <a:gd name="T68" fmla="*/ 40 w 256"/>
                <a:gd name="T69" fmla="*/ 32 h 224"/>
                <a:gd name="T70" fmla="*/ 40 w 256"/>
                <a:gd name="T71" fmla="*/ 40 h 224"/>
                <a:gd name="T72" fmla="*/ 48 w 256"/>
                <a:gd name="T73" fmla="*/ 48 h 224"/>
                <a:gd name="T74" fmla="*/ 72 w 256"/>
                <a:gd name="T75" fmla="*/ 48 h 224"/>
                <a:gd name="T76" fmla="*/ 80 w 256"/>
                <a:gd name="T77" fmla="*/ 40 h 224"/>
                <a:gd name="T78" fmla="*/ 80 w 256"/>
                <a:gd name="T79" fmla="*/ 32 h 224"/>
                <a:gd name="T80" fmla="*/ 176 w 256"/>
                <a:gd name="T81" fmla="*/ 32 h 224"/>
                <a:gd name="T82" fmla="*/ 176 w 256"/>
                <a:gd name="T83" fmla="*/ 40 h 224"/>
                <a:gd name="T84" fmla="*/ 184 w 256"/>
                <a:gd name="T85" fmla="*/ 48 h 224"/>
                <a:gd name="T86" fmla="*/ 208 w 256"/>
                <a:gd name="T87" fmla="*/ 48 h 224"/>
                <a:gd name="T88" fmla="*/ 216 w 256"/>
                <a:gd name="T89" fmla="*/ 40 h 224"/>
                <a:gd name="T90" fmla="*/ 216 w 256"/>
                <a:gd name="T91" fmla="*/ 32 h 224"/>
                <a:gd name="T92" fmla="*/ 240 w 256"/>
                <a:gd name="T93" fmla="*/ 32 h 224"/>
                <a:gd name="T94" fmla="*/ 240 w 256"/>
                <a:gd name="T95" fmla="*/ 208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6" h="224">
                  <a:moveTo>
                    <a:pt x="248" y="16"/>
                  </a:moveTo>
                  <a:cubicBezTo>
                    <a:pt x="216" y="16"/>
                    <a:pt x="216" y="16"/>
                    <a:pt x="216" y="16"/>
                  </a:cubicBezTo>
                  <a:cubicBezTo>
                    <a:pt x="216" y="8"/>
                    <a:pt x="216" y="8"/>
                    <a:pt x="216" y="8"/>
                  </a:cubicBezTo>
                  <a:cubicBezTo>
                    <a:pt x="216" y="4"/>
                    <a:pt x="212" y="0"/>
                    <a:pt x="208" y="0"/>
                  </a:cubicBezTo>
                  <a:cubicBezTo>
                    <a:pt x="184" y="0"/>
                    <a:pt x="184" y="0"/>
                    <a:pt x="184" y="0"/>
                  </a:cubicBezTo>
                  <a:cubicBezTo>
                    <a:pt x="180" y="0"/>
                    <a:pt x="176" y="4"/>
                    <a:pt x="176" y="8"/>
                  </a:cubicBezTo>
                  <a:cubicBezTo>
                    <a:pt x="176" y="16"/>
                    <a:pt x="176" y="16"/>
                    <a:pt x="176" y="16"/>
                  </a:cubicBezTo>
                  <a:cubicBezTo>
                    <a:pt x="80" y="16"/>
                    <a:pt x="80" y="16"/>
                    <a:pt x="80" y="16"/>
                  </a:cubicBezTo>
                  <a:cubicBezTo>
                    <a:pt x="80" y="8"/>
                    <a:pt x="80" y="8"/>
                    <a:pt x="80" y="8"/>
                  </a:cubicBezTo>
                  <a:cubicBezTo>
                    <a:pt x="80" y="4"/>
                    <a:pt x="76" y="0"/>
                    <a:pt x="72" y="0"/>
                  </a:cubicBezTo>
                  <a:cubicBezTo>
                    <a:pt x="48" y="0"/>
                    <a:pt x="48" y="0"/>
                    <a:pt x="48" y="0"/>
                  </a:cubicBezTo>
                  <a:cubicBezTo>
                    <a:pt x="44" y="0"/>
                    <a:pt x="40" y="4"/>
                    <a:pt x="40" y="8"/>
                  </a:cubicBezTo>
                  <a:cubicBezTo>
                    <a:pt x="40" y="16"/>
                    <a:pt x="40" y="16"/>
                    <a:pt x="40" y="16"/>
                  </a:cubicBezTo>
                  <a:cubicBezTo>
                    <a:pt x="8" y="16"/>
                    <a:pt x="8" y="16"/>
                    <a:pt x="8" y="16"/>
                  </a:cubicBezTo>
                  <a:cubicBezTo>
                    <a:pt x="4" y="16"/>
                    <a:pt x="0" y="20"/>
                    <a:pt x="0" y="24"/>
                  </a:cubicBezTo>
                  <a:cubicBezTo>
                    <a:pt x="0" y="216"/>
                    <a:pt x="0" y="216"/>
                    <a:pt x="0" y="216"/>
                  </a:cubicBezTo>
                  <a:cubicBezTo>
                    <a:pt x="0" y="220"/>
                    <a:pt x="4" y="224"/>
                    <a:pt x="8" y="224"/>
                  </a:cubicBezTo>
                  <a:cubicBezTo>
                    <a:pt x="248" y="224"/>
                    <a:pt x="248" y="224"/>
                    <a:pt x="248" y="224"/>
                  </a:cubicBezTo>
                  <a:cubicBezTo>
                    <a:pt x="252" y="224"/>
                    <a:pt x="256" y="220"/>
                    <a:pt x="256" y="216"/>
                  </a:cubicBezTo>
                  <a:cubicBezTo>
                    <a:pt x="256" y="24"/>
                    <a:pt x="256" y="24"/>
                    <a:pt x="256" y="24"/>
                  </a:cubicBezTo>
                  <a:cubicBezTo>
                    <a:pt x="256" y="20"/>
                    <a:pt x="252" y="16"/>
                    <a:pt x="248" y="16"/>
                  </a:cubicBezTo>
                  <a:close/>
                  <a:moveTo>
                    <a:pt x="192" y="16"/>
                  </a:moveTo>
                  <a:cubicBezTo>
                    <a:pt x="200" y="16"/>
                    <a:pt x="200" y="16"/>
                    <a:pt x="200" y="16"/>
                  </a:cubicBezTo>
                  <a:cubicBezTo>
                    <a:pt x="200" y="32"/>
                    <a:pt x="200" y="32"/>
                    <a:pt x="200" y="32"/>
                  </a:cubicBezTo>
                  <a:cubicBezTo>
                    <a:pt x="192" y="32"/>
                    <a:pt x="192" y="32"/>
                    <a:pt x="192" y="32"/>
                  </a:cubicBezTo>
                  <a:lnTo>
                    <a:pt x="192" y="16"/>
                  </a:lnTo>
                  <a:close/>
                  <a:moveTo>
                    <a:pt x="56" y="16"/>
                  </a:moveTo>
                  <a:cubicBezTo>
                    <a:pt x="64" y="16"/>
                    <a:pt x="64" y="16"/>
                    <a:pt x="64" y="16"/>
                  </a:cubicBezTo>
                  <a:cubicBezTo>
                    <a:pt x="64" y="32"/>
                    <a:pt x="64" y="32"/>
                    <a:pt x="64" y="32"/>
                  </a:cubicBezTo>
                  <a:cubicBezTo>
                    <a:pt x="56" y="32"/>
                    <a:pt x="56" y="32"/>
                    <a:pt x="56" y="32"/>
                  </a:cubicBezTo>
                  <a:lnTo>
                    <a:pt x="56" y="16"/>
                  </a:lnTo>
                  <a:close/>
                  <a:moveTo>
                    <a:pt x="240" y="208"/>
                  </a:moveTo>
                  <a:cubicBezTo>
                    <a:pt x="16" y="208"/>
                    <a:pt x="16" y="208"/>
                    <a:pt x="16" y="208"/>
                  </a:cubicBezTo>
                  <a:cubicBezTo>
                    <a:pt x="16" y="32"/>
                    <a:pt x="16" y="32"/>
                    <a:pt x="16" y="32"/>
                  </a:cubicBezTo>
                  <a:cubicBezTo>
                    <a:pt x="40" y="32"/>
                    <a:pt x="40" y="32"/>
                    <a:pt x="40" y="32"/>
                  </a:cubicBezTo>
                  <a:cubicBezTo>
                    <a:pt x="40" y="40"/>
                    <a:pt x="40" y="40"/>
                    <a:pt x="40" y="40"/>
                  </a:cubicBezTo>
                  <a:cubicBezTo>
                    <a:pt x="40" y="44"/>
                    <a:pt x="44" y="48"/>
                    <a:pt x="48" y="48"/>
                  </a:cubicBezTo>
                  <a:cubicBezTo>
                    <a:pt x="72" y="48"/>
                    <a:pt x="72" y="48"/>
                    <a:pt x="72" y="48"/>
                  </a:cubicBezTo>
                  <a:cubicBezTo>
                    <a:pt x="76" y="48"/>
                    <a:pt x="80" y="44"/>
                    <a:pt x="80" y="40"/>
                  </a:cubicBezTo>
                  <a:cubicBezTo>
                    <a:pt x="80" y="32"/>
                    <a:pt x="80" y="32"/>
                    <a:pt x="80" y="32"/>
                  </a:cubicBezTo>
                  <a:cubicBezTo>
                    <a:pt x="176" y="32"/>
                    <a:pt x="176" y="32"/>
                    <a:pt x="176" y="32"/>
                  </a:cubicBezTo>
                  <a:cubicBezTo>
                    <a:pt x="176" y="40"/>
                    <a:pt x="176" y="40"/>
                    <a:pt x="176" y="40"/>
                  </a:cubicBezTo>
                  <a:cubicBezTo>
                    <a:pt x="176" y="44"/>
                    <a:pt x="180" y="48"/>
                    <a:pt x="184" y="48"/>
                  </a:cubicBezTo>
                  <a:cubicBezTo>
                    <a:pt x="208" y="48"/>
                    <a:pt x="208" y="48"/>
                    <a:pt x="208" y="48"/>
                  </a:cubicBezTo>
                  <a:cubicBezTo>
                    <a:pt x="212" y="48"/>
                    <a:pt x="216" y="44"/>
                    <a:pt x="216" y="40"/>
                  </a:cubicBezTo>
                  <a:cubicBezTo>
                    <a:pt x="216" y="32"/>
                    <a:pt x="216" y="32"/>
                    <a:pt x="216" y="32"/>
                  </a:cubicBezTo>
                  <a:cubicBezTo>
                    <a:pt x="240" y="32"/>
                    <a:pt x="240" y="32"/>
                    <a:pt x="240" y="32"/>
                  </a:cubicBezTo>
                  <a:lnTo>
                    <a:pt x="240" y="20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5" name="Freeform 20"/>
            <p:cNvSpPr>
              <a:spLocks noEditPoints="1"/>
            </p:cNvSpPr>
            <p:nvPr/>
          </p:nvSpPr>
          <p:spPr bwMode="auto">
            <a:xfrm>
              <a:off x="6429962" y="1271294"/>
              <a:ext cx="73376" cy="7206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6" name="Freeform 21"/>
            <p:cNvSpPr>
              <a:spLocks noEditPoints="1"/>
            </p:cNvSpPr>
            <p:nvPr/>
          </p:nvSpPr>
          <p:spPr bwMode="auto">
            <a:xfrm>
              <a:off x="6526923" y="1271294"/>
              <a:ext cx="72066" cy="7206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7" name="Freeform 22"/>
            <p:cNvSpPr>
              <a:spLocks noEditPoints="1"/>
            </p:cNvSpPr>
            <p:nvPr/>
          </p:nvSpPr>
          <p:spPr bwMode="auto">
            <a:xfrm>
              <a:off x="6623884" y="1271294"/>
              <a:ext cx="72066" cy="7206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8" name="Freeform 23"/>
            <p:cNvSpPr>
              <a:spLocks noEditPoints="1"/>
            </p:cNvSpPr>
            <p:nvPr/>
          </p:nvSpPr>
          <p:spPr bwMode="auto">
            <a:xfrm>
              <a:off x="6429962" y="1366945"/>
              <a:ext cx="73376" cy="7337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19" name="Freeform 24"/>
            <p:cNvSpPr>
              <a:spLocks noEditPoints="1"/>
            </p:cNvSpPr>
            <p:nvPr/>
          </p:nvSpPr>
          <p:spPr bwMode="auto">
            <a:xfrm>
              <a:off x="6526923" y="1366945"/>
              <a:ext cx="72066" cy="7337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20" name="Freeform 25"/>
            <p:cNvSpPr>
              <a:spLocks noEditPoints="1"/>
            </p:cNvSpPr>
            <p:nvPr/>
          </p:nvSpPr>
          <p:spPr bwMode="auto">
            <a:xfrm>
              <a:off x="6623884" y="1366945"/>
              <a:ext cx="72066" cy="73376"/>
            </a:xfrm>
            <a:custGeom>
              <a:avLst/>
              <a:gdLst>
                <a:gd name="T0" fmla="*/ 40 w 48"/>
                <a:gd name="T1" fmla="*/ 0 h 48"/>
                <a:gd name="T2" fmla="*/ 8 w 48"/>
                <a:gd name="T3" fmla="*/ 0 h 48"/>
                <a:gd name="T4" fmla="*/ 0 w 48"/>
                <a:gd name="T5" fmla="*/ 8 h 48"/>
                <a:gd name="T6" fmla="*/ 0 w 48"/>
                <a:gd name="T7" fmla="*/ 40 h 48"/>
                <a:gd name="T8" fmla="*/ 8 w 48"/>
                <a:gd name="T9" fmla="*/ 48 h 48"/>
                <a:gd name="T10" fmla="*/ 40 w 48"/>
                <a:gd name="T11" fmla="*/ 48 h 48"/>
                <a:gd name="T12" fmla="*/ 48 w 48"/>
                <a:gd name="T13" fmla="*/ 40 h 48"/>
                <a:gd name="T14" fmla="*/ 48 w 48"/>
                <a:gd name="T15" fmla="*/ 8 h 48"/>
                <a:gd name="T16" fmla="*/ 40 w 48"/>
                <a:gd name="T17" fmla="*/ 0 h 48"/>
                <a:gd name="T18" fmla="*/ 32 w 48"/>
                <a:gd name="T19" fmla="*/ 32 h 48"/>
                <a:gd name="T20" fmla="*/ 16 w 48"/>
                <a:gd name="T21" fmla="*/ 32 h 48"/>
                <a:gd name="T22" fmla="*/ 16 w 48"/>
                <a:gd name="T23" fmla="*/ 16 h 48"/>
                <a:gd name="T24" fmla="*/ 32 w 48"/>
                <a:gd name="T25" fmla="*/ 16 h 48"/>
                <a:gd name="T26" fmla="*/ 32 w 48"/>
                <a:gd name="T27" fmla="*/ 3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40" y="0"/>
                  </a:moveTo>
                  <a:cubicBezTo>
                    <a:pt x="8" y="0"/>
                    <a:pt x="8" y="0"/>
                    <a:pt x="8" y="0"/>
                  </a:cubicBezTo>
                  <a:cubicBezTo>
                    <a:pt x="4" y="0"/>
                    <a:pt x="0" y="4"/>
                    <a:pt x="0" y="8"/>
                  </a:cubicBezTo>
                  <a:cubicBezTo>
                    <a:pt x="0" y="40"/>
                    <a:pt x="0" y="40"/>
                    <a:pt x="0" y="40"/>
                  </a:cubicBezTo>
                  <a:cubicBezTo>
                    <a:pt x="0" y="44"/>
                    <a:pt x="4" y="48"/>
                    <a:pt x="8" y="48"/>
                  </a:cubicBezTo>
                  <a:cubicBezTo>
                    <a:pt x="40" y="48"/>
                    <a:pt x="40" y="48"/>
                    <a:pt x="40" y="48"/>
                  </a:cubicBezTo>
                  <a:cubicBezTo>
                    <a:pt x="44" y="48"/>
                    <a:pt x="48" y="44"/>
                    <a:pt x="48" y="40"/>
                  </a:cubicBezTo>
                  <a:cubicBezTo>
                    <a:pt x="48" y="8"/>
                    <a:pt x="48" y="8"/>
                    <a:pt x="48" y="8"/>
                  </a:cubicBezTo>
                  <a:cubicBezTo>
                    <a:pt x="48" y="4"/>
                    <a:pt x="44" y="0"/>
                    <a:pt x="40" y="0"/>
                  </a:cubicBezTo>
                  <a:close/>
                  <a:moveTo>
                    <a:pt x="32" y="32"/>
                  </a:moveTo>
                  <a:cubicBezTo>
                    <a:pt x="16" y="32"/>
                    <a:pt x="16" y="32"/>
                    <a:pt x="16" y="32"/>
                  </a:cubicBezTo>
                  <a:cubicBezTo>
                    <a:pt x="16" y="16"/>
                    <a:pt x="16" y="16"/>
                    <a:pt x="16" y="16"/>
                  </a:cubicBezTo>
                  <a:cubicBezTo>
                    <a:pt x="32" y="16"/>
                    <a:pt x="32" y="16"/>
                    <a:pt x="32" y="16"/>
                  </a:cubicBezTo>
                  <a:lnTo>
                    <a:pt x="32"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grpSp>
        <p:nvGrpSpPr>
          <p:cNvPr id="121" name="Group 91"/>
          <p:cNvGrpSpPr/>
          <p:nvPr/>
        </p:nvGrpSpPr>
        <p:grpSpPr>
          <a:xfrm>
            <a:off x="9953090" y="2396655"/>
            <a:ext cx="386534" cy="386534"/>
            <a:chOff x="5494418" y="5479932"/>
            <a:chExt cx="386534" cy="386534"/>
          </a:xfrm>
          <a:solidFill>
            <a:srgbClr val="48BAF8"/>
          </a:solidFill>
        </p:grpSpPr>
        <p:sp>
          <p:nvSpPr>
            <p:cNvPr id="122" name="Freeform 185"/>
            <p:cNvSpPr>
              <a:spLocks noEditPoints="1"/>
            </p:cNvSpPr>
            <p:nvPr/>
          </p:nvSpPr>
          <p:spPr bwMode="auto">
            <a:xfrm>
              <a:off x="5494418" y="5479932"/>
              <a:ext cx="169027" cy="169027"/>
            </a:xfrm>
            <a:custGeom>
              <a:avLst/>
              <a:gdLst>
                <a:gd name="T0" fmla="*/ 8 w 112"/>
                <a:gd name="T1" fmla="*/ 112 h 112"/>
                <a:gd name="T2" fmla="*/ 104 w 112"/>
                <a:gd name="T3" fmla="*/ 112 h 112"/>
                <a:gd name="T4" fmla="*/ 112 w 112"/>
                <a:gd name="T5" fmla="*/ 104 h 112"/>
                <a:gd name="T6" fmla="*/ 112 w 112"/>
                <a:gd name="T7" fmla="*/ 8 h 112"/>
                <a:gd name="T8" fmla="*/ 104 w 112"/>
                <a:gd name="T9" fmla="*/ 0 h 112"/>
                <a:gd name="T10" fmla="*/ 8 w 112"/>
                <a:gd name="T11" fmla="*/ 0 h 112"/>
                <a:gd name="T12" fmla="*/ 0 w 112"/>
                <a:gd name="T13" fmla="*/ 8 h 112"/>
                <a:gd name="T14" fmla="*/ 0 w 112"/>
                <a:gd name="T15" fmla="*/ 104 h 112"/>
                <a:gd name="T16" fmla="*/ 8 w 112"/>
                <a:gd name="T17" fmla="*/ 112 h 112"/>
                <a:gd name="T18" fmla="*/ 16 w 112"/>
                <a:gd name="T19" fmla="*/ 16 h 112"/>
                <a:gd name="T20" fmla="*/ 96 w 112"/>
                <a:gd name="T21" fmla="*/ 16 h 112"/>
                <a:gd name="T22" fmla="*/ 96 w 112"/>
                <a:gd name="T23" fmla="*/ 96 h 112"/>
                <a:gd name="T24" fmla="*/ 16 w 112"/>
                <a:gd name="T25" fmla="*/ 96 h 112"/>
                <a:gd name="T26" fmla="*/ 16 w 112"/>
                <a:gd name="T27" fmla="*/ 1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12">
                  <a:moveTo>
                    <a:pt x="8" y="112"/>
                  </a:moveTo>
                  <a:cubicBezTo>
                    <a:pt x="104" y="112"/>
                    <a:pt x="104" y="112"/>
                    <a:pt x="104" y="112"/>
                  </a:cubicBezTo>
                  <a:cubicBezTo>
                    <a:pt x="108" y="112"/>
                    <a:pt x="112" y="108"/>
                    <a:pt x="112" y="104"/>
                  </a:cubicBezTo>
                  <a:cubicBezTo>
                    <a:pt x="112" y="8"/>
                    <a:pt x="112" y="8"/>
                    <a:pt x="112" y="8"/>
                  </a:cubicBezTo>
                  <a:cubicBezTo>
                    <a:pt x="112" y="4"/>
                    <a:pt x="108" y="0"/>
                    <a:pt x="104" y="0"/>
                  </a:cubicBezTo>
                  <a:cubicBezTo>
                    <a:pt x="8" y="0"/>
                    <a:pt x="8" y="0"/>
                    <a:pt x="8" y="0"/>
                  </a:cubicBezTo>
                  <a:cubicBezTo>
                    <a:pt x="4" y="0"/>
                    <a:pt x="0" y="4"/>
                    <a:pt x="0" y="8"/>
                  </a:cubicBezTo>
                  <a:cubicBezTo>
                    <a:pt x="0" y="104"/>
                    <a:pt x="0" y="104"/>
                    <a:pt x="0" y="104"/>
                  </a:cubicBezTo>
                  <a:cubicBezTo>
                    <a:pt x="0" y="108"/>
                    <a:pt x="4" y="112"/>
                    <a:pt x="8" y="112"/>
                  </a:cubicBezTo>
                  <a:close/>
                  <a:moveTo>
                    <a:pt x="16" y="16"/>
                  </a:moveTo>
                  <a:cubicBezTo>
                    <a:pt x="96" y="16"/>
                    <a:pt x="96" y="16"/>
                    <a:pt x="96" y="16"/>
                  </a:cubicBezTo>
                  <a:cubicBezTo>
                    <a:pt x="96" y="96"/>
                    <a:pt x="96" y="96"/>
                    <a:pt x="96" y="96"/>
                  </a:cubicBezTo>
                  <a:cubicBezTo>
                    <a:pt x="16" y="96"/>
                    <a:pt x="16" y="96"/>
                    <a:pt x="16" y="96"/>
                  </a:cubicBezTo>
                  <a:lnTo>
                    <a:pt x="16"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23" name="Freeform 186"/>
            <p:cNvSpPr>
              <a:spLocks noEditPoints="1"/>
            </p:cNvSpPr>
            <p:nvPr/>
          </p:nvSpPr>
          <p:spPr bwMode="auto">
            <a:xfrm>
              <a:off x="5711925" y="5479932"/>
              <a:ext cx="169027" cy="169027"/>
            </a:xfrm>
            <a:custGeom>
              <a:avLst/>
              <a:gdLst>
                <a:gd name="T0" fmla="*/ 112 w 112"/>
                <a:gd name="T1" fmla="*/ 8 h 112"/>
                <a:gd name="T2" fmla="*/ 104 w 112"/>
                <a:gd name="T3" fmla="*/ 0 h 112"/>
                <a:gd name="T4" fmla="*/ 8 w 112"/>
                <a:gd name="T5" fmla="*/ 0 h 112"/>
                <a:gd name="T6" fmla="*/ 0 w 112"/>
                <a:gd name="T7" fmla="*/ 8 h 112"/>
                <a:gd name="T8" fmla="*/ 0 w 112"/>
                <a:gd name="T9" fmla="*/ 104 h 112"/>
                <a:gd name="T10" fmla="*/ 8 w 112"/>
                <a:gd name="T11" fmla="*/ 112 h 112"/>
                <a:gd name="T12" fmla="*/ 104 w 112"/>
                <a:gd name="T13" fmla="*/ 112 h 112"/>
                <a:gd name="T14" fmla="*/ 112 w 112"/>
                <a:gd name="T15" fmla="*/ 104 h 112"/>
                <a:gd name="T16" fmla="*/ 112 w 112"/>
                <a:gd name="T17" fmla="*/ 8 h 112"/>
                <a:gd name="T18" fmla="*/ 96 w 112"/>
                <a:gd name="T19" fmla="*/ 96 h 112"/>
                <a:gd name="T20" fmla="*/ 16 w 112"/>
                <a:gd name="T21" fmla="*/ 96 h 112"/>
                <a:gd name="T22" fmla="*/ 16 w 112"/>
                <a:gd name="T23" fmla="*/ 16 h 112"/>
                <a:gd name="T24" fmla="*/ 96 w 112"/>
                <a:gd name="T25" fmla="*/ 16 h 112"/>
                <a:gd name="T26" fmla="*/ 96 w 112"/>
                <a:gd name="T27"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12">
                  <a:moveTo>
                    <a:pt x="112" y="8"/>
                  </a:moveTo>
                  <a:cubicBezTo>
                    <a:pt x="112" y="4"/>
                    <a:pt x="108" y="0"/>
                    <a:pt x="104" y="0"/>
                  </a:cubicBezTo>
                  <a:cubicBezTo>
                    <a:pt x="8" y="0"/>
                    <a:pt x="8" y="0"/>
                    <a:pt x="8" y="0"/>
                  </a:cubicBezTo>
                  <a:cubicBezTo>
                    <a:pt x="4" y="0"/>
                    <a:pt x="0" y="4"/>
                    <a:pt x="0" y="8"/>
                  </a:cubicBezTo>
                  <a:cubicBezTo>
                    <a:pt x="0" y="104"/>
                    <a:pt x="0" y="104"/>
                    <a:pt x="0" y="104"/>
                  </a:cubicBezTo>
                  <a:cubicBezTo>
                    <a:pt x="0" y="108"/>
                    <a:pt x="4" y="112"/>
                    <a:pt x="8" y="112"/>
                  </a:cubicBezTo>
                  <a:cubicBezTo>
                    <a:pt x="104" y="112"/>
                    <a:pt x="104" y="112"/>
                    <a:pt x="104" y="112"/>
                  </a:cubicBezTo>
                  <a:cubicBezTo>
                    <a:pt x="108" y="112"/>
                    <a:pt x="112" y="108"/>
                    <a:pt x="112" y="104"/>
                  </a:cubicBezTo>
                  <a:lnTo>
                    <a:pt x="112" y="8"/>
                  </a:lnTo>
                  <a:close/>
                  <a:moveTo>
                    <a:pt x="96" y="96"/>
                  </a:moveTo>
                  <a:cubicBezTo>
                    <a:pt x="16" y="96"/>
                    <a:pt x="16" y="96"/>
                    <a:pt x="16" y="96"/>
                  </a:cubicBezTo>
                  <a:cubicBezTo>
                    <a:pt x="16" y="16"/>
                    <a:pt x="16" y="16"/>
                    <a:pt x="16" y="16"/>
                  </a:cubicBezTo>
                  <a:cubicBezTo>
                    <a:pt x="96" y="16"/>
                    <a:pt x="96" y="16"/>
                    <a:pt x="96" y="16"/>
                  </a:cubicBezTo>
                  <a:lnTo>
                    <a:pt x="96"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24" name="Freeform 187"/>
            <p:cNvSpPr>
              <a:spLocks noEditPoints="1"/>
            </p:cNvSpPr>
            <p:nvPr/>
          </p:nvSpPr>
          <p:spPr bwMode="auto">
            <a:xfrm>
              <a:off x="5494418" y="5690888"/>
              <a:ext cx="175578" cy="175578"/>
            </a:xfrm>
            <a:custGeom>
              <a:avLst/>
              <a:gdLst>
                <a:gd name="T0" fmla="*/ 8 w 116"/>
                <a:gd name="T1" fmla="*/ 116 h 116"/>
                <a:gd name="T2" fmla="*/ 108 w 116"/>
                <a:gd name="T3" fmla="*/ 116 h 116"/>
                <a:gd name="T4" fmla="*/ 116 w 116"/>
                <a:gd name="T5" fmla="*/ 108 h 116"/>
                <a:gd name="T6" fmla="*/ 116 w 116"/>
                <a:gd name="T7" fmla="*/ 8 h 116"/>
                <a:gd name="T8" fmla="*/ 108 w 116"/>
                <a:gd name="T9" fmla="*/ 0 h 116"/>
                <a:gd name="T10" fmla="*/ 8 w 116"/>
                <a:gd name="T11" fmla="*/ 0 h 116"/>
                <a:gd name="T12" fmla="*/ 0 w 116"/>
                <a:gd name="T13" fmla="*/ 8 h 116"/>
                <a:gd name="T14" fmla="*/ 0 w 116"/>
                <a:gd name="T15" fmla="*/ 108 h 116"/>
                <a:gd name="T16" fmla="*/ 8 w 116"/>
                <a:gd name="T17" fmla="*/ 116 h 116"/>
                <a:gd name="T18" fmla="*/ 16 w 116"/>
                <a:gd name="T19" fmla="*/ 16 h 116"/>
                <a:gd name="T20" fmla="*/ 100 w 116"/>
                <a:gd name="T21" fmla="*/ 16 h 116"/>
                <a:gd name="T22" fmla="*/ 100 w 116"/>
                <a:gd name="T23" fmla="*/ 100 h 116"/>
                <a:gd name="T24" fmla="*/ 16 w 116"/>
                <a:gd name="T25" fmla="*/ 100 h 116"/>
                <a:gd name="T26" fmla="*/ 16 w 116"/>
                <a:gd name="T2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116">
                  <a:moveTo>
                    <a:pt x="8" y="116"/>
                  </a:moveTo>
                  <a:cubicBezTo>
                    <a:pt x="108" y="116"/>
                    <a:pt x="108" y="116"/>
                    <a:pt x="108" y="116"/>
                  </a:cubicBezTo>
                  <a:cubicBezTo>
                    <a:pt x="112" y="116"/>
                    <a:pt x="116" y="112"/>
                    <a:pt x="116" y="108"/>
                  </a:cubicBezTo>
                  <a:cubicBezTo>
                    <a:pt x="116" y="8"/>
                    <a:pt x="116" y="8"/>
                    <a:pt x="116" y="8"/>
                  </a:cubicBezTo>
                  <a:cubicBezTo>
                    <a:pt x="116" y="4"/>
                    <a:pt x="112" y="0"/>
                    <a:pt x="108" y="0"/>
                  </a:cubicBezTo>
                  <a:cubicBezTo>
                    <a:pt x="8" y="0"/>
                    <a:pt x="8" y="0"/>
                    <a:pt x="8" y="0"/>
                  </a:cubicBezTo>
                  <a:cubicBezTo>
                    <a:pt x="4" y="0"/>
                    <a:pt x="0" y="4"/>
                    <a:pt x="0" y="8"/>
                  </a:cubicBezTo>
                  <a:cubicBezTo>
                    <a:pt x="0" y="108"/>
                    <a:pt x="0" y="108"/>
                    <a:pt x="0" y="108"/>
                  </a:cubicBezTo>
                  <a:cubicBezTo>
                    <a:pt x="0" y="112"/>
                    <a:pt x="4" y="116"/>
                    <a:pt x="8" y="116"/>
                  </a:cubicBezTo>
                  <a:close/>
                  <a:moveTo>
                    <a:pt x="16" y="16"/>
                  </a:moveTo>
                  <a:cubicBezTo>
                    <a:pt x="100" y="16"/>
                    <a:pt x="100" y="16"/>
                    <a:pt x="100" y="16"/>
                  </a:cubicBezTo>
                  <a:cubicBezTo>
                    <a:pt x="100" y="100"/>
                    <a:pt x="100" y="100"/>
                    <a:pt x="100" y="100"/>
                  </a:cubicBezTo>
                  <a:cubicBezTo>
                    <a:pt x="16" y="100"/>
                    <a:pt x="16" y="100"/>
                    <a:pt x="16" y="100"/>
                  </a:cubicBezTo>
                  <a:lnTo>
                    <a:pt x="16"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25" name="Freeform 188"/>
            <p:cNvSpPr>
              <a:spLocks noEditPoints="1"/>
            </p:cNvSpPr>
            <p:nvPr/>
          </p:nvSpPr>
          <p:spPr bwMode="auto">
            <a:xfrm>
              <a:off x="5711925" y="5697439"/>
              <a:ext cx="169027" cy="169027"/>
            </a:xfrm>
            <a:custGeom>
              <a:avLst/>
              <a:gdLst>
                <a:gd name="T0" fmla="*/ 104 w 112"/>
                <a:gd name="T1" fmla="*/ 0 h 112"/>
                <a:gd name="T2" fmla="*/ 8 w 112"/>
                <a:gd name="T3" fmla="*/ 0 h 112"/>
                <a:gd name="T4" fmla="*/ 0 w 112"/>
                <a:gd name="T5" fmla="*/ 8 h 112"/>
                <a:gd name="T6" fmla="*/ 0 w 112"/>
                <a:gd name="T7" fmla="*/ 104 h 112"/>
                <a:gd name="T8" fmla="*/ 8 w 112"/>
                <a:gd name="T9" fmla="*/ 112 h 112"/>
                <a:gd name="T10" fmla="*/ 104 w 112"/>
                <a:gd name="T11" fmla="*/ 112 h 112"/>
                <a:gd name="T12" fmla="*/ 112 w 112"/>
                <a:gd name="T13" fmla="*/ 104 h 112"/>
                <a:gd name="T14" fmla="*/ 112 w 112"/>
                <a:gd name="T15" fmla="*/ 8 h 112"/>
                <a:gd name="T16" fmla="*/ 104 w 112"/>
                <a:gd name="T17" fmla="*/ 0 h 112"/>
                <a:gd name="T18" fmla="*/ 96 w 112"/>
                <a:gd name="T19" fmla="*/ 96 h 112"/>
                <a:gd name="T20" fmla="*/ 16 w 112"/>
                <a:gd name="T21" fmla="*/ 96 h 112"/>
                <a:gd name="T22" fmla="*/ 16 w 112"/>
                <a:gd name="T23" fmla="*/ 16 h 112"/>
                <a:gd name="T24" fmla="*/ 96 w 112"/>
                <a:gd name="T25" fmla="*/ 16 h 112"/>
                <a:gd name="T26" fmla="*/ 96 w 112"/>
                <a:gd name="T27" fmla="*/ 9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12">
                  <a:moveTo>
                    <a:pt x="104" y="0"/>
                  </a:moveTo>
                  <a:cubicBezTo>
                    <a:pt x="8" y="0"/>
                    <a:pt x="8" y="0"/>
                    <a:pt x="8" y="0"/>
                  </a:cubicBezTo>
                  <a:cubicBezTo>
                    <a:pt x="4" y="0"/>
                    <a:pt x="0" y="4"/>
                    <a:pt x="0" y="8"/>
                  </a:cubicBezTo>
                  <a:cubicBezTo>
                    <a:pt x="0" y="104"/>
                    <a:pt x="0" y="104"/>
                    <a:pt x="0" y="104"/>
                  </a:cubicBezTo>
                  <a:cubicBezTo>
                    <a:pt x="0" y="108"/>
                    <a:pt x="4" y="112"/>
                    <a:pt x="8" y="112"/>
                  </a:cubicBezTo>
                  <a:cubicBezTo>
                    <a:pt x="104" y="112"/>
                    <a:pt x="104" y="112"/>
                    <a:pt x="104" y="112"/>
                  </a:cubicBezTo>
                  <a:cubicBezTo>
                    <a:pt x="108" y="112"/>
                    <a:pt x="112" y="108"/>
                    <a:pt x="112" y="104"/>
                  </a:cubicBezTo>
                  <a:cubicBezTo>
                    <a:pt x="112" y="8"/>
                    <a:pt x="112" y="8"/>
                    <a:pt x="112" y="8"/>
                  </a:cubicBezTo>
                  <a:cubicBezTo>
                    <a:pt x="112" y="4"/>
                    <a:pt x="108" y="0"/>
                    <a:pt x="104" y="0"/>
                  </a:cubicBezTo>
                  <a:close/>
                  <a:moveTo>
                    <a:pt x="96" y="96"/>
                  </a:moveTo>
                  <a:cubicBezTo>
                    <a:pt x="16" y="96"/>
                    <a:pt x="16" y="96"/>
                    <a:pt x="16" y="96"/>
                  </a:cubicBezTo>
                  <a:cubicBezTo>
                    <a:pt x="16" y="16"/>
                    <a:pt x="16" y="16"/>
                    <a:pt x="16" y="16"/>
                  </a:cubicBezTo>
                  <a:cubicBezTo>
                    <a:pt x="96" y="16"/>
                    <a:pt x="96" y="16"/>
                    <a:pt x="96" y="16"/>
                  </a:cubicBezTo>
                  <a:lnTo>
                    <a:pt x="96"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sp>
        <p:nvSpPr>
          <p:cNvPr id="126" name="Freeform 102"/>
          <p:cNvSpPr>
            <a:spLocks noChangeAspect="1" noEditPoints="1"/>
          </p:cNvSpPr>
          <p:nvPr/>
        </p:nvSpPr>
        <p:spPr bwMode="auto">
          <a:xfrm>
            <a:off x="5337823" y="4076713"/>
            <a:ext cx="720000" cy="720000"/>
          </a:xfrm>
          <a:custGeom>
            <a:avLst/>
            <a:gdLst>
              <a:gd name="T0" fmla="*/ 128 w 256"/>
              <a:gd name="T1" fmla="*/ 0 h 256"/>
              <a:gd name="T2" fmla="*/ 37 w 256"/>
              <a:gd name="T3" fmla="*/ 37 h 256"/>
              <a:gd name="T4" fmla="*/ 0 w 256"/>
              <a:gd name="T5" fmla="*/ 128 h 256"/>
              <a:gd name="T6" fmla="*/ 37 w 256"/>
              <a:gd name="T7" fmla="*/ 219 h 256"/>
              <a:gd name="T8" fmla="*/ 128 w 256"/>
              <a:gd name="T9" fmla="*/ 256 h 256"/>
              <a:gd name="T10" fmla="*/ 219 w 256"/>
              <a:gd name="T11" fmla="*/ 219 h 256"/>
              <a:gd name="T12" fmla="*/ 256 w 256"/>
              <a:gd name="T13" fmla="*/ 128 h 256"/>
              <a:gd name="T14" fmla="*/ 219 w 256"/>
              <a:gd name="T15" fmla="*/ 37 h 256"/>
              <a:gd name="T16" fmla="*/ 128 w 256"/>
              <a:gd name="T17" fmla="*/ 0 h 256"/>
              <a:gd name="T18" fmla="*/ 207 w 256"/>
              <a:gd name="T19" fmla="*/ 207 h 256"/>
              <a:gd name="T20" fmla="*/ 128 w 256"/>
              <a:gd name="T21" fmla="*/ 240 h 256"/>
              <a:gd name="T22" fmla="*/ 49 w 256"/>
              <a:gd name="T23" fmla="*/ 207 h 256"/>
              <a:gd name="T24" fmla="*/ 16 w 256"/>
              <a:gd name="T25" fmla="*/ 128 h 256"/>
              <a:gd name="T26" fmla="*/ 49 w 256"/>
              <a:gd name="T27" fmla="*/ 49 h 256"/>
              <a:gd name="T28" fmla="*/ 128 w 256"/>
              <a:gd name="T29" fmla="*/ 16 h 256"/>
              <a:gd name="T30" fmla="*/ 207 w 256"/>
              <a:gd name="T31" fmla="*/ 49 h 256"/>
              <a:gd name="T32" fmla="*/ 240 w 256"/>
              <a:gd name="T33" fmla="*/ 128 h 256"/>
              <a:gd name="T34" fmla="*/ 207 w 256"/>
              <a:gd name="T35" fmla="*/ 20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256">
                <a:moveTo>
                  <a:pt x="128" y="0"/>
                </a:moveTo>
                <a:cubicBezTo>
                  <a:pt x="94" y="0"/>
                  <a:pt x="62" y="13"/>
                  <a:pt x="37" y="37"/>
                </a:cubicBezTo>
                <a:cubicBezTo>
                  <a:pt x="13" y="62"/>
                  <a:pt x="0" y="94"/>
                  <a:pt x="0" y="128"/>
                </a:cubicBezTo>
                <a:cubicBezTo>
                  <a:pt x="0" y="162"/>
                  <a:pt x="13" y="194"/>
                  <a:pt x="37" y="219"/>
                </a:cubicBezTo>
                <a:cubicBezTo>
                  <a:pt x="62" y="243"/>
                  <a:pt x="94" y="256"/>
                  <a:pt x="128" y="256"/>
                </a:cubicBezTo>
                <a:cubicBezTo>
                  <a:pt x="162" y="256"/>
                  <a:pt x="194" y="243"/>
                  <a:pt x="219" y="219"/>
                </a:cubicBezTo>
                <a:cubicBezTo>
                  <a:pt x="243" y="194"/>
                  <a:pt x="256" y="162"/>
                  <a:pt x="256" y="128"/>
                </a:cubicBezTo>
                <a:cubicBezTo>
                  <a:pt x="256" y="94"/>
                  <a:pt x="243" y="62"/>
                  <a:pt x="219" y="37"/>
                </a:cubicBezTo>
                <a:cubicBezTo>
                  <a:pt x="194" y="13"/>
                  <a:pt x="162" y="0"/>
                  <a:pt x="128" y="0"/>
                </a:cubicBezTo>
                <a:close/>
                <a:moveTo>
                  <a:pt x="207" y="207"/>
                </a:moveTo>
                <a:cubicBezTo>
                  <a:pt x="186" y="228"/>
                  <a:pt x="158" y="240"/>
                  <a:pt x="128" y="240"/>
                </a:cubicBezTo>
                <a:cubicBezTo>
                  <a:pt x="98" y="240"/>
                  <a:pt x="70" y="228"/>
                  <a:pt x="49" y="207"/>
                </a:cubicBezTo>
                <a:cubicBezTo>
                  <a:pt x="28" y="186"/>
                  <a:pt x="16" y="158"/>
                  <a:pt x="16" y="128"/>
                </a:cubicBezTo>
                <a:cubicBezTo>
                  <a:pt x="16" y="98"/>
                  <a:pt x="28" y="70"/>
                  <a:pt x="49" y="49"/>
                </a:cubicBezTo>
                <a:cubicBezTo>
                  <a:pt x="70" y="28"/>
                  <a:pt x="98" y="16"/>
                  <a:pt x="128" y="16"/>
                </a:cubicBezTo>
                <a:cubicBezTo>
                  <a:pt x="158" y="16"/>
                  <a:pt x="186" y="28"/>
                  <a:pt x="207" y="49"/>
                </a:cubicBezTo>
                <a:cubicBezTo>
                  <a:pt x="228" y="70"/>
                  <a:pt x="240" y="98"/>
                  <a:pt x="240" y="128"/>
                </a:cubicBezTo>
                <a:cubicBezTo>
                  <a:pt x="240" y="158"/>
                  <a:pt x="228" y="186"/>
                  <a:pt x="207" y="207"/>
                </a:cubicBezTo>
                <a:close/>
              </a:path>
            </a:pathLst>
          </a:custGeom>
          <a:solidFill>
            <a:srgbClr val="015BAB"/>
          </a:solidFill>
          <a:ln w="9525">
            <a:noFill/>
            <a:round/>
          </a:ln>
        </p:spPr>
        <p:txBody>
          <a:bodyPr vert="horz" wrap="square" lIns="91440" tIns="45720" rIns="91440" bIns="45720" numCol="1" anchor="t" anchorCtr="0" compatLnSpc="1"/>
          <a:lstStyle/>
          <a:p>
            <a:endParaRPr lang="en-US">
              <a:solidFill>
                <a:srgbClr val="2B2B2B"/>
              </a:solidFill>
            </a:endParaRPr>
          </a:p>
        </p:txBody>
      </p:sp>
      <p:sp>
        <p:nvSpPr>
          <p:cNvPr id="127" name="Freeform 102"/>
          <p:cNvSpPr>
            <a:spLocks noChangeAspect="1" noEditPoints="1"/>
          </p:cNvSpPr>
          <p:nvPr/>
        </p:nvSpPr>
        <p:spPr bwMode="auto">
          <a:xfrm>
            <a:off x="7568186" y="4076713"/>
            <a:ext cx="720000" cy="720000"/>
          </a:xfrm>
          <a:custGeom>
            <a:avLst/>
            <a:gdLst>
              <a:gd name="T0" fmla="*/ 128 w 256"/>
              <a:gd name="T1" fmla="*/ 0 h 256"/>
              <a:gd name="T2" fmla="*/ 37 w 256"/>
              <a:gd name="T3" fmla="*/ 37 h 256"/>
              <a:gd name="T4" fmla="*/ 0 w 256"/>
              <a:gd name="T5" fmla="*/ 128 h 256"/>
              <a:gd name="T6" fmla="*/ 37 w 256"/>
              <a:gd name="T7" fmla="*/ 219 h 256"/>
              <a:gd name="T8" fmla="*/ 128 w 256"/>
              <a:gd name="T9" fmla="*/ 256 h 256"/>
              <a:gd name="T10" fmla="*/ 219 w 256"/>
              <a:gd name="T11" fmla="*/ 219 h 256"/>
              <a:gd name="T12" fmla="*/ 256 w 256"/>
              <a:gd name="T13" fmla="*/ 128 h 256"/>
              <a:gd name="T14" fmla="*/ 219 w 256"/>
              <a:gd name="T15" fmla="*/ 37 h 256"/>
              <a:gd name="T16" fmla="*/ 128 w 256"/>
              <a:gd name="T17" fmla="*/ 0 h 256"/>
              <a:gd name="T18" fmla="*/ 207 w 256"/>
              <a:gd name="T19" fmla="*/ 207 h 256"/>
              <a:gd name="T20" fmla="*/ 128 w 256"/>
              <a:gd name="T21" fmla="*/ 240 h 256"/>
              <a:gd name="T22" fmla="*/ 49 w 256"/>
              <a:gd name="T23" fmla="*/ 207 h 256"/>
              <a:gd name="T24" fmla="*/ 16 w 256"/>
              <a:gd name="T25" fmla="*/ 128 h 256"/>
              <a:gd name="T26" fmla="*/ 49 w 256"/>
              <a:gd name="T27" fmla="*/ 49 h 256"/>
              <a:gd name="T28" fmla="*/ 128 w 256"/>
              <a:gd name="T29" fmla="*/ 16 h 256"/>
              <a:gd name="T30" fmla="*/ 207 w 256"/>
              <a:gd name="T31" fmla="*/ 49 h 256"/>
              <a:gd name="T32" fmla="*/ 240 w 256"/>
              <a:gd name="T33" fmla="*/ 128 h 256"/>
              <a:gd name="T34" fmla="*/ 207 w 256"/>
              <a:gd name="T35" fmla="*/ 20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256">
                <a:moveTo>
                  <a:pt x="128" y="0"/>
                </a:moveTo>
                <a:cubicBezTo>
                  <a:pt x="94" y="0"/>
                  <a:pt x="62" y="13"/>
                  <a:pt x="37" y="37"/>
                </a:cubicBezTo>
                <a:cubicBezTo>
                  <a:pt x="13" y="62"/>
                  <a:pt x="0" y="94"/>
                  <a:pt x="0" y="128"/>
                </a:cubicBezTo>
                <a:cubicBezTo>
                  <a:pt x="0" y="162"/>
                  <a:pt x="13" y="194"/>
                  <a:pt x="37" y="219"/>
                </a:cubicBezTo>
                <a:cubicBezTo>
                  <a:pt x="62" y="243"/>
                  <a:pt x="94" y="256"/>
                  <a:pt x="128" y="256"/>
                </a:cubicBezTo>
                <a:cubicBezTo>
                  <a:pt x="162" y="256"/>
                  <a:pt x="194" y="243"/>
                  <a:pt x="219" y="219"/>
                </a:cubicBezTo>
                <a:cubicBezTo>
                  <a:pt x="243" y="194"/>
                  <a:pt x="256" y="162"/>
                  <a:pt x="256" y="128"/>
                </a:cubicBezTo>
                <a:cubicBezTo>
                  <a:pt x="256" y="94"/>
                  <a:pt x="243" y="62"/>
                  <a:pt x="219" y="37"/>
                </a:cubicBezTo>
                <a:cubicBezTo>
                  <a:pt x="194" y="13"/>
                  <a:pt x="162" y="0"/>
                  <a:pt x="128" y="0"/>
                </a:cubicBezTo>
                <a:close/>
                <a:moveTo>
                  <a:pt x="207" y="207"/>
                </a:moveTo>
                <a:cubicBezTo>
                  <a:pt x="186" y="228"/>
                  <a:pt x="158" y="240"/>
                  <a:pt x="128" y="240"/>
                </a:cubicBezTo>
                <a:cubicBezTo>
                  <a:pt x="98" y="240"/>
                  <a:pt x="70" y="228"/>
                  <a:pt x="49" y="207"/>
                </a:cubicBezTo>
                <a:cubicBezTo>
                  <a:pt x="28" y="186"/>
                  <a:pt x="16" y="158"/>
                  <a:pt x="16" y="128"/>
                </a:cubicBezTo>
                <a:cubicBezTo>
                  <a:pt x="16" y="98"/>
                  <a:pt x="28" y="70"/>
                  <a:pt x="49" y="49"/>
                </a:cubicBezTo>
                <a:cubicBezTo>
                  <a:pt x="70" y="28"/>
                  <a:pt x="98" y="16"/>
                  <a:pt x="128" y="16"/>
                </a:cubicBezTo>
                <a:cubicBezTo>
                  <a:pt x="158" y="16"/>
                  <a:pt x="186" y="28"/>
                  <a:pt x="207" y="49"/>
                </a:cubicBezTo>
                <a:cubicBezTo>
                  <a:pt x="228" y="70"/>
                  <a:pt x="240" y="98"/>
                  <a:pt x="240" y="128"/>
                </a:cubicBezTo>
                <a:cubicBezTo>
                  <a:pt x="240" y="158"/>
                  <a:pt x="228" y="186"/>
                  <a:pt x="207" y="207"/>
                </a:cubicBezTo>
                <a:close/>
              </a:path>
            </a:pathLst>
          </a:custGeom>
          <a:solidFill>
            <a:srgbClr val="015BAB"/>
          </a:solidFill>
          <a:ln w="9525">
            <a:noFill/>
            <a:round/>
          </a:ln>
        </p:spPr>
        <p:txBody>
          <a:bodyPr vert="horz" wrap="square" lIns="91440" tIns="45720" rIns="91440" bIns="45720" numCol="1" anchor="t" anchorCtr="0" compatLnSpc="1"/>
          <a:lstStyle/>
          <a:p>
            <a:endParaRPr lang="en-US">
              <a:solidFill>
                <a:srgbClr val="2B2B2B"/>
              </a:solidFill>
            </a:endParaRPr>
          </a:p>
        </p:txBody>
      </p:sp>
      <p:sp>
        <p:nvSpPr>
          <p:cNvPr id="128" name="Freeform 102"/>
          <p:cNvSpPr>
            <a:spLocks noChangeAspect="1" noEditPoints="1"/>
          </p:cNvSpPr>
          <p:nvPr/>
        </p:nvSpPr>
        <p:spPr bwMode="auto">
          <a:xfrm>
            <a:off x="9798549" y="4076713"/>
            <a:ext cx="720000" cy="720000"/>
          </a:xfrm>
          <a:custGeom>
            <a:avLst/>
            <a:gdLst>
              <a:gd name="T0" fmla="*/ 128 w 256"/>
              <a:gd name="T1" fmla="*/ 0 h 256"/>
              <a:gd name="T2" fmla="*/ 37 w 256"/>
              <a:gd name="T3" fmla="*/ 37 h 256"/>
              <a:gd name="T4" fmla="*/ 0 w 256"/>
              <a:gd name="T5" fmla="*/ 128 h 256"/>
              <a:gd name="T6" fmla="*/ 37 w 256"/>
              <a:gd name="T7" fmla="*/ 219 h 256"/>
              <a:gd name="T8" fmla="*/ 128 w 256"/>
              <a:gd name="T9" fmla="*/ 256 h 256"/>
              <a:gd name="T10" fmla="*/ 219 w 256"/>
              <a:gd name="T11" fmla="*/ 219 h 256"/>
              <a:gd name="T12" fmla="*/ 256 w 256"/>
              <a:gd name="T13" fmla="*/ 128 h 256"/>
              <a:gd name="T14" fmla="*/ 219 w 256"/>
              <a:gd name="T15" fmla="*/ 37 h 256"/>
              <a:gd name="T16" fmla="*/ 128 w 256"/>
              <a:gd name="T17" fmla="*/ 0 h 256"/>
              <a:gd name="T18" fmla="*/ 207 w 256"/>
              <a:gd name="T19" fmla="*/ 207 h 256"/>
              <a:gd name="T20" fmla="*/ 128 w 256"/>
              <a:gd name="T21" fmla="*/ 240 h 256"/>
              <a:gd name="T22" fmla="*/ 49 w 256"/>
              <a:gd name="T23" fmla="*/ 207 h 256"/>
              <a:gd name="T24" fmla="*/ 16 w 256"/>
              <a:gd name="T25" fmla="*/ 128 h 256"/>
              <a:gd name="T26" fmla="*/ 49 w 256"/>
              <a:gd name="T27" fmla="*/ 49 h 256"/>
              <a:gd name="T28" fmla="*/ 128 w 256"/>
              <a:gd name="T29" fmla="*/ 16 h 256"/>
              <a:gd name="T30" fmla="*/ 207 w 256"/>
              <a:gd name="T31" fmla="*/ 49 h 256"/>
              <a:gd name="T32" fmla="*/ 240 w 256"/>
              <a:gd name="T33" fmla="*/ 128 h 256"/>
              <a:gd name="T34" fmla="*/ 207 w 256"/>
              <a:gd name="T35" fmla="*/ 207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256">
                <a:moveTo>
                  <a:pt x="128" y="0"/>
                </a:moveTo>
                <a:cubicBezTo>
                  <a:pt x="94" y="0"/>
                  <a:pt x="62" y="13"/>
                  <a:pt x="37" y="37"/>
                </a:cubicBezTo>
                <a:cubicBezTo>
                  <a:pt x="13" y="62"/>
                  <a:pt x="0" y="94"/>
                  <a:pt x="0" y="128"/>
                </a:cubicBezTo>
                <a:cubicBezTo>
                  <a:pt x="0" y="162"/>
                  <a:pt x="13" y="194"/>
                  <a:pt x="37" y="219"/>
                </a:cubicBezTo>
                <a:cubicBezTo>
                  <a:pt x="62" y="243"/>
                  <a:pt x="94" y="256"/>
                  <a:pt x="128" y="256"/>
                </a:cubicBezTo>
                <a:cubicBezTo>
                  <a:pt x="162" y="256"/>
                  <a:pt x="194" y="243"/>
                  <a:pt x="219" y="219"/>
                </a:cubicBezTo>
                <a:cubicBezTo>
                  <a:pt x="243" y="194"/>
                  <a:pt x="256" y="162"/>
                  <a:pt x="256" y="128"/>
                </a:cubicBezTo>
                <a:cubicBezTo>
                  <a:pt x="256" y="94"/>
                  <a:pt x="243" y="62"/>
                  <a:pt x="219" y="37"/>
                </a:cubicBezTo>
                <a:cubicBezTo>
                  <a:pt x="194" y="13"/>
                  <a:pt x="162" y="0"/>
                  <a:pt x="128" y="0"/>
                </a:cubicBezTo>
                <a:close/>
                <a:moveTo>
                  <a:pt x="207" y="207"/>
                </a:moveTo>
                <a:cubicBezTo>
                  <a:pt x="186" y="228"/>
                  <a:pt x="158" y="240"/>
                  <a:pt x="128" y="240"/>
                </a:cubicBezTo>
                <a:cubicBezTo>
                  <a:pt x="98" y="240"/>
                  <a:pt x="70" y="228"/>
                  <a:pt x="49" y="207"/>
                </a:cubicBezTo>
                <a:cubicBezTo>
                  <a:pt x="28" y="186"/>
                  <a:pt x="16" y="158"/>
                  <a:pt x="16" y="128"/>
                </a:cubicBezTo>
                <a:cubicBezTo>
                  <a:pt x="16" y="98"/>
                  <a:pt x="28" y="70"/>
                  <a:pt x="49" y="49"/>
                </a:cubicBezTo>
                <a:cubicBezTo>
                  <a:pt x="70" y="28"/>
                  <a:pt x="98" y="16"/>
                  <a:pt x="128" y="16"/>
                </a:cubicBezTo>
                <a:cubicBezTo>
                  <a:pt x="158" y="16"/>
                  <a:pt x="186" y="28"/>
                  <a:pt x="207" y="49"/>
                </a:cubicBezTo>
                <a:cubicBezTo>
                  <a:pt x="228" y="70"/>
                  <a:pt x="240" y="98"/>
                  <a:pt x="240" y="128"/>
                </a:cubicBezTo>
                <a:cubicBezTo>
                  <a:pt x="240" y="158"/>
                  <a:pt x="228" y="186"/>
                  <a:pt x="207" y="207"/>
                </a:cubicBezTo>
                <a:close/>
              </a:path>
            </a:pathLst>
          </a:custGeom>
          <a:solidFill>
            <a:srgbClr val="015BAB"/>
          </a:solidFill>
          <a:ln w="9525">
            <a:noFill/>
            <a:round/>
          </a:ln>
        </p:spPr>
        <p:txBody>
          <a:bodyPr vert="horz" wrap="square" lIns="91440" tIns="45720" rIns="91440" bIns="45720" numCol="1" anchor="t" anchorCtr="0" compatLnSpc="1"/>
          <a:lstStyle/>
          <a:p>
            <a:endParaRPr lang="en-US">
              <a:solidFill>
                <a:srgbClr val="2B2B2B"/>
              </a:solidFill>
            </a:endParaRPr>
          </a:p>
        </p:txBody>
      </p:sp>
      <p:grpSp>
        <p:nvGrpSpPr>
          <p:cNvPr id="138" name="Group 108"/>
          <p:cNvGrpSpPr/>
          <p:nvPr/>
        </p:nvGrpSpPr>
        <p:grpSpPr>
          <a:xfrm>
            <a:off x="5517004" y="4243446"/>
            <a:ext cx="386534" cy="386534"/>
            <a:chOff x="8103197" y="5479932"/>
            <a:chExt cx="386534" cy="386534"/>
          </a:xfrm>
          <a:solidFill>
            <a:srgbClr val="015BAB"/>
          </a:solidFill>
        </p:grpSpPr>
        <p:sp>
          <p:nvSpPr>
            <p:cNvPr id="139" name="Freeform 172"/>
            <p:cNvSpPr>
              <a:spLocks noEditPoints="1"/>
            </p:cNvSpPr>
            <p:nvPr/>
          </p:nvSpPr>
          <p:spPr bwMode="auto">
            <a:xfrm>
              <a:off x="8103197" y="5479932"/>
              <a:ext cx="386534" cy="386534"/>
            </a:xfrm>
            <a:custGeom>
              <a:avLst/>
              <a:gdLst>
                <a:gd name="T0" fmla="*/ 8 w 256"/>
                <a:gd name="T1" fmla="*/ 216 h 256"/>
                <a:gd name="T2" fmla="*/ 56 w 256"/>
                <a:gd name="T3" fmla="*/ 216 h 256"/>
                <a:gd name="T4" fmla="*/ 56 w 256"/>
                <a:gd name="T5" fmla="*/ 248 h 256"/>
                <a:gd name="T6" fmla="*/ 64 w 256"/>
                <a:gd name="T7" fmla="*/ 256 h 256"/>
                <a:gd name="T8" fmla="*/ 192 w 256"/>
                <a:gd name="T9" fmla="*/ 256 h 256"/>
                <a:gd name="T10" fmla="*/ 200 w 256"/>
                <a:gd name="T11" fmla="*/ 248 h 256"/>
                <a:gd name="T12" fmla="*/ 200 w 256"/>
                <a:gd name="T13" fmla="*/ 216 h 256"/>
                <a:gd name="T14" fmla="*/ 248 w 256"/>
                <a:gd name="T15" fmla="*/ 216 h 256"/>
                <a:gd name="T16" fmla="*/ 256 w 256"/>
                <a:gd name="T17" fmla="*/ 208 h 256"/>
                <a:gd name="T18" fmla="*/ 256 w 256"/>
                <a:gd name="T19" fmla="*/ 80 h 256"/>
                <a:gd name="T20" fmla="*/ 248 w 256"/>
                <a:gd name="T21" fmla="*/ 72 h 256"/>
                <a:gd name="T22" fmla="*/ 200 w 256"/>
                <a:gd name="T23" fmla="*/ 72 h 256"/>
                <a:gd name="T24" fmla="*/ 200 w 256"/>
                <a:gd name="T25" fmla="*/ 8 h 256"/>
                <a:gd name="T26" fmla="*/ 192 w 256"/>
                <a:gd name="T27" fmla="*/ 0 h 256"/>
                <a:gd name="T28" fmla="*/ 64 w 256"/>
                <a:gd name="T29" fmla="*/ 0 h 256"/>
                <a:gd name="T30" fmla="*/ 56 w 256"/>
                <a:gd name="T31" fmla="*/ 8 h 256"/>
                <a:gd name="T32" fmla="*/ 56 w 256"/>
                <a:gd name="T33" fmla="*/ 72 h 256"/>
                <a:gd name="T34" fmla="*/ 8 w 256"/>
                <a:gd name="T35" fmla="*/ 72 h 256"/>
                <a:gd name="T36" fmla="*/ 0 w 256"/>
                <a:gd name="T37" fmla="*/ 80 h 256"/>
                <a:gd name="T38" fmla="*/ 0 w 256"/>
                <a:gd name="T39" fmla="*/ 208 h 256"/>
                <a:gd name="T40" fmla="*/ 8 w 256"/>
                <a:gd name="T41" fmla="*/ 216 h 256"/>
                <a:gd name="T42" fmla="*/ 184 w 256"/>
                <a:gd name="T43" fmla="*/ 240 h 256"/>
                <a:gd name="T44" fmla="*/ 72 w 256"/>
                <a:gd name="T45" fmla="*/ 240 h 256"/>
                <a:gd name="T46" fmla="*/ 72 w 256"/>
                <a:gd name="T47" fmla="*/ 160 h 256"/>
                <a:gd name="T48" fmla="*/ 184 w 256"/>
                <a:gd name="T49" fmla="*/ 160 h 256"/>
                <a:gd name="T50" fmla="*/ 184 w 256"/>
                <a:gd name="T51" fmla="*/ 240 h 256"/>
                <a:gd name="T52" fmla="*/ 72 w 256"/>
                <a:gd name="T53" fmla="*/ 16 h 256"/>
                <a:gd name="T54" fmla="*/ 184 w 256"/>
                <a:gd name="T55" fmla="*/ 16 h 256"/>
                <a:gd name="T56" fmla="*/ 184 w 256"/>
                <a:gd name="T57" fmla="*/ 72 h 256"/>
                <a:gd name="T58" fmla="*/ 72 w 256"/>
                <a:gd name="T59" fmla="*/ 72 h 256"/>
                <a:gd name="T60" fmla="*/ 72 w 256"/>
                <a:gd name="T61" fmla="*/ 16 h 256"/>
                <a:gd name="T62" fmla="*/ 16 w 256"/>
                <a:gd name="T63" fmla="*/ 88 h 256"/>
                <a:gd name="T64" fmla="*/ 64 w 256"/>
                <a:gd name="T65" fmla="*/ 88 h 256"/>
                <a:gd name="T66" fmla="*/ 192 w 256"/>
                <a:gd name="T67" fmla="*/ 88 h 256"/>
                <a:gd name="T68" fmla="*/ 240 w 256"/>
                <a:gd name="T69" fmla="*/ 88 h 256"/>
                <a:gd name="T70" fmla="*/ 240 w 256"/>
                <a:gd name="T71" fmla="*/ 200 h 256"/>
                <a:gd name="T72" fmla="*/ 200 w 256"/>
                <a:gd name="T73" fmla="*/ 200 h 256"/>
                <a:gd name="T74" fmla="*/ 200 w 256"/>
                <a:gd name="T75" fmla="*/ 152 h 256"/>
                <a:gd name="T76" fmla="*/ 192 w 256"/>
                <a:gd name="T77" fmla="*/ 144 h 256"/>
                <a:gd name="T78" fmla="*/ 64 w 256"/>
                <a:gd name="T79" fmla="*/ 144 h 256"/>
                <a:gd name="T80" fmla="*/ 56 w 256"/>
                <a:gd name="T81" fmla="*/ 152 h 256"/>
                <a:gd name="T82" fmla="*/ 56 w 256"/>
                <a:gd name="T83" fmla="*/ 200 h 256"/>
                <a:gd name="T84" fmla="*/ 16 w 256"/>
                <a:gd name="T85" fmla="*/ 200 h 256"/>
                <a:gd name="T86" fmla="*/ 16 w 256"/>
                <a:gd name="T87" fmla="*/ 88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56" h="256">
                  <a:moveTo>
                    <a:pt x="8" y="216"/>
                  </a:moveTo>
                  <a:cubicBezTo>
                    <a:pt x="56" y="216"/>
                    <a:pt x="56" y="216"/>
                    <a:pt x="56" y="216"/>
                  </a:cubicBezTo>
                  <a:cubicBezTo>
                    <a:pt x="56" y="248"/>
                    <a:pt x="56" y="248"/>
                    <a:pt x="56" y="248"/>
                  </a:cubicBezTo>
                  <a:cubicBezTo>
                    <a:pt x="56" y="252"/>
                    <a:pt x="60" y="256"/>
                    <a:pt x="64" y="256"/>
                  </a:cubicBezTo>
                  <a:cubicBezTo>
                    <a:pt x="192" y="256"/>
                    <a:pt x="192" y="256"/>
                    <a:pt x="192" y="256"/>
                  </a:cubicBezTo>
                  <a:cubicBezTo>
                    <a:pt x="196" y="256"/>
                    <a:pt x="200" y="252"/>
                    <a:pt x="200" y="248"/>
                  </a:cubicBezTo>
                  <a:cubicBezTo>
                    <a:pt x="200" y="216"/>
                    <a:pt x="200" y="216"/>
                    <a:pt x="200" y="216"/>
                  </a:cubicBezTo>
                  <a:cubicBezTo>
                    <a:pt x="248" y="216"/>
                    <a:pt x="248" y="216"/>
                    <a:pt x="248" y="216"/>
                  </a:cubicBezTo>
                  <a:cubicBezTo>
                    <a:pt x="252" y="216"/>
                    <a:pt x="256" y="212"/>
                    <a:pt x="256" y="208"/>
                  </a:cubicBezTo>
                  <a:cubicBezTo>
                    <a:pt x="256" y="80"/>
                    <a:pt x="256" y="80"/>
                    <a:pt x="256" y="80"/>
                  </a:cubicBezTo>
                  <a:cubicBezTo>
                    <a:pt x="256" y="76"/>
                    <a:pt x="252" y="72"/>
                    <a:pt x="248" y="72"/>
                  </a:cubicBezTo>
                  <a:cubicBezTo>
                    <a:pt x="200" y="72"/>
                    <a:pt x="200" y="72"/>
                    <a:pt x="200" y="72"/>
                  </a:cubicBezTo>
                  <a:cubicBezTo>
                    <a:pt x="200" y="8"/>
                    <a:pt x="200" y="8"/>
                    <a:pt x="200" y="8"/>
                  </a:cubicBezTo>
                  <a:cubicBezTo>
                    <a:pt x="200" y="4"/>
                    <a:pt x="196" y="0"/>
                    <a:pt x="192" y="0"/>
                  </a:cubicBezTo>
                  <a:cubicBezTo>
                    <a:pt x="64" y="0"/>
                    <a:pt x="64" y="0"/>
                    <a:pt x="64" y="0"/>
                  </a:cubicBezTo>
                  <a:cubicBezTo>
                    <a:pt x="60" y="0"/>
                    <a:pt x="56" y="4"/>
                    <a:pt x="56" y="8"/>
                  </a:cubicBezTo>
                  <a:cubicBezTo>
                    <a:pt x="56" y="72"/>
                    <a:pt x="56" y="72"/>
                    <a:pt x="56" y="72"/>
                  </a:cubicBezTo>
                  <a:cubicBezTo>
                    <a:pt x="8" y="72"/>
                    <a:pt x="8" y="72"/>
                    <a:pt x="8" y="72"/>
                  </a:cubicBezTo>
                  <a:cubicBezTo>
                    <a:pt x="4" y="72"/>
                    <a:pt x="0" y="76"/>
                    <a:pt x="0" y="80"/>
                  </a:cubicBezTo>
                  <a:cubicBezTo>
                    <a:pt x="0" y="208"/>
                    <a:pt x="0" y="208"/>
                    <a:pt x="0" y="208"/>
                  </a:cubicBezTo>
                  <a:cubicBezTo>
                    <a:pt x="0" y="212"/>
                    <a:pt x="4" y="216"/>
                    <a:pt x="8" y="216"/>
                  </a:cubicBezTo>
                  <a:close/>
                  <a:moveTo>
                    <a:pt x="184" y="240"/>
                  </a:moveTo>
                  <a:cubicBezTo>
                    <a:pt x="72" y="240"/>
                    <a:pt x="72" y="240"/>
                    <a:pt x="72" y="240"/>
                  </a:cubicBezTo>
                  <a:cubicBezTo>
                    <a:pt x="72" y="160"/>
                    <a:pt x="72" y="160"/>
                    <a:pt x="72" y="160"/>
                  </a:cubicBezTo>
                  <a:cubicBezTo>
                    <a:pt x="184" y="160"/>
                    <a:pt x="184" y="160"/>
                    <a:pt x="184" y="160"/>
                  </a:cubicBezTo>
                  <a:lnTo>
                    <a:pt x="184" y="240"/>
                  </a:lnTo>
                  <a:close/>
                  <a:moveTo>
                    <a:pt x="72" y="16"/>
                  </a:moveTo>
                  <a:cubicBezTo>
                    <a:pt x="184" y="16"/>
                    <a:pt x="184" y="16"/>
                    <a:pt x="184" y="16"/>
                  </a:cubicBezTo>
                  <a:cubicBezTo>
                    <a:pt x="184" y="72"/>
                    <a:pt x="184" y="72"/>
                    <a:pt x="184" y="72"/>
                  </a:cubicBezTo>
                  <a:cubicBezTo>
                    <a:pt x="72" y="72"/>
                    <a:pt x="72" y="72"/>
                    <a:pt x="72" y="72"/>
                  </a:cubicBezTo>
                  <a:lnTo>
                    <a:pt x="72" y="16"/>
                  </a:lnTo>
                  <a:close/>
                  <a:moveTo>
                    <a:pt x="16" y="88"/>
                  </a:moveTo>
                  <a:cubicBezTo>
                    <a:pt x="64" y="88"/>
                    <a:pt x="64" y="88"/>
                    <a:pt x="64" y="88"/>
                  </a:cubicBezTo>
                  <a:cubicBezTo>
                    <a:pt x="192" y="88"/>
                    <a:pt x="192" y="88"/>
                    <a:pt x="192" y="88"/>
                  </a:cubicBezTo>
                  <a:cubicBezTo>
                    <a:pt x="240" y="88"/>
                    <a:pt x="240" y="88"/>
                    <a:pt x="240" y="88"/>
                  </a:cubicBezTo>
                  <a:cubicBezTo>
                    <a:pt x="240" y="200"/>
                    <a:pt x="240" y="200"/>
                    <a:pt x="240" y="200"/>
                  </a:cubicBezTo>
                  <a:cubicBezTo>
                    <a:pt x="200" y="200"/>
                    <a:pt x="200" y="200"/>
                    <a:pt x="200" y="200"/>
                  </a:cubicBezTo>
                  <a:cubicBezTo>
                    <a:pt x="200" y="152"/>
                    <a:pt x="200" y="152"/>
                    <a:pt x="200" y="152"/>
                  </a:cubicBezTo>
                  <a:cubicBezTo>
                    <a:pt x="200" y="148"/>
                    <a:pt x="196" y="144"/>
                    <a:pt x="192" y="144"/>
                  </a:cubicBezTo>
                  <a:cubicBezTo>
                    <a:pt x="64" y="144"/>
                    <a:pt x="64" y="144"/>
                    <a:pt x="64" y="144"/>
                  </a:cubicBezTo>
                  <a:cubicBezTo>
                    <a:pt x="60" y="144"/>
                    <a:pt x="56" y="148"/>
                    <a:pt x="56" y="152"/>
                  </a:cubicBezTo>
                  <a:cubicBezTo>
                    <a:pt x="56" y="200"/>
                    <a:pt x="56" y="200"/>
                    <a:pt x="56" y="200"/>
                  </a:cubicBezTo>
                  <a:cubicBezTo>
                    <a:pt x="16" y="200"/>
                    <a:pt x="16" y="200"/>
                    <a:pt x="16" y="200"/>
                  </a:cubicBezTo>
                  <a:lnTo>
                    <a:pt x="16" y="8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40" name="Freeform 173"/>
            <p:cNvSpPr/>
            <p:nvPr/>
          </p:nvSpPr>
          <p:spPr bwMode="auto">
            <a:xfrm>
              <a:off x="8150367" y="5629304"/>
              <a:ext cx="24895" cy="26206"/>
            </a:xfrm>
            <a:custGeom>
              <a:avLst/>
              <a:gdLst>
                <a:gd name="T0" fmla="*/ 14 w 16"/>
                <a:gd name="T1" fmla="*/ 3 h 17"/>
                <a:gd name="T2" fmla="*/ 2 w 16"/>
                <a:gd name="T3" fmla="*/ 3 h 17"/>
                <a:gd name="T4" fmla="*/ 0 w 16"/>
                <a:gd name="T5" fmla="*/ 9 h 17"/>
                <a:gd name="T6" fmla="*/ 2 w 16"/>
                <a:gd name="T7" fmla="*/ 15 h 17"/>
                <a:gd name="T8" fmla="*/ 8 w 16"/>
                <a:gd name="T9" fmla="*/ 17 h 17"/>
                <a:gd name="T10" fmla="*/ 14 w 16"/>
                <a:gd name="T11" fmla="*/ 15 h 17"/>
                <a:gd name="T12" fmla="*/ 16 w 16"/>
                <a:gd name="T13" fmla="*/ 9 h 17"/>
                <a:gd name="T14" fmla="*/ 14 w 16"/>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7">
                  <a:moveTo>
                    <a:pt x="14" y="3"/>
                  </a:moveTo>
                  <a:cubicBezTo>
                    <a:pt x="11" y="0"/>
                    <a:pt x="5" y="0"/>
                    <a:pt x="2" y="3"/>
                  </a:cubicBezTo>
                  <a:cubicBezTo>
                    <a:pt x="1" y="5"/>
                    <a:pt x="0" y="7"/>
                    <a:pt x="0" y="9"/>
                  </a:cubicBezTo>
                  <a:cubicBezTo>
                    <a:pt x="0" y="11"/>
                    <a:pt x="1" y="13"/>
                    <a:pt x="2" y="15"/>
                  </a:cubicBezTo>
                  <a:cubicBezTo>
                    <a:pt x="4" y="16"/>
                    <a:pt x="6" y="17"/>
                    <a:pt x="8" y="17"/>
                  </a:cubicBezTo>
                  <a:cubicBezTo>
                    <a:pt x="10" y="17"/>
                    <a:pt x="12" y="16"/>
                    <a:pt x="14" y="15"/>
                  </a:cubicBezTo>
                  <a:cubicBezTo>
                    <a:pt x="15" y="13"/>
                    <a:pt x="16" y="11"/>
                    <a:pt x="16" y="9"/>
                  </a:cubicBezTo>
                  <a:cubicBezTo>
                    <a:pt x="16" y="7"/>
                    <a:pt x="15" y="5"/>
                    <a:pt x="14"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41" name="Freeform 174"/>
            <p:cNvSpPr/>
            <p:nvPr/>
          </p:nvSpPr>
          <p:spPr bwMode="auto">
            <a:xfrm>
              <a:off x="8187055" y="5629304"/>
              <a:ext cx="24895" cy="26206"/>
            </a:xfrm>
            <a:custGeom>
              <a:avLst/>
              <a:gdLst>
                <a:gd name="T0" fmla="*/ 8 w 16"/>
                <a:gd name="T1" fmla="*/ 17 h 17"/>
                <a:gd name="T2" fmla="*/ 14 w 16"/>
                <a:gd name="T3" fmla="*/ 15 h 17"/>
                <a:gd name="T4" fmla="*/ 16 w 16"/>
                <a:gd name="T5" fmla="*/ 9 h 17"/>
                <a:gd name="T6" fmla="*/ 14 w 16"/>
                <a:gd name="T7" fmla="*/ 3 h 17"/>
                <a:gd name="T8" fmla="*/ 2 w 16"/>
                <a:gd name="T9" fmla="*/ 3 h 17"/>
                <a:gd name="T10" fmla="*/ 0 w 16"/>
                <a:gd name="T11" fmla="*/ 9 h 17"/>
                <a:gd name="T12" fmla="*/ 2 w 16"/>
                <a:gd name="T13" fmla="*/ 15 h 17"/>
                <a:gd name="T14" fmla="*/ 8 w 16"/>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17">
                  <a:moveTo>
                    <a:pt x="8" y="17"/>
                  </a:moveTo>
                  <a:cubicBezTo>
                    <a:pt x="10" y="17"/>
                    <a:pt x="12" y="16"/>
                    <a:pt x="14" y="15"/>
                  </a:cubicBezTo>
                  <a:cubicBezTo>
                    <a:pt x="15" y="13"/>
                    <a:pt x="16" y="11"/>
                    <a:pt x="16" y="9"/>
                  </a:cubicBezTo>
                  <a:cubicBezTo>
                    <a:pt x="16" y="7"/>
                    <a:pt x="15" y="5"/>
                    <a:pt x="14" y="3"/>
                  </a:cubicBezTo>
                  <a:cubicBezTo>
                    <a:pt x="11" y="0"/>
                    <a:pt x="5" y="0"/>
                    <a:pt x="2" y="3"/>
                  </a:cubicBezTo>
                  <a:cubicBezTo>
                    <a:pt x="1" y="5"/>
                    <a:pt x="0" y="7"/>
                    <a:pt x="0" y="9"/>
                  </a:cubicBezTo>
                  <a:cubicBezTo>
                    <a:pt x="0" y="11"/>
                    <a:pt x="1" y="13"/>
                    <a:pt x="2" y="15"/>
                  </a:cubicBezTo>
                  <a:cubicBezTo>
                    <a:pt x="4" y="16"/>
                    <a:pt x="6" y="17"/>
                    <a:pt x="8"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42" name="Freeform 175"/>
            <p:cNvSpPr/>
            <p:nvPr/>
          </p:nvSpPr>
          <p:spPr bwMode="auto">
            <a:xfrm>
              <a:off x="8223743" y="5745920"/>
              <a:ext cx="144131" cy="23585"/>
            </a:xfrm>
            <a:custGeom>
              <a:avLst/>
              <a:gdLst>
                <a:gd name="T0" fmla="*/ 88 w 96"/>
                <a:gd name="T1" fmla="*/ 0 h 16"/>
                <a:gd name="T2" fmla="*/ 8 w 96"/>
                <a:gd name="T3" fmla="*/ 0 h 16"/>
                <a:gd name="T4" fmla="*/ 0 w 96"/>
                <a:gd name="T5" fmla="*/ 8 h 16"/>
                <a:gd name="T6" fmla="*/ 8 w 96"/>
                <a:gd name="T7" fmla="*/ 16 h 16"/>
                <a:gd name="T8" fmla="*/ 88 w 96"/>
                <a:gd name="T9" fmla="*/ 16 h 16"/>
                <a:gd name="T10" fmla="*/ 96 w 96"/>
                <a:gd name="T11" fmla="*/ 8 h 16"/>
                <a:gd name="T12" fmla="*/ 88 w 9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96" h="16">
                  <a:moveTo>
                    <a:pt x="88" y="0"/>
                  </a:moveTo>
                  <a:cubicBezTo>
                    <a:pt x="8" y="0"/>
                    <a:pt x="8" y="0"/>
                    <a:pt x="8" y="0"/>
                  </a:cubicBezTo>
                  <a:cubicBezTo>
                    <a:pt x="4" y="0"/>
                    <a:pt x="0" y="4"/>
                    <a:pt x="0" y="8"/>
                  </a:cubicBezTo>
                  <a:cubicBezTo>
                    <a:pt x="0" y="12"/>
                    <a:pt x="4" y="16"/>
                    <a:pt x="8" y="16"/>
                  </a:cubicBezTo>
                  <a:cubicBezTo>
                    <a:pt x="88" y="16"/>
                    <a:pt x="88" y="16"/>
                    <a:pt x="88" y="16"/>
                  </a:cubicBezTo>
                  <a:cubicBezTo>
                    <a:pt x="92" y="16"/>
                    <a:pt x="96" y="12"/>
                    <a:pt x="96" y="8"/>
                  </a:cubicBezTo>
                  <a:cubicBezTo>
                    <a:pt x="96" y="4"/>
                    <a:pt x="92" y="0"/>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43" name="Freeform 176"/>
            <p:cNvSpPr/>
            <p:nvPr/>
          </p:nvSpPr>
          <p:spPr bwMode="auto">
            <a:xfrm>
              <a:off x="8223743" y="5794400"/>
              <a:ext cx="144131" cy="23585"/>
            </a:xfrm>
            <a:custGeom>
              <a:avLst/>
              <a:gdLst>
                <a:gd name="T0" fmla="*/ 88 w 96"/>
                <a:gd name="T1" fmla="*/ 0 h 16"/>
                <a:gd name="T2" fmla="*/ 8 w 96"/>
                <a:gd name="T3" fmla="*/ 0 h 16"/>
                <a:gd name="T4" fmla="*/ 0 w 96"/>
                <a:gd name="T5" fmla="*/ 8 h 16"/>
                <a:gd name="T6" fmla="*/ 8 w 96"/>
                <a:gd name="T7" fmla="*/ 16 h 16"/>
                <a:gd name="T8" fmla="*/ 88 w 96"/>
                <a:gd name="T9" fmla="*/ 16 h 16"/>
                <a:gd name="T10" fmla="*/ 96 w 96"/>
                <a:gd name="T11" fmla="*/ 8 h 16"/>
                <a:gd name="T12" fmla="*/ 88 w 9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96" h="16">
                  <a:moveTo>
                    <a:pt x="88" y="0"/>
                  </a:moveTo>
                  <a:cubicBezTo>
                    <a:pt x="8" y="0"/>
                    <a:pt x="8" y="0"/>
                    <a:pt x="8" y="0"/>
                  </a:cubicBezTo>
                  <a:cubicBezTo>
                    <a:pt x="4" y="0"/>
                    <a:pt x="0" y="4"/>
                    <a:pt x="0" y="8"/>
                  </a:cubicBezTo>
                  <a:cubicBezTo>
                    <a:pt x="0" y="12"/>
                    <a:pt x="4" y="16"/>
                    <a:pt x="8" y="16"/>
                  </a:cubicBezTo>
                  <a:cubicBezTo>
                    <a:pt x="88" y="16"/>
                    <a:pt x="88" y="16"/>
                    <a:pt x="88" y="16"/>
                  </a:cubicBezTo>
                  <a:cubicBezTo>
                    <a:pt x="92" y="16"/>
                    <a:pt x="96" y="12"/>
                    <a:pt x="96" y="8"/>
                  </a:cubicBezTo>
                  <a:cubicBezTo>
                    <a:pt x="96" y="4"/>
                    <a:pt x="92" y="0"/>
                    <a:pt x="8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sp>
        <p:nvSpPr>
          <p:cNvPr id="144" name="Freeform 127"/>
          <p:cNvSpPr>
            <a:spLocks noEditPoints="1"/>
          </p:cNvSpPr>
          <p:nvPr/>
        </p:nvSpPr>
        <p:spPr bwMode="auto">
          <a:xfrm>
            <a:off x="7738967" y="4284464"/>
            <a:ext cx="384969" cy="339875"/>
          </a:xfrm>
          <a:custGeom>
            <a:avLst/>
            <a:gdLst>
              <a:gd name="T0" fmla="*/ 8 w 256"/>
              <a:gd name="T1" fmla="*/ 40 h 248"/>
              <a:gd name="T2" fmla="*/ 48 w 256"/>
              <a:gd name="T3" fmla="*/ 217 h 248"/>
              <a:gd name="T4" fmla="*/ 80 w 256"/>
              <a:gd name="T5" fmla="*/ 248 h 248"/>
              <a:gd name="T6" fmla="*/ 145 w 256"/>
              <a:gd name="T7" fmla="*/ 224 h 248"/>
              <a:gd name="T8" fmla="*/ 208 w 256"/>
              <a:gd name="T9" fmla="*/ 216 h 248"/>
              <a:gd name="T10" fmla="*/ 145 w 256"/>
              <a:gd name="T11" fmla="*/ 208 h 248"/>
              <a:gd name="T12" fmla="*/ 80 w 256"/>
              <a:gd name="T13" fmla="*/ 184 h 248"/>
              <a:gd name="T14" fmla="*/ 60 w 256"/>
              <a:gd name="T15" fmla="*/ 164 h 248"/>
              <a:gd name="T16" fmla="*/ 60 w 256"/>
              <a:gd name="T17" fmla="*/ 164 h 248"/>
              <a:gd name="T18" fmla="*/ 232 w 256"/>
              <a:gd name="T19" fmla="*/ 150 h 248"/>
              <a:gd name="T20" fmla="*/ 254 w 256"/>
              <a:gd name="T21" fmla="*/ 59 h 248"/>
              <a:gd name="T22" fmla="*/ 222 w 256"/>
              <a:gd name="T23" fmla="*/ 56 h 248"/>
              <a:gd name="T24" fmla="*/ 200 w 256"/>
              <a:gd name="T25" fmla="*/ 0 h 248"/>
              <a:gd name="T26" fmla="*/ 138 w 256"/>
              <a:gd name="T27" fmla="*/ 2 h 248"/>
              <a:gd name="T28" fmla="*/ 80 w 256"/>
              <a:gd name="T29" fmla="*/ 24 h 248"/>
              <a:gd name="T30" fmla="*/ 66 w 256"/>
              <a:gd name="T31" fmla="*/ 56 h 248"/>
              <a:gd name="T32" fmla="*/ 48 w 256"/>
              <a:gd name="T33" fmla="*/ 31 h 248"/>
              <a:gd name="T34" fmla="*/ 8 w 256"/>
              <a:gd name="T35" fmla="*/ 24 h 248"/>
              <a:gd name="T36" fmla="*/ 176 w 256"/>
              <a:gd name="T37" fmla="*/ 200 h 248"/>
              <a:gd name="T38" fmla="*/ 176 w 256"/>
              <a:gd name="T39" fmla="*/ 232 h 248"/>
              <a:gd name="T40" fmla="*/ 176 w 256"/>
              <a:gd name="T41" fmla="*/ 200 h 248"/>
              <a:gd name="T42" fmla="*/ 96 w 256"/>
              <a:gd name="T43" fmla="*/ 216 h 248"/>
              <a:gd name="T44" fmla="*/ 64 w 256"/>
              <a:gd name="T45" fmla="*/ 216 h 248"/>
              <a:gd name="T46" fmla="*/ 147 w 256"/>
              <a:gd name="T47" fmla="*/ 16 h 248"/>
              <a:gd name="T48" fmla="*/ 205 w 256"/>
              <a:gd name="T49" fmla="*/ 56 h 248"/>
              <a:gd name="T50" fmla="*/ 129 w 256"/>
              <a:gd name="T51" fmla="*/ 34 h 248"/>
              <a:gd name="T52" fmla="*/ 86 w 256"/>
              <a:gd name="T53" fmla="*/ 40 h 248"/>
              <a:gd name="T54" fmla="*/ 118 w 256"/>
              <a:gd name="T55" fmla="*/ 56 h 248"/>
              <a:gd name="T56" fmla="*/ 86 w 256"/>
              <a:gd name="T57" fmla="*/ 40 h 248"/>
              <a:gd name="T58" fmla="*/ 216 w 256"/>
              <a:gd name="T59" fmla="*/ 72 h 248"/>
              <a:gd name="T60" fmla="*/ 237 w 256"/>
              <a:gd name="T61" fmla="*/ 72 h 248"/>
              <a:gd name="T62" fmla="*/ 60 w 256"/>
              <a:gd name="T63" fmla="*/ 148 h 248"/>
              <a:gd name="T64" fmla="*/ 52 w 256"/>
              <a:gd name="T65" fmla="*/ 72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6" h="248">
                <a:moveTo>
                  <a:pt x="0" y="32"/>
                </a:moveTo>
                <a:cubicBezTo>
                  <a:pt x="0" y="36"/>
                  <a:pt x="4" y="40"/>
                  <a:pt x="8" y="40"/>
                </a:cubicBezTo>
                <a:cubicBezTo>
                  <a:pt x="33" y="40"/>
                  <a:pt x="33" y="40"/>
                  <a:pt x="33" y="40"/>
                </a:cubicBezTo>
                <a:cubicBezTo>
                  <a:pt x="48" y="217"/>
                  <a:pt x="48" y="217"/>
                  <a:pt x="48" y="217"/>
                </a:cubicBezTo>
                <a:cubicBezTo>
                  <a:pt x="48" y="217"/>
                  <a:pt x="48" y="217"/>
                  <a:pt x="48" y="217"/>
                </a:cubicBezTo>
                <a:cubicBezTo>
                  <a:pt x="48" y="234"/>
                  <a:pt x="63" y="248"/>
                  <a:pt x="80" y="248"/>
                </a:cubicBezTo>
                <a:cubicBezTo>
                  <a:pt x="95" y="248"/>
                  <a:pt x="107" y="238"/>
                  <a:pt x="111" y="224"/>
                </a:cubicBezTo>
                <a:cubicBezTo>
                  <a:pt x="145" y="224"/>
                  <a:pt x="145" y="224"/>
                  <a:pt x="145" y="224"/>
                </a:cubicBezTo>
                <a:cubicBezTo>
                  <a:pt x="149" y="238"/>
                  <a:pt x="161" y="248"/>
                  <a:pt x="176" y="248"/>
                </a:cubicBezTo>
                <a:cubicBezTo>
                  <a:pt x="194" y="248"/>
                  <a:pt x="208" y="234"/>
                  <a:pt x="208" y="216"/>
                </a:cubicBezTo>
                <a:cubicBezTo>
                  <a:pt x="208" y="198"/>
                  <a:pt x="194" y="184"/>
                  <a:pt x="176" y="184"/>
                </a:cubicBezTo>
                <a:cubicBezTo>
                  <a:pt x="161" y="184"/>
                  <a:pt x="149" y="194"/>
                  <a:pt x="145" y="208"/>
                </a:cubicBezTo>
                <a:cubicBezTo>
                  <a:pt x="111" y="208"/>
                  <a:pt x="111" y="208"/>
                  <a:pt x="111" y="208"/>
                </a:cubicBezTo>
                <a:cubicBezTo>
                  <a:pt x="107" y="194"/>
                  <a:pt x="95" y="184"/>
                  <a:pt x="80" y="184"/>
                </a:cubicBezTo>
                <a:cubicBezTo>
                  <a:pt x="73" y="184"/>
                  <a:pt x="67" y="186"/>
                  <a:pt x="62" y="190"/>
                </a:cubicBezTo>
                <a:cubicBezTo>
                  <a:pt x="60" y="164"/>
                  <a:pt x="60" y="164"/>
                  <a:pt x="60" y="164"/>
                </a:cubicBezTo>
                <a:cubicBezTo>
                  <a:pt x="60" y="164"/>
                  <a:pt x="60" y="164"/>
                  <a:pt x="60" y="164"/>
                </a:cubicBezTo>
                <a:cubicBezTo>
                  <a:pt x="60" y="164"/>
                  <a:pt x="60" y="164"/>
                  <a:pt x="60" y="164"/>
                </a:cubicBezTo>
                <a:cubicBezTo>
                  <a:pt x="224" y="156"/>
                  <a:pt x="224" y="156"/>
                  <a:pt x="224" y="156"/>
                </a:cubicBezTo>
                <a:cubicBezTo>
                  <a:pt x="228" y="156"/>
                  <a:pt x="231" y="153"/>
                  <a:pt x="232" y="150"/>
                </a:cubicBezTo>
                <a:cubicBezTo>
                  <a:pt x="256" y="66"/>
                  <a:pt x="256" y="66"/>
                  <a:pt x="256" y="66"/>
                </a:cubicBezTo>
                <a:cubicBezTo>
                  <a:pt x="256" y="64"/>
                  <a:pt x="256" y="61"/>
                  <a:pt x="254" y="59"/>
                </a:cubicBezTo>
                <a:cubicBezTo>
                  <a:pt x="253" y="57"/>
                  <a:pt x="251" y="56"/>
                  <a:pt x="248" y="56"/>
                </a:cubicBezTo>
                <a:cubicBezTo>
                  <a:pt x="222" y="56"/>
                  <a:pt x="222" y="56"/>
                  <a:pt x="222" y="56"/>
                </a:cubicBezTo>
                <a:cubicBezTo>
                  <a:pt x="208" y="6"/>
                  <a:pt x="208" y="6"/>
                  <a:pt x="208" y="6"/>
                </a:cubicBezTo>
                <a:cubicBezTo>
                  <a:pt x="207" y="2"/>
                  <a:pt x="204" y="0"/>
                  <a:pt x="200" y="0"/>
                </a:cubicBezTo>
                <a:cubicBezTo>
                  <a:pt x="144" y="0"/>
                  <a:pt x="144" y="0"/>
                  <a:pt x="144" y="0"/>
                </a:cubicBezTo>
                <a:cubicBezTo>
                  <a:pt x="142" y="0"/>
                  <a:pt x="140" y="1"/>
                  <a:pt x="138" y="2"/>
                </a:cubicBezTo>
                <a:cubicBezTo>
                  <a:pt x="117" y="24"/>
                  <a:pt x="117" y="24"/>
                  <a:pt x="117" y="24"/>
                </a:cubicBezTo>
                <a:cubicBezTo>
                  <a:pt x="80" y="24"/>
                  <a:pt x="80" y="24"/>
                  <a:pt x="80" y="24"/>
                </a:cubicBezTo>
                <a:cubicBezTo>
                  <a:pt x="76" y="24"/>
                  <a:pt x="73" y="27"/>
                  <a:pt x="72" y="30"/>
                </a:cubicBezTo>
                <a:cubicBezTo>
                  <a:pt x="66" y="56"/>
                  <a:pt x="66" y="56"/>
                  <a:pt x="66" y="56"/>
                </a:cubicBezTo>
                <a:cubicBezTo>
                  <a:pt x="50" y="56"/>
                  <a:pt x="50" y="56"/>
                  <a:pt x="50" y="56"/>
                </a:cubicBezTo>
                <a:cubicBezTo>
                  <a:pt x="48" y="31"/>
                  <a:pt x="48" y="31"/>
                  <a:pt x="48" y="31"/>
                </a:cubicBezTo>
                <a:cubicBezTo>
                  <a:pt x="48" y="27"/>
                  <a:pt x="44" y="24"/>
                  <a:pt x="40" y="24"/>
                </a:cubicBezTo>
                <a:cubicBezTo>
                  <a:pt x="8" y="24"/>
                  <a:pt x="8" y="24"/>
                  <a:pt x="8" y="24"/>
                </a:cubicBezTo>
                <a:cubicBezTo>
                  <a:pt x="4" y="24"/>
                  <a:pt x="0" y="28"/>
                  <a:pt x="0" y="32"/>
                </a:cubicBezTo>
                <a:close/>
                <a:moveTo>
                  <a:pt x="176" y="200"/>
                </a:moveTo>
                <a:cubicBezTo>
                  <a:pt x="185" y="200"/>
                  <a:pt x="192" y="207"/>
                  <a:pt x="192" y="216"/>
                </a:cubicBezTo>
                <a:cubicBezTo>
                  <a:pt x="192" y="225"/>
                  <a:pt x="185" y="232"/>
                  <a:pt x="176" y="232"/>
                </a:cubicBezTo>
                <a:cubicBezTo>
                  <a:pt x="167" y="232"/>
                  <a:pt x="160" y="225"/>
                  <a:pt x="160" y="216"/>
                </a:cubicBezTo>
                <a:cubicBezTo>
                  <a:pt x="160" y="207"/>
                  <a:pt x="167" y="200"/>
                  <a:pt x="176" y="200"/>
                </a:cubicBezTo>
                <a:close/>
                <a:moveTo>
                  <a:pt x="80" y="200"/>
                </a:moveTo>
                <a:cubicBezTo>
                  <a:pt x="89" y="200"/>
                  <a:pt x="96" y="207"/>
                  <a:pt x="96" y="216"/>
                </a:cubicBezTo>
                <a:cubicBezTo>
                  <a:pt x="96" y="225"/>
                  <a:pt x="89" y="232"/>
                  <a:pt x="80" y="232"/>
                </a:cubicBezTo>
                <a:cubicBezTo>
                  <a:pt x="71" y="232"/>
                  <a:pt x="64" y="225"/>
                  <a:pt x="64" y="216"/>
                </a:cubicBezTo>
                <a:cubicBezTo>
                  <a:pt x="64" y="207"/>
                  <a:pt x="71" y="200"/>
                  <a:pt x="80" y="200"/>
                </a:cubicBezTo>
                <a:close/>
                <a:moveTo>
                  <a:pt x="147" y="16"/>
                </a:moveTo>
                <a:cubicBezTo>
                  <a:pt x="194" y="16"/>
                  <a:pt x="194" y="16"/>
                  <a:pt x="194" y="16"/>
                </a:cubicBezTo>
                <a:cubicBezTo>
                  <a:pt x="205" y="56"/>
                  <a:pt x="205" y="56"/>
                  <a:pt x="205" y="56"/>
                </a:cubicBezTo>
                <a:cubicBezTo>
                  <a:pt x="134" y="56"/>
                  <a:pt x="134" y="56"/>
                  <a:pt x="134" y="56"/>
                </a:cubicBezTo>
                <a:cubicBezTo>
                  <a:pt x="129" y="34"/>
                  <a:pt x="129" y="34"/>
                  <a:pt x="129" y="34"/>
                </a:cubicBezTo>
                <a:lnTo>
                  <a:pt x="147" y="16"/>
                </a:lnTo>
                <a:close/>
                <a:moveTo>
                  <a:pt x="86" y="40"/>
                </a:moveTo>
                <a:cubicBezTo>
                  <a:pt x="114" y="40"/>
                  <a:pt x="114" y="40"/>
                  <a:pt x="114" y="40"/>
                </a:cubicBezTo>
                <a:cubicBezTo>
                  <a:pt x="118" y="56"/>
                  <a:pt x="118" y="56"/>
                  <a:pt x="118" y="56"/>
                </a:cubicBezTo>
                <a:cubicBezTo>
                  <a:pt x="82" y="56"/>
                  <a:pt x="82" y="56"/>
                  <a:pt x="82" y="56"/>
                </a:cubicBezTo>
                <a:lnTo>
                  <a:pt x="86" y="40"/>
                </a:lnTo>
                <a:close/>
                <a:moveTo>
                  <a:pt x="216" y="72"/>
                </a:moveTo>
                <a:cubicBezTo>
                  <a:pt x="216" y="72"/>
                  <a:pt x="216" y="72"/>
                  <a:pt x="216" y="72"/>
                </a:cubicBezTo>
                <a:cubicBezTo>
                  <a:pt x="216" y="72"/>
                  <a:pt x="216" y="72"/>
                  <a:pt x="216" y="72"/>
                </a:cubicBezTo>
                <a:cubicBezTo>
                  <a:pt x="237" y="72"/>
                  <a:pt x="237" y="72"/>
                  <a:pt x="237" y="72"/>
                </a:cubicBezTo>
                <a:cubicBezTo>
                  <a:pt x="218" y="140"/>
                  <a:pt x="218" y="140"/>
                  <a:pt x="218" y="140"/>
                </a:cubicBezTo>
                <a:cubicBezTo>
                  <a:pt x="60" y="148"/>
                  <a:pt x="60" y="148"/>
                  <a:pt x="60" y="148"/>
                </a:cubicBezTo>
                <a:cubicBezTo>
                  <a:pt x="59" y="148"/>
                  <a:pt x="59" y="148"/>
                  <a:pt x="58" y="148"/>
                </a:cubicBezTo>
                <a:cubicBezTo>
                  <a:pt x="52" y="72"/>
                  <a:pt x="52" y="72"/>
                  <a:pt x="52" y="72"/>
                </a:cubicBezTo>
                <a:lnTo>
                  <a:pt x="216" y="72"/>
                </a:lnTo>
                <a:close/>
              </a:path>
            </a:pathLst>
          </a:custGeom>
          <a:solidFill>
            <a:srgbClr val="015BAB"/>
          </a:solidFill>
          <a:ln>
            <a:noFill/>
          </a:ln>
        </p:spPr>
        <p:txBody>
          <a:bodyPr vert="horz" wrap="square" lIns="91440" tIns="45720" rIns="91440" bIns="45720" numCol="1" anchor="t" anchorCtr="0" compatLnSpc="1"/>
          <a:lstStyle/>
          <a:p>
            <a:endParaRPr lang="en-US">
              <a:solidFill>
                <a:srgbClr val="2B2B2B"/>
              </a:solidFill>
            </a:endParaRPr>
          </a:p>
        </p:txBody>
      </p:sp>
      <p:grpSp>
        <p:nvGrpSpPr>
          <p:cNvPr id="145" name="Group 115"/>
          <p:cNvGrpSpPr/>
          <p:nvPr/>
        </p:nvGrpSpPr>
        <p:grpSpPr>
          <a:xfrm>
            <a:off x="9966847" y="4302332"/>
            <a:ext cx="384969" cy="307195"/>
            <a:chOff x="7135947" y="4019289"/>
            <a:chExt cx="384969" cy="307195"/>
          </a:xfrm>
          <a:solidFill>
            <a:srgbClr val="015BAB"/>
          </a:solidFill>
        </p:grpSpPr>
        <p:sp>
          <p:nvSpPr>
            <p:cNvPr id="146" name="Freeform 70"/>
            <p:cNvSpPr/>
            <p:nvPr/>
          </p:nvSpPr>
          <p:spPr bwMode="auto">
            <a:xfrm>
              <a:off x="7267609" y="4127788"/>
              <a:ext cx="123075" cy="198696"/>
            </a:xfrm>
            <a:custGeom>
              <a:avLst/>
              <a:gdLst>
                <a:gd name="T0" fmla="*/ 41 w 82"/>
                <a:gd name="T1" fmla="*/ 145 h 145"/>
                <a:gd name="T2" fmla="*/ 49 w 82"/>
                <a:gd name="T3" fmla="*/ 137 h 145"/>
                <a:gd name="T4" fmla="*/ 49 w 82"/>
                <a:gd name="T5" fmla="*/ 28 h 145"/>
                <a:gd name="T6" fmla="*/ 67 w 82"/>
                <a:gd name="T7" fmla="*/ 47 h 145"/>
                <a:gd name="T8" fmla="*/ 73 w 82"/>
                <a:gd name="T9" fmla="*/ 49 h 145"/>
                <a:gd name="T10" fmla="*/ 79 w 82"/>
                <a:gd name="T11" fmla="*/ 47 h 145"/>
                <a:gd name="T12" fmla="*/ 79 w 82"/>
                <a:gd name="T13" fmla="*/ 35 h 145"/>
                <a:gd name="T14" fmla="*/ 47 w 82"/>
                <a:gd name="T15" fmla="*/ 3 h 145"/>
                <a:gd name="T16" fmla="*/ 35 w 82"/>
                <a:gd name="T17" fmla="*/ 3 h 145"/>
                <a:gd name="T18" fmla="*/ 3 w 82"/>
                <a:gd name="T19" fmla="*/ 35 h 145"/>
                <a:gd name="T20" fmla="*/ 3 w 82"/>
                <a:gd name="T21" fmla="*/ 47 h 145"/>
                <a:gd name="T22" fmla="*/ 15 w 82"/>
                <a:gd name="T23" fmla="*/ 47 h 145"/>
                <a:gd name="T24" fmla="*/ 33 w 82"/>
                <a:gd name="T25" fmla="*/ 28 h 145"/>
                <a:gd name="T26" fmla="*/ 33 w 82"/>
                <a:gd name="T27" fmla="*/ 137 h 145"/>
                <a:gd name="T28" fmla="*/ 41 w 82"/>
                <a:gd name="T29"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 h="145">
                  <a:moveTo>
                    <a:pt x="41" y="145"/>
                  </a:moveTo>
                  <a:cubicBezTo>
                    <a:pt x="45" y="145"/>
                    <a:pt x="49" y="141"/>
                    <a:pt x="49" y="137"/>
                  </a:cubicBezTo>
                  <a:cubicBezTo>
                    <a:pt x="49" y="28"/>
                    <a:pt x="49" y="28"/>
                    <a:pt x="49" y="28"/>
                  </a:cubicBezTo>
                  <a:cubicBezTo>
                    <a:pt x="67" y="47"/>
                    <a:pt x="67" y="47"/>
                    <a:pt x="67" y="47"/>
                  </a:cubicBezTo>
                  <a:cubicBezTo>
                    <a:pt x="69" y="48"/>
                    <a:pt x="71" y="49"/>
                    <a:pt x="73" y="49"/>
                  </a:cubicBezTo>
                  <a:cubicBezTo>
                    <a:pt x="75" y="49"/>
                    <a:pt x="77" y="48"/>
                    <a:pt x="79" y="47"/>
                  </a:cubicBezTo>
                  <a:cubicBezTo>
                    <a:pt x="82" y="44"/>
                    <a:pt x="82" y="38"/>
                    <a:pt x="79" y="35"/>
                  </a:cubicBezTo>
                  <a:cubicBezTo>
                    <a:pt x="47" y="3"/>
                    <a:pt x="47" y="3"/>
                    <a:pt x="47" y="3"/>
                  </a:cubicBezTo>
                  <a:cubicBezTo>
                    <a:pt x="44" y="0"/>
                    <a:pt x="38" y="0"/>
                    <a:pt x="35" y="3"/>
                  </a:cubicBezTo>
                  <a:cubicBezTo>
                    <a:pt x="3" y="35"/>
                    <a:pt x="3" y="35"/>
                    <a:pt x="3" y="35"/>
                  </a:cubicBezTo>
                  <a:cubicBezTo>
                    <a:pt x="0" y="38"/>
                    <a:pt x="0" y="44"/>
                    <a:pt x="3" y="47"/>
                  </a:cubicBezTo>
                  <a:cubicBezTo>
                    <a:pt x="6" y="50"/>
                    <a:pt x="12" y="50"/>
                    <a:pt x="15" y="47"/>
                  </a:cubicBezTo>
                  <a:cubicBezTo>
                    <a:pt x="33" y="28"/>
                    <a:pt x="33" y="28"/>
                    <a:pt x="33" y="28"/>
                  </a:cubicBezTo>
                  <a:cubicBezTo>
                    <a:pt x="33" y="137"/>
                    <a:pt x="33" y="137"/>
                    <a:pt x="33" y="137"/>
                  </a:cubicBezTo>
                  <a:cubicBezTo>
                    <a:pt x="33" y="141"/>
                    <a:pt x="37" y="145"/>
                    <a:pt x="41"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47" name="Freeform 71"/>
            <p:cNvSpPr/>
            <p:nvPr/>
          </p:nvSpPr>
          <p:spPr bwMode="auto">
            <a:xfrm>
              <a:off x="7135947" y="4019289"/>
              <a:ext cx="384969" cy="219611"/>
            </a:xfrm>
            <a:custGeom>
              <a:avLst/>
              <a:gdLst>
                <a:gd name="T0" fmla="*/ 224 w 256"/>
                <a:gd name="T1" fmla="*/ 81 h 160"/>
                <a:gd name="T2" fmla="*/ 136 w 256"/>
                <a:gd name="T3" fmla="*/ 0 h 160"/>
                <a:gd name="T4" fmla="*/ 50 w 256"/>
                <a:gd name="T5" fmla="*/ 64 h 160"/>
                <a:gd name="T6" fmla="*/ 48 w 256"/>
                <a:gd name="T7" fmla="*/ 64 h 160"/>
                <a:gd name="T8" fmla="*/ 0 w 256"/>
                <a:gd name="T9" fmla="*/ 112 h 160"/>
                <a:gd name="T10" fmla="*/ 48 w 256"/>
                <a:gd name="T11" fmla="*/ 160 h 160"/>
                <a:gd name="T12" fmla="*/ 96 w 256"/>
                <a:gd name="T13" fmla="*/ 160 h 160"/>
                <a:gd name="T14" fmla="*/ 104 w 256"/>
                <a:gd name="T15" fmla="*/ 152 h 160"/>
                <a:gd name="T16" fmla="*/ 96 w 256"/>
                <a:gd name="T17" fmla="*/ 144 h 160"/>
                <a:gd name="T18" fmla="*/ 48 w 256"/>
                <a:gd name="T19" fmla="*/ 144 h 160"/>
                <a:gd name="T20" fmla="*/ 16 w 256"/>
                <a:gd name="T21" fmla="*/ 112 h 160"/>
                <a:gd name="T22" fmla="*/ 48 w 256"/>
                <a:gd name="T23" fmla="*/ 80 h 160"/>
                <a:gd name="T24" fmla="*/ 56 w 256"/>
                <a:gd name="T25" fmla="*/ 80 h 160"/>
                <a:gd name="T26" fmla="*/ 64 w 256"/>
                <a:gd name="T27" fmla="*/ 73 h 160"/>
                <a:gd name="T28" fmla="*/ 136 w 256"/>
                <a:gd name="T29" fmla="*/ 16 h 160"/>
                <a:gd name="T30" fmla="*/ 208 w 256"/>
                <a:gd name="T31" fmla="*/ 88 h 160"/>
                <a:gd name="T32" fmla="*/ 216 w 256"/>
                <a:gd name="T33" fmla="*/ 96 h 160"/>
                <a:gd name="T34" fmla="*/ 240 w 256"/>
                <a:gd name="T35" fmla="*/ 120 h 160"/>
                <a:gd name="T36" fmla="*/ 216 w 256"/>
                <a:gd name="T37" fmla="*/ 144 h 160"/>
                <a:gd name="T38" fmla="*/ 160 w 256"/>
                <a:gd name="T39" fmla="*/ 144 h 160"/>
                <a:gd name="T40" fmla="*/ 152 w 256"/>
                <a:gd name="T41" fmla="*/ 152 h 160"/>
                <a:gd name="T42" fmla="*/ 160 w 256"/>
                <a:gd name="T43" fmla="*/ 160 h 160"/>
                <a:gd name="T44" fmla="*/ 216 w 256"/>
                <a:gd name="T45" fmla="*/ 160 h 160"/>
                <a:gd name="T46" fmla="*/ 256 w 256"/>
                <a:gd name="T47" fmla="*/ 120 h 160"/>
                <a:gd name="T48" fmla="*/ 224 w 256"/>
                <a:gd name="T49" fmla="*/ 81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6" h="160">
                  <a:moveTo>
                    <a:pt x="224" y="81"/>
                  </a:moveTo>
                  <a:cubicBezTo>
                    <a:pt x="220" y="36"/>
                    <a:pt x="182" y="0"/>
                    <a:pt x="136" y="0"/>
                  </a:cubicBezTo>
                  <a:cubicBezTo>
                    <a:pt x="95" y="0"/>
                    <a:pt x="60" y="27"/>
                    <a:pt x="50" y="64"/>
                  </a:cubicBezTo>
                  <a:cubicBezTo>
                    <a:pt x="48" y="64"/>
                    <a:pt x="48" y="64"/>
                    <a:pt x="48" y="64"/>
                  </a:cubicBezTo>
                  <a:cubicBezTo>
                    <a:pt x="22" y="64"/>
                    <a:pt x="0" y="86"/>
                    <a:pt x="0" y="112"/>
                  </a:cubicBezTo>
                  <a:cubicBezTo>
                    <a:pt x="0" y="138"/>
                    <a:pt x="22" y="160"/>
                    <a:pt x="48" y="160"/>
                  </a:cubicBezTo>
                  <a:cubicBezTo>
                    <a:pt x="96" y="160"/>
                    <a:pt x="96" y="160"/>
                    <a:pt x="96" y="160"/>
                  </a:cubicBezTo>
                  <a:cubicBezTo>
                    <a:pt x="100" y="160"/>
                    <a:pt x="104" y="156"/>
                    <a:pt x="104" y="152"/>
                  </a:cubicBezTo>
                  <a:cubicBezTo>
                    <a:pt x="104" y="148"/>
                    <a:pt x="100" y="144"/>
                    <a:pt x="96" y="144"/>
                  </a:cubicBezTo>
                  <a:cubicBezTo>
                    <a:pt x="48" y="144"/>
                    <a:pt x="48" y="144"/>
                    <a:pt x="48" y="144"/>
                  </a:cubicBezTo>
                  <a:cubicBezTo>
                    <a:pt x="30" y="144"/>
                    <a:pt x="16" y="130"/>
                    <a:pt x="16" y="112"/>
                  </a:cubicBezTo>
                  <a:cubicBezTo>
                    <a:pt x="16" y="94"/>
                    <a:pt x="30" y="80"/>
                    <a:pt x="48" y="80"/>
                  </a:cubicBezTo>
                  <a:cubicBezTo>
                    <a:pt x="56" y="80"/>
                    <a:pt x="56" y="80"/>
                    <a:pt x="56" y="80"/>
                  </a:cubicBezTo>
                  <a:cubicBezTo>
                    <a:pt x="60" y="80"/>
                    <a:pt x="63" y="77"/>
                    <a:pt x="64" y="73"/>
                  </a:cubicBezTo>
                  <a:cubicBezTo>
                    <a:pt x="70" y="40"/>
                    <a:pt x="100" y="16"/>
                    <a:pt x="136" y="16"/>
                  </a:cubicBezTo>
                  <a:cubicBezTo>
                    <a:pt x="176" y="16"/>
                    <a:pt x="208" y="48"/>
                    <a:pt x="208" y="88"/>
                  </a:cubicBezTo>
                  <a:cubicBezTo>
                    <a:pt x="208" y="92"/>
                    <a:pt x="212" y="96"/>
                    <a:pt x="216" y="96"/>
                  </a:cubicBezTo>
                  <a:cubicBezTo>
                    <a:pt x="229" y="96"/>
                    <a:pt x="240" y="107"/>
                    <a:pt x="240" y="120"/>
                  </a:cubicBezTo>
                  <a:cubicBezTo>
                    <a:pt x="240" y="133"/>
                    <a:pt x="229" y="144"/>
                    <a:pt x="216" y="144"/>
                  </a:cubicBezTo>
                  <a:cubicBezTo>
                    <a:pt x="160" y="144"/>
                    <a:pt x="160" y="144"/>
                    <a:pt x="160" y="144"/>
                  </a:cubicBezTo>
                  <a:cubicBezTo>
                    <a:pt x="156" y="144"/>
                    <a:pt x="152" y="148"/>
                    <a:pt x="152" y="152"/>
                  </a:cubicBezTo>
                  <a:cubicBezTo>
                    <a:pt x="152" y="156"/>
                    <a:pt x="156" y="160"/>
                    <a:pt x="160" y="160"/>
                  </a:cubicBezTo>
                  <a:cubicBezTo>
                    <a:pt x="216" y="160"/>
                    <a:pt x="216" y="160"/>
                    <a:pt x="216" y="160"/>
                  </a:cubicBezTo>
                  <a:cubicBezTo>
                    <a:pt x="238" y="160"/>
                    <a:pt x="256" y="142"/>
                    <a:pt x="256" y="120"/>
                  </a:cubicBezTo>
                  <a:cubicBezTo>
                    <a:pt x="256" y="101"/>
                    <a:pt x="242" y="84"/>
                    <a:pt x="224"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grpSp>
        <p:nvGrpSpPr>
          <p:cNvPr id="148" name="组合 147"/>
          <p:cNvGrpSpPr/>
          <p:nvPr/>
        </p:nvGrpSpPr>
        <p:grpSpPr>
          <a:xfrm>
            <a:off x="4683541" y="2977779"/>
            <a:ext cx="2196791" cy="849680"/>
            <a:chOff x="1038091" y="4254355"/>
            <a:chExt cx="1798924" cy="849680"/>
          </a:xfrm>
        </p:grpSpPr>
        <p:sp>
          <p:nvSpPr>
            <p:cNvPr id="149" name="TextBox 26"/>
            <p:cNvSpPr txBox="1"/>
            <p:nvPr/>
          </p:nvSpPr>
          <p:spPr>
            <a:xfrm>
              <a:off x="1042771" y="4576262"/>
              <a:ext cx="1794244"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0" name="矩形 149"/>
            <p:cNvSpPr/>
            <p:nvPr/>
          </p:nvSpPr>
          <p:spPr>
            <a:xfrm>
              <a:off x="1038091" y="425435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51" name="组合 150"/>
          <p:cNvGrpSpPr/>
          <p:nvPr/>
        </p:nvGrpSpPr>
        <p:grpSpPr>
          <a:xfrm>
            <a:off x="6914559" y="2985628"/>
            <a:ext cx="2196791" cy="849680"/>
            <a:chOff x="1038091" y="4254355"/>
            <a:chExt cx="1798924" cy="849680"/>
          </a:xfrm>
        </p:grpSpPr>
        <p:sp>
          <p:nvSpPr>
            <p:cNvPr id="152" name="TextBox 26"/>
            <p:cNvSpPr txBox="1"/>
            <p:nvPr/>
          </p:nvSpPr>
          <p:spPr>
            <a:xfrm>
              <a:off x="1042771" y="4576262"/>
              <a:ext cx="1794244"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3" name="矩形 152"/>
            <p:cNvSpPr/>
            <p:nvPr/>
          </p:nvSpPr>
          <p:spPr>
            <a:xfrm>
              <a:off x="1038091" y="425435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54" name="组合 153"/>
          <p:cNvGrpSpPr/>
          <p:nvPr/>
        </p:nvGrpSpPr>
        <p:grpSpPr>
          <a:xfrm>
            <a:off x="9092460" y="2980479"/>
            <a:ext cx="2196791" cy="849680"/>
            <a:chOff x="1038091" y="4254355"/>
            <a:chExt cx="1798924" cy="849680"/>
          </a:xfrm>
        </p:grpSpPr>
        <p:sp>
          <p:nvSpPr>
            <p:cNvPr id="155" name="TextBox 26"/>
            <p:cNvSpPr txBox="1"/>
            <p:nvPr/>
          </p:nvSpPr>
          <p:spPr>
            <a:xfrm>
              <a:off x="1042771" y="4576262"/>
              <a:ext cx="1794244"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6" name="矩形 155"/>
            <p:cNvSpPr/>
            <p:nvPr/>
          </p:nvSpPr>
          <p:spPr>
            <a:xfrm>
              <a:off x="1038091" y="425435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57" name="组合 156"/>
          <p:cNvGrpSpPr/>
          <p:nvPr/>
        </p:nvGrpSpPr>
        <p:grpSpPr>
          <a:xfrm>
            <a:off x="4717768" y="4849958"/>
            <a:ext cx="2196791" cy="849680"/>
            <a:chOff x="1038091" y="4254355"/>
            <a:chExt cx="1798924" cy="849680"/>
          </a:xfrm>
        </p:grpSpPr>
        <p:sp>
          <p:nvSpPr>
            <p:cNvPr id="158" name="TextBox 26"/>
            <p:cNvSpPr txBox="1"/>
            <p:nvPr/>
          </p:nvSpPr>
          <p:spPr>
            <a:xfrm>
              <a:off x="1042771" y="4576262"/>
              <a:ext cx="1794244"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59" name="矩形 158"/>
            <p:cNvSpPr/>
            <p:nvPr/>
          </p:nvSpPr>
          <p:spPr>
            <a:xfrm>
              <a:off x="1038091" y="425435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0" name="组合 159"/>
          <p:cNvGrpSpPr/>
          <p:nvPr/>
        </p:nvGrpSpPr>
        <p:grpSpPr>
          <a:xfrm>
            <a:off x="6948786" y="4857807"/>
            <a:ext cx="2196791" cy="849680"/>
            <a:chOff x="1038091" y="4254355"/>
            <a:chExt cx="1798924" cy="849680"/>
          </a:xfrm>
        </p:grpSpPr>
        <p:sp>
          <p:nvSpPr>
            <p:cNvPr id="161" name="TextBox 26"/>
            <p:cNvSpPr txBox="1"/>
            <p:nvPr/>
          </p:nvSpPr>
          <p:spPr>
            <a:xfrm>
              <a:off x="1042771" y="4576262"/>
              <a:ext cx="1794244"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62" name="矩形 161"/>
            <p:cNvSpPr/>
            <p:nvPr/>
          </p:nvSpPr>
          <p:spPr>
            <a:xfrm>
              <a:off x="1038091" y="425435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3" name="组合 162"/>
          <p:cNvGrpSpPr/>
          <p:nvPr/>
        </p:nvGrpSpPr>
        <p:grpSpPr>
          <a:xfrm>
            <a:off x="9126687" y="4852658"/>
            <a:ext cx="2196791" cy="849680"/>
            <a:chOff x="1038091" y="4254355"/>
            <a:chExt cx="1798924" cy="849680"/>
          </a:xfrm>
        </p:grpSpPr>
        <p:sp>
          <p:nvSpPr>
            <p:cNvPr id="164" name="TextBox 26"/>
            <p:cNvSpPr txBox="1"/>
            <p:nvPr/>
          </p:nvSpPr>
          <p:spPr>
            <a:xfrm>
              <a:off x="1042771" y="4576262"/>
              <a:ext cx="1794244" cy="527773"/>
            </a:xfrm>
            <a:prstGeom prst="rect">
              <a:avLst/>
            </a:prstGeom>
            <a:noFill/>
          </p:spPr>
          <p:txBody>
            <a:bodyPr wrap="square" rtlCol="0">
              <a:spAutoFit/>
            </a:bodyPr>
            <a:lstStyle/>
            <a:p>
              <a:pPr algn="ct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65" name="矩形 164"/>
            <p:cNvSpPr/>
            <p:nvPr/>
          </p:nvSpPr>
          <p:spPr>
            <a:xfrm>
              <a:off x="1038091" y="4254355"/>
              <a:ext cx="1669537" cy="307777"/>
            </a:xfrm>
            <a:prstGeom prst="rect">
              <a:avLst/>
            </a:prstGeom>
          </p:spPr>
          <p:txBody>
            <a:bodyPr wrap="square">
              <a:spAutoFit/>
            </a:bodyPr>
            <a:lstStyle/>
            <a:p>
              <a:pPr algn="ct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6" name="组合 165"/>
          <p:cNvGrpSpPr/>
          <p:nvPr/>
        </p:nvGrpSpPr>
        <p:grpSpPr>
          <a:xfrm>
            <a:off x="583501" y="471624"/>
            <a:ext cx="2177776" cy="553998"/>
            <a:chOff x="592429" y="482522"/>
            <a:chExt cx="2177776" cy="553998"/>
          </a:xfrm>
        </p:grpSpPr>
        <p:grpSp>
          <p:nvGrpSpPr>
            <p:cNvPr id="167" name="组合 166"/>
            <p:cNvGrpSpPr/>
            <p:nvPr/>
          </p:nvGrpSpPr>
          <p:grpSpPr>
            <a:xfrm>
              <a:off x="592429" y="584272"/>
              <a:ext cx="433087" cy="360490"/>
              <a:chOff x="2770053" y="2524936"/>
              <a:chExt cx="433087" cy="317447"/>
            </a:xfrm>
            <a:solidFill>
              <a:srgbClr val="2F5EB2"/>
            </a:solidFill>
          </p:grpSpPr>
          <p:sp>
            <p:nvSpPr>
              <p:cNvPr id="169"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7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17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168"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六项内容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72" name="Group 3"/>
          <p:cNvGrpSpPr/>
          <p:nvPr/>
        </p:nvGrpSpPr>
        <p:grpSpPr>
          <a:xfrm>
            <a:off x="847111" y="2256867"/>
            <a:ext cx="2939154" cy="3177959"/>
            <a:chOff x="2730500" y="1247776"/>
            <a:chExt cx="1270001" cy="1373188"/>
          </a:xfrm>
        </p:grpSpPr>
        <p:sp>
          <p:nvSpPr>
            <p:cNvPr id="173" name="Rectangle 5"/>
            <p:cNvSpPr>
              <a:spLocks noChangeArrowheads="1"/>
            </p:cNvSpPr>
            <p:nvPr/>
          </p:nvSpPr>
          <p:spPr bwMode="auto">
            <a:xfrm>
              <a:off x="3324225" y="1281114"/>
              <a:ext cx="660400" cy="808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74" name="Freeform 6"/>
            <p:cNvSpPr>
              <a:spLocks noEditPoints="1"/>
            </p:cNvSpPr>
            <p:nvPr/>
          </p:nvSpPr>
          <p:spPr bwMode="auto">
            <a:xfrm>
              <a:off x="3309938" y="1247776"/>
              <a:ext cx="690563" cy="857250"/>
            </a:xfrm>
            <a:custGeom>
              <a:avLst/>
              <a:gdLst>
                <a:gd name="T0" fmla="*/ 217 w 435"/>
                <a:gd name="T1" fmla="*/ 0 h 540"/>
                <a:gd name="T2" fmla="*/ 425 w 435"/>
                <a:gd name="T3" fmla="*/ 0 h 540"/>
                <a:gd name="T4" fmla="*/ 435 w 435"/>
                <a:gd name="T5" fmla="*/ 0 h 540"/>
                <a:gd name="T6" fmla="*/ 435 w 435"/>
                <a:gd name="T7" fmla="*/ 10 h 540"/>
                <a:gd name="T8" fmla="*/ 435 w 435"/>
                <a:gd name="T9" fmla="*/ 530 h 540"/>
                <a:gd name="T10" fmla="*/ 435 w 435"/>
                <a:gd name="T11" fmla="*/ 540 h 540"/>
                <a:gd name="T12" fmla="*/ 425 w 435"/>
                <a:gd name="T13" fmla="*/ 540 h 540"/>
                <a:gd name="T14" fmla="*/ 217 w 435"/>
                <a:gd name="T15" fmla="*/ 540 h 540"/>
                <a:gd name="T16" fmla="*/ 217 w 435"/>
                <a:gd name="T17" fmla="*/ 519 h 540"/>
                <a:gd name="T18" fmla="*/ 415 w 435"/>
                <a:gd name="T19" fmla="*/ 519 h 540"/>
                <a:gd name="T20" fmla="*/ 415 w 435"/>
                <a:gd name="T21" fmla="*/ 20 h 540"/>
                <a:gd name="T22" fmla="*/ 217 w 435"/>
                <a:gd name="T23" fmla="*/ 20 h 540"/>
                <a:gd name="T24" fmla="*/ 217 w 435"/>
                <a:gd name="T25" fmla="*/ 0 h 540"/>
                <a:gd name="T26" fmla="*/ 9 w 435"/>
                <a:gd name="T27" fmla="*/ 0 h 540"/>
                <a:gd name="T28" fmla="*/ 217 w 435"/>
                <a:gd name="T29" fmla="*/ 0 h 540"/>
                <a:gd name="T30" fmla="*/ 217 w 435"/>
                <a:gd name="T31" fmla="*/ 20 h 540"/>
                <a:gd name="T32" fmla="*/ 19 w 435"/>
                <a:gd name="T33" fmla="*/ 20 h 540"/>
                <a:gd name="T34" fmla="*/ 19 w 435"/>
                <a:gd name="T35" fmla="*/ 519 h 540"/>
                <a:gd name="T36" fmla="*/ 217 w 435"/>
                <a:gd name="T37" fmla="*/ 519 h 540"/>
                <a:gd name="T38" fmla="*/ 217 w 435"/>
                <a:gd name="T39" fmla="*/ 540 h 540"/>
                <a:gd name="T40" fmla="*/ 9 w 435"/>
                <a:gd name="T41" fmla="*/ 540 h 540"/>
                <a:gd name="T42" fmla="*/ 0 w 435"/>
                <a:gd name="T43" fmla="*/ 540 h 540"/>
                <a:gd name="T44" fmla="*/ 0 w 435"/>
                <a:gd name="T45" fmla="*/ 530 h 540"/>
                <a:gd name="T46" fmla="*/ 0 w 435"/>
                <a:gd name="T47" fmla="*/ 10 h 540"/>
                <a:gd name="T48" fmla="*/ 0 w 435"/>
                <a:gd name="T49" fmla="*/ 0 h 540"/>
                <a:gd name="T50" fmla="*/ 9 w 435"/>
                <a:gd name="T51" fmla="*/ 0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35" h="540">
                  <a:moveTo>
                    <a:pt x="217" y="0"/>
                  </a:moveTo>
                  <a:lnTo>
                    <a:pt x="425" y="0"/>
                  </a:lnTo>
                  <a:lnTo>
                    <a:pt x="435" y="0"/>
                  </a:lnTo>
                  <a:lnTo>
                    <a:pt x="435" y="10"/>
                  </a:lnTo>
                  <a:lnTo>
                    <a:pt x="435" y="530"/>
                  </a:lnTo>
                  <a:lnTo>
                    <a:pt x="435" y="540"/>
                  </a:lnTo>
                  <a:lnTo>
                    <a:pt x="425" y="540"/>
                  </a:lnTo>
                  <a:lnTo>
                    <a:pt x="217" y="540"/>
                  </a:lnTo>
                  <a:lnTo>
                    <a:pt x="217" y="519"/>
                  </a:lnTo>
                  <a:lnTo>
                    <a:pt x="415" y="519"/>
                  </a:lnTo>
                  <a:lnTo>
                    <a:pt x="415" y="20"/>
                  </a:lnTo>
                  <a:lnTo>
                    <a:pt x="217" y="20"/>
                  </a:lnTo>
                  <a:lnTo>
                    <a:pt x="217" y="0"/>
                  </a:lnTo>
                  <a:close/>
                  <a:moveTo>
                    <a:pt x="9" y="0"/>
                  </a:moveTo>
                  <a:lnTo>
                    <a:pt x="217" y="0"/>
                  </a:lnTo>
                  <a:lnTo>
                    <a:pt x="217" y="20"/>
                  </a:lnTo>
                  <a:lnTo>
                    <a:pt x="19" y="20"/>
                  </a:lnTo>
                  <a:lnTo>
                    <a:pt x="19" y="519"/>
                  </a:lnTo>
                  <a:lnTo>
                    <a:pt x="217" y="519"/>
                  </a:lnTo>
                  <a:lnTo>
                    <a:pt x="217" y="540"/>
                  </a:lnTo>
                  <a:lnTo>
                    <a:pt x="9" y="540"/>
                  </a:lnTo>
                  <a:lnTo>
                    <a:pt x="0" y="540"/>
                  </a:lnTo>
                  <a:lnTo>
                    <a:pt x="0" y="530"/>
                  </a:lnTo>
                  <a:lnTo>
                    <a:pt x="0" y="10"/>
                  </a:lnTo>
                  <a:lnTo>
                    <a:pt x="0" y="0"/>
                  </a:lnTo>
                  <a:lnTo>
                    <a:pt x="9" y="0"/>
                  </a:ln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75" name="Rectangle 7"/>
            <p:cNvSpPr>
              <a:spLocks noChangeArrowheads="1"/>
            </p:cNvSpPr>
            <p:nvPr/>
          </p:nvSpPr>
          <p:spPr bwMode="auto">
            <a:xfrm>
              <a:off x="3395663" y="1260476"/>
              <a:ext cx="517525" cy="53975"/>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76" name="Freeform 8"/>
            <p:cNvSpPr/>
            <p:nvPr/>
          </p:nvSpPr>
          <p:spPr bwMode="auto">
            <a:xfrm>
              <a:off x="3451225" y="2079626"/>
              <a:ext cx="158750" cy="498475"/>
            </a:xfrm>
            <a:custGeom>
              <a:avLst/>
              <a:gdLst>
                <a:gd name="T0" fmla="*/ 3 w 71"/>
                <a:gd name="T1" fmla="*/ 210 h 223"/>
                <a:gd name="T2" fmla="*/ 60 w 71"/>
                <a:gd name="T3" fmla="*/ 0 h 223"/>
                <a:gd name="T4" fmla="*/ 71 w 71"/>
                <a:gd name="T5" fmla="*/ 0 h 223"/>
                <a:gd name="T6" fmla="*/ 13 w 71"/>
                <a:gd name="T7" fmla="*/ 214 h 223"/>
                <a:gd name="T8" fmla="*/ 3 w 71"/>
                <a:gd name="T9" fmla="*/ 210 h 223"/>
              </a:gdLst>
              <a:ahLst/>
              <a:cxnLst>
                <a:cxn ang="0">
                  <a:pos x="T0" y="T1"/>
                </a:cxn>
                <a:cxn ang="0">
                  <a:pos x="T2" y="T3"/>
                </a:cxn>
                <a:cxn ang="0">
                  <a:pos x="T4" y="T5"/>
                </a:cxn>
                <a:cxn ang="0">
                  <a:pos x="T6" y="T7"/>
                </a:cxn>
                <a:cxn ang="0">
                  <a:pos x="T8" y="T9"/>
                </a:cxn>
              </a:cxnLst>
              <a:rect l="0" t="0" r="r" b="b"/>
              <a:pathLst>
                <a:path w="71" h="223">
                  <a:moveTo>
                    <a:pt x="3" y="210"/>
                  </a:moveTo>
                  <a:cubicBezTo>
                    <a:pt x="60" y="0"/>
                    <a:pt x="60" y="0"/>
                    <a:pt x="60" y="0"/>
                  </a:cubicBezTo>
                  <a:cubicBezTo>
                    <a:pt x="71" y="0"/>
                    <a:pt x="71" y="0"/>
                    <a:pt x="71" y="0"/>
                  </a:cubicBezTo>
                  <a:cubicBezTo>
                    <a:pt x="13" y="214"/>
                    <a:pt x="13" y="214"/>
                    <a:pt x="13" y="214"/>
                  </a:cubicBezTo>
                  <a:cubicBezTo>
                    <a:pt x="10" y="223"/>
                    <a:pt x="0" y="221"/>
                    <a:pt x="3" y="210"/>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77" name="Freeform 9"/>
            <p:cNvSpPr/>
            <p:nvPr/>
          </p:nvSpPr>
          <p:spPr bwMode="auto">
            <a:xfrm>
              <a:off x="3698875" y="2079626"/>
              <a:ext cx="158750" cy="496888"/>
            </a:xfrm>
            <a:custGeom>
              <a:avLst/>
              <a:gdLst>
                <a:gd name="T0" fmla="*/ 69 w 71"/>
                <a:gd name="T1" fmla="*/ 210 h 222"/>
                <a:gd name="T2" fmla="*/ 11 w 71"/>
                <a:gd name="T3" fmla="*/ 0 h 222"/>
                <a:gd name="T4" fmla="*/ 0 w 71"/>
                <a:gd name="T5" fmla="*/ 0 h 222"/>
                <a:gd name="T6" fmla="*/ 59 w 71"/>
                <a:gd name="T7" fmla="*/ 214 h 222"/>
                <a:gd name="T8" fmla="*/ 69 w 71"/>
                <a:gd name="T9" fmla="*/ 210 h 222"/>
              </a:gdLst>
              <a:ahLst/>
              <a:cxnLst>
                <a:cxn ang="0">
                  <a:pos x="T0" y="T1"/>
                </a:cxn>
                <a:cxn ang="0">
                  <a:pos x="T2" y="T3"/>
                </a:cxn>
                <a:cxn ang="0">
                  <a:pos x="T4" y="T5"/>
                </a:cxn>
                <a:cxn ang="0">
                  <a:pos x="T6" y="T7"/>
                </a:cxn>
                <a:cxn ang="0">
                  <a:pos x="T8" y="T9"/>
                </a:cxn>
              </a:cxnLst>
              <a:rect l="0" t="0" r="r" b="b"/>
              <a:pathLst>
                <a:path w="71" h="222">
                  <a:moveTo>
                    <a:pt x="69" y="210"/>
                  </a:moveTo>
                  <a:cubicBezTo>
                    <a:pt x="11" y="0"/>
                    <a:pt x="11" y="0"/>
                    <a:pt x="11" y="0"/>
                  </a:cubicBezTo>
                  <a:cubicBezTo>
                    <a:pt x="0" y="0"/>
                    <a:pt x="0" y="0"/>
                    <a:pt x="0" y="0"/>
                  </a:cubicBezTo>
                  <a:cubicBezTo>
                    <a:pt x="59" y="214"/>
                    <a:pt x="59" y="214"/>
                    <a:pt x="59" y="214"/>
                  </a:cubicBezTo>
                  <a:cubicBezTo>
                    <a:pt x="61" y="222"/>
                    <a:pt x="71" y="219"/>
                    <a:pt x="69" y="210"/>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78" name="Rectangle 10"/>
            <p:cNvSpPr>
              <a:spLocks noChangeArrowheads="1"/>
            </p:cNvSpPr>
            <p:nvPr/>
          </p:nvSpPr>
          <p:spPr bwMode="auto">
            <a:xfrm>
              <a:off x="3535363" y="2297114"/>
              <a:ext cx="239713" cy="28575"/>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79" name="Freeform 11"/>
            <p:cNvSpPr/>
            <p:nvPr/>
          </p:nvSpPr>
          <p:spPr bwMode="auto">
            <a:xfrm>
              <a:off x="3643313" y="2079626"/>
              <a:ext cx="23813" cy="361950"/>
            </a:xfrm>
            <a:custGeom>
              <a:avLst/>
              <a:gdLst>
                <a:gd name="T0" fmla="*/ 0 w 11"/>
                <a:gd name="T1" fmla="*/ 157 h 162"/>
                <a:gd name="T2" fmla="*/ 0 w 11"/>
                <a:gd name="T3" fmla="*/ 6 h 162"/>
                <a:gd name="T4" fmla="*/ 5 w 11"/>
                <a:gd name="T5" fmla="*/ 0 h 162"/>
                <a:gd name="T6" fmla="*/ 5 w 11"/>
                <a:gd name="T7" fmla="*/ 0 h 162"/>
                <a:gd name="T8" fmla="*/ 11 w 11"/>
                <a:gd name="T9" fmla="*/ 6 h 162"/>
                <a:gd name="T10" fmla="*/ 11 w 11"/>
                <a:gd name="T11" fmla="*/ 157 h 162"/>
                <a:gd name="T12" fmla="*/ 5 w 11"/>
                <a:gd name="T13" fmla="*/ 162 h 162"/>
                <a:gd name="T14" fmla="*/ 5 w 11"/>
                <a:gd name="T15" fmla="*/ 162 h 162"/>
                <a:gd name="T16" fmla="*/ 0 w 11"/>
                <a:gd name="T17" fmla="*/ 157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62">
                  <a:moveTo>
                    <a:pt x="0" y="157"/>
                  </a:moveTo>
                  <a:cubicBezTo>
                    <a:pt x="0" y="6"/>
                    <a:pt x="0" y="6"/>
                    <a:pt x="0" y="6"/>
                  </a:cubicBezTo>
                  <a:cubicBezTo>
                    <a:pt x="0" y="3"/>
                    <a:pt x="2" y="0"/>
                    <a:pt x="5" y="0"/>
                  </a:cubicBezTo>
                  <a:cubicBezTo>
                    <a:pt x="5" y="0"/>
                    <a:pt x="5" y="0"/>
                    <a:pt x="5" y="0"/>
                  </a:cubicBezTo>
                  <a:cubicBezTo>
                    <a:pt x="8" y="0"/>
                    <a:pt x="11" y="3"/>
                    <a:pt x="11" y="6"/>
                  </a:cubicBezTo>
                  <a:cubicBezTo>
                    <a:pt x="11" y="157"/>
                    <a:pt x="11" y="157"/>
                    <a:pt x="11" y="157"/>
                  </a:cubicBezTo>
                  <a:cubicBezTo>
                    <a:pt x="11" y="160"/>
                    <a:pt x="8" y="162"/>
                    <a:pt x="5" y="162"/>
                  </a:cubicBezTo>
                  <a:cubicBezTo>
                    <a:pt x="5" y="162"/>
                    <a:pt x="5" y="162"/>
                    <a:pt x="5" y="162"/>
                  </a:cubicBezTo>
                  <a:cubicBezTo>
                    <a:pt x="2" y="162"/>
                    <a:pt x="0" y="160"/>
                    <a:pt x="0" y="157"/>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80" name="Rectangle 12"/>
            <p:cNvSpPr>
              <a:spLocks noChangeArrowheads="1"/>
            </p:cNvSpPr>
            <p:nvPr/>
          </p:nvSpPr>
          <p:spPr bwMode="auto">
            <a:xfrm>
              <a:off x="3422650" y="1463676"/>
              <a:ext cx="474663" cy="9525"/>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1" name="Rectangle 13"/>
            <p:cNvSpPr>
              <a:spLocks noChangeArrowheads="1"/>
            </p:cNvSpPr>
            <p:nvPr/>
          </p:nvSpPr>
          <p:spPr bwMode="auto">
            <a:xfrm>
              <a:off x="3422650" y="1484314"/>
              <a:ext cx="474663" cy="9525"/>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2" name="Rectangle 14"/>
            <p:cNvSpPr>
              <a:spLocks noChangeArrowheads="1"/>
            </p:cNvSpPr>
            <p:nvPr/>
          </p:nvSpPr>
          <p:spPr bwMode="auto">
            <a:xfrm>
              <a:off x="3422650" y="1504951"/>
              <a:ext cx="474663" cy="7938"/>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3" name="Rectangle 15"/>
            <p:cNvSpPr>
              <a:spLocks noChangeArrowheads="1"/>
            </p:cNvSpPr>
            <p:nvPr/>
          </p:nvSpPr>
          <p:spPr bwMode="auto">
            <a:xfrm>
              <a:off x="3422650" y="1524001"/>
              <a:ext cx="474663" cy="9525"/>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4" name="Rectangle 16"/>
            <p:cNvSpPr>
              <a:spLocks noChangeArrowheads="1"/>
            </p:cNvSpPr>
            <p:nvPr/>
          </p:nvSpPr>
          <p:spPr bwMode="auto">
            <a:xfrm>
              <a:off x="3422650" y="1544639"/>
              <a:ext cx="255588" cy="9525"/>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5" name="Rectangle 17"/>
            <p:cNvSpPr>
              <a:spLocks noChangeArrowheads="1"/>
            </p:cNvSpPr>
            <p:nvPr/>
          </p:nvSpPr>
          <p:spPr bwMode="auto">
            <a:xfrm>
              <a:off x="3422650" y="1400176"/>
              <a:ext cx="474663" cy="30163"/>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6" name="Rectangle 18"/>
            <p:cNvSpPr>
              <a:spLocks noChangeArrowheads="1"/>
            </p:cNvSpPr>
            <p:nvPr/>
          </p:nvSpPr>
          <p:spPr bwMode="auto">
            <a:xfrm>
              <a:off x="3422650" y="1933576"/>
              <a:ext cx="503238" cy="635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7" name="Rectangle 19"/>
            <p:cNvSpPr>
              <a:spLocks noChangeArrowheads="1"/>
            </p:cNvSpPr>
            <p:nvPr/>
          </p:nvSpPr>
          <p:spPr bwMode="auto">
            <a:xfrm>
              <a:off x="3419475" y="1616076"/>
              <a:ext cx="6350" cy="3190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8" name="Rectangle 20"/>
            <p:cNvSpPr>
              <a:spLocks noChangeArrowheads="1"/>
            </p:cNvSpPr>
            <p:nvPr/>
          </p:nvSpPr>
          <p:spPr bwMode="auto">
            <a:xfrm>
              <a:off x="3516313" y="1616076"/>
              <a:ext cx="6350" cy="3190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89" name="Rectangle 21"/>
            <p:cNvSpPr>
              <a:spLocks noChangeArrowheads="1"/>
            </p:cNvSpPr>
            <p:nvPr/>
          </p:nvSpPr>
          <p:spPr bwMode="auto">
            <a:xfrm>
              <a:off x="3611563" y="1616076"/>
              <a:ext cx="6350" cy="3190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0" name="Rectangle 22"/>
            <p:cNvSpPr>
              <a:spLocks noChangeArrowheads="1"/>
            </p:cNvSpPr>
            <p:nvPr/>
          </p:nvSpPr>
          <p:spPr bwMode="auto">
            <a:xfrm>
              <a:off x="3708400" y="1616076"/>
              <a:ext cx="6350" cy="3190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1" name="Freeform 23"/>
            <p:cNvSpPr/>
            <p:nvPr/>
          </p:nvSpPr>
          <p:spPr bwMode="auto">
            <a:xfrm>
              <a:off x="3803650" y="1616076"/>
              <a:ext cx="9525" cy="319088"/>
            </a:xfrm>
            <a:custGeom>
              <a:avLst/>
              <a:gdLst>
                <a:gd name="T0" fmla="*/ 6 w 6"/>
                <a:gd name="T1" fmla="*/ 0 h 201"/>
                <a:gd name="T2" fmla="*/ 4 w 6"/>
                <a:gd name="T3" fmla="*/ 201 h 201"/>
                <a:gd name="T4" fmla="*/ 0 w 6"/>
                <a:gd name="T5" fmla="*/ 201 h 201"/>
                <a:gd name="T6" fmla="*/ 2 w 6"/>
                <a:gd name="T7" fmla="*/ 0 h 201"/>
                <a:gd name="T8" fmla="*/ 6 w 6"/>
                <a:gd name="T9" fmla="*/ 0 h 201"/>
              </a:gdLst>
              <a:ahLst/>
              <a:cxnLst>
                <a:cxn ang="0">
                  <a:pos x="T0" y="T1"/>
                </a:cxn>
                <a:cxn ang="0">
                  <a:pos x="T2" y="T3"/>
                </a:cxn>
                <a:cxn ang="0">
                  <a:pos x="T4" y="T5"/>
                </a:cxn>
                <a:cxn ang="0">
                  <a:pos x="T6" y="T7"/>
                </a:cxn>
                <a:cxn ang="0">
                  <a:pos x="T8" y="T9"/>
                </a:cxn>
              </a:cxnLst>
              <a:rect l="0" t="0" r="r" b="b"/>
              <a:pathLst>
                <a:path w="6" h="201">
                  <a:moveTo>
                    <a:pt x="6" y="0"/>
                  </a:moveTo>
                  <a:lnTo>
                    <a:pt x="4" y="201"/>
                  </a:lnTo>
                  <a:lnTo>
                    <a:pt x="0" y="201"/>
                  </a:lnTo>
                  <a:lnTo>
                    <a:pt x="2" y="0"/>
                  </a:lnTo>
                  <a:lnTo>
                    <a:pt x="6" y="0"/>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92" name="Rectangle 24"/>
            <p:cNvSpPr>
              <a:spLocks noChangeArrowheads="1"/>
            </p:cNvSpPr>
            <p:nvPr/>
          </p:nvSpPr>
          <p:spPr bwMode="auto">
            <a:xfrm>
              <a:off x="3900488" y="1616076"/>
              <a:ext cx="6350" cy="3190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3" name="Rectangle 25"/>
            <p:cNvSpPr>
              <a:spLocks noChangeArrowheads="1"/>
            </p:cNvSpPr>
            <p:nvPr/>
          </p:nvSpPr>
          <p:spPr bwMode="auto">
            <a:xfrm>
              <a:off x="3422650" y="1857376"/>
              <a:ext cx="503238" cy="635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4" name="Freeform 26"/>
            <p:cNvSpPr/>
            <p:nvPr/>
          </p:nvSpPr>
          <p:spPr bwMode="auto">
            <a:xfrm>
              <a:off x="3422650" y="1781176"/>
              <a:ext cx="503238" cy="11113"/>
            </a:xfrm>
            <a:custGeom>
              <a:avLst/>
              <a:gdLst>
                <a:gd name="T0" fmla="*/ 0 w 317"/>
                <a:gd name="T1" fmla="*/ 0 h 7"/>
                <a:gd name="T2" fmla="*/ 317 w 317"/>
                <a:gd name="T3" fmla="*/ 3 h 7"/>
                <a:gd name="T4" fmla="*/ 317 w 317"/>
                <a:gd name="T5" fmla="*/ 7 h 7"/>
                <a:gd name="T6" fmla="*/ 0 w 317"/>
                <a:gd name="T7" fmla="*/ 4 h 7"/>
                <a:gd name="T8" fmla="*/ 0 w 317"/>
                <a:gd name="T9" fmla="*/ 0 h 7"/>
              </a:gdLst>
              <a:ahLst/>
              <a:cxnLst>
                <a:cxn ang="0">
                  <a:pos x="T0" y="T1"/>
                </a:cxn>
                <a:cxn ang="0">
                  <a:pos x="T2" y="T3"/>
                </a:cxn>
                <a:cxn ang="0">
                  <a:pos x="T4" y="T5"/>
                </a:cxn>
                <a:cxn ang="0">
                  <a:pos x="T6" y="T7"/>
                </a:cxn>
                <a:cxn ang="0">
                  <a:pos x="T8" y="T9"/>
                </a:cxn>
              </a:cxnLst>
              <a:rect l="0" t="0" r="r" b="b"/>
              <a:pathLst>
                <a:path w="317" h="7">
                  <a:moveTo>
                    <a:pt x="0" y="0"/>
                  </a:moveTo>
                  <a:lnTo>
                    <a:pt x="317" y="3"/>
                  </a:lnTo>
                  <a:lnTo>
                    <a:pt x="317" y="7"/>
                  </a:lnTo>
                  <a:lnTo>
                    <a:pt x="0" y="4"/>
                  </a:lnTo>
                  <a:lnTo>
                    <a:pt x="0" y="0"/>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95" name="Rectangle 27"/>
            <p:cNvSpPr>
              <a:spLocks noChangeArrowheads="1"/>
            </p:cNvSpPr>
            <p:nvPr/>
          </p:nvSpPr>
          <p:spPr bwMode="auto">
            <a:xfrm>
              <a:off x="3422650" y="1708151"/>
              <a:ext cx="503238" cy="635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6" name="Rectangle 28"/>
            <p:cNvSpPr>
              <a:spLocks noChangeArrowheads="1"/>
            </p:cNvSpPr>
            <p:nvPr/>
          </p:nvSpPr>
          <p:spPr bwMode="auto">
            <a:xfrm>
              <a:off x="3422650" y="1631951"/>
              <a:ext cx="503238" cy="635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7" name="Freeform 29"/>
            <p:cNvSpPr/>
            <p:nvPr/>
          </p:nvSpPr>
          <p:spPr bwMode="auto">
            <a:xfrm>
              <a:off x="3414713" y="1636714"/>
              <a:ext cx="492125" cy="300038"/>
            </a:xfrm>
            <a:custGeom>
              <a:avLst/>
              <a:gdLst>
                <a:gd name="T0" fmla="*/ 68 w 310"/>
                <a:gd name="T1" fmla="*/ 45 h 189"/>
                <a:gd name="T2" fmla="*/ 0 w 310"/>
                <a:gd name="T3" fmla="*/ 187 h 189"/>
                <a:gd name="T4" fmla="*/ 6 w 310"/>
                <a:gd name="T5" fmla="*/ 189 h 189"/>
                <a:gd name="T6" fmla="*/ 72 w 310"/>
                <a:gd name="T7" fmla="*/ 53 h 189"/>
                <a:gd name="T8" fmla="*/ 123 w 310"/>
                <a:gd name="T9" fmla="*/ 143 h 189"/>
                <a:gd name="T10" fmla="*/ 126 w 310"/>
                <a:gd name="T11" fmla="*/ 146 h 189"/>
                <a:gd name="T12" fmla="*/ 128 w 310"/>
                <a:gd name="T13" fmla="*/ 143 h 189"/>
                <a:gd name="T14" fmla="*/ 186 w 310"/>
                <a:gd name="T15" fmla="*/ 98 h 189"/>
                <a:gd name="T16" fmla="*/ 245 w 310"/>
                <a:gd name="T17" fmla="*/ 143 h 189"/>
                <a:gd name="T18" fmla="*/ 248 w 310"/>
                <a:gd name="T19" fmla="*/ 146 h 189"/>
                <a:gd name="T20" fmla="*/ 249 w 310"/>
                <a:gd name="T21" fmla="*/ 142 h 189"/>
                <a:gd name="T22" fmla="*/ 297 w 310"/>
                <a:gd name="T23" fmla="*/ 29 h 189"/>
                <a:gd name="T24" fmla="*/ 310 w 310"/>
                <a:gd name="T25" fmla="*/ 33 h 189"/>
                <a:gd name="T26" fmla="*/ 306 w 310"/>
                <a:gd name="T27" fmla="*/ 0 h 189"/>
                <a:gd name="T28" fmla="*/ 279 w 310"/>
                <a:gd name="T29" fmla="*/ 21 h 189"/>
                <a:gd name="T30" fmla="*/ 292 w 310"/>
                <a:gd name="T31" fmla="*/ 26 h 189"/>
                <a:gd name="T32" fmla="*/ 245 w 310"/>
                <a:gd name="T33" fmla="*/ 136 h 189"/>
                <a:gd name="T34" fmla="*/ 189 w 310"/>
                <a:gd name="T35" fmla="*/ 91 h 189"/>
                <a:gd name="T36" fmla="*/ 186 w 310"/>
                <a:gd name="T37" fmla="*/ 90 h 189"/>
                <a:gd name="T38" fmla="*/ 185 w 310"/>
                <a:gd name="T39" fmla="*/ 91 h 189"/>
                <a:gd name="T40" fmla="*/ 127 w 310"/>
                <a:gd name="T41" fmla="*/ 136 h 189"/>
                <a:gd name="T42" fmla="*/ 74 w 310"/>
                <a:gd name="T43" fmla="*/ 45 h 189"/>
                <a:gd name="T44" fmla="*/ 71 w 310"/>
                <a:gd name="T45" fmla="*/ 40 h 189"/>
                <a:gd name="T46" fmla="*/ 68 w 310"/>
                <a:gd name="T47" fmla="*/ 45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0" h="189">
                  <a:moveTo>
                    <a:pt x="68" y="45"/>
                  </a:moveTo>
                  <a:lnTo>
                    <a:pt x="0" y="187"/>
                  </a:lnTo>
                  <a:lnTo>
                    <a:pt x="6" y="189"/>
                  </a:lnTo>
                  <a:lnTo>
                    <a:pt x="72" y="53"/>
                  </a:lnTo>
                  <a:lnTo>
                    <a:pt x="123" y="143"/>
                  </a:lnTo>
                  <a:lnTo>
                    <a:pt x="126" y="146"/>
                  </a:lnTo>
                  <a:lnTo>
                    <a:pt x="128" y="143"/>
                  </a:lnTo>
                  <a:lnTo>
                    <a:pt x="186" y="98"/>
                  </a:lnTo>
                  <a:lnTo>
                    <a:pt x="245" y="143"/>
                  </a:lnTo>
                  <a:lnTo>
                    <a:pt x="248" y="146"/>
                  </a:lnTo>
                  <a:lnTo>
                    <a:pt x="249" y="142"/>
                  </a:lnTo>
                  <a:lnTo>
                    <a:pt x="297" y="29"/>
                  </a:lnTo>
                  <a:lnTo>
                    <a:pt x="310" y="33"/>
                  </a:lnTo>
                  <a:lnTo>
                    <a:pt x="306" y="0"/>
                  </a:lnTo>
                  <a:lnTo>
                    <a:pt x="279" y="21"/>
                  </a:lnTo>
                  <a:lnTo>
                    <a:pt x="292" y="26"/>
                  </a:lnTo>
                  <a:lnTo>
                    <a:pt x="245" y="136"/>
                  </a:lnTo>
                  <a:lnTo>
                    <a:pt x="189" y="91"/>
                  </a:lnTo>
                  <a:lnTo>
                    <a:pt x="186" y="90"/>
                  </a:lnTo>
                  <a:lnTo>
                    <a:pt x="185" y="91"/>
                  </a:lnTo>
                  <a:lnTo>
                    <a:pt x="127" y="136"/>
                  </a:lnTo>
                  <a:lnTo>
                    <a:pt x="74" y="45"/>
                  </a:lnTo>
                  <a:lnTo>
                    <a:pt x="71" y="40"/>
                  </a:lnTo>
                  <a:lnTo>
                    <a:pt x="68" y="45"/>
                  </a:ln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198" name="Rectangle 30"/>
            <p:cNvSpPr>
              <a:spLocks noChangeArrowheads="1"/>
            </p:cNvSpPr>
            <p:nvPr/>
          </p:nvSpPr>
          <p:spPr bwMode="auto">
            <a:xfrm>
              <a:off x="3408363" y="1946276"/>
              <a:ext cx="30163"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199" name="Rectangle 31"/>
            <p:cNvSpPr>
              <a:spLocks noChangeArrowheads="1"/>
            </p:cNvSpPr>
            <p:nvPr/>
          </p:nvSpPr>
          <p:spPr bwMode="auto">
            <a:xfrm>
              <a:off x="3505200" y="1946276"/>
              <a:ext cx="28575"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0" name="Rectangle 32"/>
            <p:cNvSpPr>
              <a:spLocks noChangeArrowheads="1"/>
            </p:cNvSpPr>
            <p:nvPr/>
          </p:nvSpPr>
          <p:spPr bwMode="auto">
            <a:xfrm>
              <a:off x="3600450" y="1946276"/>
              <a:ext cx="28575"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1" name="Rectangle 33"/>
            <p:cNvSpPr>
              <a:spLocks noChangeArrowheads="1"/>
            </p:cNvSpPr>
            <p:nvPr/>
          </p:nvSpPr>
          <p:spPr bwMode="auto">
            <a:xfrm>
              <a:off x="3697288" y="1946276"/>
              <a:ext cx="28575"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2" name="Rectangle 34"/>
            <p:cNvSpPr>
              <a:spLocks noChangeArrowheads="1"/>
            </p:cNvSpPr>
            <p:nvPr/>
          </p:nvSpPr>
          <p:spPr bwMode="auto">
            <a:xfrm>
              <a:off x="3792538" y="1946276"/>
              <a:ext cx="28575"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3" name="Rectangle 35"/>
            <p:cNvSpPr>
              <a:spLocks noChangeArrowheads="1"/>
            </p:cNvSpPr>
            <p:nvPr/>
          </p:nvSpPr>
          <p:spPr bwMode="auto">
            <a:xfrm>
              <a:off x="3889375" y="1946276"/>
              <a:ext cx="28575"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4" name="Rectangle 36"/>
            <p:cNvSpPr>
              <a:spLocks noChangeArrowheads="1"/>
            </p:cNvSpPr>
            <p:nvPr/>
          </p:nvSpPr>
          <p:spPr bwMode="auto">
            <a:xfrm>
              <a:off x="3384550" y="1852614"/>
              <a:ext cx="28575" cy="15875"/>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5" name="Rectangle 37"/>
            <p:cNvSpPr>
              <a:spLocks noChangeArrowheads="1"/>
            </p:cNvSpPr>
            <p:nvPr/>
          </p:nvSpPr>
          <p:spPr bwMode="auto">
            <a:xfrm>
              <a:off x="3384550" y="1779589"/>
              <a:ext cx="28575" cy="12700"/>
            </a:xfrm>
            <a:prstGeom prst="rect">
              <a:avLst/>
            </a:prstGeom>
            <a:solidFill>
              <a:srgbClr val="A4B5C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6" name="Rectangle 38"/>
            <p:cNvSpPr>
              <a:spLocks noChangeArrowheads="1"/>
            </p:cNvSpPr>
            <p:nvPr/>
          </p:nvSpPr>
          <p:spPr bwMode="auto">
            <a:xfrm>
              <a:off x="3384550" y="1703389"/>
              <a:ext cx="28575" cy="15875"/>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7" name="Rectangle 39"/>
            <p:cNvSpPr>
              <a:spLocks noChangeArrowheads="1"/>
            </p:cNvSpPr>
            <p:nvPr/>
          </p:nvSpPr>
          <p:spPr bwMode="auto">
            <a:xfrm>
              <a:off x="3384550" y="1636714"/>
              <a:ext cx="28575" cy="14288"/>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08" name="Freeform 40"/>
            <p:cNvSpPr/>
            <p:nvPr/>
          </p:nvSpPr>
          <p:spPr bwMode="auto">
            <a:xfrm>
              <a:off x="3321050" y="1741489"/>
              <a:ext cx="65088" cy="61913"/>
            </a:xfrm>
            <a:custGeom>
              <a:avLst/>
              <a:gdLst>
                <a:gd name="T0" fmla="*/ 41 w 41"/>
                <a:gd name="T1" fmla="*/ 32 h 39"/>
                <a:gd name="T2" fmla="*/ 7 w 41"/>
                <a:gd name="T3" fmla="*/ 0 h 39"/>
                <a:gd name="T4" fmla="*/ 0 w 41"/>
                <a:gd name="T5" fmla="*/ 7 h 39"/>
                <a:gd name="T6" fmla="*/ 34 w 41"/>
                <a:gd name="T7" fmla="*/ 39 h 39"/>
                <a:gd name="T8" fmla="*/ 41 w 41"/>
                <a:gd name="T9" fmla="*/ 32 h 39"/>
              </a:gdLst>
              <a:ahLst/>
              <a:cxnLst>
                <a:cxn ang="0">
                  <a:pos x="T0" y="T1"/>
                </a:cxn>
                <a:cxn ang="0">
                  <a:pos x="T2" y="T3"/>
                </a:cxn>
                <a:cxn ang="0">
                  <a:pos x="T4" y="T5"/>
                </a:cxn>
                <a:cxn ang="0">
                  <a:pos x="T6" y="T7"/>
                </a:cxn>
                <a:cxn ang="0">
                  <a:pos x="T8" y="T9"/>
                </a:cxn>
              </a:cxnLst>
              <a:rect l="0" t="0" r="r" b="b"/>
              <a:pathLst>
                <a:path w="41" h="39">
                  <a:moveTo>
                    <a:pt x="41" y="32"/>
                  </a:moveTo>
                  <a:lnTo>
                    <a:pt x="7" y="0"/>
                  </a:lnTo>
                  <a:lnTo>
                    <a:pt x="0" y="7"/>
                  </a:lnTo>
                  <a:lnTo>
                    <a:pt x="34" y="39"/>
                  </a:lnTo>
                  <a:lnTo>
                    <a:pt x="41" y="3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09" name="Freeform 41"/>
            <p:cNvSpPr/>
            <p:nvPr/>
          </p:nvSpPr>
          <p:spPr bwMode="auto">
            <a:xfrm>
              <a:off x="3403600" y="1676401"/>
              <a:ext cx="79375" cy="66675"/>
            </a:xfrm>
            <a:custGeom>
              <a:avLst/>
              <a:gdLst>
                <a:gd name="T0" fmla="*/ 33 w 35"/>
                <a:gd name="T1" fmla="*/ 2 h 30"/>
                <a:gd name="T2" fmla="*/ 33 w 35"/>
                <a:gd name="T3" fmla="*/ 2 h 30"/>
                <a:gd name="T4" fmla="*/ 33 w 35"/>
                <a:gd name="T5" fmla="*/ 8 h 30"/>
                <a:gd name="T6" fmla="*/ 8 w 35"/>
                <a:gd name="T7" fmla="*/ 29 h 30"/>
                <a:gd name="T8" fmla="*/ 1 w 35"/>
                <a:gd name="T9" fmla="*/ 28 h 30"/>
                <a:gd name="T10" fmla="*/ 1 w 35"/>
                <a:gd name="T11" fmla="*/ 28 h 30"/>
                <a:gd name="T12" fmla="*/ 1 w 35"/>
                <a:gd name="T13" fmla="*/ 23 h 30"/>
                <a:gd name="T14" fmla="*/ 27 w 35"/>
                <a:gd name="T15" fmla="*/ 2 h 30"/>
                <a:gd name="T16" fmla="*/ 33 w 35"/>
                <a:gd name="T17"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30">
                  <a:moveTo>
                    <a:pt x="33" y="2"/>
                  </a:moveTo>
                  <a:cubicBezTo>
                    <a:pt x="33" y="2"/>
                    <a:pt x="33" y="2"/>
                    <a:pt x="33" y="2"/>
                  </a:cubicBezTo>
                  <a:cubicBezTo>
                    <a:pt x="35" y="4"/>
                    <a:pt x="35" y="6"/>
                    <a:pt x="33" y="8"/>
                  </a:cubicBezTo>
                  <a:cubicBezTo>
                    <a:pt x="8" y="29"/>
                    <a:pt x="8" y="29"/>
                    <a:pt x="8" y="29"/>
                  </a:cubicBezTo>
                  <a:cubicBezTo>
                    <a:pt x="6" y="30"/>
                    <a:pt x="3" y="30"/>
                    <a:pt x="1" y="28"/>
                  </a:cubicBezTo>
                  <a:cubicBezTo>
                    <a:pt x="1" y="28"/>
                    <a:pt x="1" y="28"/>
                    <a:pt x="1" y="28"/>
                  </a:cubicBezTo>
                  <a:cubicBezTo>
                    <a:pt x="0" y="26"/>
                    <a:pt x="0" y="24"/>
                    <a:pt x="1" y="23"/>
                  </a:cubicBezTo>
                  <a:cubicBezTo>
                    <a:pt x="27" y="2"/>
                    <a:pt x="27" y="2"/>
                    <a:pt x="27" y="2"/>
                  </a:cubicBezTo>
                  <a:cubicBezTo>
                    <a:pt x="29" y="0"/>
                    <a:pt x="32" y="0"/>
                    <a:pt x="33" y="2"/>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0" name="Freeform 42"/>
            <p:cNvSpPr/>
            <p:nvPr/>
          </p:nvSpPr>
          <p:spPr bwMode="auto">
            <a:xfrm>
              <a:off x="3328988" y="1711326"/>
              <a:ext cx="131763" cy="114300"/>
            </a:xfrm>
            <a:custGeom>
              <a:avLst/>
              <a:gdLst>
                <a:gd name="T0" fmla="*/ 0 w 59"/>
                <a:gd name="T1" fmla="*/ 37 h 51"/>
                <a:gd name="T2" fmla="*/ 12 w 59"/>
                <a:gd name="T3" fmla="*/ 51 h 51"/>
                <a:gd name="T4" fmla="*/ 34 w 59"/>
                <a:gd name="T5" fmla="*/ 38 h 51"/>
                <a:gd name="T6" fmla="*/ 59 w 59"/>
                <a:gd name="T7" fmla="*/ 7 h 51"/>
                <a:gd name="T8" fmla="*/ 47 w 59"/>
                <a:gd name="T9" fmla="*/ 0 h 51"/>
                <a:gd name="T10" fmla="*/ 17 w 59"/>
                <a:gd name="T11" fmla="*/ 12 h 51"/>
                <a:gd name="T12" fmla="*/ 0 w 59"/>
                <a:gd name="T13" fmla="*/ 37 h 51"/>
              </a:gdLst>
              <a:ahLst/>
              <a:cxnLst>
                <a:cxn ang="0">
                  <a:pos x="T0" y="T1"/>
                </a:cxn>
                <a:cxn ang="0">
                  <a:pos x="T2" y="T3"/>
                </a:cxn>
                <a:cxn ang="0">
                  <a:pos x="T4" y="T5"/>
                </a:cxn>
                <a:cxn ang="0">
                  <a:pos x="T6" y="T7"/>
                </a:cxn>
                <a:cxn ang="0">
                  <a:pos x="T8" y="T9"/>
                </a:cxn>
                <a:cxn ang="0">
                  <a:pos x="T10" y="T11"/>
                </a:cxn>
                <a:cxn ang="0">
                  <a:pos x="T12" y="T13"/>
                </a:cxn>
              </a:cxnLst>
              <a:rect l="0" t="0" r="r" b="b"/>
              <a:pathLst>
                <a:path w="59" h="51">
                  <a:moveTo>
                    <a:pt x="0" y="37"/>
                  </a:moveTo>
                  <a:cubicBezTo>
                    <a:pt x="12" y="51"/>
                    <a:pt x="12" y="51"/>
                    <a:pt x="12" y="51"/>
                  </a:cubicBezTo>
                  <a:cubicBezTo>
                    <a:pt x="34" y="38"/>
                    <a:pt x="34" y="38"/>
                    <a:pt x="34" y="38"/>
                  </a:cubicBezTo>
                  <a:cubicBezTo>
                    <a:pt x="42" y="34"/>
                    <a:pt x="54" y="16"/>
                    <a:pt x="59" y="7"/>
                  </a:cubicBezTo>
                  <a:cubicBezTo>
                    <a:pt x="47" y="0"/>
                    <a:pt x="47" y="0"/>
                    <a:pt x="47" y="0"/>
                  </a:cubicBezTo>
                  <a:cubicBezTo>
                    <a:pt x="17" y="12"/>
                    <a:pt x="17" y="12"/>
                    <a:pt x="17" y="12"/>
                  </a:cubicBezTo>
                  <a:lnTo>
                    <a:pt x="0" y="37"/>
                  </a:lnTo>
                  <a:close/>
                </a:path>
              </a:pathLst>
            </a:custGeom>
            <a:solidFill>
              <a:srgbClr val="EDBD9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1" name="Freeform 43"/>
            <p:cNvSpPr/>
            <p:nvPr/>
          </p:nvSpPr>
          <p:spPr bwMode="auto">
            <a:xfrm>
              <a:off x="3362325" y="1441451"/>
              <a:ext cx="247650" cy="377825"/>
            </a:xfrm>
            <a:custGeom>
              <a:avLst/>
              <a:gdLst>
                <a:gd name="T0" fmla="*/ 153 w 156"/>
                <a:gd name="T1" fmla="*/ 0 h 238"/>
                <a:gd name="T2" fmla="*/ 156 w 156"/>
                <a:gd name="T3" fmla="*/ 2 h 238"/>
                <a:gd name="T4" fmla="*/ 10 w 156"/>
                <a:gd name="T5" fmla="*/ 238 h 238"/>
                <a:gd name="T6" fmla="*/ 0 w 156"/>
                <a:gd name="T7" fmla="*/ 232 h 238"/>
                <a:gd name="T8" fmla="*/ 153 w 156"/>
                <a:gd name="T9" fmla="*/ 0 h 238"/>
              </a:gdLst>
              <a:ahLst/>
              <a:cxnLst>
                <a:cxn ang="0">
                  <a:pos x="T0" y="T1"/>
                </a:cxn>
                <a:cxn ang="0">
                  <a:pos x="T2" y="T3"/>
                </a:cxn>
                <a:cxn ang="0">
                  <a:pos x="T4" y="T5"/>
                </a:cxn>
                <a:cxn ang="0">
                  <a:pos x="T6" y="T7"/>
                </a:cxn>
                <a:cxn ang="0">
                  <a:pos x="T8" y="T9"/>
                </a:cxn>
              </a:cxnLst>
              <a:rect l="0" t="0" r="r" b="b"/>
              <a:pathLst>
                <a:path w="156" h="238">
                  <a:moveTo>
                    <a:pt x="153" y="0"/>
                  </a:moveTo>
                  <a:lnTo>
                    <a:pt x="156" y="2"/>
                  </a:lnTo>
                  <a:lnTo>
                    <a:pt x="10" y="238"/>
                  </a:lnTo>
                  <a:lnTo>
                    <a:pt x="0" y="232"/>
                  </a:lnTo>
                  <a:lnTo>
                    <a:pt x="153" y="0"/>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solidFill>
                  <a:srgbClr val="2B2B2B"/>
                </a:solidFill>
              </a:endParaRPr>
            </a:p>
          </p:txBody>
        </p:sp>
        <p:sp>
          <p:nvSpPr>
            <p:cNvPr id="212" name="Freeform 44"/>
            <p:cNvSpPr/>
            <p:nvPr/>
          </p:nvSpPr>
          <p:spPr bwMode="auto">
            <a:xfrm>
              <a:off x="3362325" y="1689101"/>
              <a:ext cx="68263" cy="68263"/>
            </a:xfrm>
            <a:custGeom>
              <a:avLst/>
              <a:gdLst>
                <a:gd name="T0" fmla="*/ 2 w 31"/>
                <a:gd name="T1" fmla="*/ 27 h 30"/>
                <a:gd name="T2" fmla="*/ 3 w 31"/>
                <a:gd name="T3" fmla="*/ 30 h 30"/>
                <a:gd name="T4" fmla="*/ 6 w 31"/>
                <a:gd name="T5" fmla="*/ 28 h 30"/>
                <a:gd name="T6" fmla="*/ 28 w 31"/>
                <a:gd name="T7" fmla="*/ 11 h 30"/>
                <a:gd name="T8" fmla="*/ 31 w 31"/>
                <a:gd name="T9" fmla="*/ 6 h 30"/>
                <a:gd name="T10" fmla="*/ 28 w 31"/>
                <a:gd name="T11" fmla="*/ 1 h 30"/>
                <a:gd name="T12" fmla="*/ 3 w 31"/>
                <a:gd name="T13" fmla="*/ 19 h 30"/>
                <a:gd name="T14" fmla="*/ 2 w 31"/>
                <a:gd name="T15" fmla="*/ 27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2" y="27"/>
                  </a:moveTo>
                  <a:cubicBezTo>
                    <a:pt x="3" y="30"/>
                    <a:pt x="3" y="30"/>
                    <a:pt x="3" y="30"/>
                  </a:cubicBezTo>
                  <a:cubicBezTo>
                    <a:pt x="6" y="28"/>
                    <a:pt x="6" y="28"/>
                    <a:pt x="6" y="28"/>
                  </a:cubicBezTo>
                  <a:cubicBezTo>
                    <a:pt x="28" y="11"/>
                    <a:pt x="28" y="11"/>
                    <a:pt x="28" y="11"/>
                  </a:cubicBezTo>
                  <a:cubicBezTo>
                    <a:pt x="31" y="10"/>
                    <a:pt x="31" y="8"/>
                    <a:pt x="31" y="6"/>
                  </a:cubicBezTo>
                  <a:cubicBezTo>
                    <a:pt x="31" y="4"/>
                    <a:pt x="29" y="0"/>
                    <a:pt x="28" y="1"/>
                  </a:cubicBezTo>
                  <a:cubicBezTo>
                    <a:pt x="3" y="19"/>
                    <a:pt x="3" y="19"/>
                    <a:pt x="3" y="19"/>
                  </a:cubicBezTo>
                  <a:cubicBezTo>
                    <a:pt x="1" y="21"/>
                    <a:pt x="0" y="24"/>
                    <a:pt x="2" y="27"/>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3" name="Freeform 45"/>
            <p:cNvSpPr/>
            <p:nvPr/>
          </p:nvSpPr>
          <p:spPr bwMode="auto">
            <a:xfrm>
              <a:off x="3397250" y="1763714"/>
              <a:ext cx="33338" cy="22225"/>
            </a:xfrm>
            <a:custGeom>
              <a:avLst/>
              <a:gdLst>
                <a:gd name="T0" fmla="*/ 14 w 15"/>
                <a:gd name="T1" fmla="*/ 3 h 10"/>
                <a:gd name="T2" fmla="*/ 14 w 15"/>
                <a:gd name="T3" fmla="*/ 3 h 10"/>
                <a:gd name="T4" fmla="*/ 12 w 15"/>
                <a:gd name="T5" fmla="*/ 7 h 10"/>
                <a:gd name="T6" fmla="*/ 6 w 15"/>
                <a:gd name="T7" fmla="*/ 9 h 10"/>
                <a:gd name="T8" fmla="*/ 1 w 15"/>
                <a:gd name="T9" fmla="*/ 7 h 10"/>
                <a:gd name="T10" fmla="*/ 1 w 15"/>
                <a:gd name="T11" fmla="*/ 7 h 10"/>
                <a:gd name="T12" fmla="*/ 3 w 15"/>
                <a:gd name="T13" fmla="*/ 2 h 10"/>
                <a:gd name="T14" fmla="*/ 9 w 15"/>
                <a:gd name="T15" fmla="*/ 0 h 10"/>
                <a:gd name="T16" fmla="*/ 14 w 15"/>
                <a:gd name="T17"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0">
                  <a:moveTo>
                    <a:pt x="14" y="3"/>
                  </a:moveTo>
                  <a:cubicBezTo>
                    <a:pt x="14" y="3"/>
                    <a:pt x="14" y="3"/>
                    <a:pt x="14" y="3"/>
                  </a:cubicBezTo>
                  <a:cubicBezTo>
                    <a:pt x="15" y="4"/>
                    <a:pt x="14" y="6"/>
                    <a:pt x="12" y="7"/>
                  </a:cubicBezTo>
                  <a:cubicBezTo>
                    <a:pt x="6" y="9"/>
                    <a:pt x="6" y="9"/>
                    <a:pt x="6" y="9"/>
                  </a:cubicBezTo>
                  <a:cubicBezTo>
                    <a:pt x="4" y="10"/>
                    <a:pt x="2" y="8"/>
                    <a:pt x="1" y="7"/>
                  </a:cubicBezTo>
                  <a:cubicBezTo>
                    <a:pt x="1" y="7"/>
                    <a:pt x="1" y="7"/>
                    <a:pt x="1" y="7"/>
                  </a:cubicBezTo>
                  <a:cubicBezTo>
                    <a:pt x="0" y="5"/>
                    <a:pt x="1" y="3"/>
                    <a:pt x="3" y="2"/>
                  </a:cubicBezTo>
                  <a:cubicBezTo>
                    <a:pt x="9" y="0"/>
                    <a:pt x="9" y="0"/>
                    <a:pt x="9" y="0"/>
                  </a:cubicBezTo>
                  <a:cubicBezTo>
                    <a:pt x="11" y="0"/>
                    <a:pt x="13" y="1"/>
                    <a:pt x="14" y="3"/>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4" name="Freeform 46"/>
            <p:cNvSpPr/>
            <p:nvPr/>
          </p:nvSpPr>
          <p:spPr bwMode="auto">
            <a:xfrm>
              <a:off x="3411538" y="1738314"/>
              <a:ext cx="34925" cy="25400"/>
            </a:xfrm>
            <a:custGeom>
              <a:avLst/>
              <a:gdLst>
                <a:gd name="T0" fmla="*/ 15 w 16"/>
                <a:gd name="T1" fmla="*/ 3 h 11"/>
                <a:gd name="T2" fmla="*/ 15 w 16"/>
                <a:gd name="T3" fmla="*/ 3 h 11"/>
                <a:gd name="T4" fmla="*/ 13 w 16"/>
                <a:gd name="T5" fmla="*/ 8 h 11"/>
                <a:gd name="T6" fmla="*/ 7 w 16"/>
                <a:gd name="T7" fmla="*/ 10 h 11"/>
                <a:gd name="T8" fmla="*/ 1 w 16"/>
                <a:gd name="T9" fmla="*/ 7 h 11"/>
                <a:gd name="T10" fmla="*/ 1 w 16"/>
                <a:gd name="T11" fmla="*/ 7 h 11"/>
                <a:gd name="T12" fmla="*/ 3 w 16"/>
                <a:gd name="T13" fmla="*/ 2 h 11"/>
                <a:gd name="T14" fmla="*/ 9 w 16"/>
                <a:gd name="T15" fmla="*/ 0 h 11"/>
                <a:gd name="T16" fmla="*/ 15 w 16"/>
                <a:gd name="T17"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1">
                  <a:moveTo>
                    <a:pt x="15" y="3"/>
                  </a:moveTo>
                  <a:cubicBezTo>
                    <a:pt x="15" y="3"/>
                    <a:pt x="15" y="3"/>
                    <a:pt x="15" y="3"/>
                  </a:cubicBezTo>
                  <a:cubicBezTo>
                    <a:pt x="16" y="5"/>
                    <a:pt x="15" y="8"/>
                    <a:pt x="13" y="8"/>
                  </a:cubicBezTo>
                  <a:cubicBezTo>
                    <a:pt x="7" y="10"/>
                    <a:pt x="7" y="10"/>
                    <a:pt x="7" y="10"/>
                  </a:cubicBezTo>
                  <a:cubicBezTo>
                    <a:pt x="5" y="11"/>
                    <a:pt x="2" y="10"/>
                    <a:pt x="1" y="7"/>
                  </a:cubicBezTo>
                  <a:cubicBezTo>
                    <a:pt x="1" y="7"/>
                    <a:pt x="1" y="7"/>
                    <a:pt x="1" y="7"/>
                  </a:cubicBezTo>
                  <a:cubicBezTo>
                    <a:pt x="0" y="5"/>
                    <a:pt x="1" y="3"/>
                    <a:pt x="3" y="2"/>
                  </a:cubicBezTo>
                  <a:cubicBezTo>
                    <a:pt x="9" y="0"/>
                    <a:pt x="9" y="0"/>
                    <a:pt x="9" y="0"/>
                  </a:cubicBezTo>
                  <a:cubicBezTo>
                    <a:pt x="11" y="0"/>
                    <a:pt x="14" y="1"/>
                    <a:pt x="15" y="3"/>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5" name="Freeform 47"/>
            <p:cNvSpPr/>
            <p:nvPr/>
          </p:nvSpPr>
          <p:spPr bwMode="auto">
            <a:xfrm>
              <a:off x="3425825" y="1711326"/>
              <a:ext cx="36513" cy="26988"/>
            </a:xfrm>
            <a:custGeom>
              <a:avLst/>
              <a:gdLst>
                <a:gd name="T0" fmla="*/ 15 w 16"/>
                <a:gd name="T1" fmla="*/ 4 h 12"/>
                <a:gd name="T2" fmla="*/ 15 w 16"/>
                <a:gd name="T3" fmla="*/ 4 h 12"/>
                <a:gd name="T4" fmla="*/ 13 w 16"/>
                <a:gd name="T5" fmla="*/ 9 h 12"/>
                <a:gd name="T6" fmla="*/ 6 w 16"/>
                <a:gd name="T7" fmla="*/ 11 h 12"/>
                <a:gd name="T8" fmla="*/ 1 w 16"/>
                <a:gd name="T9" fmla="*/ 8 h 12"/>
                <a:gd name="T10" fmla="*/ 1 w 16"/>
                <a:gd name="T11" fmla="*/ 8 h 12"/>
                <a:gd name="T12" fmla="*/ 3 w 16"/>
                <a:gd name="T13" fmla="*/ 3 h 12"/>
                <a:gd name="T14" fmla="*/ 9 w 16"/>
                <a:gd name="T15" fmla="*/ 1 h 12"/>
                <a:gd name="T16" fmla="*/ 15 w 16"/>
                <a:gd name="T1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2">
                  <a:moveTo>
                    <a:pt x="15" y="4"/>
                  </a:moveTo>
                  <a:cubicBezTo>
                    <a:pt x="15" y="4"/>
                    <a:pt x="15" y="4"/>
                    <a:pt x="15" y="4"/>
                  </a:cubicBezTo>
                  <a:cubicBezTo>
                    <a:pt x="16" y="6"/>
                    <a:pt x="15" y="8"/>
                    <a:pt x="13" y="9"/>
                  </a:cubicBezTo>
                  <a:cubicBezTo>
                    <a:pt x="6" y="11"/>
                    <a:pt x="6" y="11"/>
                    <a:pt x="6" y="11"/>
                  </a:cubicBezTo>
                  <a:cubicBezTo>
                    <a:pt x="4" y="12"/>
                    <a:pt x="2" y="10"/>
                    <a:pt x="1" y="8"/>
                  </a:cubicBezTo>
                  <a:cubicBezTo>
                    <a:pt x="1" y="8"/>
                    <a:pt x="1" y="8"/>
                    <a:pt x="1" y="8"/>
                  </a:cubicBezTo>
                  <a:cubicBezTo>
                    <a:pt x="0" y="6"/>
                    <a:pt x="1" y="4"/>
                    <a:pt x="3" y="3"/>
                  </a:cubicBezTo>
                  <a:cubicBezTo>
                    <a:pt x="9" y="1"/>
                    <a:pt x="9" y="1"/>
                    <a:pt x="9" y="1"/>
                  </a:cubicBezTo>
                  <a:cubicBezTo>
                    <a:pt x="11" y="0"/>
                    <a:pt x="14" y="2"/>
                    <a:pt x="15" y="4"/>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6" name="Freeform 48"/>
            <p:cNvSpPr/>
            <p:nvPr/>
          </p:nvSpPr>
          <p:spPr bwMode="auto">
            <a:xfrm>
              <a:off x="3324225" y="1731964"/>
              <a:ext cx="82550" cy="88900"/>
            </a:xfrm>
            <a:custGeom>
              <a:avLst/>
              <a:gdLst>
                <a:gd name="T0" fmla="*/ 0 w 37"/>
                <a:gd name="T1" fmla="*/ 30 h 40"/>
                <a:gd name="T2" fmla="*/ 9 w 37"/>
                <a:gd name="T3" fmla="*/ 40 h 40"/>
                <a:gd name="T4" fmla="*/ 30 w 37"/>
                <a:gd name="T5" fmla="*/ 3 h 40"/>
                <a:gd name="T6" fmla="*/ 27 w 37"/>
                <a:gd name="T7" fmla="*/ 0 h 40"/>
                <a:gd name="T8" fmla="*/ 19 w 37"/>
                <a:gd name="T9" fmla="*/ 2 h 40"/>
                <a:gd name="T10" fmla="*/ 0 w 37"/>
                <a:gd name="T11" fmla="*/ 30 h 40"/>
              </a:gdLst>
              <a:ahLst/>
              <a:cxnLst>
                <a:cxn ang="0">
                  <a:pos x="T0" y="T1"/>
                </a:cxn>
                <a:cxn ang="0">
                  <a:pos x="T2" y="T3"/>
                </a:cxn>
                <a:cxn ang="0">
                  <a:pos x="T4" y="T5"/>
                </a:cxn>
                <a:cxn ang="0">
                  <a:pos x="T6" y="T7"/>
                </a:cxn>
                <a:cxn ang="0">
                  <a:pos x="T8" y="T9"/>
                </a:cxn>
                <a:cxn ang="0">
                  <a:pos x="T10" y="T11"/>
                </a:cxn>
              </a:cxnLst>
              <a:rect l="0" t="0" r="r" b="b"/>
              <a:pathLst>
                <a:path w="37" h="40">
                  <a:moveTo>
                    <a:pt x="0" y="30"/>
                  </a:moveTo>
                  <a:cubicBezTo>
                    <a:pt x="9" y="40"/>
                    <a:pt x="9" y="40"/>
                    <a:pt x="9" y="40"/>
                  </a:cubicBezTo>
                  <a:cubicBezTo>
                    <a:pt x="17" y="34"/>
                    <a:pt x="37" y="13"/>
                    <a:pt x="30" y="3"/>
                  </a:cubicBezTo>
                  <a:cubicBezTo>
                    <a:pt x="29" y="2"/>
                    <a:pt x="28" y="1"/>
                    <a:pt x="27" y="0"/>
                  </a:cubicBezTo>
                  <a:cubicBezTo>
                    <a:pt x="19" y="2"/>
                    <a:pt x="19" y="2"/>
                    <a:pt x="19" y="2"/>
                  </a:cubicBezTo>
                  <a:lnTo>
                    <a:pt x="0" y="30"/>
                  </a:ln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7" name="Freeform 49"/>
            <p:cNvSpPr/>
            <p:nvPr/>
          </p:nvSpPr>
          <p:spPr bwMode="auto">
            <a:xfrm>
              <a:off x="3298825" y="1771651"/>
              <a:ext cx="69850" cy="80963"/>
            </a:xfrm>
            <a:custGeom>
              <a:avLst/>
              <a:gdLst>
                <a:gd name="T0" fmla="*/ 0 w 44"/>
                <a:gd name="T1" fmla="*/ 13 h 51"/>
                <a:gd name="T2" fmla="*/ 27 w 44"/>
                <a:gd name="T3" fmla="*/ 51 h 51"/>
                <a:gd name="T4" fmla="*/ 44 w 44"/>
                <a:gd name="T5" fmla="*/ 40 h 51"/>
                <a:gd name="T6" fmla="*/ 17 w 44"/>
                <a:gd name="T7" fmla="*/ 0 h 51"/>
                <a:gd name="T8" fmla="*/ 0 w 44"/>
                <a:gd name="T9" fmla="*/ 13 h 51"/>
              </a:gdLst>
              <a:ahLst/>
              <a:cxnLst>
                <a:cxn ang="0">
                  <a:pos x="T0" y="T1"/>
                </a:cxn>
                <a:cxn ang="0">
                  <a:pos x="T2" y="T3"/>
                </a:cxn>
                <a:cxn ang="0">
                  <a:pos x="T4" y="T5"/>
                </a:cxn>
                <a:cxn ang="0">
                  <a:pos x="T6" y="T7"/>
                </a:cxn>
                <a:cxn ang="0">
                  <a:pos x="T8" y="T9"/>
                </a:cxn>
              </a:cxnLst>
              <a:rect l="0" t="0" r="r" b="b"/>
              <a:pathLst>
                <a:path w="44" h="51">
                  <a:moveTo>
                    <a:pt x="0" y="13"/>
                  </a:moveTo>
                  <a:lnTo>
                    <a:pt x="27" y="51"/>
                  </a:lnTo>
                  <a:lnTo>
                    <a:pt x="44" y="40"/>
                  </a:lnTo>
                  <a:lnTo>
                    <a:pt x="17"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8" name="Freeform 50"/>
            <p:cNvSpPr/>
            <p:nvPr/>
          </p:nvSpPr>
          <p:spPr bwMode="auto">
            <a:xfrm>
              <a:off x="3082925" y="1682751"/>
              <a:ext cx="269875" cy="265113"/>
            </a:xfrm>
            <a:custGeom>
              <a:avLst/>
              <a:gdLst>
                <a:gd name="T0" fmla="*/ 0 w 121"/>
                <a:gd name="T1" fmla="*/ 38 h 119"/>
                <a:gd name="T2" fmla="*/ 20 w 121"/>
                <a:gd name="T3" fmla="*/ 0 h 119"/>
                <a:gd name="T4" fmla="*/ 65 w 121"/>
                <a:gd name="T5" fmla="*/ 69 h 119"/>
                <a:gd name="T6" fmla="*/ 101 w 121"/>
                <a:gd name="T7" fmla="*/ 45 h 119"/>
                <a:gd name="T8" fmla="*/ 101 w 121"/>
                <a:gd name="T9" fmla="*/ 45 h 119"/>
                <a:gd name="T10" fmla="*/ 121 w 121"/>
                <a:gd name="T11" fmla="*/ 75 h 119"/>
                <a:gd name="T12" fmla="*/ 121 w 121"/>
                <a:gd name="T13" fmla="*/ 75 h 119"/>
                <a:gd name="T14" fmla="*/ 66 w 121"/>
                <a:gd name="T15" fmla="*/ 112 h 119"/>
                <a:gd name="T16" fmla="*/ 46 w 121"/>
                <a:gd name="T17" fmla="*/ 107 h 119"/>
                <a:gd name="T18" fmla="*/ 0 w 121"/>
                <a:gd name="T19" fmla="*/ 38 h 119"/>
                <a:gd name="T20" fmla="*/ 0 w 121"/>
                <a:gd name="T21" fmla="*/ 3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1" h="119">
                  <a:moveTo>
                    <a:pt x="0" y="38"/>
                  </a:moveTo>
                  <a:cubicBezTo>
                    <a:pt x="20" y="0"/>
                    <a:pt x="20" y="0"/>
                    <a:pt x="20" y="0"/>
                  </a:cubicBezTo>
                  <a:cubicBezTo>
                    <a:pt x="20" y="0"/>
                    <a:pt x="60" y="61"/>
                    <a:pt x="65" y="69"/>
                  </a:cubicBezTo>
                  <a:cubicBezTo>
                    <a:pt x="101" y="45"/>
                    <a:pt x="101" y="45"/>
                    <a:pt x="101" y="45"/>
                  </a:cubicBezTo>
                  <a:cubicBezTo>
                    <a:pt x="101" y="45"/>
                    <a:pt x="101" y="45"/>
                    <a:pt x="101" y="45"/>
                  </a:cubicBezTo>
                  <a:cubicBezTo>
                    <a:pt x="121" y="75"/>
                    <a:pt x="121" y="75"/>
                    <a:pt x="121" y="75"/>
                  </a:cubicBezTo>
                  <a:cubicBezTo>
                    <a:pt x="121" y="75"/>
                    <a:pt x="121" y="75"/>
                    <a:pt x="121" y="75"/>
                  </a:cubicBezTo>
                  <a:cubicBezTo>
                    <a:pt x="66" y="112"/>
                    <a:pt x="66" y="112"/>
                    <a:pt x="66" y="112"/>
                  </a:cubicBezTo>
                  <a:cubicBezTo>
                    <a:pt x="56" y="119"/>
                    <a:pt x="49" y="111"/>
                    <a:pt x="46" y="107"/>
                  </a:cubicBezTo>
                  <a:cubicBezTo>
                    <a:pt x="31" y="84"/>
                    <a:pt x="15" y="61"/>
                    <a:pt x="0" y="38"/>
                  </a:cubicBezTo>
                  <a:cubicBezTo>
                    <a:pt x="0" y="38"/>
                    <a:pt x="0" y="38"/>
                    <a:pt x="0" y="38"/>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19" name="Freeform 51"/>
            <p:cNvSpPr/>
            <p:nvPr/>
          </p:nvSpPr>
          <p:spPr bwMode="auto">
            <a:xfrm>
              <a:off x="2752725" y="2012951"/>
              <a:ext cx="68263" cy="76200"/>
            </a:xfrm>
            <a:custGeom>
              <a:avLst/>
              <a:gdLst>
                <a:gd name="T0" fmla="*/ 0 w 43"/>
                <a:gd name="T1" fmla="*/ 35 h 48"/>
                <a:gd name="T2" fmla="*/ 27 w 43"/>
                <a:gd name="T3" fmla="*/ 48 h 48"/>
                <a:gd name="T4" fmla="*/ 43 w 43"/>
                <a:gd name="T5" fmla="*/ 12 h 48"/>
                <a:gd name="T6" fmla="*/ 17 w 43"/>
                <a:gd name="T7" fmla="*/ 0 h 48"/>
                <a:gd name="T8" fmla="*/ 0 w 43"/>
                <a:gd name="T9" fmla="*/ 35 h 48"/>
              </a:gdLst>
              <a:ahLst/>
              <a:cxnLst>
                <a:cxn ang="0">
                  <a:pos x="T0" y="T1"/>
                </a:cxn>
                <a:cxn ang="0">
                  <a:pos x="T2" y="T3"/>
                </a:cxn>
                <a:cxn ang="0">
                  <a:pos x="T4" y="T5"/>
                </a:cxn>
                <a:cxn ang="0">
                  <a:pos x="T6" y="T7"/>
                </a:cxn>
                <a:cxn ang="0">
                  <a:pos x="T8" y="T9"/>
                </a:cxn>
              </a:cxnLst>
              <a:rect l="0" t="0" r="r" b="b"/>
              <a:pathLst>
                <a:path w="43" h="48">
                  <a:moveTo>
                    <a:pt x="0" y="35"/>
                  </a:moveTo>
                  <a:lnTo>
                    <a:pt x="27" y="48"/>
                  </a:lnTo>
                  <a:lnTo>
                    <a:pt x="43" y="12"/>
                  </a:lnTo>
                  <a:lnTo>
                    <a:pt x="17" y="0"/>
                  </a:lnTo>
                  <a:lnTo>
                    <a:pt x="0" y="35"/>
                  </a:lnTo>
                  <a:close/>
                </a:path>
              </a:pathLst>
            </a:custGeom>
            <a:solidFill>
              <a:srgbClr val="F2CAA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0" name="Freeform 52"/>
            <p:cNvSpPr/>
            <p:nvPr/>
          </p:nvSpPr>
          <p:spPr bwMode="auto">
            <a:xfrm>
              <a:off x="2741613" y="2033589"/>
              <a:ext cx="68263" cy="88900"/>
            </a:xfrm>
            <a:custGeom>
              <a:avLst/>
              <a:gdLst>
                <a:gd name="T0" fmla="*/ 31 w 31"/>
                <a:gd name="T1" fmla="*/ 4 h 40"/>
                <a:gd name="T2" fmla="*/ 13 w 31"/>
                <a:gd name="T3" fmla="*/ 0 h 40"/>
                <a:gd name="T4" fmla="*/ 9 w 31"/>
                <a:gd name="T5" fmla="*/ 14 h 40"/>
                <a:gd name="T6" fmla="*/ 0 w 31"/>
                <a:gd name="T7" fmla="*/ 29 h 40"/>
                <a:gd name="T8" fmla="*/ 21 w 31"/>
                <a:gd name="T9" fmla="*/ 40 h 40"/>
                <a:gd name="T10" fmla="*/ 31 w 31"/>
                <a:gd name="T11" fmla="*/ 4 h 40"/>
              </a:gdLst>
              <a:ahLst/>
              <a:cxnLst>
                <a:cxn ang="0">
                  <a:pos x="T0" y="T1"/>
                </a:cxn>
                <a:cxn ang="0">
                  <a:pos x="T2" y="T3"/>
                </a:cxn>
                <a:cxn ang="0">
                  <a:pos x="T4" y="T5"/>
                </a:cxn>
                <a:cxn ang="0">
                  <a:pos x="T6" y="T7"/>
                </a:cxn>
                <a:cxn ang="0">
                  <a:pos x="T8" y="T9"/>
                </a:cxn>
                <a:cxn ang="0">
                  <a:pos x="T10" y="T11"/>
                </a:cxn>
              </a:cxnLst>
              <a:rect l="0" t="0" r="r" b="b"/>
              <a:pathLst>
                <a:path w="31" h="40">
                  <a:moveTo>
                    <a:pt x="31" y="4"/>
                  </a:moveTo>
                  <a:cubicBezTo>
                    <a:pt x="13" y="0"/>
                    <a:pt x="13" y="0"/>
                    <a:pt x="13" y="0"/>
                  </a:cubicBezTo>
                  <a:cubicBezTo>
                    <a:pt x="9" y="14"/>
                    <a:pt x="9" y="14"/>
                    <a:pt x="9" y="14"/>
                  </a:cubicBezTo>
                  <a:cubicBezTo>
                    <a:pt x="0" y="29"/>
                    <a:pt x="0" y="29"/>
                    <a:pt x="0" y="29"/>
                  </a:cubicBezTo>
                  <a:cubicBezTo>
                    <a:pt x="8" y="32"/>
                    <a:pt x="22" y="28"/>
                    <a:pt x="21" y="40"/>
                  </a:cubicBezTo>
                  <a:lnTo>
                    <a:pt x="31" y="4"/>
                  </a:lnTo>
                  <a:close/>
                </a:path>
              </a:pathLst>
            </a:custGeom>
            <a:solidFill>
              <a:srgbClr val="F2CAA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1" name="Freeform 53"/>
            <p:cNvSpPr/>
            <p:nvPr/>
          </p:nvSpPr>
          <p:spPr bwMode="auto">
            <a:xfrm>
              <a:off x="2730500" y="2033589"/>
              <a:ext cx="82550" cy="127000"/>
            </a:xfrm>
            <a:custGeom>
              <a:avLst/>
              <a:gdLst>
                <a:gd name="T0" fmla="*/ 2 w 37"/>
                <a:gd name="T1" fmla="*/ 34 h 57"/>
                <a:gd name="T2" fmla="*/ 15 w 37"/>
                <a:gd name="T3" fmla="*/ 7 h 57"/>
                <a:gd name="T4" fmla="*/ 20 w 37"/>
                <a:gd name="T5" fmla="*/ 5 h 57"/>
                <a:gd name="T6" fmla="*/ 20 w 37"/>
                <a:gd name="T7" fmla="*/ 5 h 57"/>
                <a:gd name="T8" fmla="*/ 21 w 37"/>
                <a:gd name="T9" fmla="*/ 5 h 57"/>
                <a:gd name="T10" fmla="*/ 22 w 37"/>
                <a:gd name="T11" fmla="*/ 3 h 57"/>
                <a:gd name="T12" fmla="*/ 28 w 37"/>
                <a:gd name="T13" fmla="*/ 1 h 57"/>
                <a:gd name="T14" fmla="*/ 28 w 37"/>
                <a:gd name="T15" fmla="*/ 1 h 57"/>
                <a:gd name="T16" fmla="*/ 30 w 37"/>
                <a:gd name="T17" fmla="*/ 5 h 57"/>
                <a:gd name="T18" fmla="*/ 33 w 37"/>
                <a:gd name="T19" fmla="*/ 5 h 57"/>
                <a:gd name="T20" fmla="*/ 33 w 37"/>
                <a:gd name="T21" fmla="*/ 5 h 57"/>
                <a:gd name="T22" fmla="*/ 36 w 37"/>
                <a:gd name="T23" fmla="*/ 12 h 57"/>
                <a:gd name="T24" fmla="*/ 20 w 37"/>
                <a:gd name="T25" fmla="*/ 41 h 57"/>
                <a:gd name="T26" fmla="*/ 15 w 37"/>
                <a:gd name="T27" fmla="*/ 54 h 57"/>
                <a:gd name="T28" fmla="*/ 9 w 37"/>
                <a:gd name="T29" fmla="*/ 56 h 57"/>
                <a:gd name="T30" fmla="*/ 9 w 37"/>
                <a:gd name="T31" fmla="*/ 56 h 57"/>
                <a:gd name="T32" fmla="*/ 8 w 37"/>
                <a:gd name="T33" fmla="*/ 49 h 57"/>
                <a:gd name="T34" fmla="*/ 2 w 37"/>
                <a:gd name="T35" fmla="*/ 3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 h="57">
                  <a:moveTo>
                    <a:pt x="2" y="34"/>
                  </a:moveTo>
                  <a:cubicBezTo>
                    <a:pt x="15" y="7"/>
                    <a:pt x="15" y="7"/>
                    <a:pt x="15" y="7"/>
                  </a:cubicBezTo>
                  <a:cubicBezTo>
                    <a:pt x="16" y="5"/>
                    <a:pt x="18" y="4"/>
                    <a:pt x="20" y="5"/>
                  </a:cubicBezTo>
                  <a:cubicBezTo>
                    <a:pt x="20" y="5"/>
                    <a:pt x="20" y="5"/>
                    <a:pt x="20" y="5"/>
                  </a:cubicBezTo>
                  <a:cubicBezTo>
                    <a:pt x="21" y="5"/>
                    <a:pt x="21" y="5"/>
                    <a:pt x="21" y="5"/>
                  </a:cubicBezTo>
                  <a:cubicBezTo>
                    <a:pt x="22" y="3"/>
                    <a:pt x="22" y="3"/>
                    <a:pt x="22" y="3"/>
                  </a:cubicBezTo>
                  <a:cubicBezTo>
                    <a:pt x="23" y="1"/>
                    <a:pt x="26" y="0"/>
                    <a:pt x="28" y="1"/>
                  </a:cubicBezTo>
                  <a:cubicBezTo>
                    <a:pt x="28" y="1"/>
                    <a:pt x="28" y="1"/>
                    <a:pt x="28" y="1"/>
                  </a:cubicBezTo>
                  <a:cubicBezTo>
                    <a:pt x="29" y="2"/>
                    <a:pt x="30" y="3"/>
                    <a:pt x="30" y="5"/>
                  </a:cubicBezTo>
                  <a:cubicBezTo>
                    <a:pt x="31" y="5"/>
                    <a:pt x="32" y="5"/>
                    <a:pt x="33" y="5"/>
                  </a:cubicBezTo>
                  <a:cubicBezTo>
                    <a:pt x="33" y="5"/>
                    <a:pt x="33" y="5"/>
                    <a:pt x="33" y="5"/>
                  </a:cubicBezTo>
                  <a:cubicBezTo>
                    <a:pt x="36" y="7"/>
                    <a:pt x="37" y="10"/>
                    <a:pt x="36" y="12"/>
                  </a:cubicBezTo>
                  <a:cubicBezTo>
                    <a:pt x="20" y="41"/>
                    <a:pt x="20" y="41"/>
                    <a:pt x="20" y="41"/>
                  </a:cubicBezTo>
                  <a:cubicBezTo>
                    <a:pt x="15" y="54"/>
                    <a:pt x="15" y="54"/>
                    <a:pt x="15" y="54"/>
                  </a:cubicBezTo>
                  <a:cubicBezTo>
                    <a:pt x="14" y="56"/>
                    <a:pt x="11" y="57"/>
                    <a:pt x="9" y="56"/>
                  </a:cubicBezTo>
                  <a:cubicBezTo>
                    <a:pt x="9" y="56"/>
                    <a:pt x="9" y="56"/>
                    <a:pt x="9" y="56"/>
                  </a:cubicBezTo>
                  <a:cubicBezTo>
                    <a:pt x="7" y="55"/>
                    <a:pt x="7" y="51"/>
                    <a:pt x="8" y="49"/>
                  </a:cubicBezTo>
                  <a:cubicBezTo>
                    <a:pt x="7" y="47"/>
                    <a:pt x="0" y="40"/>
                    <a:pt x="2" y="34"/>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2" name="Freeform 54"/>
            <p:cNvSpPr/>
            <p:nvPr/>
          </p:nvSpPr>
          <p:spPr bwMode="auto">
            <a:xfrm>
              <a:off x="2746375" y="2120901"/>
              <a:ext cx="23813" cy="73025"/>
            </a:xfrm>
            <a:custGeom>
              <a:avLst/>
              <a:gdLst>
                <a:gd name="T0" fmla="*/ 3 w 11"/>
                <a:gd name="T1" fmla="*/ 32 h 33"/>
                <a:gd name="T2" fmla="*/ 3 w 11"/>
                <a:gd name="T3" fmla="*/ 32 h 33"/>
                <a:gd name="T4" fmla="*/ 0 w 11"/>
                <a:gd name="T5" fmla="*/ 28 h 33"/>
                <a:gd name="T6" fmla="*/ 5 w 11"/>
                <a:gd name="T7" fmla="*/ 1 h 33"/>
                <a:gd name="T8" fmla="*/ 5 w 11"/>
                <a:gd name="T9" fmla="*/ 0 h 33"/>
                <a:gd name="T10" fmla="*/ 11 w 11"/>
                <a:gd name="T11" fmla="*/ 4 h 33"/>
                <a:gd name="T12" fmla="*/ 6 w 11"/>
                <a:gd name="T13" fmla="*/ 30 h 33"/>
                <a:gd name="T14" fmla="*/ 3 w 11"/>
                <a:gd name="T15" fmla="*/ 32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33">
                  <a:moveTo>
                    <a:pt x="3" y="32"/>
                  </a:moveTo>
                  <a:cubicBezTo>
                    <a:pt x="3" y="32"/>
                    <a:pt x="3" y="32"/>
                    <a:pt x="3" y="32"/>
                  </a:cubicBezTo>
                  <a:cubicBezTo>
                    <a:pt x="1" y="32"/>
                    <a:pt x="0" y="30"/>
                    <a:pt x="0" y="28"/>
                  </a:cubicBezTo>
                  <a:cubicBezTo>
                    <a:pt x="5" y="1"/>
                    <a:pt x="5" y="1"/>
                    <a:pt x="5" y="1"/>
                  </a:cubicBezTo>
                  <a:cubicBezTo>
                    <a:pt x="5" y="0"/>
                    <a:pt x="5" y="0"/>
                    <a:pt x="5" y="0"/>
                  </a:cubicBezTo>
                  <a:cubicBezTo>
                    <a:pt x="11" y="4"/>
                    <a:pt x="11" y="4"/>
                    <a:pt x="11" y="4"/>
                  </a:cubicBezTo>
                  <a:cubicBezTo>
                    <a:pt x="6" y="30"/>
                    <a:pt x="6" y="30"/>
                    <a:pt x="6" y="30"/>
                  </a:cubicBezTo>
                  <a:cubicBezTo>
                    <a:pt x="6" y="31"/>
                    <a:pt x="4" y="33"/>
                    <a:pt x="3" y="32"/>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3" name="Freeform 55"/>
            <p:cNvSpPr/>
            <p:nvPr/>
          </p:nvSpPr>
          <p:spPr bwMode="auto">
            <a:xfrm>
              <a:off x="2763838" y="2051051"/>
              <a:ext cx="44450" cy="100013"/>
            </a:xfrm>
            <a:custGeom>
              <a:avLst/>
              <a:gdLst>
                <a:gd name="T0" fmla="*/ 13 w 20"/>
                <a:gd name="T1" fmla="*/ 44 h 45"/>
                <a:gd name="T2" fmla="*/ 13 w 20"/>
                <a:gd name="T3" fmla="*/ 44 h 45"/>
                <a:gd name="T4" fmla="*/ 10 w 20"/>
                <a:gd name="T5" fmla="*/ 41 h 45"/>
                <a:gd name="T6" fmla="*/ 11 w 20"/>
                <a:gd name="T7" fmla="*/ 30 h 45"/>
                <a:gd name="T8" fmla="*/ 6 w 20"/>
                <a:gd name="T9" fmla="*/ 31 h 45"/>
                <a:gd name="T10" fmla="*/ 0 w 20"/>
                <a:gd name="T11" fmla="*/ 8 h 45"/>
                <a:gd name="T12" fmla="*/ 11 w 20"/>
                <a:gd name="T13" fmla="*/ 0 h 45"/>
                <a:gd name="T14" fmla="*/ 16 w 20"/>
                <a:gd name="T15" fmla="*/ 10 h 45"/>
                <a:gd name="T16" fmla="*/ 19 w 20"/>
                <a:gd name="T17" fmla="*/ 19 h 45"/>
                <a:gd name="T18" fmla="*/ 17 w 20"/>
                <a:gd name="T19" fmla="*/ 41 h 45"/>
                <a:gd name="T20" fmla="*/ 13 w 20"/>
                <a:gd name="T21"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45">
                  <a:moveTo>
                    <a:pt x="13" y="44"/>
                  </a:moveTo>
                  <a:cubicBezTo>
                    <a:pt x="13" y="44"/>
                    <a:pt x="13" y="44"/>
                    <a:pt x="13" y="44"/>
                  </a:cubicBezTo>
                  <a:cubicBezTo>
                    <a:pt x="11" y="44"/>
                    <a:pt x="10" y="43"/>
                    <a:pt x="10" y="41"/>
                  </a:cubicBezTo>
                  <a:cubicBezTo>
                    <a:pt x="11" y="30"/>
                    <a:pt x="11" y="30"/>
                    <a:pt x="11" y="30"/>
                  </a:cubicBezTo>
                  <a:cubicBezTo>
                    <a:pt x="11" y="26"/>
                    <a:pt x="8" y="27"/>
                    <a:pt x="6" y="31"/>
                  </a:cubicBezTo>
                  <a:cubicBezTo>
                    <a:pt x="0" y="8"/>
                    <a:pt x="0" y="8"/>
                    <a:pt x="0" y="8"/>
                  </a:cubicBezTo>
                  <a:cubicBezTo>
                    <a:pt x="11" y="0"/>
                    <a:pt x="11" y="0"/>
                    <a:pt x="11" y="0"/>
                  </a:cubicBezTo>
                  <a:cubicBezTo>
                    <a:pt x="16" y="10"/>
                    <a:pt x="16" y="10"/>
                    <a:pt x="16" y="10"/>
                  </a:cubicBezTo>
                  <a:cubicBezTo>
                    <a:pt x="19" y="11"/>
                    <a:pt x="20" y="16"/>
                    <a:pt x="19" y="19"/>
                  </a:cubicBezTo>
                  <a:cubicBezTo>
                    <a:pt x="17" y="41"/>
                    <a:pt x="17" y="41"/>
                    <a:pt x="17" y="41"/>
                  </a:cubicBezTo>
                  <a:cubicBezTo>
                    <a:pt x="17" y="43"/>
                    <a:pt x="15" y="45"/>
                    <a:pt x="13" y="44"/>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4" name="Freeform 56"/>
            <p:cNvSpPr/>
            <p:nvPr/>
          </p:nvSpPr>
          <p:spPr bwMode="auto">
            <a:xfrm>
              <a:off x="2738438" y="2109789"/>
              <a:ext cx="20638" cy="71438"/>
            </a:xfrm>
            <a:custGeom>
              <a:avLst/>
              <a:gdLst>
                <a:gd name="T0" fmla="*/ 6 w 9"/>
                <a:gd name="T1" fmla="*/ 32 h 32"/>
                <a:gd name="T2" fmla="*/ 6 w 9"/>
                <a:gd name="T3" fmla="*/ 32 h 32"/>
                <a:gd name="T4" fmla="*/ 2 w 9"/>
                <a:gd name="T5" fmla="*/ 29 h 32"/>
                <a:gd name="T6" fmla="*/ 0 w 9"/>
                <a:gd name="T7" fmla="*/ 1 h 32"/>
                <a:gd name="T8" fmla="*/ 0 w 9"/>
                <a:gd name="T9" fmla="*/ 0 h 32"/>
                <a:gd name="T10" fmla="*/ 7 w 9"/>
                <a:gd name="T11" fmla="*/ 2 h 32"/>
                <a:gd name="T12" fmla="*/ 9 w 9"/>
                <a:gd name="T13" fmla="*/ 28 h 32"/>
                <a:gd name="T14" fmla="*/ 6 w 9"/>
                <a:gd name="T15" fmla="*/ 32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32">
                  <a:moveTo>
                    <a:pt x="6" y="32"/>
                  </a:moveTo>
                  <a:cubicBezTo>
                    <a:pt x="6" y="32"/>
                    <a:pt x="6" y="32"/>
                    <a:pt x="6" y="32"/>
                  </a:cubicBezTo>
                  <a:cubicBezTo>
                    <a:pt x="4" y="32"/>
                    <a:pt x="3" y="31"/>
                    <a:pt x="2" y="29"/>
                  </a:cubicBezTo>
                  <a:cubicBezTo>
                    <a:pt x="0" y="1"/>
                    <a:pt x="0" y="1"/>
                    <a:pt x="0" y="1"/>
                  </a:cubicBezTo>
                  <a:cubicBezTo>
                    <a:pt x="0" y="0"/>
                    <a:pt x="0" y="0"/>
                    <a:pt x="0" y="0"/>
                  </a:cubicBezTo>
                  <a:cubicBezTo>
                    <a:pt x="7" y="2"/>
                    <a:pt x="7" y="2"/>
                    <a:pt x="7" y="2"/>
                  </a:cubicBezTo>
                  <a:cubicBezTo>
                    <a:pt x="9" y="28"/>
                    <a:pt x="9" y="28"/>
                    <a:pt x="9" y="28"/>
                  </a:cubicBezTo>
                  <a:cubicBezTo>
                    <a:pt x="9" y="30"/>
                    <a:pt x="8" y="31"/>
                    <a:pt x="6" y="32"/>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5" name="Freeform 57"/>
            <p:cNvSpPr/>
            <p:nvPr/>
          </p:nvSpPr>
          <p:spPr bwMode="auto">
            <a:xfrm>
              <a:off x="2735263" y="2120901"/>
              <a:ext cx="34925" cy="61913"/>
            </a:xfrm>
            <a:custGeom>
              <a:avLst/>
              <a:gdLst>
                <a:gd name="T0" fmla="*/ 13 w 16"/>
                <a:gd name="T1" fmla="*/ 27 h 28"/>
                <a:gd name="T2" fmla="*/ 13 w 16"/>
                <a:gd name="T3" fmla="*/ 27 h 28"/>
                <a:gd name="T4" fmla="*/ 9 w 16"/>
                <a:gd name="T5" fmla="*/ 25 h 28"/>
                <a:gd name="T6" fmla="*/ 0 w 16"/>
                <a:gd name="T7" fmla="*/ 0 h 28"/>
                <a:gd name="T8" fmla="*/ 7 w 16"/>
                <a:gd name="T9" fmla="*/ 4 h 28"/>
                <a:gd name="T10" fmla="*/ 15 w 16"/>
                <a:gd name="T11" fmla="*/ 23 h 28"/>
                <a:gd name="T12" fmla="*/ 13 w 16"/>
                <a:gd name="T13" fmla="*/ 27 h 28"/>
              </a:gdLst>
              <a:ahLst/>
              <a:cxnLst>
                <a:cxn ang="0">
                  <a:pos x="T0" y="T1"/>
                </a:cxn>
                <a:cxn ang="0">
                  <a:pos x="T2" y="T3"/>
                </a:cxn>
                <a:cxn ang="0">
                  <a:pos x="T4" y="T5"/>
                </a:cxn>
                <a:cxn ang="0">
                  <a:pos x="T6" y="T7"/>
                </a:cxn>
                <a:cxn ang="0">
                  <a:pos x="T8" y="T9"/>
                </a:cxn>
                <a:cxn ang="0">
                  <a:pos x="T10" y="T11"/>
                </a:cxn>
                <a:cxn ang="0">
                  <a:pos x="T12" y="T13"/>
                </a:cxn>
              </a:cxnLst>
              <a:rect l="0" t="0" r="r" b="b"/>
              <a:pathLst>
                <a:path w="16" h="28">
                  <a:moveTo>
                    <a:pt x="13" y="27"/>
                  </a:moveTo>
                  <a:cubicBezTo>
                    <a:pt x="13" y="27"/>
                    <a:pt x="13" y="27"/>
                    <a:pt x="13" y="27"/>
                  </a:cubicBezTo>
                  <a:cubicBezTo>
                    <a:pt x="11" y="28"/>
                    <a:pt x="9" y="27"/>
                    <a:pt x="9" y="25"/>
                  </a:cubicBezTo>
                  <a:cubicBezTo>
                    <a:pt x="0" y="0"/>
                    <a:pt x="0" y="0"/>
                    <a:pt x="0" y="0"/>
                  </a:cubicBezTo>
                  <a:cubicBezTo>
                    <a:pt x="7" y="4"/>
                    <a:pt x="7" y="4"/>
                    <a:pt x="7" y="4"/>
                  </a:cubicBezTo>
                  <a:cubicBezTo>
                    <a:pt x="15" y="23"/>
                    <a:pt x="15" y="23"/>
                    <a:pt x="15" y="23"/>
                  </a:cubicBezTo>
                  <a:cubicBezTo>
                    <a:pt x="16" y="24"/>
                    <a:pt x="15" y="26"/>
                    <a:pt x="13" y="27"/>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6" name="Freeform 58"/>
            <p:cNvSpPr/>
            <p:nvPr/>
          </p:nvSpPr>
          <p:spPr bwMode="auto">
            <a:xfrm>
              <a:off x="2738438" y="2062164"/>
              <a:ext cx="76200" cy="33338"/>
            </a:xfrm>
            <a:custGeom>
              <a:avLst/>
              <a:gdLst>
                <a:gd name="T0" fmla="*/ 0 w 48"/>
                <a:gd name="T1" fmla="*/ 10 h 21"/>
                <a:gd name="T2" fmla="*/ 45 w 48"/>
                <a:gd name="T3" fmla="*/ 21 h 21"/>
                <a:gd name="T4" fmla="*/ 48 w 48"/>
                <a:gd name="T5" fmla="*/ 10 h 21"/>
                <a:gd name="T6" fmla="*/ 3 w 48"/>
                <a:gd name="T7" fmla="*/ 0 h 21"/>
                <a:gd name="T8" fmla="*/ 0 w 48"/>
                <a:gd name="T9" fmla="*/ 10 h 21"/>
              </a:gdLst>
              <a:ahLst/>
              <a:cxnLst>
                <a:cxn ang="0">
                  <a:pos x="T0" y="T1"/>
                </a:cxn>
                <a:cxn ang="0">
                  <a:pos x="T2" y="T3"/>
                </a:cxn>
                <a:cxn ang="0">
                  <a:pos x="T4" y="T5"/>
                </a:cxn>
                <a:cxn ang="0">
                  <a:pos x="T6" y="T7"/>
                </a:cxn>
                <a:cxn ang="0">
                  <a:pos x="T8" y="T9"/>
                </a:cxn>
              </a:cxnLst>
              <a:rect l="0" t="0" r="r" b="b"/>
              <a:pathLst>
                <a:path w="48" h="21">
                  <a:moveTo>
                    <a:pt x="0" y="10"/>
                  </a:moveTo>
                  <a:lnTo>
                    <a:pt x="45" y="21"/>
                  </a:lnTo>
                  <a:lnTo>
                    <a:pt x="48" y="10"/>
                  </a:lnTo>
                  <a:lnTo>
                    <a:pt x="3" y="0"/>
                  </a:lnTo>
                  <a:lnTo>
                    <a:pt x="0" y="1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7" name="Freeform 59"/>
            <p:cNvSpPr/>
            <p:nvPr/>
          </p:nvSpPr>
          <p:spPr bwMode="auto">
            <a:xfrm>
              <a:off x="2738438" y="1681164"/>
              <a:ext cx="163513" cy="401638"/>
            </a:xfrm>
            <a:custGeom>
              <a:avLst/>
              <a:gdLst>
                <a:gd name="T0" fmla="*/ 73 w 73"/>
                <a:gd name="T1" fmla="*/ 25 h 180"/>
                <a:gd name="T2" fmla="*/ 51 w 73"/>
                <a:gd name="T3" fmla="*/ 0 h 180"/>
                <a:gd name="T4" fmla="*/ 34 w 73"/>
                <a:gd name="T5" fmla="*/ 30 h 180"/>
                <a:gd name="T6" fmla="*/ 0 w 73"/>
                <a:gd name="T7" fmla="*/ 172 h 180"/>
                <a:gd name="T8" fmla="*/ 0 w 73"/>
                <a:gd name="T9" fmla="*/ 172 h 180"/>
                <a:gd name="T10" fmla="*/ 36 w 73"/>
                <a:gd name="T11" fmla="*/ 180 h 180"/>
                <a:gd name="T12" fmla="*/ 36 w 73"/>
                <a:gd name="T13" fmla="*/ 180 h 180"/>
                <a:gd name="T14" fmla="*/ 73 w 73"/>
                <a:gd name="T15" fmla="*/ 25 h 180"/>
                <a:gd name="T16" fmla="*/ 73 w 73"/>
                <a:gd name="T17" fmla="*/ 2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180">
                  <a:moveTo>
                    <a:pt x="73" y="25"/>
                  </a:moveTo>
                  <a:cubicBezTo>
                    <a:pt x="51" y="0"/>
                    <a:pt x="51" y="0"/>
                    <a:pt x="51" y="0"/>
                  </a:cubicBezTo>
                  <a:cubicBezTo>
                    <a:pt x="41" y="7"/>
                    <a:pt x="35" y="24"/>
                    <a:pt x="34" y="30"/>
                  </a:cubicBezTo>
                  <a:cubicBezTo>
                    <a:pt x="0" y="172"/>
                    <a:pt x="0" y="172"/>
                    <a:pt x="0" y="172"/>
                  </a:cubicBezTo>
                  <a:cubicBezTo>
                    <a:pt x="0" y="172"/>
                    <a:pt x="0" y="172"/>
                    <a:pt x="0" y="172"/>
                  </a:cubicBezTo>
                  <a:cubicBezTo>
                    <a:pt x="36" y="180"/>
                    <a:pt x="36" y="180"/>
                    <a:pt x="36" y="180"/>
                  </a:cubicBezTo>
                  <a:cubicBezTo>
                    <a:pt x="36" y="180"/>
                    <a:pt x="36" y="180"/>
                    <a:pt x="36" y="180"/>
                  </a:cubicBezTo>
                  <a:cubicBezTo>
                    <a:pt x="73" y="25"/>
                    <a:pt x="73" y="25"/>
                    <a:pt x="73" y="25"/>
                  </a:cubicBezTo>
                  <a:cubicBezTo>
                    <a:pt x="73" y="25"/>
                    <a:pt x="73" y="25"/>
                    <a:pt x="73" y="25"/>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8" name="Freeform 60"/>
            <p:cNvSpPr/>
            <p:nvPr/>
          </p:nvSpPr>
          <p:spPr bwMode="auto">
            <a:xfrm>
              <a:off x="2832100" y="2513014"/>
              <a:ext cx="150813" cy="107950"/>
            </a:xfrm>
            <a:custGeom>
              <a:avLst/>
              <a:gdLst>
                <a:gd name="T0" fmla="*/ 61 w 67"/>
                <a:gd name="T1" fmla="*/ 2 h 48"/>
                <a:gd name="T2" fmla="*/ 66 w 67"/>
                <a:gd name="T3" fmla="*/ 24 h 48"/>
                <a:gd name="T4" fmla="*/ 62 w 67"/>
                <a:gd name="T5" fmla="*/ 32 h 48"/>
                <a:gd name="T6" fmla="*/ 56 w 67"/>
                <a:gd name="T7" fmla="*/ 33 h 48"/>
                <a:gd name="T8" fmla="*/ 44 w 67"/>
                <a:gd name="T9" fmla="*/ 41 h 48"/>
                <a:gd name="T10" fmla="*/ 21 w 67"/>
                <a:gd name="T11" fmla="*/ 48 h 48"/>
                <a:gd name="T12" fmla="*/ 0 w 67"/>
                <a:gd name="T13" fmla="*/ 41 h 48"/>
                <a:gd name="T14" fmla="*/ 11 w 67"/>
                <a:gd name="T15" fmla="*/ 27 h 48"/>
                <a:gd name="T16" fmla="*/ 29 w 67"/>
                <a:gd name="T17" fmla="*/ 6 h 48"/>
                <a:gd name="T18" fmla="*/ 43 w 67"/>
                <a:gd name="T19" fmla="*/ 4 h 48"/>
                <a:gd name="T20" fmla="*/ 54 w 67"/>
                <a:gd name="T21" fmla="*/ 11 h 48"/>
                <a:gd name="T22" fmla="*/ 61 w 67"/>
                <a:gd name="T23"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8">
                  <a:moveTo>
                    <a:pt x="61" y="2"/>
                  </a:moveTo>
                  <a:cubicBezTo>
                    <a:pt x="64" y="6"/>
                    <a:pt x="67" y="18"/>
                    <a:pt x="66" y="24"/>
                  </a:cubicBezTo>
                  <a:cubicBezTo>
                    <a:pt x="66" y="30"/>
                    <a:pt x="65" y="31"/>
                    <a:pt x="62" y="32"/>
                  </a:cubicBezTo>
                  <a:cubicBezTo>
                    <a:pt x="58" y="34"/>
                    <a:pt x="57" y="34"/>
                    <a:pt x="56" y="33"/>
                  </a:cubicBezTo>
                  <a:cubicBezTo>
                    <a:pt x="56" y="31"/>
                    <a:pt x="48" y="38"/>
                    <a:pt x="44" y="41"/>
                  </a:cubicBezTo>
                  <a:cubicBezTo>
                    <a:pt x="40" y="43"/>
                    <a:pt x="31" y="48"/>
                    <a:pt x="21" y="48"/>
                  </a:cubicBezTo>
                  <a:cubicBezTo>
                    <a:pt x="10" y="48"/>
                    <a:pt x="0" y="46"/>
                    <a:pt x="0" y="41"/>
                  </a:cubicBezTo>
                  <a:cubicBezTo>
                    <a:pt x="0" y="35"/>
                    <a:pt x="3" y="32"/>
                    <a:pt x="11" y="27"/>
                  </a:cubicBezTo>
                  <a:cubicBezTo>
                    <a:pt x="19" y="21"/>
                    <a:pt x="27" y="11"/>
                    <a:pt x="29" y="6"/>
                  </a:cubicBezTo>
                  <a:cubicBezTo>
                    <a:pt x="32" y="1"/>
                    <a:pt x="39" y="2"/>
                    <a:pt x="43" y="4"/>
                  </a:cubicBezTo>
                  <a:cubicBezTo>
                    <a:pt x="46" y="5"/>
                    <a:pt x="50" y="14"/>
                    <a:pt x="54" y="11"/>
                  </a:cubicBezTo>
                  <a:cubicBezTo>
                    <a:pt x="59" y="8"/>
                    <a:pt x="60" y="0"/>
                    <a:pt x="61" y="2"/>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29" name="Freeform 61"/>
            <p:cNvSpPr/>
            <p:nvPr/>
          </p:nvSpPr>
          <p:spPr bwMode="auto">
            <a:xfrm>
              <a:off x="2998788" y="2513014"/>
              <a:ext cx="149225" cy="107950"/>
            </a:xfrm>
            <a:custGeom>
              <a:avLst/>
              <a:gdLst>
                <a:gd name="T0" fmla="*/ 6 w 67"/>
                <a:gd name="T1" fmla="*/ 2 h 48"/>
                <a:gd name="T2" fmla="*/ 1 w 67"/>
                <a:gd name="T3" fmla="*/ 24 h 48"/>
                <a:gd name="T4" fmla="*/ 5 w 67"/>
                <a:gd name="T5" fmla="*/ 32 h 48"/>
                <a:gd name="T6" fmla="*/ 11 w 67"/>
                <a:gd name="T7" fmla="*/ 33 h 48"/>
                <a:gd name="T8" fmla="*/ 23 w 67"/>
                <a:gd name="T9" fmla="*/ 41 h 48"/>
                <a:gd name="T10" fmla="*/ 46 w 67"/>
                <a:gd name="T11" fmla="*/ 48 h 48"/>
                <a:gd name="T12" fmla="*/ 67 w 67"/>
                <a:gd name="T13" fmla="*/ 41 h 48"/>
                <a:gd name="T14" fmla="*/ 56 w 67"/>
                <a:gd name="T15" fmla="*/ 27 h 48"/>
                <a:gd name="T16" fmla="*/ 38 w 67"/>
                <a:gd name="T17" fmla="*/ 6 h 48"/>
                <a:gd name="T18" fmla="*/ 24 w 67"/>
                <a:gd name="T19" fmla="*/ 4 h 48"/>
                <a:gd name="T20" fmla="*/ 13 w 67"/>
                <a:gd name="T21" fmla="*/ 11 h 48"/>
                <a:gd name="T22" fmla="*/ 6 w 67"/>
                <a:gd name="T23"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8">
                  <a:moveTo>
                    <a:pt x="6" y="2"/>
                  </a:moveTo>
                  <a:cubicBezTo>
                    <a:pt x="3" y="6"/>
                    <a:pt x="0" y="18"/>
                    <a:pt x="1" y="24"/>
                  </a:cubicBezTo>
                  <a:cubicBezTo>
                    <a:pt x="1" y="30"/>
                    <a:pt x="2" y="31"/>
                    <a:pt x="5" y="32"/>
                  </a:cubicBezTo>
                  <a:cubicBezTo>
                    <a:pt x="9" y="34"/>
                    <a:pt x="10" y="34"/>
                    <a:pt x="11" y="33"/>
                  </a:cubicBezTo>
                  <a:cubicBezTo>
                    <a:pt x="11" y="31"/>
                    <a:pt x="19" y="38"/>
                    <a:pt x="23" y="41"/>
                  </a:cubicBezTo>
                  <a:cubicBezTo>
                    <a:pt x="27" y="43"/>
                    <a:pt x="36" y="48"/>
                    <a:pt x="46" y="48"/>
                  </a:cubicBezTo>
                  <a:cubicBezTo>
                    <a:pt x="57" y="48"/>
                    <a:pt x="67" y="46"/>
                    <a:pt x="67" y="41"/>
                  </a:cubicBezTo>
                  <a:cubicBezTo>
                    <a:pt x="67" y="35"/>
                    <a:pt x="64" y="32"/>
                    <a:pt x="56" y="27"/>
                  </a:cubicBezTo>
                  <a:cubicBezTo>
                    <a:pt x="48" y="21"/>
                    <a:pt x="40" y="11"/>
                    <a:pt x="38" y="6"/>
                  </a:cubicBezTo>
                  <a:cubicBezTo>
                    <a:pt x="35" y="1"/>
                    <a:pt x="28" y="2"/>
                    <a:pt x="24" y="4"/>
                  </a:cubicBezTo>
                  <a:cubicBezTo>
                    <a:pt x="21" y="5"/>
                    <a:pt x="17" y="14"/>
                    <a:pt x="13" y="11"/>
                  </a:cubicBezTo>
                  <a:cubicBezTo>
                    <a:pt x="8" y="8"/>
                    <a:pt x="7" y="0"/>
                    <a:pt x="6" y="2"/>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0" name="Freeform 62"/>
            <p:cNvSpPr/>
            <p:nvPr/>
          </p:nvSpPr>
          <p:spPr bwMode="auto">
            <a:xfrm>
              <a:off x="2881313" y="2062164"/>
              <a:ext cx="101600" cy="495300"/>
            </a:xfrm>
            <a:custGeom>
              <a:avLst/>
              <a:gdLst>
                <a:gd name="T0" fmla="*/ 7 w 45"/>
                <a:gd name="T1" fmla="*/ 0 h 222"/>
                <a:gd name="T2" fmla="*/ 37 w 45"/>
                <a:gd name="T3" fmla="*/ 0 h 222"/>
                <a:gd name="T4" fmla="*/ 45 w 45"/>
                <a:gd name="T5" fmla="*/ 7 h 222"/>
                <a:gd name="T6" fmla="*/ 45 w 45"/>
                <a:gd name="T7" fmla="*/ 214 h 222"/>
                <a:gd name="T8" fmla="*/ 37 w 45"/>
                <a:gd name="T9" fmla="*/ 222 h 222"/>
                <a:gd name="T10" fmla="*/ 7 w 45"/>
                <a:gd name="T11" fmla="*/ 222 h 222"/>
                <a:gd name="T12" fmla="*/ 0 w 45"/>
                <a:gd name="T13" fmla="*/ 214 h 222"/>
                <a:gd name="T14" fmla="*/ 0 w 45"/>
                <a:gd name="T15" fmla="*/ 7 h 222"/>
                <a:gd name="T16" fmla="*/ 7 w 45"/>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222">
                  <a:moveTo>
                    <a:pt x="7" y="0"/>
                  </a:moveTo>
                  <a:cubicBezTo>
                    <a:pt x="37" y="0"/>
                    <a:pt x="37" y="0"/>
                    <a:pt x="37" y="0"/>
                  </a:cubicBezTo>
                  <a:cubicBezTo>
                    <a:pt x="42" y="0"/>
                    <a:pt x="45" y="3"/>
                    <a:pt x="45" y="7"/>
                  </a:cubicBezTo>
                  <a:cubicBezTo>
                    <a:pt x="45" y="214"/>
                    <a:pt x="45" y="214"/>
                    <a:pt x="45" y="214"/>
                  </a:cubicBezTo>
                  <a:cubicBezTo>
                    <a:pt x="45" y="219"/>
                    <a:pt x="42" y="222"/>
                    <a:pt x="37" y="222"/>
                  </a:cubicBezTo>
                  <a:cubicBezTo>
                    <a:pt x="7" y="222"/>
                    <a:pt x="7" y="222"/>
                    <a:pt x="7" y="222"/>
                  </a:cubicBezTo>
                  <a:cubicBezTo>
                    <a:pt x="3" y="222"/>
                    <a:pt x="0" y="219"/>
                    <a:pt x="0" y="214"/>
                  </a:cubicBezTo>
                  <a:cubicBezTo>
                    <a:pt x="0" y="7"/>
                    <a:pt x="0" y="7"/>
                    <a:pt x="0" y="7"/>
                  </a:cubicBezTo>
                  <a:cubicBezTo>
                    <a:pt x="0" y="3"/>
                    <a:pt x="3" y="0"/>
                    <a:pt x="7" y="0"/>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1" name="Freeform 63"/>
            <p:cNvSpPr/>
            <p:nvPr/>
          </p:nvSpPr>
          <p:spPr bwMode="auto">
            <a:xfrm>
              <a:off x="2998788" y="2062164"/>
              <a:ext cx="100013" cy="495300"/>
            </a:xfrm>
            <a:custGeom>
              <a:avLst/>
              <a:gdLst>
                <a:gd name="T0" fmla="*/ 7 w 45"/>
                <a:gd name="T1" fmla="*/ 0 h 222"/>
                <a:gd name="T2" fmla="*/ 38 w 45"/>
                <a:gd name="T3" fmla="*/ 0 h 222"/>
                <a:gd name="T4" fmla="*/ 45 w 45"/>
                <a:gd name="T5" fmla="*/ 7 h 222"/>
                <a:gd name="T6" fmla="*/ 45 w 45"/>
                <a:gd name="T7" fmla="*/ 214 h 222"/>
                <a:gd name="T8" fmla="*/ 38 w 45"/>
                <a:gd name="T9" fmla="*/ 222 h 222"/>
                <a:gd name="T10" fmla="*/ 7 w 45"/>
                <a:gd name="T11" fmla="*/ 222 h 222"/>
                <a:gd name="T12" fmla="*/ 0 w 45"/>
                <a:gd name="T13" fmla="*/ 214 h 222"/>
                <a:gd name="T14" fmla="*/ 0 w 45"/>
                <a:gd name="T15" fmla="*/ 7 h 222"/>
                <a:gd name="T16" fmla="*/ 7 w 45"/>
                <a:gd name="T17"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222">
                  <a:moveTo>
                    <a:pt x="7" y="0"/>
                  </a:moveTo>
                  <a:cubicBezTo>
                    <a:pt x="38" y="0"/>
                    <a:pt x="38" y="0"/>
                    <a:pt x="38" y="0"/>
                  </a:cubicBezTo>
                  <a:cubicBezTo>
                    <a:pt x="42" y="0"/>
                    <a:pt x="45" y="3"/>
                    <a:pt x="45" y="7"/>
                  </a:cubicBezTo>
                  <a:cubicBezTo>
                    <a:pt x="45" y="214"/>
                    <a:pt x="45" y="214"/>
                    <a:pt x="45" y="214"/>
                  </a:cubicBezTo>
                  <a:cubicBezTo>
                    <a:pt x="45" y="219"/>
                    <a:pt x="42" y="222"/>
                    <a:pt x="38" y="222"/>
                  </a:cubicBezTo>
                  <a:cubicBezTo>
                    <a:pt x="7" y="222"/>
                    <a:pt x="7" y="222"/>
                    <a:pt x="7" y="222"/>
                  </a:cubicBezTo>
                  <a:cubicBezTo>
                    <a:pt x="3" y="222"/>
                    <a:pt x="0" y="219"/>
                    <a:pt x="0" y="214"/>
                  </a:cubicBezTo>
                  <a:cubicBezTo>
                    <a:pt x="0" y="7"/>
                    <a:pt x="0" y="7"/>
                    <a:pt x="0" y="7"/>
                  </a:cubicBezTo>
                  <a:cubicBezTo>
                    <a:pt x="0" y="3"/>
                    <a:pt x="3" y="0"/>
                    <a:pt x="7" y="0"/>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2" name="Freeform 64"/>
            <p:cNvSpPr/>
            <p:nvPr/>
          </p:nvSpPr>
          <p:spPr bwMode="auto">
            <a:xfrm>
              <a:off x="2852738" y="1622426"/>
              <a:ext cx="274638" cy="509588"/>
            </a:xfrm>
            <a:custGeom>
              <a:avLst/>
              <a:gdLst>
                <a:gd name="T0" fmla="*/ 115 w 123"/>
                <a:gd name="T1" fmla="*/ 218 h 228"/>
                <a:gd name="T2" fmla="*/ 8 w 123"/>
                <a:gd name="T3" fmla="*/ 218 h 228"/>
                <a:gd name="T4" fmla="*/ 2 w 123"/>
                <a:gd name="T5" fmla="*/ 92 h 228"/>
                <a:gd name="T6" fmla="*/ 0 w 123"/>
                <a:gd name="T7" fmla="*/ 26 h 228"/>
                <a:gd name="T8" fmla="*/ 46 w 123"/>
                <a:gd name="T9" fmla="*/ 0 h 228"/>
                <a:gd name="T10" fmla="*/ 62 w 123"/>
                <a:gd name="T11" fmla="*/ 7 h 228"/>
                <a:gd name="T12" fmla="*/ 78 w 123"/>
                <a:gd name="T13" fmla="*/ 0 h 228"/>
                <a:gd name="T14" fmla="*/ 123 w 123"/>
                <a:gd name="T15" fmla="*/ 26 h 228"/>
                <a:gd name="T16" fmla="*/ 121 w 123"/>
                <a:gd name="T17" fmla="*/ 94 h 228"/>
                <a:gd name="T18" fmla="*/ 115 w 123"/>
                <a:gd name="T19" fmla="*/ 21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3" h="228">
                  <a:moveTo>
                    <a:pt x="115" y="218"/>
                  </a:moveTo>
                  <a:cubicBezTo>
                    <a:pt x="79" y="228"/>
                    <a:pt x="44" y="228"/>
                    <a:pt x="8" y="218"/>
                  </a:cubicBezTo>
                  <a:cubicBezTo>
                    <a:pt x="2" y="92"/>
                    <a:pt x="2" y="92"/>
                    <a:pt x="2" y="92"/>
                  </a:cubicBezTo>
                  <a:cubicBezTo>
                    <a:pt x="1" y="61"/>
                    <a:pt x="7" y="62"/>
                    <a:pt x="0" y="26"/>
                  </a:cubicBezTo>
                  <a:cubicBezTo>
                    <a:pt x="15" y="16"/>
                    <a:pt x="37" y="7"/>
                    <a:pt x="46" y="0"/>
                  </a:cubicBezTo>
                  <a:cubicBezTo>
                    <a:pt x="51" y="4"/>
                    <a:pt x="56" y="7"/>
                    <a:pt x="62" y="7"/>
                  </a:cubicBezTo>
                  <a:cubicBezTo>
                    <a:pt x="67" y="7"/>
                    <a:pt x="73" y="4"/>
                    <a:pt x="78" y="0"/>
                  </a:cubicBezTo>
                  <a:cubicBezTo>
                    <a:pt x="87" y="7"/>
                    <a:pt x="109" y="16"/>
                    <a:pt x="123" y="26"/>
                  </a:cubicBezTo>
                  <a:cubicBezTo>
                    <a:pt x="115" y="62"/>
                    <a:pt x="122" y="62"/>
                    <a:pt x="121" y="94"/>
                  </a:cubicBezTo>
                  <a:lnTo>
                    <a:pt x="115" y="218"/>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solidFill>
                  <a:srgbClr val="2B2B2B"/>
                </a:solidFill>
              </a:endParaRPr>
            </a:p>
          </p:txBody>
        </p:sp>
        <p:sp>
          <p:nvSpPr>
            <p:cNvPr id="233" name="Freeform 65"/>
            <p:cNvSpPr/>
            <p:nvPr/>
          </p:nvSpPr>
          <p:spPr bwMode="auto">
            <a:xfrm>
              <a:off x="2922588" y="1625601"/>
              <a:ext cx="138113" cy="247650"/>
            </a:xfrm>
            <a:custGeom>
              <a:avLst/>
              <a:gdLst>
                <a:gd name="T0" fmla="*/ 0 w 87"/>
                <a:gd name="T1" fmla="*/ 12 h 156"/>
                <a:gd name="T2" fmla="*/ 4 w 87"/>
                <a:gd name="T3" fmla="*/ 57 h 156"/>
                <a:gd name="T4" fmla="*/ 43 w 87"/>
                <a:gd name="T5" fmla="*/ 156 h 156"/>
                <a:gd name="T6" fmla="*/ 81 w 87"/>
                <a:gd name="T7" fmla="*/ 57 h 156"/>
                <a:gd name="T8" fmla="*/ 87 w 87"/>
                <a:gd name="T9" fmla="*/ 12 h 156"/>
                <a:gd name="T10" fmla="*/ 67 w 87"/>
                <a:gd name="T11" fmla="*/ 0 h 156"/>
                <a:gd name="T12" fmla="*/ 18 w 87"/>
                <a:gd name="T13" fmla="*/ 0 h 156"/>
                <a:gd name="T14" fmla="*/ 0 w 87"/>
                <a:gd name="T15" fmla="*/ 12 h 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 h="156">
                  <a:moveTo>
                    <a:pt x="0" y="12"/>
                  </a:moveTo>
                  <a:lnTo>
                    <a:pt x="4" y="57"/>
                  </a:lnTo>
                  <a:lnTo>
                    <a:pt x="43" y="156"/>
                  </a:lnTo>
                  <a:lnTo>
                    <a:pt x="81" y="57"/>
                  </a:lnTo>
                  <a:lnTo>
                    <a:pt x="87" y="12"/>
                  </a:lnTo>
                  <a:lnTo>
                    <a:pt x="67" y="0"/>
                  </a:lnTo>
                  <a:lnTo>
                    <a:pt x="18"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4" name="Freeform 66"/>
            <p:cNvSpPr/>
            <p:nvPr/>
          </p:nvSpPr>
          <p:spPr bwMode="auto">
            <a:xfrm>
              <a:off x="2895600" y="1638301"/>
              <a:ext cx="95250" cy="236538"/>
            </a:xfrm>
            <a:custGeom>
              <a:avLst/>
              <a:gdLst>
                <a:gd name="T0" fmla="*/ 24 w 60"/>
                <a:gd name="T1" fmla="*/ 0 h 149"/>
                <a:gd name="T2" fmla="*/ 60 w 60"/>
                <a:gd name="T3" fmla="*/ 149 h 149"/>
                <a:gd name="T4" fmla="*/ 8 w 60"/>
                <a:gd name="T5" fmla="*/ 66 h 149"/>
                <a:gd name="T6" fmla="*/ 15 w 60"/>
                <a:gd name="T7" fmla="*/ 52 h 149"/>
                <a:gd name="T8" fmla="*/ 0 w 60"/>
                <a:gd name="T9" fmla="*/ 41 h 149"/>
                <a:gd name="T10" fmla="*/ 17 w 60"/>
                <a:gd name="T11" fmla="*/ 4 h 149"/>
                <a:gd name="T12" fmla="*/ 24 w 60"/>
                <a:gd name="T13" fmla="*/ 0 h 149"/>
              </a:gdLst>
              <a:ahLst/>
              <a:cxnLst>
                <a:cxn ang="0">
                  <a:pos x="T0" y="T1"/>
                </a:cxn>
                <a:cxn ang="0">
                  <a:pos x="T2" y="T3"/>
                </a:cxn>
                <a:cxn ang="0">
                  <a:pos x="T4" y="T5"/>
                </a:cxn>
                <a:cxn ang="0">
                  <a:pos x="T6" y="T7"/>
                </a:cxn>
                <a:cxn ang="0">
                  <a:pos x="T8" y="T9"/>
                </a:cxn>
                <a:cxn ang="0">
                  <a:pos x="T10" y="T11"/>
                </a:cxn>
                <a:cxn ang="0">
                  <a:pos x="T12" y="T13"/>
                </a:cxn>
              </a:cxnLst>
              <a:rect l="0" t="0" r="r" b="b"/>
              <a:pathLst>
                <a:path w="60" h="149">
                  <a:moveTo>
                    <a:pt x="24" y="0"/>
                  </a:moveTo>
                  <a:lnTo>
                    <a:pt x="60" y="149"/>
                  </a:lnTo>
                  <a:lnTo>
                    <a:pt x="8" y="66"/>
                  </a:lnTo>
                  <a:lnTo>
                    <a:pt x="15" y="52"/>
                  </a:lnTo>
                  <a:lnTo>
                    <a:pt x="0" y="41"/>
                  </a:lnTo>
                  <a:lnTo>
                    <a:pt x="17" y="4"/>
                  </a:lnTo>
                  <a:lnTo>
                    <a:pt x="24" y="0"/>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5" name="Freeform 67"/>
            <p:cNvSpPr/>
            <p:nvPr/>
          </p:nvSpPr>
          <p:spPr bwMode="auto">
            <a:xfrm>
              <a:off x="2971800" y="1725614"/>
              <a:ext cx="39688" cy="149225"/>
            </a:xfrm>
            <a:custGeom>
              <a:avLst/>
              <a:gdLst>
                <a:gd name="T0" fmla="*/ 5 w 25"/>
                <a:gd name="T1" fmla="*/ 0 h 94"/>
                <a:gd name="T2" fmla="*/ 18 w 25"/>
                <a:gd name="T3" fmla="*/ 0 h 94"/>
                <a:gd name="T4" fmla="*/ 25 w 25"/>
                <a:gd name="T5" fmla="*/ 63 h 94"/>
                <a:gd name="T6" fmla="*/ 12 w 25"/>
                <a:gd name="T7" fmla="*/ 94 h 94"/>
                <a:gd name="T8" fmla="*/ 0 w 25"/>
                <a:gd name="T9" fmla="*/ 63 h 94"/>
                <a:gd name="T10" fmla="*/ 5 w 25"/>
                <a:gd name="T11" fmla="*/ 0 h 94"/>
              </a:gdLst>
              <a:ahLst/>
              <a:cxnLst>
                <a:cxn ang="0">
                  <a:pos x="T0" y="T1"/>
                </a:cxn>
                <a:cxn ang="0">
                  <a:pos x="T2" y="T3"/>
                </a:cxn>
                <a:cxn ang="0">
                  <a:pos x="T4" y="T5"/>
                </a:cxn>
                <a:cxn ang="0">
                  <a:pos x="T6" y="T7"/>
                </a:cxn>
                <a:cxn ang="0">
                  <a:pos x="T8" y="T9"/>
                </a:cxn>
                <a:cxn ang="0">
                  <a:pos x="T10" y="T11"/>
                </a:cxn>
              </a:cxnLst>
              <a:rect l="0" t="0" r="r" b="b"/>
              <a:pathLst>
                <a:path w="25" h="94">
                  <a:moveTo>
                    <a:pt x="5" y="0"/>
                  </a:moveTo>
                  <a:lnTo>
                    <a:pt x="18" y="0"/>
                  </a:lnTo>
                  <a:lnTo>
                    <a:pt x="25" y="63"/>
                  </a:lnTo>
                  <a:lnTo>
                    <a:pt x="12" y="94"/>
                  </a:lnTo>
                  <a:lnTo>
                    <a:pt x="0" y="63"/>
                  </a:lnTo>
                  <a:lnTo>
                    <a:pt x="5" y="0"/>
                  </a:ln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6" name="Freeform 68"/>
            <p:cNvSpPr/>
            <p:nvPr/>
          </p:nvSpPr>
          <p:spPr bwMode="auto">
            <a:xfrm>
              <a:off x="2906713" y="1638301"/>
              <a:ext cx="84138" cy="236538"/>
            </a:xfrm>
            <a:custGeom>
              <a:avLst/>
              <a:gdLst>
                <a:gd name="T0" fmla="*/ 17 w 53"/>
                <a:gd name="T1" fmla="*/ 0 h 149"/>
                <a:gd name="T2" fmla="*/ 53 w 53"/>
                <a:gd name="T3" fmla="*/ 149 h 149"/>
                <a:gd name="T4" fmla="*/ 7 w 53"/>
                <a:gd name="T5" fmla="*/ 60 h 149"/>
                <a:gd name="T6" fmla="*/ 14 w 53"/>
                <a:gd name="T7" fmla="*/ 49 h 149"/>
                <a:gd name="T8" fmla="*/ 0 w 53"/>
                <a:gd name="T9" fmla="*/ 38 h 149"/>
                <a:gd name="T10" fmla="*/ 10 w 53"/>
                <a:gd name="T11" fmla="*/ 4 h 149"/>
                <a:gd name="T12" fmla="*/ 17 w 53"/>
                <a:gd name="T13" fmla="*/ 0 h 149"/>
              </a:gdLst>
              <a:ahLst/>
              <a:cxnLst>
                <a:cxn ang="0">
                  <a:pos x="T0" y="T1"/>
                </a:cxn>
                <a:cxn ang="0">
                  <a:pos x="T2" y="T3"/>
                </a:cxn>
                <a:cxn ang="0">
                  <a:pos x="T4" y="T5"/>
                </a:cxn>
                <a:cxn ang="0">
                  <a:pos x="T6" y="T7"/>
                </a:cxn>
                <a:cxn ang="0">
                  <a:pos x="T8" y="T9"/>
                </a:cxn>
                <a:cxn ang="0">
                  <a:pos x="T10" y="T11"/>
                </a:cxn>
                <a:cxn ang="0">
                  <a:pos x="T12" y="T13"/>
                </a:cxn>
              </a:cxnLst>
              <a:rect l="0" t="0" r="r" b="b"/>
              <a:pathLst>
                <a:path w="53" h="149">
                  <a:moveTo>
                    <a:pt x="17" y="0"/>
                  </a:moveTo>
                  <a:lnTo>
                    <a:pt x="53" y="149"/>
                  </a:lnTo>
                  <a:lnTo>
                    <a:pt x="7" y="60"/>
                  </a:lnTo>
                  <a:lnTo>
                    <a:pt x="14" y="49"/>
                  </a:lnTo>
                  <a:lnTo>
                    <a:pt x="0" y="38"/>
                  </a:lnTo>
                  <a:lnTo>
                    <a:pt x="10" y="4"/>
                  </a:lnTo>
                  <a:lnTo>
                    <a:pt x="17" y="0"/>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7" name="Freeform 69"/>
            <p:cNvSpPr/>
            <p:nvPr/>
          </p:nvSpPr>
          <p:spPr bwMode="auto">
            <a:xfrm>
              <a:off x="2990850" y="1638301"/>
              <a:ext cx="93663" cy="236538"/>
            </a:xfrm>
            <a:custGeom>
              <a:avLst/>
              <a:gdLst>
                <a:gd name="T0" fmla="*/ 37 w 59"/>
                <a:gd name="T1" fmla="*/ 0 h 149"/>
                <a:gd name="T2" fmla="*/ 0 w 59"/>
                <a:gd name="T3" fmla="*/ 149 h 149"/>
                <a:gd name="T4" fmla="*/ 51 w 59"/>
                <a:gd name="T5" fmla="*/ 66 h 149"/>
                <a:gd name="T6" fmla="*/ 44 w 59"/>
                <a:gd name="T7" fmla="*/ 52 h 149"/>
                <a:gd name="T8" fmla="*/ 59 w 59"/>
                <a:gd name="T9" fmla="*/ 41 h 149"/>
                <a:gd name="T10" fmla="*/ 44 w 59"/>
                <a:gd name="T11" fmla="*/ 4 h 149"/>
                <a:gd name="T12" fmla="*/ 37 w 59"/>
                <a:gd name="T13" fmla="*/ 0 h 149"/>
              </a:gdLst>
              <a:ahLst/>
              <a:cxnLst>
                <a:cxn ang="0">
                  <a:pos x="T0" y="T1"/>
                </a:cxn>
                <a:cxn ang="0">
                  <a:pos x="T2" y="T3"/>
                </a:cxn>
                <a:cxn ang="0">
                  <a:pos x="T4" y="T5"/>
                </a:cxn>
                <a:cxn ang="0">
                  <a:pos x="T6" y="T7"/>
                </a:cxn>
                <a:cxn ang="0">
                  <a:pos x="T8" y="T9"/>
                </a:cxn>
                <a:cxn ang="0">
                  <a:pos x="T10" y="T11"/>
                </a:cxn>
                <a:cxn ang="0">
                  <a:pos x="T12" y="T13"/>
                </a:cxn>
              </a:cxnLst>
              <a:rect l="0" t="0" r="r" b="b"/>
              <a:pathLst>
                <a:path w="59" h="149">
                  <a:moveTo>
                    <a:pt x="37" y="0"/>
                  </a:moveTo>
                  <a:lnTo>
                    <a:pt x="0" y="149"/>
                  </a:lnTo>
                  <a:lnTo>
                    <a:pt x="51" y="66"/>
                  </a:lnTo>
                  <a:lnTo>
                    <a:pt x="44" y="52"/>
                  </a:lnTo>
                  <a:lnTo>
                    <a:pt x="59" y="41"/>
                  </a:lnTo>
                  <a:lnTo>
                    <a:pt x="44" y="4"/>
                  </a:lnTo>
                  <a:lnTo>
                    <a:pt x="37" y="0"/>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8" name="Freeform 70"/>
            <p:cNvSpPr/>
            <p:nvPr/>
          </p:nvSpPr>
          <p:spPr bwMode="auto">
            <a:xfrm>
              <a:off x="2990850" y="1638301"/>
              <a:ext cx="85725" cy="236538"/>
            </a:xfrm>
            <a:custGeom>
              <a:avLst/>
              <a:gdLst>
                <a:gd name="T0" fmla="*/ 37 w 54"/>
                <a:gd name="T1" fmla="*/ 0 h 149"/>
                <a:gd name="T2" fmla="*/ 0 w 54"/>
                <a:gd name="T3" fmla="*/ 149 h 149"/>
                <a:gd name="T4" fmla="*/ 47 w 54"/>
                <a:gd name="T5" fmla="*/ 60 h 149"/>
                <a:gd name="T6" fmla="*/ 38 w 54"/>
                <a:gd name="T7" fmla="*/ 49 h 149"/>
                <a:gd name="T8" fmla="*/ 54 w 54"/>
                <a:gd name="T9" fmla="*/ 38 h 149"/>
                <a:gd name="T10" fmla="*/ 44 w 54"/>
                <a:gd name="T11" fmla="*/ 4 h 149"/>
                <a:gd name="T12" fmla="*/ 37 w 54"/>
                <a:gd name="T13" fmla="*/ 0 h 149"/>
              </a:gdLst>
              <a:ahLst/>
              <a:cxnLst>
                <a:cxn ang="0">
                  <a:pos x="T0" y="T1"/>
                </a:cxn>
                <a:cxn ang="0">
                  <a:pos x="T2" y="T3"/>
                </a:cxn>
                <a:cxn ang="0">
                  <a:pos x="T4" y="T5"/>
                </a:cxn>
                <a:cxn ang="0">
                  <a:pos x="T6" y="T7"/>
                </a:cxn>
                <a:cxn ang="0">
                  <a:pos x="T8" y="T9"/>
                </a:cxn>
                <a:cxn ang="0">
                  <a:pos x="T10" y="T11"/>
                </a:cxn>
                <a:cxn ang="0">
                  <a:pos x="T12" y="T13"/>
                </a:cxn>
              </a:cxnLst>
              <a:rect l="0" t="0" r="r" b="b"/>
              <a:pathLst>
                <a:path w="54" h="149">
                  <a:moveTo>
                    <a:pt x="37" y="0"/>
                  </a:moveTo>
                  <a:lnTo>
                    <a:pt x="0" y="149"/>
                  </a:lnTo>
                  <a:lnTo>
                    <a:pt x="47" y="60"/>
                  </a:lnTo>
                  <a:lnTo>
                    <a:pt x="38" y="49"/>
                  </a:lnTo>
                  <a:lnTo>
                    <a:pt x="54" y="38"/>
                  </a:lnTo>
                  <a:lnTo>
                    <a:pt x="44" y="4"/>
                  </a:lnTo>
                  <a:lnTo>
                    <a:pt x="37" y="0"/>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39" name="Freeform 71"/>
            <p:cNvSpPr/>
            <p:nvPr/>
          </p:nvSpPr>
          <p:spPr bwMode="auto">
            <a:xfrm>
              <a:off x="2982913" y="1852614"/>
              <a:ext cx="17463" cy="273050"/>
            </a:xfrm>
            <a:custGeom>
              <a:avLst/>
              <a:gdLst>
                <a:gd name="T0" fmla="*/ 4 w 8"/>
                <a:gd name="T1" fmla="*/ 122 h 122"/>
                <a:gd name="T2" fmla="*/ 4 w 8"/>
                <a:gd name="T3" fmla="*/ 0 h 122"/>
                <a:gd name="T4" fmla="*/ 4 w 8"/>
                <a:gd name="T5" fmla="*/ 122 h 122"/>
              </a:gdLst>
              <a:ahLst/>
              <a:cxnLst>
                <a:cxn ang="0">
                  <a:pos x="T0" y="T1"/>
                </a:cxn>
                <a:cxn ang="0">
                  <a:pos x="T2" y="T3"/>
                </a:cxn>
                <a:cxn ang="0">
                  <a:pos x="T4" y="T5"/>
                </a:cxn>
              </a:cxnLst>
              <a:rect l="0" t="0" r="r" b="b"/>
              <a:pathLst>
                <a:path w="8" h="122">
                  <a:moveTo>
                    <a:pt x="4" y="122"/>
                  </a:moveTo>
                  <a:cubicBezTo>
                    <a:pt x="1" y="87"/>
                    <a:pt x="0" y="41"/>
                    <a:pt x="4" y="0"/>
                  </a:cubicBezTo>
                  <a:cubicBezTo>
                    <a:pt x="7" y="41"/>
                    <a:pt x="8" y="87"/>
                    <a:pt x="4" y="122"/>
                  </a:cubicBez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0" name="Rectangle 72"/>
            <p:cNvSpPr>
              <a:spLocks noChangeArrowheads="1"/>
            </p:cNvSpPr>
            <p:nvPr/>
          </p:nvSpPr>
          <p:spPr bwMode="auto">
            <a:xfrm>
              <a:off x="2941638" y="1593851"/>
              <a:ext cx="96838" cy="77788"/>
            </a:xfrm>
            <a:prstGeom prst="rect">
              <a:avLst/>
            </a:prstGeom>
            <a:solidFill>
              <a:srgbClr val="EDBD9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a:solidFill>
                  <a:srgbClr val="2B2B2B"/>
                </a:solidFill>
              </a:endParaRPr>
            </a:p>
          </p:txBody>
        </p:sp>
        <p:sp>
          <p:nvSpPr>
            <p:cNvPr id="241" name="Freeform 73"/>
            <p:cNvSpPr/>
            <p:nvPr/>
          </p:nvSpPr>
          <p:spPr bwMode="auto">
            <a:xfrm>
              <a:off x="2874963" y="1365251"/>
              <a:ext cx="230188" cy="268288"/>
            </a:xfrm>
            <a:custGeom>
              <a:avLst/>
              <a:gdLst>
                <a:gd name="T0" fmla="*/ 52 w 103"/>
                <a:gd name="T1" fmla="*/ 120 h 120"/>
                <a:gd name="T2" fmla="*/ 92 w 103"/>
                <a:gd name="T3" fmla="*/ 85 h 120"/>
                <a:gd name="T4" fmla="*/ 93 w 103"/>
                <a:gd name="T5" fmla="*/ 85 h 120"/>
                <a:gd name="T6" fmla="*/ 102 w 103"/>
                <a:gd name="T7" fmla="*/ 72 h 120"/>
                <a:gd name="T8" fmla="*/ 98 w 103"/>
                <a:gd name="T9" fmla="*/ 56 h 120"/>
                <a:gd name="T10" fmla="*/ 98 w 103"/>
                <a:gd name="T11" fmla="*/ 56 h 120"/>
                <a:gd name="T12" fmla="*/ 52 w 103"/>
                <a:gd name="T13" fmla="*/ 0 h 120"/>
                <a:gd name="T14" fmla="*/ 6 w 103"/>
                <a:gd name="T15" fmla="*/ 56 h 120"/>
                <a:gd name="T16" fmla="*/ 4 w 103"/>
                <a:gd name="T17" fmla="*/ 56 h 120"/>
                <a:gd name="T18" fmla="*/ 1 w 103"/>
                <a:gd name="T19" fmla="*/ 72 h 120"/>
                <a:gd name="T20" fmla="*/ 9 w 103"/>
                <a:gd name="T21" fmla="*/ 85 h 120"/>
                <a:gd name="T22" fmla="*/ 11 w 103"/>
                <a:gd name="T23" fmla="*/ 84 h 120"/>
                <a:gd name="T24" fmla="*/ 52 w 103"/>
                <a:gd name="T25"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120">
                  <a:moveTo>
                    <a:pt x="52" y="120"/>
                  </a:moveTo>
                  <a:cubicBezTo>
                    <a:pt x="68" y="120"/>
                    <a:pt x="84" y="108"/>
                    <a:pt x="92" y="85"/>
                  </a:cubicBezTo>
                  <a:cubicBezTo>
                    <a:pt x="92" y="85"/>
                    <a:pt x="93" y="85"/>
                    <a:pt x="93" y="85"/>
                  </a:cubicBezTo>
                  <a:cubicBezTo>
                    <a:pt x="97" y="86"/>
                    <a:pt x="101" y="80"/>
                    <a:pt x="102" y="72"/>
                  </a:cubicBezTo>
                  <a:cubicBezTo>
                    <a:pt x="103" y="63"/>
                    <a:pt x="102" y="56"/>
                    <a:pt x="98" y="56"/>
                  </a:cubicBezTo>
                  <a:cubicBezTo>
                    <a:pt x="98" y="56"/>
                    <a:pt x="98" y="56"/>
                    <a:pt x="98" y="56"/>
                  </a:cubicBezTo>
                  <a:cubicBezTo>
                    <a:pt x="99" y="27"/>
                    <a:pt x="87" y="0"/>
                    <a:pt x="52" y="0"/>
                  </a:cubicBezTo>
                  <a:cubicBezTo>
                    <a:pt x="16" y="0"/>
                    <a:pt x="4" y="27"/>
                    <a:pt x="6" y="56"/>
                  </a:cubicBezTo>
                  <a:cubicBezTo>
                    <a:pt x="5" y="56"/>
                    <a:pt x="5" y="56"/>
                    <a:pt x="4" y="56"/>
                  </a:cubicBezTo>
                  <a:cubicBezTo>
                    <a:pt x="1" y="56"/>
                    <a:pt x="0" y="63"/>
                    <a:pt x="1" y="72"/>
                  </a:cubicBezTo>
                  <a:cubicBezTo>
                    <a:pt x="2" y="80"/>
                    <a:pt x="6" y="86"/>
                    <a:pt x="9" y="85"/>
                  </a:cubicBezTo>
                  <a:cubicBezTo>
                    <a:pt x="10" y="85"/>
                    <a:pt x="11" y="85"/>
                    <a:pt x="11" y="84"/>
                  </a:cubicBezTo>
                  <a:cubicBezTo>
                    <a:pt x="19" y="108"/>
                    <a:pt x="35" y="120"/>
                    <a:pt x="52" y="120"/>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2" name="Freeform 74"/>
            <p:cNvSpPr/>
            <p:nvPr/>
          </p:nvSpPr>
          <p:spPr bwMode="auto">
            <a:xfrm>
              <a:off x="2881313" y="1339851"/>
              <a:ext cx="222250" cy="182563"/>
            </a:xfrm>
            <a:custGeom>
              <a:avLst/>
              <a:gdLst>
                <a:gd name="T0" fmla="*/ 95 w 99"/>
                <a:gd name="T1" fmla="*/ 68 h 82"/>
                <a:gd name="T2" fmla="*/ 24 w 99"/>
                <a:gd name="T3" fmla="*/ 18 h 82"/>
                <a:gd name="T4" fmla="*/ 3 w 99"/>
                <a:gd name="T5" fmla="*/ 68 h 82"/>
                <a:gd name="T6" fmla="*/ 10 w 99"/>
                <a:gd name="T7" fmla="*/ 81 h 82"/>
                <a:gd name="T8" fmla="*/ 14 w 99"/>
                <a:gd name="T9" fmla="*/ 75 h 82"/>
                <a:gd name="T10" fmla="*/ 27 w 99"/>
                <a:gd name="T11" fmla="*/ 39 h 82"/>
                <a:gd name="T12" fmla="*/ 49 w 99"/>
                <a:gd name="T13" fmla="*/ 43 h 82"/>
                <a:gd name="T14" fmla="*/ 70 w 99"/>
                <a:gd name="T15" fmla="*/ 39 h 82"/>
                <a:gd name="T16" fmla="*/ 83 w 99"/>
                <a:gd name="T17" fmla="*/ 75 h 82"/>
                <a:gd name="T18" fmla="*/ 87 w 99"/>
                <a:gd name="T19" fmla="*/ 81 h 82"/>
                <a:gd name="T20" fmla="*/ 95 w 99"/>
                <a:gd name="T21" fmla="*/ 68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82">
                  <a:moveTo>
                    <a:pt x="95" y="68"/>
                  </a:moveTo>
                  <a:cubicBezTo>
                    <a:pt x="99" y="9"/>
                    <a:pt x="47" y="0"/>
                    <a:pt x="24" y="18"/>
                  </a:cubicBezTo>
                  <a:cubicBezTo>
                    <a:pt x="4" y="23"/>
                    <a:pt x="0" y="47"/>
                    <a:pt x="3" y="68"/>
                  </a:cubicBezTo>
                  <a:cubicBezTo>
                    <a:pt x="5" y="68"/>
                    <a:pt x="8" y="74"/>
                    <a:pt x="10" y="81"/>
                  </a:cubicBezTo>
                  <a:cubicBezTo>
                    <a:pt x="12" y="82"/>
                    <a:pt x="14" y="81"/>
                    <a:pt x="14" y="75"/>
                  </a:cubicBezTo>
                  <a:cubicBezTo>
                    <a:pt x="14" y="58"/>
                    <a:pt x="16" y="43"/>
                    <a:pt x="27" y="39"/>
                  </a:cubicBezTo>
                  <a:cubicBezTo>
                    <a:pt x="38" y="36"/>
                    <a:pt x="40" y="43"/>
                    <a:pt x="49" y="43"/>
                  </a:cubicBezTo>
                  <a:cubicBezTo>
                    <a:pt x="57" y="43"/>
                    <a:pt x="59" y="36"/>
                    <a:pt x="70" y="39"/>
                  </a:cubicBezTo>
                  <a:cubicBezTo>
                    <a:pt x="81" y="42"/>
                    <a:pt x="83" y="58"/>
                    <a:pt x="83" y="75"/>
                  </a:cubicBezTo>
                  <a:cubicBezTo>
                    <a:pt x="83" y="81"/>
                    <a:pt x="85" y="82"/>
                    <a:pt x="87" y="81"/>
                  </a:cubicBezTo>
                  <a:cubicBezTo>
                    <a:pt x="88" y="73"/>
                    <a:pt x="92" y="68"/>
                    <a:pt x="95" y="68"/>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3" name="Freeform 75"/>
            <p:cNvSpPr/>
            <p:nvPr/>
          </p:nvSpPr>
          <p:spPr bwMode="auto">
            <a:xfrm>
              <a:off x="2974975" y="1665289"/>
              <a:ext cx="31750" cy="60325"/>
            </a:xfrm>
            <a:custGeom>
              <a:avLst/>
              <a:gdLst>
                <a:gd name="T0" fmla="*/ 12 w 14"/>
                <a:gd name="T1" fmla="*/ 27 h 27"/>
                <a:gd name="T2" fmla="*/ 14 w 14"/>
                <a:gd name="T3" fmla="*/ 22 h 27"/>
                <a:gd name="T4" fmla="*/ 7 w 14"/>
                <a:gd name="T5" fmla="*/ 0 h 27"/>
                <a:gd name="T6" fmla="*/ 0 w 14"/>
                <a:gd name="T7" fmla="*/ 21 h 27"/>
                <a:gd name="T8" fmla="*/ 2 w 14"/>
                <a:gd name="T9" fmla="*/ 27 h 27"/>
                <a:gd name="T10" fmla="*/ 12 w 14"/>
                <a:gd name="T11" fmla="*/ 27 h 27"/>
              </a:gdLst>
              <a:ahLst/>
              <a:cxnLst>
                <a:cxn ang="0">
                  <a:pos x="T0" y="T1"/>
                </a:cxn>
                <a:cxn ang="0">
                  <a:pos x="T2" y="T3"/>
                </a:cxn>
                <a:cxn ang="0">
                  <a:pos x="T4" y="T5"/>
                </a:cxn>
                <a:cxn ang="0">
                  <a:pos x="T6" y="T7"/>
                </a:cxn>
                <a:cxn ang="0">
                  <a:pos x="T8" y="T9"/>
                </a:cxn>
                <a:cxn ang="0">
                  <a:pos x="T10" y="T11"/>
                </a:cxn>
              </a:cxnLst>
              <a:rect l="0" t="0" r="r" b="b"/>
              <a:pathLst>
                <a:path w="14" h="27">
                  <a:moveTo>
                    <a:pt x="12" y="27"/>
                  </a:moveTo>
                  <a:cubicBezTo>
                    <a:pt x="14" y="22"/>
                    <a:pt x="14" y="22"/>
                    <a:pt x="14" y="22"/>
                  </a:cubicBezTo>
                  <a:cubicBezTo>
                    <a:pt x="7" y="0"/>
                    <a:pt x="7" y="0"/>
                    <a:pt x="7" y="0"/>
                  </a:cubicBezTo>
                  <a:cubicBezTo>
                    <a:pt x="0" y="21"/>
                    <a:pt x="0" y="21"/>
                    <a:pt x="0" y="21"/>
                  </a:cubicBezTo>
                  <a:cubicBezTo>
                    <a:pt x="2" y="27"/>
                    <a:pt x="2" y="27"/>
                    <a:pt x="2" y="27"/>
                  </a:cubicBezTo>
                  <a:cubicBezTo>
                    <a:pt x="5" y="27"/>
                    <a:pt x="8" y="27"/>
                    <a:pt x="12" y="27"/>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4" name="Freeform 76"/>
            <p:cNvSpPr/>
            <p:nvPr/>
          </p:nvSpPr>
          <p:spPr bwMode="auto">
            <a:xfrm>
              <a:off x="2919413" y="1625601"/>
              <a:ext cx="71438" cy="93663"/>
            </a:xfrm>
            <a:custGeom>
              <a:avLst/>
              <a:gdLst>
                <a:gd name="T0" fmla="*/ 14 w 45"/>
                <a:gd name="T1" fmla="*/ 0 h 59"/>
                <a:gd name="T2" fmla="*/ 45 w 45"/>
                <a:gd name="T3" fmla="*/ 25 h 59"/>
                <a:gd name="T4" fmla="*/ 27 w 45"/>
                <a:gd name="T5" fmla="*/ 59 h 59"/>
                <a:gd name="T6" fmla="*/ 0 w 45"/>
                <a:gd name="T7" fmla="*/ 9 h 59"/>
                <a:gd name="T8" fmla="*/ 14 w 45"/>
                <a:gd name="T9" fmla="*/ 0 h 59"/>
              </a:gdLst>
              <a:ahLst/>
              <a:cxnLst>
                <a:cxn ang="0">
                  <a:pos x="T0" y="T1"/>
                </a:cxn>
                <a:cxn ang="0">
                  <a:pos x="T2" y="T3"/>
                </a:cxn>
                <a:cxn ang="0">
                  <a:pos x="T4" y="T5"/>
                </a:cxn>
                <a:cxn ang="0">
                  <a:pos x="T6" y="T7"/>
                </a:cxn>
                <a:cxn ang="0">
                  <a:pos x="T8" y="T9"/>
                </a:cxn>
              </a:cxnLst>
              <a:rect l="0" t="0" r="r" b="b"/>
              <a:pathLst>
                <a:path w="45" h="59">
                  <a:moveTo>
                    <a:pt x="14" y="0"/>
                  </a:moveTo>
                  <a:lnTo>
                    <a:pt x="45" y="25"/>
                  </a:lnTo>
                  <a:lnTo>
                    <a:pt x="27" y="59"/>
                  </a:lnTo>
                  <a:lnTo>
                    <a:pt x="0" y="9"/>
                  </a:lnTo>
                  <a:lnTo>
                    <a:pt x="1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5" name="Freeform 77"/>
            <p:cNvSpPr/>
            <p:nvPr/>
          </p:nvSpPr>
          <p:spPr bwMode="auto">
            <a:xfrm>
              <a:off x="2990850" y="1625601"/>
              <a:ext cx="69850" cy="93663"/>
            </a:xfrm>
            <a:custGeom>
              <a:avLst/>
              <a:gdLst>
                <a:gd name="T0" fmla="*/ 30 w 44"/>
                <a:gd name="T1" fmla="*/ 0 h 59"/>
                <a:gd name="T2" fmla="*/ 0 w 44"/>
                <a:gd name="T3" fmla="*/ 25 h 59"/>
                <a:gd name="T4" fmla="*/ 17 w 44"/>
                <a:gd name="T5" fmla="*/ 59 h 59"/>
                <a:gd name="T6" fmla="*/ 44 w 44"/>
                <a:gd name="T7" fmla="*/ 9 h 59"/>
                <a:gd name="T8" fmla="*/ 30 w 44"/>
                <a:gd name="T9" fmla="*/ 0 h 59"/>
              </a:gdLst>
              <a:ahLst/>
              <a:cxnLst>
                <a:cxn ang="0">
                  <a:pos x="T0" y="T1"/>
                </a:cxn>
                <a:cxn ang="0">
                  <a:pos x="T2" y="T3"/>
                </a:cxn>
                <a:cxn ang="0">
                  <a:pos x="T4" y="T5"/>
                </a:cxn>
                <a:cxn ang="0">
                  <a:pos x="T6" y="T7"/>
                </a:cxn>
                <a:cxn ang="0">
                  <a:pos x="T8" y="T9"/>
                </a:cxn>
              </a:cxnLst>
              <a:rect l="0" t="0" r="r" b="b"/>
              <a:pathLst>
                <a:path w="44" h="59">
                  <a:moveTo>
                    <a:pt x="30" y="0"/>
                  </a:moveTo>
                  <a:lnTo>
                    <a:pt x="0" y="25"/>
                  </a:lnTo>
                  <a:lnTo>
                    <a:pt x="17" y="59"/>
                  </a:lnTo>
                  <a:lnTo>
                    <a:pt x="44" y="9"/>
                  </a:lnTo>
                  <a:lnTo>
                    <a:pt x="3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sp>
          <p:nvSpPr>
            <p:cNvPr id="246" name="Freeform 78"/>
            <p:cNvSpPr/>
            <p:nvPr/>
          </p:nvSpPr>
          <p:spPr bwMode="auto">
            <a:xfrm>
              <a:off x="2930525" y="1397001"/>
              <a:ext cx="153988" cy="85725"/>
            </a:xfrm>
            <a:custGeom>
              <a:avLst/>
              <a:gdLst>
                <a:gd name="T0" fmla="*/ 0 w 69"/>
                <a:gd name="T1" fmla="*/ 5 h 38"/>
                <a:gd name="T2" fmla="*/ 40 w 69"/>
                <a:gd name="T3" fmla="*/ 6 h 38"/>
                <a:gd name="T4" fmla="*/ 69 w 69"/>
                <a:gd name="T5" fmla="*/ 33 h 38"/>
                <a:gd name="T6" fmla="*/ 29 w 69"/>
                <a:gd name="T7" fmla="*/ 32 h 38"/>
                <a:gd name="T8" fmla="*/ 0 w 69"/>
                <a:gd name="T9" fmla="*/ 5 h 38"/>
              </a:gdLst>
              <a:ahLst/>
              <a:cxnLst>
                <a:cxn ang="0">
                  <a:pos x="T0" y="T1"/>
                </a:cxn>
                <a:cxn ang="0">
                  <a:pos x="T2" y="T3"/>
                </a:cxn>
                <a:cxn ang="0">
                  <a:pos x="T4" y="T5"/>
                </a:cxn>
                <a:cxn ang="0">
                  <a:pos x="T6" y="T7"/>
                </a:cxn>
                <a:cxn ang="0">
                  <a:pos x="T8" y="T9"/>
                </a:cxn>
              </a:cxnLst>
              <a:rect l="0" t="0" r="r" b="b"/>
              <a:pathLst>
                <a:path w="69" h="38">
                  <a:moveTo>
                    <a:pt x="0" y="5"/>
                  </a:moveTo>
                  <a:cubicBezTo>
                    <a:pt x="10" y="0"/>
                    <a:pt x="25" y="0"/>
                    <a:pt x="40" y="6"/>
                  </a:cubicBezTo>
                  <a:cubicBezTo>
                    <a:pt x="54" y="12"/>
                    <a:pt x="64" y="22"/>
                    <a:pt x="69" y="33"/>
                  </a:cubicBezTo>
                  <a:cubicBezTo>
                    <a:pt x="58" y="38"/>
                    <a:pt x="43" y="38"/>
                    <a:pt x="29" y="32"/>
                  </a:cubicBezTo>
                  <a:cubicBezTo>
                    <a:pt x="14" y="26"/>
                    <a:pt x="4" y="16"/>
                    <a:pt x="0" y="5"/>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rgbClr val="2B2B2B"/>
                </a:solidFill>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六项内容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6" name="组合 25"/>
          <p:cNvGrpSpPr/>
          <p:nvPr/>
        </p:nvGrpSpPr>
        <p:grpSpPr>
          <a:xfrm>
            <a:off x="7943390" y="2188588"/>
            <a:ext cx="3606127" cy="930705"/>
            <a:chOff x="7972672" y="1662220"/>
            <a:chExt cx="3606127" cy="930705"/>
          </a:xfrm>
        </p:grpSpPr>
        <p:sp>
          <p:nvSpPr>
            <p:cNvPr id="27" name="TextBox 20"/>
            <p:cNvSpPr txBox="1"/>
            <p:nvPr/>
          </p:nvSpPr>
          <p:spPr>
            <a:xfrm>
              <a:off x="7972672" y="2065152"/>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8" name="矩形 27"/>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9" name="组合 28"/>
          <p:cNvGrpSpPr/>
          <p:nvPr/>
        </p:nvGrpSpPr>
        <p:grpSpPr>
          <a:xfrm>
            <a:off x="7969715" y="3425225"/>
            <a:ext cx="3606127" cy="919553"/>
            <a:chOff x="7972672" y="4137787"/>
            <a:chExt cx="3606127" cy="919553"/>
          </a:xfrm>
        </p:grpSpPr>
        <p:sp>
          <p:nvSpPr>
            <p:cNvPr id="30"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1" name="矩形 30"/>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2" name="组合 31"/>
          <p:cNvGrpSpPr/>
          <p:nvPr/>
        </p:nvGrpSpPr>
        <p:grpSpPr>
          <a:xfrm>
            <a:off x="608180" y="2188588"/>
            <a:ext cx="3307746" cy="919554"/>
            <a:chOff x="500148" y="1697764"/>
            <a:chExt cx="3606127" cy="919554"/>
          </a:xfrm>
        </p:grpSpPr>
        <p:sp>
          <p:nvSpPr>
            <p:cNvPr id="33"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4" name="矩形 33"/>
            <p:cNvSpPr/>
            <p:nvPr/>
          </p:nvSpPr>
          <p:spPr>
            <a:xfrm>
              <a:off x="771871" y="1697764"/>
              <a:ext cx="3334403" cy="307777"/>
            </a:xfrm>
            <a:prstGeom prst="rect">
              <a:avLst/>
            </a:prstGeom>
          </p:spPr>
          <p:txBody>
            <a:bodyPr wrap="square">
              <a:spAutoFit/>
            </a:bodyPr>
            <a:lstStyle/>
            <a:p>
              <a:pPr marR="0" indent="0" algn="r" fontAlgn="auto">
                <a:lnSpc>
                  <a:spcPct val="100000"/>
                </a:lnSpc>
                <a:spcBef>
                  <a:spcPts val="0"/>
                </a:spcBef>
                <a:spcAft>
                  <a:spcPts val="0"/>
                </a:spcAft>
                <a:buClrTx/>
                <a:buSzTx/>
                <a:buFontTx/>
                <a:buNone/>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5" name="组合 34"/>
          <p:cNvGrpSpPr/>
          <p:nvPr/>
        </p:nvGrpSpPr>
        <p:grpSpPr>
          <a:xfrm>
            <a:off x="608180" y="3402630"/>
            <a:ext cx="3307746" cy="930704"/>
            <a:chOff x="500148" y="4173331"/>
            <a:chExt cx="3606127" cy="930704"/>
          </a:xfrm>
        </p:grpSpPr>
        <p:sp>
          <p:nvSpPr>
            <p:cNvPr id="36"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7" name="矩形 36"/>
            <p:cNvSpPr/>
            <p:nvPr/>
          </p:nvSpPr>
          <p:spPr>
            <a:xfrm>
              <a:off x="771871" y="4173331"/>
              <a:ext cx="3334403" cy="307777"/>
            </a:xfrm>
            <a:prstGeom prst="rect">
              <a:avLst/>
            </a:prstGeom>
          </p:spPr>
          <p:txBody>
            <a:bodyPr wrap="square">
              <a:spAutoFit/>
            </a:bodyPr>
            <a:lstStyle/>
            <a:p>
              <a:pPr lvl="0"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8" name="组合 37"/>
          <p:cNvGrpSpPr/>
          <p:nvPr/>
        </p:nvGrpSpPr>
        <p:grpSpPr>
          <a:xfrm>
            <a:off x="608180" y="4601759"/>
            <a:ext cx="3307746" cy="930704"/>
            <a:chOff x="500148" y="4173331"/>
            <a:chExt cx="3606127" cy="930704"/>
          </a:xfrm>
        </p:grpSpPr>
        <p:sp>
          <p:nvSpPr>
            <p:cNvPr id="39"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0" name="矩形 39"/>
            <p:cNvSpPr/>
            <p:nvPr/>
          </p:nvSpPr>
          <p:spPr>
            <a:xfrm>
              <a:off x="771871"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1" name="组合 40"/>
          <p:cNvGrpSpPr/>
          <p:nvPr/>
        </p:nvGrpSpPr>
        <p:grpSpPr>
          <a:xfrm>
            <a:off x="7969714" y="4652284"/>
            <a:ext cx="3606127" cy="919553"/>
            <a:chOff x="7972672" y="4137787"/>
            <a:chExt cx="3606127" cy="919553"/>
          </a:xfrm>
        </p:grpSpPr>
        <p:sp>
          <p:nvSpPr>
            <p:cNvPr id="42"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3" name="矩形 42"/>
            <p:cNvSpPr/>
            <p:nvPr/>
          </p:nvSpPr>
          <p:spPr>
            <a:xfrm>
              <a:off x="7981447" y="4137787"/>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4171132" y="2226740"/>
            <a:ext cx="3535218" cy="3233071"/>
            <a:chOff x="4171132" y="2226740"/>
            <a:chExt cx="3535218" cy="3233071"/>
          </a:xfrm>
        </p:grpSpPr>
        <p:sp>
          <p:nvSpPr>
            <p:cNvPr id="44" name="任意多边形: 形状 22"/>
            <p:cNvSpPr/>
            <p:nvPr/>
          </p:nvSpPr>
          <p:spPr>
            <a:xfrm rot="5400000" flipH="1">
              <a:off x="5245603" y="2999064"/>
              <a:ext cx="3233071" cy="1688423"/>
            </a:xfrm>
            <a:custGeom>
              <a:avLst/>
              <a:gdLst>
                <a:gd name="connsiteX0" fmla="*/ 3552635 w 3552635"/>
                <a:gd name="connsiteY0" fmla="*/ 1855311 h 1855311"/>
                <a:gd name="connsiteX1" fmla="*/ 3336476 w 3552635"/>
                <a:gd name="connsiteY1" fmla="*/ 1855311 h 1855311"/>
                <a:gd name="connsiteX2" fmla="*/ 3334390 w 3552635"/>
                <a:gd name="connsiteY2" fmla="*/ 1814001 h 1855311"/>
                <a:gd name="connsiteX3" fmla="*/ 1776317 w 3552635"/>
                <a:gd name="connsiteY3" fmla="*/ 407974 h 1855311"/>
                <a:gd name="connsiteX4" fmla="*/ 218245 w 3552635"/>
                <a:gd name="connsiteY4" fmla="*/ 1814001 h 1855311"/>
                <a:gd name="connsiteX5" fmla="*/ 216159 w 3552635"/>
                <a:gd name="connsiteY5" fmla="*/ 1855311 h 1855311"/>
                <a:gd name="connsiteX6" fmla="*/ 0 w 3552635"/>
                <a:gd name="connsiteY6" fmla="*/ 1855311 h 1855311"/>
                <a:gd name="connsiteX7" fmla="*/ 3201 w 3552635"/>
                <a:gd name="connsiteY7" fmla="*/ 1791900 h 1855311"/>
                <a:gd name="connsiteX8" fmla="*/ 1605330 w 3552635"/>
                <a:gd name="connsiteY8" fmla="*/ 199910 h 1855311"/>
                <a:gd name="connsiteX9" fmla="*/ 1661925 w 3552635"/>
                <a:gd name="connsiteY9" fmla="*/ 197230 h 1855311"/>
                <a:gd name="connsiteX10" fmla="*/ 1776318 w 3552635"/>
                <a:gd name="connsiteY10" fmla="*/ 0 h 1855311"/>
                <a:gd name="connsiteX11" fmla="*/ 1890712 w 3552635"/>
                <a:gd name="connsiteY11" fmla="*/ 197231 h 1855311"/>
                <a:gd name="connsiteX12" fmla="*/ 1947304 w 3552635"/>
                <a:gd name="connsiteY12" fmla="*/ 199910 h 1855311"/>
                <a:gd name="connsiteX13" fmla="*/ 3549433 w 3552635"/>
                <a:gd name="connsiteY13" fmla="*/ 1791900 h 1855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52635" h="1855311">
                  <a:moveTo>
                    <a:pt x="3552635" y="1855311"/>
                  </a:moveTo>
                  <a:lnTo>
                    <a:pt x="3336476" y="1855311"/>
                  </a:lnTo>
                  <a:lnTo>
                    <a:pt x="3334390" y="1814001"/>
                  </a:lnTo>
                  <a:cubicBezTo>
                    <a:pt x="3254187" y="1024256"/>
                    <a:pt x="2587222" y="407974"/>
                    <a:pt x="1776317" y="407974"/>
                  </a:cubicBezTo>
                  <a:cubicBezTo>
                    <a:pt x="965412" y="407974"/>
                    <a:pt x="298448" y="1024256"/>
                    <a:pt x="218245" y="1814001"/>
                  </a:cubicBezTo>
                  <a:lnTo>
                    <a:pt x="216159" y="1855311"/>
                  </a:lnTo>
                  <a:lnTo>
                    <a:pt x="0" y="1855311"/>
                  </a:lnTo>
                  <a:lnTo>
                    <a:pt x="3201" y="1791900"/>
                  </a:lnTo>
                  <a:cubicBezTo>
                    <a:pt x="88769" y="949328"/>
                    <a:pt x="761223" y="280253"/>
                    <a:pt x="1605330" y="199910"/>
                  </a:cubicBezTo>
                  <a:lnTo>
                    <a:pt x="1661925" y="197230"/>
                  </a:lnTo>
                  <a:lnTo>
                    <a:pt x="1776318" y="0"/>
                  </a:lnTo>
                  <a:lnTo>
                    <a:pt x="1890712" y="197231"/>
                  </a:lnTo>
                  <a:lnTo>
                    <a:pt x="1947304" y="199910"/>
                  </a:lnTo>
                  <a:cubicBezTo>
                    <a:pt x="2791412" y="280253"/>
                    <a:pt x="3463866" y="949328"/>
                    <a:pt x="3549433" y="1791900"/>
                  </a:cubicBezTo>
                  <a:close/>
                </a:path>
              </a:pathLst>
            </a:cu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5" name="任意多边形: 形状 23"/>
            <p:cNvSpPr/>
            <p:nvPr/>
          </p:nvSpPr>
          <p:spPr>
            <a:xfrm rot="16200000">
              <a:off x="3398808" y="2999064"/>
              <a:ext cx="3233071" cy="1688423"/>
            </a:xfrm>
            <a:custGeom>
              <a:avLst/>
              <a:gdLst>
                <a:gd name="connsiteX0" fmla="*/ 3552635 w 3552635"/>
                <a:gd name="connsiteY0" fmla="*/ 1855311 h 1855311"/>
                <a:gd name="connsiteX1" fmla="*/ 3336476 w 3552635"/>
                <a:gd name="connsiteY1" fmla="*/ 1855311 h 1855311"/>
                <a:gd name="connsiteX2" fmla="*/ 3334390 w 3552635"/>
                <a:gd name="connsiteY2" fmla="*/ 1814001 h 1855311"/>
                <a:gd name="connsiteX3" fmla="*/ 1776317 w 3552635"/>
                <a:gd name="connsiteY3" fmla="*/ 407974 h 1855311"/>
                <a:gd name="connsiteX4" fmla="*/ 218245 w 3552635"/>
                <a:gd name="connsiteY4" fmla="*/ 1814001 h 1855311"/>
                <a:gd name="connsiteX5" fmla="*/ 216159 w 3552635"/>
                <a:gd name="connsiteY5" fmla="*/ 1855311 h 1855311"/>
                <a:gd name="connsiteX6" fmla="*/ 0 w 3552635"/>
                <a:gd name="connsiteY6" fmla="*/ 1855311 h 1855311"/>
                <a:gd name="connsiteX7" fmla="*/ 3201 w 3552635"/>
                <a:gd name="connsiteY7" fmla="*/ 1791900 h 1855311"/>
                <a:gd name="connsiteX8" fmla="*/ 1605330 w 3552635"/>
                <a:gd name="connsiteY8" fmla="*/ 199910 h 1855311"/>
                <a:gd name="connsiteX9" fmla="*/ 1661925 w 3552635"/>
                <a:gd name="connsiteY9" fmla="*/ 197230 h 1855311"/>
                <a:gd name="connsiteX10" fmla="*/ 1776318 w 3552635"/>
                <a:gd name="connsiteY10" fmla="*/ 0 h 1855311"/>
                <a:gd name="connsiteX11" fmla="*/ 1890712 w 3552635"/>
                <a:gd name="connsiteY11" fmla="*/ 197231 h 1855311"/>
                <a:gd name="connsiteX12" fmla="*/ 1947304 w 3552635"/>
                <a:gd name="connsiteY12" fmla="*/ 199910 h 1855311"/>
                <a:gd name="connsiteX13" fmla="*/ 3549433 w 3552635"/>
                <a:gd name="connsiteY13" fmla="*/ 1791900 h 1855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52635" h="1855311">
                  <a:moveTo>
                    <a:pt x="3552635" y="1855311"/>
                  </a:moveTo>
                  <a:lnTo>
                    <a:pt x="3336476" y="1855311"/>
                  </a:lnTo>
                  <a:lnTo>
                    <a:pt x="3334390" y="1814001"/>
                  </a:lnTo>
                  <a:cubicBezTo>
                    <a:pt x="3254187" y="1024256"/>
                    <a:pt x="2587222" y="407974"/>
                    <a:pt x="1776317" y="407974"/>
                  </a:cubicBezTo>
                  <a:cubicBezTo>
                    <a:pt x="965412" y="407974"/>
                    <a:pt x="298448" y="1024256"/>
                    <a:pt x="218245" y="1814001"/>
                  </a:cubicBezTo>
                  <a:lnTo>
                    <a:pt x="216159" y="1855311"/>
                  </a:lnTo>
                  <a:lnTo>
                    <a:pt x="0" y="1855311"/>
                  </a:lnTo>
                  <a:lnTo>
                    <a:pt x="3201" y="1791900"/>
                  </a:lnTo>
                  <a:cubicBezTo>
                    <a:pt x="88769" y="949328"/>
                    <a:pt x="761223" y="280253"/>
                    <a:pt x="1605330" y="199910"/>
                  </a:cubicBezTo>
                  <a:lnTo>
                    <a:pt x="1661925" y="197230"/>
                  </a:lnTo>
                  <a:lnTo>
                    <a:pt x="1776318" y="0"/>
                  </a:lnTo>
                  <a:lnTo>
                    <a:pt x="1890712" y="197231"/>
                  </a:lnTo>
                  <a:lnTo>
                    <a:pt x="1947304" y="199910"/>
                  </a:lnTo>
                  <a:cubicBezTo>
                    <a:pt x="2791412" y="280253"/>
                    <a:pt x="3463866" y="949328"/>
                    <a:pt x="3549433" y="1791900"/>
                  </a:cubicBezTo>
                  <a:close/>
                </a:path>
              </a:pathLst>
            </a:cu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6" name="文本框 45"/>
            <p:cNvSpPr txBox="1"/>
            <p:nvPr/>
          </p:nvSpPr>
          <p:spPr>
            <a:xfrm>
              <a:off x="5090744" y="3532947"/>
              <a:ext cx="1631653" cy="461665"/>
            </a:xfrm>
            <a:prstGeom prst="rect">
              <a:avLst/>
            </a:prstGeom>
            <a:noFill/>
          </p:spPr>
          <p:txBody>
            <a:bodyPr wrap="square" rtlCol="0">
              <a:spAutoFit/>
            </a:bodyPr>
            <a:lstStyle/>
            <a:p>
              <a:pPr algn="ctr"/>
              <a:r>
                <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rPr>
                <a:t>输入标题</a:t>
              </a:r>
              <a:endParaRPr lang="zh-CN" altLang="en-US" sz="24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六项内容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4013599" y="1605403"/>
            <a:ext cx="3844813" cy="4175952"/>
            <a:chOff x="4605003" y="2204922"/>
            <a:chExt cx="3352061" cy="3640762"/>
          </a:xfrm>
        </p:grpSpPr>
        <p:grpSp>
          <p:nvGrpSpPr>
            <p:cNvPr id="48" name="组合 47"/>
            <p:cNvGrpSpPr/>
            <p:nvPr/>
          </p:nvGrpSpPr>
          <p:grpSpPr>
            <a:xfrm>
              <a:off x="4708823" y="2204922"/>
              <a:ext cx="3138733" cy="3640762"/>
              <a:chOff x="3029025" y="774337"/>
              <a:chExt cx="3138733" cy="3640762"/>
            </a:xfrm>
          </p:grpSpPr>
          <p:sp>
            <p:nvSpPr>
              <p:cNvPr id="70" name="Freeform 13"/>
              <p:cNvSpPr/>
              <p:nvPr/>
            </p:nvSpPr>
            <p:spPr bwMode="auto">
              <a:xfrm rot="3569734">
                <a:off x="4908424" y="2018027"/>
                <a:ext cx="1756383" cy="762284"/>
              </a:xfrm>
              <a:custGeom>
                <a:avLst/>
                <a:gdLst>
                  <a:gd name="T0" fmla="*/ 1855 w 1855"/>
                  <a:gd name="T1" fmla="*/ 808 h 808"/>
                  <a:gd name="T2" fmla="*/ 473 w 1855"/>
                  <a:gd name="T3" fmla="*/ 0 h 808"/>
                  <a:gd name="T4" fmla="*/ 0 w 1855"/>
                  <a:gd name="T5" fmla="*/ 808 h 808"/>
                  <a:gd name="T6" fmla="*/ 1855 w 1855"/>
                  <a:gd name="T7" fmla="*/ 808 h 808"/>
                  <a:gd name="connsiteX0" fmla="*/ 10037 w 10037"/>
                  <a:gd name="connsiteY0" fmla="*/ 10000 h 10000"/>
                  <a:gd name="connsiteX1" fmla="*/ 2587 w 10037"/>
                  <a:gd name="connsiteY1" fmla="*/ 0 h 10000"/>
                  <a:gd name="connsiteX2" fmla="*/ 0 w 10037"/>
                  <a:gd name="connsiteY2" fmla="*/ 9949 h 10000"/>
                  <a:gd name="connsiteX3" fmla="*/ 10037 w 10037"/>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0037" h="10000">
                    <a:moveTo>
                      <a:pt x="10037" y="10000"/>
                    </a:moveTo>
                    <a:lnTo>
                      <a:pt x="2587" y="0"/>
                    </a:lnTo>
                    <a:lnTo>
                      <a:pt x="0" y="9949"/>
                    </a:lnTo>
                    <a:lnTo>
                      <a:pt x="10037" y="10000"/>
                    </a:lnTo>
                    <a:close/>
                  </a:path>
                </a:pathLst>
              </a:custGeom>
              <a:solidFill>
                <a:schemeClr val="tx2">
                  <a:lumMod val="20000"/>
                  <a:lumOff val="80000"/>
                </a:schemeClr>
              </a:solidFill>
              <a:ln>
                <a:noFill/>
              </a:ln>
            </p:spPr>
            <p:txBody>
              <a:bodyPr lIns="0" tIns="270000" rIns="243000" bIns="0"/>
              <a:lstStyle/>
              <a:p>
                <a:pPr algn="ctr">
                  <a:defRPr/>
                </a:pPr>
                <a:endParaRPr lang="zh-CN" altLang="en-US" sz="28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71" name="Freeform 13"/>
              <p:cNvSpPr/>
              <p:nvPr/>
            </p:nvSpPr>
            <p:spPr bwMode="auto">
              <a:xfrm rot="14345172">
                <a:off x="2534821" y="2400591"/>
                <a:ext cx="1753538" cy="765129"/>
              </a:xfrm>
              <a:custGeom>
                <a:avLst/>
                <a:gdLst>
                  <a:gd name="T0" fmla="*/ 1855 w 1855"/>
                  <a:gd name="T1" fmla="*/ 808 h 808"/>
                  <a:gd name="T2" fmla="*/ 473 w 1855"/>
                  <a:gd name="T3" fmla="*/ 0 h 808"/>
                  <a:gd name="T4" fmla="*/ 0 w 1855"/>
                  <a:gd name="T5" fmla="*/ 808 h 808"/>
                  <a:gd name="T6" fmla="*/ 1855 w 1855"/>
                  <a:gd name="T7" fmla="*/ 808 h 808"/>
                  <a:gd name="connsiteX0" fmla="*/ 10085 w 10085"/>
                  <a:gd name="connsiteY0" fmla="*/ 10000 h 10000"/>
                  <a:gd name="connsiteX1" fmla="*/ 2635 w 10085"/>
                  <a:gd name="connsiteY1" fmla="*/ 0 h 10000"/>
                  <a:gd name="connsiteX2" fmla="*/ 0 w 10085"/>
                  <a:gd name="connsiteY2" fmla="*/ 9940 h 10000"/>
                  <a:gd name="connsiteX3" fmla="*/ 10085 w 10085"/>
                  <a:gd name="connsiteY3" fmla="*/ 10000 h 10000"/>
                  <a:gd name="connsiteX0-1" fmla="*/ 10074 w 10074"/>
                  <a:gd name="connsiteY0-2" fmla="*/ 10043 h 10043"/>
                  <a:gd name="connsiteX1-3" fmla="*/ 2635 w 10074"/>
                  <a:gd name="connsiteY1-4" fmla="*/ 0 h 10043"/>
                  <a:gd name="connsiteX2-5" fmla="*/ 0 w 10074"/>
                  <a:gd name="connsiteY2-6" fmla="*/ 9940 h 10043"/>
                  <a:gd name="connsiteX3-7" fmla="*/ 10074 w 10074"/>
                  <a:gd name="connsiteY3-8" fmla="*/ 10043 h 10043"/>
                  <a:gd name="connsiteX0-9" fmla="*/ 10052 w 10052"/>
                  <a:gd name="connsiteY0-10" fmla="*/ 10043 h 10043"/>
                  <a:gd name="connsiteX1-11" fmla="*/ 2613 w 10052"/>
                  <a:gd name="connsiteY1-12" fmla="*/ 0 h 10043"/>
                  <a:gd name="connsiteX2-13" fmla="*/ 0 w 10052"/>
                  <a:gd name="connsiteY2-14" fmla="*/ 9855 h 10043"/>
                  <a:gd name="connsiteX3-15" fmla="*/ 10052 w 10052"/>
                  <a:gd name="connsiteY3-16" fmla="*/ 10043 h 10043"/>
                  <a:gd name="connsiteX0-17" fmla="*/ 10022 w 10022"/>
                  <a:gd name="connsiteY0-18" fmla="*/ 10043 h 10043"/>
                  <a:gd name="connsiteX1-19" fmla="*/ 2583 w 10022"/>
                  <a:gd name="connsiteY1-20" fmla="*/ 0 h 10043"/>
                  <a:gd name="connsiteX2-21" fmla="*/ 0 w 10022"/>
                  <a:gd name="connsiteY2-22" fmla="*/ 9838 h 10043"/>
                  <a:gd name="connsiteX3-23" fmla="*/ 10022 w 10022"/>
                  <a:gd name="connsiteY3-24" fmla="*/ 10043 h 10043"/>
                  <a:gd name="connsiteX0-25" fmla="*/ 10003 w 10003"/>
                  <a:gd name="connsiteY0-26" fmla="*/ 10043 h 10043"/>
                  <a:gd name="connsiteX1-27" fmla="*/ 2564 w 10003"/>
                  <a:gd name="connsiteY1-28" fmla="*/ 0 h 10043"/>
                  <a:gd name="connsiteX2-29" fmla="*/ 0 w 10003"/>
                  <a:gd name="connsiteY2-30" fmla="*/ 9864 h 10043"/>
                  <a:gd name="connsiteX3-31" fmla="*/ 10003 w 10003"/>
                  <a:gd name="connsiteY3-32" fmla="*/ 10043 h 10043"/>
                  <a:gd name="connsiteX0-33" fmla="*/ 10003 w 10003"/>
                  <a:gd name="connsiteY0-34" fmla="*/ 10043 h 10043"/>
                  <a:gd name="connsiteX1-35" fmla="*/ 2564 w 10003"/>
                  <a:gd name="connsiteY1-36" fmla="*/ 0 h 10043"/>
                  <a:gd name="connsiteX2-37" fmla="*/ 0 w 10003"/>
                  <a:gd name="connsiteY2-38" fmla="*/ 9864 h 10043"/>
                  <a:gd name="connsiteX3-39" fmla="*/ 10003 w 10003"/>
                  <a:gd name="connsiteY3-40" fmla="*/ 10043 h 10043"/>
                  <a:gd name="connsiteX0-41" fmla="*/ 10022 w 10022"/>
                  <a:gd name="connsiteY0-42" fmla="*/ 10043 h 10043"/>
                  <a:gd name="connsiteX1-43" fmla="*/ 2583 w 10022"/>
                  <a:gd name="connsiteY1-44" fmla="*/ 0 h 10043"/>
                  <a:gd name="connsiteX2-45" fmla="*/ 0 w 10022"/>
                  <a:gd name="connsiteY2-46" fmla="*/ 9838 h 10043"/>
                  <a:gd name="connsiteX3-47" fmla="*/ 10022 w 10022"/>
                  <a:gd name="connsiteY3-48" fmla="*/ 10043 h 10043"/>
                </a:gdLst>
                <a:ahLst/>
                <a:cxnLst>
                  <a:cxn ang="0">
                    <a:pos x="connsiteX0-1" y="connsiteY0-2"/>
                  </a:cxn>
                  <a:cxn ang="0">
                    <a:pos x="connsiteX1-3" y="connsiteY1-4"/>
                  </a:cxn>
                  <a:cxn ang="0">
                    <a:pos x="connsiteX2-5" y="connsiteY2-6"/>
                  </a:cxn>
                  <a:cxn ang="0">
                    <a:pos x="connsiteX3-7" y="connsiteY3-8"/>
                  </a:cxn>
                </a:cxnLst>
                <a:rect l="l" t="t" r="r" b="b"/>
                <a:pathLst>
                  <a:path w="10022" h="10043">
                    <a:moveTo>
                      <a:pt x="10022" y="10043"/>
                    </a:moveTo>
                    <a:lnTo>
                      <a:pt x="2583" y="0"/>
                    </a:lnTo>
                    <a:lnTo>
                      <a:pt x="0" y="9838"/>
                    </a:lnTo>
                    <a:lnTo>
                      <a:pt x="10022" y="10043"/>
                    </a:lnTo>
                    <a:close/>
                  </a:path>
                </a:pathLst>
              </a:custGeom>
              <a:solidFill>
                <a:srgbClr val="015BAB"/>
              </a:solidFill>
              <a:ln>
                <a:noFill/>
              </a:ln>
            </p:spPr>
            <p:txBody>
              <a:bodyPr lIns="0" tIns="270000" rIns="243000" bIns="0"/>
              <a:lstStyle/>
              <a:p>
                <a:pPr algn="ctr">
                  <a:defRPr/>
                </a:pPr>
                <a:endParaRPr lang="zh-CN" altLang="en-US" sz="2800" kern="0" dirty="0">
                  <a:solidFill>
                    <a:schemeClr val="bg1">
                      <a:lumMod val="50000"/>
                    </a:schemeClr>
                  </a:solidFill>
                  <a:latin typeface="印品黑体" panose="00000500000000000000" pitchFamily="2" charset="-122"/>
                  <a:ea typeface="印品黑体" panose="00000500000000000000" pitchFamily="2" charset="-122"/>
                </a:endParaRPr>
              </a:p>
            </p:txBody>
          </p:sp>
          <p:grpSp>
            <p:nvGrpSpPr>
              <p:cNvPr id="72" name="组合 71"/>
              <p:cNvGrpSpPr/>
              <p:nvPr/>
            </p:nvGrpSpPr>
            <p:grpSpPr>
              <a:xfrm>
                <a:off x="3297814" y="774337"/>
                <a:ext cx="2599732" cy="3640762"/>
                <a:chOff x="3297814" y="774337"/>
                <a:chExt cx="2599732" cy="3640762"/>
              </a:xfrm>
            </p:grpSpPr>
            <p:sp>
              <p:nvSpPr>
                <p:cNvPr id="74" name="Freeform 13"/>
                <p:cNvSpPr/>
                <p:nvPr/>
              </p:nvSpPr>
              <p:spPr bwMode="auto">
                <a:xfrm>
                  <a:off x="4144008" y="1072994"/>
                  <a:ext cx="1753538" cy="765129"/>
                </a:xfrm>
                <a:custGeom>
                  <a:avLst/>
                  <a:gdLst>
                    <a:gd name="T0" fmla="*/ 1855 w 1855"/>
                    <a:gd name="T1" fmla="*/ 808 h 808"/>
                    <a:gd name="T2" fmla="*/ 473 w 1855"/>
                    <a:gd name="T3" fmla="*/ 0 h 808"/>
                    <a:gd name="T4" fmla="*/ 0 w 1855"/>
                    <a:gd name="T5" fmla="*/ 808 h 808"/>
                    <a:gd name="T6" fmla="*/ 1855 w 1855"/>
                    <a:gd name="T7" fmla="*/ 808 h 808"/>
                    <a:gd name="connsiteX0" fmla="*/ 10022 w 10022"/>
                    <a:gd name="connsiteY0" fmla="*/ 10050 h 10050"/>
                    <a:gd name="connsiteX1" fmla="*/ 2550 w 10022"/>
                    <a:gd name="connsiteY1" fmla="*/ 0 h 10050"/>
                    <a:gd name="connsiteX2" fmla="*/ 0 w 10022"/>
                    <a:gd name="connsiteY2" fmla="*/ 10000 h 10050"/>
                    <a:gd name="connsiteX3" fmla="*/ 10022 w 10022"/>
                    <a:gd name="connsiteY3" fmla="*/ 10050 h 10050"/>
                  </a:gdLst>
                  <a:ahLst/>
                  <a:cxnLst>
                    <a:cxn ang="0">
                      <a:pos x="connsiteX0" y="connsiteY0"/>
                    </a:cxn>
                    <a:cxn ang="0">
                      <a:pos x="connsiteX1" y="connsiteY1"/>
                    </a:cxn>
                    <a:cxn ang="0">
                      <a:pos x="connsiteX2" y="connsiteY2"/>
                    </a:cxn>
                    <a:cxn ang="0">
                      <a:pos x="connsiteX3" y="connsiteY3"/>
                    </a:cxn>
                  </a:cxnLst>
                  <a:rect l="l" t="t" r="r" b="b"/>
                  <a:pathLst>
                    <a:path w="10022" h="10050">
                      <a:moveTo>
                        <a:pt x="10022" y="10050"/>
                      </a:moveTo>
                      <a:lnTo>
                        <a:pt x="2550" y="0"/>
                      </a:lnTo>
                      <a:lnTo>
                        <a:pt x="0" y="10000"/>
                      </a:lnTo>
                      <a:lnTo>
                        <a:pt x="10022" y="10050"/>
                      </a:lnTo>
                      <a:close/>
                    </a:path>
                  </a:pathLst>
                </a:custGeom>
                <a:solidFill>
                  <a:srgbClr val="015BAB"/>
                </a:solidFill>
                <a:ln>
                  <a:noFill/>
                </a:ln>
              </p:spPr>
              <p:txBody>
                <a:bodyPr lIns="0" tIns="270000" rIns="243000" bIns="0"/>
                <a:lstStyle/>
                <a:p>
                  <a:pPr algn="ctr">
                    <a:defRPr/>
                  </a:pPr>
                  <a:endParaRPr lang="zh-CN" altLang="en-US" sz="28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75" name="Freeform 13"/>
                <p:cNvSpPr/>
                <p:nvPr/>
              </p:nvSpPr>
              <p:spPr bwMode="auto">
                <a:xfrm rot="7171573">
                  <a:off x="4483907" y="3157898"/>
                  <a:ext cx="1749272" cy="765129"/>
                </a:xfrm>
                <a:custGeom>
                  <a:avLst/>
                  <a:gdLst>
                    <a:gd name="T0" fmla="*/ 1855 w 1855"/>
                    <a:gd name="T1" fmla="*/ 808 h 808"/>
                    <a:gd name="T2" fmla="*/ 473 w 1855"/>
                    <a:gd name="T3" fmla="*/ 0 h 808"/>
                    <a:gd name="T4" fmla="*/ 0 w 1855"/>
                    <a:gd name="T5" fmla="*/ 808 h 808"/>
                    <a:gd name="T6" fmla="*/ 1855 w 1855"/>
                    <a:gd name="T7" fmla="*/ 808 h 808"/>
                    <a:gd name="connsiteX0" fmla="*/ 10000 w 10000"/>
                    <a:gd name="connsiteY0" fmla="*/ 10029 h 10029"/>
                    <a:gd name="connsiteX1" fmla="*/ 2503 w 10000"/>
                    <a:gd name="connsiteY1" fmla="*/ 0 h 10029"/>
                    <a:gd name="connsiteX2" fmla="*/ 0 w 10000"/>
                    <a:gd name="connsiteY2" fmla="*/ 10029 h 10029"/>
                    <a:gd name="connsiteX3" fmla="*/ 10000 w 10000"/>
                    <a:gd name="connsiteY3" fmla="*/ 10029 h 10029"/>
                  </a:gdLst>
                  <a:ahLst/>
                  <a:cxnLst>
                    <a:cxn ang="0">
                      <a:pos x="connsiteX0" y="connsiteY0"/>
                    </a:cxn>
                    <a:cxn ang="0">
                      <a:pos x="connsiteX1" y="connsiteY1"/>
                    </a:cxn>
                    <a:cxn ang="0">
                      <a:pos x="connsiteX2" y="connsiteY2"/>
                    </a:cxn>
                    <a:cxn ang="0">
                      <a:pos x="connsiteX3" y="connsiteY3"/>
                    </a:cxn>
                  </a:cxnLst>
                  <a:rect l="l" t="t" r="r" b="b"/>
                  <a:pathLst>
                    <a:path w="10000" h="10029">
                      <a:moveTo>
                        <a:pt x="10000" y="10029"/>
                      </a:moveTo>
                      <a:lnTo>
                        <a:pt x="2503" y="0"/>
                      </a:lnTo>
                      <a:lnTo>
                        <a:pt x="0" y="10029"/>
                      </a:lnTo>
                      <a:lnTo>
                        <a:pt x="10000" y="10029"/>
                      </a:lnTo>
                      <a:close/>
                    </a:path>
                  </a:pathLst>
                </a:custGeom>
                <a:solidFill>
                  <a:srgbClr val="015BAB"/>
                </a:solidFill>
                <a:ln>
                  <a:noFill/>
                </a:ln>
              </p:spPr>
              <p:txBody>
                <a:bodyPr lIns="0" tIns="270000" rIns="243000" bIns="0"/>
                <a:lstStyle/>
                <a:p>
                  <a:pPr algn="ctr">
                    <a:defRPr/>
                  </a:pPr>
                  <a:endParaRPr lang="zh-CN" altLang="en-US" sz="28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76" name="Freeform 13"/>
                <p:cNvSpPr/>
                <p:nvPr/>
              </p:nvSpPr>
              <p:spPr bwMode="auto">
                <a:xfrm rot="10800000">
                  <a:off x="3297814" y="3339936"/>
                  <a:ext cx="1735050" cy="773662"/>
                </a:xfrm>
                <a:custGeom>
                  <a:avLst/>
                  <a:gdLst>
                    <a:gd name="T0" fmla="*/ 1855 w 1855"/>
                    <a:gd name="T1" fmla="*/ 808 h 808"/>
                    <a:gd name="T2" fmla="*/ 473 w 1855"/>
                    <a:gd name="T3" fmla="*/ 0 h 808"/>
                    <a:gd name="T4" fmla="*/ 0 w 1855"/>
                    <a:gd name="T5" fmla="*/ 808 h 808"/>
                    <a:gd name="T6" fmla="*/ 1855 w 1855"/>
                    <a:gd name="T7" fmla="*/ 808 h 808"/>
                    <a:gd name="connsiteX0" fmla="*/ 9957 w 9957"/>
                    <a:gd name="connsiteY0" fmla="*/ 10000 h 10050"/>
                    <a:gd name="connsiteX1" fmla="*/ 2507 w 9957"/>
                    <a:gd name="connsiteY1" fmla="*/ 0 h 10050"/>
                    <a:gd name="connsiteX2" fmla="*/ 0 w 9957"/>
                    <a:gd name="connsiteY2" fmla="*/ 10050 h 10050"/>
                    <a:gd name="connsiteX3" fmla="*/ 9957 w 9957"/>
                    <a:gd name="connsiteY3" fmla="*/ 10000 h 10050"/>
                    <a:gd name="connsiteX0-1" fmla="*/ 9956 w 9956"/>
                    <a:gd name="connsiteY0-2" fmla="*/ 9950 h 10000"/>
                    <a:gd name="connsiteX1-3" fmla="*/ 2474 w 9956"/>
                    <a:gd name="connsiteY1-4" fmla="*/ 0 h 10000"/>
                    <a:gd name="connsiteX2-5" fmla="*/ 0 w 9956"/>
                    <a:gd name="connsiteY2-6" fmla="*/ 10000 h 10000"/>
                    <a:gd name="connsiteX3-7" fmla="*/ 9956 w 9956"/>
                    <a:gd name="connsiteY3-8" fmla="*/ 9950 h 10000"/>
                    <a:gd name="connsiteX0-9" fmla="*/ 10000 w 10000"/>
                    <a:gd name="connsiteY0-10" fmla="*/ 10049 h 10099"/>
                    <a:gd name="connsiteX1-11" fmla="*/ 2507 w 10000"/>
                    <a:gd name="connsiteY1-12" fmla="*/ 0 h 10099"/>
                    <a:gd name="connsiteX2-13" fmla="*/ 0 w 10000"/>
                    <a:gd name="connsiteY2-14" fmla="*/ 10099 h 10099"/>
                    <a:gd name="connsiteX3-15" fmla="*/ 10000 w 10000"/>
                    <a:gd name="connsiteY3-16" fmla="*/ 10049 h 10099"/>
                  </a:gdLst>
                  <a:ahLst/>
                  <a:cxnLst>
                    <a:cxn ang="0">
                      <a:pos x="connsiteX0-1" y="connsiteY0-2"/>
                    </a:cxn>
                    <a:cxn ang="0">
                      <a:pos x="connsiteX1-3" y="connsiteY1-4"/>
                    </a:cxn>
                    <a:cxn ang="0">
                      <a:pos x="connsiteX2-5" y="connsiteY2-6"/>
                    </a:cxn>
                    <a:cxn ang="0">
                      <a:pos x="connsiteX3-7" y="connsiteY3-8"/>
                    </a:cxn>
                  </a:cxnLst>
                  <a:rect l="l" t="t" r="r" b="b"/>
                  <a:pathLst>
                    <a:path w="10000" h="10099">
                      <a:moveTo>
                        <a:pt x="10000" y="10049"/>
                      </a:moveTo>
                      <a:lnTo>
                        <a:pt x="2507" y="0"/>
                      </a:lnTo>
                      <a:lnTo>
                        <a:pt x="0" y="10099"/>
                      </a:lnTo>
                      <a:lnTo>
                        <a:pt x="10000" y="10049"/>
                      </a:lnTo>
                      <a:close/>
                    </a:path>
                  </a:pathLst>
                </a:custGeom>
                <a:solidFill>
                  <a:schemeClr val="tx2">
                    <a:lumMod val="20000"/>
                    <a:lumOff val="80000"/>
                  </a:schemeClr>
                </a:solidFill>
                <a:ln>
                  <a:noFill/>
                </a:ln>
              </p:spPr>
              <p:txBody>
                <a:bodyPr lIns="0" tIns="270000" rIns="243000" bIns="0"/>
                <a:lstStyle/>
                <a:p>
                  <a:pPr algn="ctr">
                    <a:defRPr/>
                  </a:pPr>
                  <a:endParaRPr lang="zh-CN" altLang="en-US" sz="28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78" name="Freeform 13"/>
                <p:cNvSpPr/>
                <p:nvPr/>
              </p:nvSpPr>
              <p:spPr bwMode="auto">
                <a:xfrm rot="17971099">
                  <a:off x="2955782" y="1265698"/>
                  <a:ext cx="1746428" cy="763706"/>
                </a:xfrm>
                <a:custGeom>
                  <a:avLst/>
                  <a:gdLst>
                    <a:gd name="T0" fmla="*/ 1855 w 1855"/>
                    <a:gd name="T1" fmla="*/ 808 h 808"/>
                    <a:gd name="T2" fmla="*/ 473 w 1855"/>
                    <a:gd name="T3" fmla="*/ 0 h 808"/>
                    <a:gd name="T4" fmla="*/ 0 w 1855"/>
                    <a:gd name="T5" fmla="*/ 808 h 808"/>
                    <a:gd name="T6" fmla="*/ 1855 w 1855"/>
                    <a:gd name="T7" fmla="*/ 808 h 808"/>
                    <a:gd name="connsiteX0" fmla="*/ 9981 w 9981"/>
                    <a:gd name="connsiteY0" fmla="*/ 10024 h 10024"/>
                    <a:gd name="connsiteX1" fmla="*/ 2550 w 9981"/>
                    <a:gd name="connsiteY1" fmla="*/ 0 h 10024"/>
                    <a:gd name="connsiteX2" fmla="*/ 0 w 9981"/>
                    <a:gd name="connsiteY2" fmla="*/ 10000 h 10024"/>
                    <a:gd name="connsiteX3" fmla="*/ 9981 w 9981"/>
                    <a:gd name="connsiteY3" fmla="*/ 10024 h 10024"/>
                  </a:gdLst>
                  <a:ahLst/>
                  <a:cxnLst>
                    <a:cxn ang="0">
                      <a:pos x="connsiteX0" y="connsiteY0"/>
                    </a:cxn>
                    <a:cxn ang="0">
                      <a:pos x="connsiteX1" y="connsiteY1"/>
                    </a:cxn>
                    <a:cxn ang="0">
                      <a:pos x="connsiteX2" y="connsiteY2"/>
                    </a:cxn>
                    <a:cxn ang="0">
                      <a:pos x="connsiteX3" y="connsiteY3"/>
                    </a:cxn>
                  </a:cxnLst>
                  <a:rect l="l" t="t" r="r" b="b"/>
                  <a:pathLst>
                    <a:path w="9981" h="10024">
                      <a:moveTo>
                        <a:pt x="9981" y="10024"/>
                      </a:moveTo>
                      <a:lnTo>
                        <a:pt x="2550" y="0"/>
                      </a:lnTo>
                      <a:lnTo>
                        <a:pt x="0" y="10000"/>
                      </a:lnTo>
                      <a:lnTo>
                        <a:pt x="9981" y="10024"/>
                      </a:lnTo>
                      <a:close/>
                    </a:path>
                  </a:pathLst>
                </a:custGeom>
                <a:solidFill>
                  <a:schemeClr val="tx2">
                    <a:lumMod val="20000"/>
                    <a:lumOff val="80000"/>
                  </a:schemeClr>
                </a:solidFill>
                <a:ln>
                  <a:noFill/>
                </a:ln>
              </p:spPr>
              <p:txBody>
                <a:bodyPr lIns="0" tIns="270000" rIns="243000" bIns="0"/>
                <a:lstStyle/>
                <a:p>
                  <a:pPr algn="ctr">
                    <a:defRPr/>
                  </a:pPr>
                  <a:endParaRPr lang="zh-CN" altLang="en-US" sz="2800" kern="0" dirty="0">
                    <a:solidFill>
                      <a:schemeClr val="bg1">
                        <a:lumMod val="50000"/>
                      </a:schemeClr>
                    </a:solidFill>
                    <a:latin typeface="印品黑体" panose="00000500000000000000" pitchFamily="2" charset="-122"/>
                    <a:ea typeface="印品黑体" panose="00000500000000000000" pitchFamily="2" charset="-122"/>
                  </a:endParaRPr>
                </a:p>
              </p:txBody>
            </p:sp>
            <p:grpSp>
              <p:nvGrpSpPr>
                <p:cNvPr id="81" name="组合 80"/>
                <p:cNvGrpSpPr/>
                <p:nvPr/>
              </p:nvGrpSpPr>
              <p:grpSpPr>
                <a:xfrm>
                  <a:off x="4360129" y="3530858"/>
                  <a:ext cx="307073" cy="237080"/>
                  <a:chOff x="7504113" y="1512888"/>
                  <a:chExt cx="215900" cy="166688"/>
                </a:xfrm>
                <a:solidFill>
                  <a:schemeClr val="accent2"/>
                </a:solidFill>
              </p:grpSpPr>
              <p:sp>
                <p:nvSpPr>
                  <p:cNvPr id="107" name="Freeform 26"/>
                  <p:cNvSpPr>
                    <a:spLocks noEditPoints="1"/>
                  </p:cNvSpPr>
                  <p:nvPr/>
                </p:nvSpPr>
                <p:spPr bwMode="auto">
                  <a:xfrm>
                    <a:off x="7504113" y="1512888"/>
                    <a:ext cx="215900" cy="166688"/>
                  </a:xfrm>
                  <a:custGeom>
                    <a:avLst/>
                    <a:gdLst>
                      <a:gd name="T0" fmla="*/ 27 w 273"/>
                      <a:gd name="T1" fmla="*/ 210 h 210"/>
                      <a:gd name="T2" fmla="*/ 22 w 273"/>
                      <a:gd name="T3" fmla="*/ 209 h 210"/>
                      <a:gd name="T4" fmla="*/ 11 w 273"/>
                      <a:gd name="T5" fmla="*/ 205 h 210"/>
                      <a:gd name="T6" fmla="*/ 7 w 273"/>
                      <a:gd name="T7" fmla="*/ 202 h 210"/>
                      <a:gd name="T8" fmla="*/ 1 w 273"/>
                      <a:gd name="T9" fmla="*/ 190 h 210"/>
                      <a:gd name="T10" fmla="*/ 0 w 273"/>
                      <a:gd name="T11" fmla="*/ 73 h 210"/>
                      <a:gd name="T12" fmla="*/ 1 w 273"/>
                      <a:gd name="T13" fmla="*/ 66 h 210"/>
                      <a:gd name="T14" fmla="*/ 7 w 273"/>
                      <a:gd name="T15" fmla="*/ 53 h 210"/>
                      <a:gd name="T16" fmla="*/ 16 w 273"/>
                      <a:gd name="T17" fmla="*/ 47 h 210"/>
                      <a:gd name="T18" fmla="*/ 30 w 273"/>
                      <a:gd name="T19" fmla="*/ 44 h 210"/>
                      <a:gd name="T20" fmla="*/ 75 w 273"/>
                      <a:gd name="T21" fmla="*/ 43 h 210"/>
                      <a:gd name="T22" fmla="*/ 79 w 273"/>
                      <a:gd name="T23" fmla="*/ 21 h 210"/>
                      <a:gd name="T24" fmla="*/ 87 w 273"/>
                      <a:gd name="T25" fmla="*/ 7 h 210"/>
                      <a:gd name="T26" fmla="*/ 95 w 273"/>
                      <a:gd name="T27" fmla="*/ 2 h 210"/>
                      <a:gd name="T28" fmla="*/ 101 w 273"/>
                      <a:gd name="T29" fmla="*/ 0 h 210"/>
                      <a:gd name="T30" fmla="*/ 174 w 273"/>
                      <a:gd name="T31" fmla="*/ 0 h 210"/>
                      <a:gd name="T32" fmla="*/ 189 w 273"/>
                      <a:gd name="T33" fmla="*/ 4 h 210"/>
                      <a:gd name="T34" fmla="*/ 199 w 273"/>
                      <a:gd name="T35" fmla="*/ 15 h 210"/>
                      <a:gd name="T36" fmla="*/ 204 w 273"/>
                      <a:gd name="T37" fmla="*/ 29 h 210"/>
                      <a:gd name="T38" fmla="*/ 245 w 273"/>
                      <a:gd name="T39" fmla="*/ 43 h 210"/>
                      <a:gd name="T40" fmla="*/ 252 w 273"/>
                      <a:gd name="T41" fmla="*/ 44 h 210"/>
                      <a:gd name="T42" fmla="*/ 263 w 273"/>
                      <a:gd name="T43" fmla="*/ 49 h 210"/>
                      <a:gd name="T44" fmla="*/ 269 w 273"/>
                      <a:gd name="T45" fmla="*/ 58 h 210"/>
                      <a:gd name="T46" fmla="*/ 273 w 273"/>
                      <a:gd name="T47" fmla="*/ 70 h 210"/>
                      <a:gd name="T48" fmla="*/ 273 w 273"/>
                      <a:gd name="T49" fmla="*/ 183 h 210"/>
                      <a:gd name="T50" fmla="*/ 271 w 273"/>
                      <a:gd name="T51" fmla="*/ 189 h 210"/>
                      <a:gd name="T52" fmla="*/ 267 w 273"/>
                      <a:gd name="T53" fmla="*/ 199 h 210"/>
                      <a:gd name="T54" fmla="*/ 259 w 273"/>
                      <a:gd name="T55" fmla="*/ 206 h 210"/>
                      <a:gd name="T56" fmla="*/ 245 w 273"/>
                      <a:gd name="T57" fmla="*/ 210 h 210"/>
                      <a:gd name="T58" fmla="*/ 245 w 273"/>
                      <a:gd name="T59" fmla="*/ 210 h 210"/>
                      <a:gd name="T60" fmla="*/ 15 w 273"/>
                      <a:gd name="T61" fmla="*/ 183 h 210"/>
                      <a:gd name="T62" fmla="*/ 16 w 273"/>
                      <a:gd name="T63" fmla="*/ 189 h 210"/>
                      <a:gd name="T64" fmla="*/ 17 w 273"/>
                      <a:gd name="T65" fmla="*/ 193 h 210"/>
                      <a:gd name="T66" fmla="*/ 27 w 273"/>
                      <a:gd name="T67" fmla="*/ 195 h 210"/>
                      <a:gd name="T68" fmla="*/ 245 w 273"/>
                      <a:gd name="T69" fmla="*/ 195 h 210"/>
                      <a:gd name="T70" fmla="*/ 252 w 273"/>
                      <a:gd name="T71" fmla="*/ 193 h 210"/>
                      <a:gd name="T72" fmla="*/ 258 w 273"/>
                      <a:gd name="T73" fmla="*/ 186 h 210"/>
                      <a:gd name="T74" fmla="*/ 258 w 273"/>
                      <a:gd name="T75" fmla="*/ 71 h 210"/>
                      <a:gd name="T76" fmla="*/ 258 w 273"/>
                      <a:gd name="T77" fmla="*/ 67 h 210"/>
                      <a:gd name="T78" fmla="*/ 252 w 273"/>
                      <a:gd name="T79" fmla="*/ 59 h 210"/>
                      <a:gd name="T80" fmla="*/ 245 w 273"/>
                      <a:gd name="T81" fmla="*/ 58 h 210"/>
                      <a:gd name="T82" fmla="*/ 194 w 273"/>
                      <a:gd name="T83" fmla="*/ 51 h 210"/>
                      <a:gd name="T84" fmla="*/ 194 w 273"/>
                      <a:gd name="T85" fmla="*/ 44 h 210"/>
                      <a:gd name="T86" fmla="*/ 188 w 273"/>
                      <a:gd name="T87" fmla="*/ 26 h 210"/>
                      <a:gd name="T88" fmla="*/ 181 w 273"/>
                      <a:gd name="T89" fmla="*/ 17 h 210"/>
                      <a:gd name="T90" fmla="*/ 101 w 273"/>
                      <a:gd name="T91" fmla="*/ 15 h 210"/>
                      <a:gd name="T92" fmla="*/ 99 w 273"/>
                      <a:gd name="T93" fmla="*/ 17 h 210"/>
                      <a:gd name="T94" fmla="*/ 93 w 273"/>
                      <a:gd name="T95" fmla="*/ 26 h 210"/>
                      <a:gd name="T96" fmla="*/ 90 w 273"/>
                      <a:gd name="T97" fmla="*/ 40 h 210"/>
                      <a:gd name="T98" fmla="*/ 90 w 273"/>
                      <a:gd name="T99" fmla="*/ 58 h 210"/>
                      <a:gd name="T100" fmla="*/ 30 w 273"/>
                      <a:gd name="T101" fmla="*/ 58 h 210"/>
                      <a:gd name="T102" fmla="*/ 22 w 273"/>
                      <a:gd name="T103" fmla="*/ 60 h 210"/>
                      <a:gd name="T104" fmla="*/ 16 w 273"/>
                      <a:gd name="T105" fmla="*/ 64 h 210"/>
                      <a:gd name="T106" fmla="*/ 15 w 273"/>
                      <a:gd name="T107" fmla="*/ 73 h 210"/>
                      <a:gd name="T108" fmla="*/ 15 w 273"/>
                      <a:gd name="T109" fmla="*/ 183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3" h="210">
                        <a:moveTo>
                          <a:pt x="245" y="210"/>
                        </a:moveTo>
                        <a:lnTo>
                          <a:pt x="27" y="210"/>
                        </a:lnTo>
                        <a:lnTo>
                          <a:pt x="27" y="210"/>
                        </a:lnTo>
                        <a:lnTo>
                          <a:pt x="22" y="209"/>
                        </a:lnTo>
                        <a:lnTo>
                          <a:pt x="16" y="208"/>
                        </a:lnTo>
                        <a:lnTo>
                          <a:pt x="11" y="205"/>
                        </a:lnTo>
                        <a:lnTo>
                          <a:pt x="7" y="202"/>
                        </a:lnTo>
                        <a:lnTo>
                          <a:pt x="7" y="202"/>
                        </a:lnTo>
                        <a:lnTo>
                          <a:pt x="2" y="195"/>
                        </a:lnTo>
                        <a:lnTo>
                          <a:pt x="1" y="190"/>
                        </a:lnTo>
                        <a:lnTo>
                          <a:pt x="0" y="182"/>
                        </a:lnTo>
                        <a:lnTo>
                          <a:pt x="0" y="73"/>
                        </a:lnTo>
                        <a:lnTo>
                          <a:pt x="0" y="73"/>
                        </a:lnTo>
                        <a:lnTo>
                          <a:pt x="1" y="66"/>
                        </a:lnTo>
                        <a:lnTo>
                          <a:pt x="4" y="59"/>
                        </a:lnTo>
                        <a:lnTo>
                          <a:pt x="7" y="53"/>
                        </a:lnTo>
                        <a:lnTo>
                          <a:pt x="11" y="49"/>
                        </a:lnTo>
                        <a:lnTo>
                          <a:pt x="16" y="47"/>
                        </a:lnTo>
                        <a:lnTo>
                          <a:pt x="20" y="45"/>
                        </a:lnTo>
                        <a:lnTo>
                          <a:pt x="30" y="44"/>
                        </a:lnTo>
                        <a:lnTo>
                          <a:pt x="75" y="43"/>
                        </a:lnTo>
                        <a:lnTo>
                          <a:pt x="75" y="43"/>
                        </a:lnTo>
                        <a:lnTo>
                          <a:pt x="76" y="30"/>
                        </a:lnTo>
                        <a:lnTo>
                          <a:pt x="79" y="21"/>
                        </a:lnTo>
                        <a:lnTo>
                          <a:pt x="83" y="12"/>
                        </a:lnTo>
                        <a:lnTo>
                          <a:pt x="87" y="7"/>
                        </a:lnTo>
                        <a:lnTo>
                          <a:pt x="91" y="4"/>
                        </a:lnTo>
                        <a:lnTo>
                          <a:pt x="95" y="2"/>
                        </a:lnTo>
                        <a:lnTo>
                          <a:pt x="99" y="0"/>
                        </a:lnTo>
                        <a:lnTo>
                          <a:pt x="101" y="0"/>
                        </a:lnTo>
                        <a:lnTo>
                          <a:pt x="174" y="0"/>
                        </a:lnTo>
                        <a:lnTo>
                          <a:pt x="174" y="0"/>
                        </a:lnTo>
                        <a:lnTo>
                          <a:pt x="183" y="2"/>
                        </a:lnTo>
                        <a:lnTo>
                          <a:pt x="189" y="4"/>
                        </a:lnTo>
                        <a:lnTo>
                          <a:pt x="195" y="10"/>
                        </a:lnTo>
                        <a:lnTo>
                          <a:pt x="199" y="15"/>
                        </a:lnTo>
                        <a:lnTo>
                          <a:pt x="203" y="22"/>
                        </a:lnTo>
                        <a:lnTo>
                          <a:pt x="204" y="29"/>
                        </a:lnTo>
                        <a:lnTo>
                          <a:pt x="207" y="43"/>
                        </a:lnTo>
                        <a:lnTo>
                          <a:pt x="245" y="43"/>
                        </a:lnTo>
                        <a:lnTo>
                          <a:pt x="245" y="43"/>
                        </a:lnTo>
                        <a:lnTo>
                          <a:pt x="252" y="44"/>
                        </a:lnTo>
                        <a:lnTo>
                          <a:pt x="258" y="45"/>
                        </a:lnTo>
                        <a:lnTo>
                          <a:pt x="263" y="49"/>
                        </a:lnTo>
                        <a:lnTo>
                          <a:pt x="266" y="53"/>
                        </a:lnTo>
                        <a:lnTo>
                          <a:pt x="269" y="58"/>
                        </a:lnTo>
                        <a:lnTo>
                          <a:pt x="271" y="62"/>
                        </a:lnTo>
                        <a:lnTo>
                          <a:pt x="273" y="70"/>
                        </a:lnTo>
                        <a:lnTo>
                          <a:pt x="273" y="70"/>
                        </a:lnTo>
                        <a:lnTo>
                          <a:pt x="273" y="183"/>
                        </a:lnTo>
                        <a:lnTo>
                          <a:pt x="273" y="183"/>
                        </a:lnTo>
                        <a:lnTo>
                          <a:pt x="271" y="189"/>
                        </a:lnTo>
                        <a:lnTo>
                          <a:pt x="270" y="195"/>
                        </a:lnTo>
                        <a:lnTo>
                          <a:pt x="267" y="199"/>
                        </a:lnTo>
                        <a:lnTo>
                          <a:pt x="263" y="204"/>
                        </a:lnTo>
                        <a:lnTo>
                          <a:pt x="259" y="206"/>
                        </a:lnTo>
                        <a:lnTo>
                          <a:pt x="254" y="208"/>
                        </a:lnTo>
                        <a:lnTo>
                          <a:pt x="245" y="210"/>
                        </a:lnTo>
                        <a:lnTo>
                          <a:pt x="245" y="210"/>
                        </a:lnTo>
                        <a:lnTo>
                          <a:pt x="245" y="210"/>
                        </a:lnTo>
                        <a:close/>
                        <a:moveTo>
                          <a:pt x="15" y="183"/>
                        </a:moveTo>
                        <a:lnTo>
                          <a:pt x="15" y="183"/>
                        </a:lnTo>
                        <a:lnTo>
                          <a:pt x="15" y="186"/>
                        </a:lnTo>
                        <a:lnTo>
                          <a:pt x="16" y="189"/>
                        </a:lnTo>
                        <a:lnTo>
                          <a:pt x="17" y="193"/>
                        </a:lnTo>
                        <a:lnTo>
                          <a:pt x="17" y="193"/>
                        </a:lnTo>
                        <a:lnTo>
                          <a:pt x="22" y="194"/>
                        </a:lnTo>
                        <a:lnTo>
                          <a:pt x="27" y="195"/>
                        </a:lnTo>
                        <a:lnTo>
                          <a:pt x="245" y="195"/>
                        </a:lnTo>
                        <a:lnTo>
                          <a:pt x="245" y="195"/>
                        </a:lnTo>
                        <a:lnTo>
                          <a:pt x="248" y="194"/>
                        </a:lnTo>
                        <a:lnTo>
                          <a:pt x="252" y="193"/>
                        </a:lnTo>
                        <a:lnTo>
                          <a:pt x="256" y="189"/>
                        </a:lnTo>
                        <a:lnTo>
                          <a:pt x="258" y="186"/>
                        </a:lnTo>
                        <a:lnTo>
                          <a:pt x="258" y="183"/>
                        </a:lnTo>
                        <a:lnTo>
                          <a:pt x="258" y="71"/>
                        </a:lnTo>
                        <a:lnTo>
                          <a:pt x="258" y="71"/>
                        </a:lnTo>
                        <a:lnTo>
                          <a:pt x="258" y="67"/>
                        </a:lnTo>
                        <a:lnTo>
                          <a:pt x="256" y="63"/>
                        </a:lnTo>
                        <a:lnTo>
                          <a:pt x="252" y="59"/>
                        </a:lnTo>
                        <a:lnTo>
                          <a:pt x="249" y="58"/>
                        </a:lnTo>
                        <a:lnTo>
                          <a:pt x="245" y="58"/>
                        </a:lnTo>
                        <a:lnTo>
                          <a:pt x="194" y="58"/>
                        </a:lnTo>
                        <a:lnTo>
                          <a:pt x="194" y="51"/>
                        </a:lnTo>
                        <a:lnTo>
                          <a:pt x="194" y="51"/>
                        </a:lnTo>
                        <a:lnTo>
                          <a:pt x="194" y="44"/>
                        </a:lnTo>
                        <a:lnTo>
                          <a:pt x="191" y="33"/>
                        </a:lnTo>
                        <a:lnTo>
                          <a:pt x="188" y="26"/>
                        </a:lnTo>
                        <a:lnTo>
                          <a:pt x="185" y="21"/>
                        </a:lnTo>
                        <a:lnTo>
                          <a:pt x="181" y="17"/>
                        </a:lnTo>
                        <a:lnTo>
                          <a:pt x="174" y="15"/>
                        </a:lnTo>
                        <a:lnTo>
                          <a:pt x="101" y="15"/>
                        </a:lnTo>
                        <a:lnTo>
                          <a:pt x="101" y="15"/>
                        </a:lnTo>
                        <a:lnTo>
                          <a:pt x="99" y="17"/>
                        </a:lnTo>
                        <a:lnTo>
                          <a:pt x="95" y="22"/>
                        </a:lnTo>
                        <a:lnTo>
                          <a:pt x="93" y="26"/>
                        </a:lnTo>
                        <a:lnTo>
                          <a:pt x="91" y="32"/>
                        </a:lnTo>
                        <a:lnTo>
                          <a:pt x="90" y="40"/>
                        </a:lnTo>
                        <a:lnTo>
                          <a:pt x="90" y="51"/>
                        </a:lnTo>
                        <a:lnTo>
                          <a:pt x="90" y="58"/>
                        </a:lnTo>
                        <a:lnTo>
                          <a:pt x="30" y="58"/>
                        </a:lnTo>
                        <a:lnTo>
                          <a:pt x="30" y="58"/>
                        </a:lnTo>
                        <a:lnTo>
                          <a:pt x="27" y="59"/>
                        </a:lnTo>
                        <a:lnTo>
                          <a:pt x="22" y="60"/>
                        </a:lnTo>
                        <a:lnTo>
                          <a:pt x="19" y="62"/>
                        </a:lnTo>
                        <a:lnTo>
                          <a:pt x="16" y="64"/>
                        </a:lnTo>
                        <a:lnTo>
                          <a:pt x="15" y="68"/>
                        </a:lnTo>
                        <a:lnTo>
                          <a:pt x="15" y="73"/>
                        </a:lnTo>
                        <a:lnTo>
                          <a:pt x="15" y="183"/>
                        </a:lnTo>
                        <a:lnTo>
                          <a:pt x="15" y="183"/>
                        </a:lnTo>
                        <a:lnTo>
                          <a:pt x="15" y="18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08" name="Freeform 27"/>
                  <p:cNvSpPr>
                    <a:spLocks noEditPoints="1"/>
                  </p:cNvSpPr>
                  <p:nvPr/>
                </p:nvSpPr>
                <p:spPr bwMode="auto">
                  <a:xfrm>
                    <a:off x="7564438" y="1563688"/>
                    <a:ext cx="93663" cy="95250"/>
                  </a:xfrm>
                  <a:custGeom>
                    <a:avLst/>
                    <a:gdLst>
                      <a:gd name="T0" fmla="*/ 59 w 119"/>
                      <a:gd name="T1" fmla="*/ 119 h 119"/>
                      <a:gd name="T2" fmla="*/ 36 w 119"/>
                      <a:gd name="T3" fmla="*/ 115 h 119"/>
                      <a:gd name="T4" fmla="*/ 18 w 119"/>
                      <a:gd name="T5" fmla="*/ 101 h 119"/>
                      <a:gd name="T6" fmla="*/ 4 w 119"/>
                      <a:gd name="T7" fmla="*/ 82 h 119"/>
                      <a:gd name="T8" fmla="*/ 0 w 119"/>
                      <a:gd name="T9" fmla="*/ 60 h 119"/>
                      <a:gd name="T10" fmla="*/ 1 w 119"/>
                      <a:gd name="T11" fmla="*/ 48 h 119"/>
                      <a:gd name="T12" fmla="*/ 10 w 119"/>
                      <a:gd name="T13" fmla="*/ 26 h 119"/>
                      <a:gd name="T14" fmla="*/ 26 w 119"/>
                      <a:gd name="T15" fmla="*/ 11 h 119"/>
                      <a:gd name="T16" fmla="*/ 48 w 119"/>
                      <a:gd name="T17" fmla="*/ 2 h 119"/>
                      <a:gd name="T18" fmla="*/ 59 w 119"/>
                      <a:gd name="T19" fmla="*/ 0 h 119"/>
                      <a:gd name="T20" fmla="*/ 82 w 119"/>
                      <a:gd name="T21" fmla="*/ 6 h 119"/>
                      <a:gd name="T22" fmla="*/ 101 w 119"/>
                      <a:gd name="T23" fmla="*/ 18 h 119"/>
                      <a:gd name="T24" fmla="*/ 113 w 119"/>
                      <a:gd name="T25" fmla="*/ 37 h 119"/>
                      <a:gd name="T26" fmla="*/ 119 w 119"/>
                      <a:gd name="T27" fmla="*/ 60 h 119"/>
                      <a:gd name="T28" fmla="*/ 118 w 119"/>
                      <a:gd name="T29" fmla="*/ 71 h 119"/>
                      <a:gd name="T30" fmla="*/ 108 w 119"/>
                      <a:gd name="T31" fmla="*/ 93 h 119"/>
                      <a:gd name="T32" fmla="*/ 93 w 119"/>
                      <a:gd name="T33" fmla="*/ 109 h 119"/>
                      <a:gd name="T34" fmla="*/ 71 w 119"/>
                      <a:gd name="T35" fmla="*/ 118 h 119"/>
                      <a:gd name="T36" fmla="*/ 59 w 119"/>
                      <a:gd name="T37" fmla="*/ 119 h 119"/>
                      <a:gd name="T38" fmla="*/ 59 w 119"/>
                      <a:gd name="T39" fmla="*/ 17 h 119"/>
                      <a:gd name="T40" fmla="*/ 42 w 119"/>
                      <a:gd name="T41" fmla="*/ 19 h 119"/>
                      <a:gd name="T42" fmla="*/ 29 w 119"/>
                      <a:gd name="T43" fmla="*/ 29 h 119"/>
                      <a:gd name="T44" fmla="*/ 19 w 119"/>
                      <a:gd name="T45" fmla="*/ 43 h 119"/>
                      <a:gd name="T46" fmla="*/ 15 w 119"/>
                      <a:gd name="T47" fmla="*/ 60 h 119"/>
                      <a:gd name="T48" fmla="*/ 17 w 119"/>
                      <a:gd name="T49" fmla="*/ 69 h 119"/>
                      <a:gd name="T50" fmla="*/ 23 w 119"/>
                      <a:gd name="T51" fmla="*/ 84 h 119"/>
                      <a:gd name="T52" fmla="*/ 34 w 119"/>
                      <a:gd name="T53" fmla="*/ 96 h 119"/>
                      <a:gd name="T54" fmla="*/ 51 w 119"/>
                      <a:gd name="T55" fmla="*/ 103 h 119"/>
                      <a:gd name="T56" fmla="*/ 59 w 119"/>
                      <a:gd name="T57" fmla="*/ 104 h 119"/>
                      <a:gd name="T58" fmla="*/ 77 w 119"/>
                      <a:gd name="T59" fmla="*/ 100 h 119"/>
                      <a:gd name="T60" fmla="*/ 90 w 119"/>
                      <a:gd name="T61" fmla="*/ 90 h 119"/>
                      <a:gd name="T62" fmla="*/ 100 w 119"/>
                      <a:gd name="T63" fmla="*/ 77 h 119"/>
                      <a:gd name="T64" fmla="*/ 102 w 119"/>
                      <a:gd name="T65" fmla="*/ 60 h 119"/>
                      <a:gd name="T66" fmla="*/ 102 w 119"/>
                      <a:gd name="T67" fmla="*/ 51 h 119"/>
                      <a:gd name="T68" fmla="*/ 96 w 119"/>
                      <a:gd name="T69" fmla="*/ 36 h 119"/>
                      <a:gd name="T70" fmla="*/ 83 w 119"/>
                      <a:gd name="T71" fmla="*/ 24 h 119"/>
                      <a:gd name="T72" fmla="*/ 68 w 119"/>
                      <a:gd name="T73" fmla="*/ 17 h 119"/>
                      <a:gd name="T74" fmla="*/ 59 w 119"/>
                      <a:gd name="T75" fmla="*/ 1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9" h="119">
                        <a:moveTo>
                          <a:pt x="59" y="119"/>
                        </a:moveTo>
                        <a:lnTo>
                          <a:pt x="59" y="119"/>
                        </a:lnTo>
                        <a:lnTo>
                          <a:pt x="48" y="118"/>
                        </a:lnTo>
                        <a:lnTo>
                          <a:pt x="36" y="115"/>
                        </a:lnTo>
                        <a:lnTo>
                          <a:pt x="26" y="109"/>
                        </a:lnTo>
                        <a:lnTo>
                          <a:pt x="18" y="101"/>
                        </a:lnTo>
                        <a:lnTo>
                          <a:pt x="10" y="93"/>
                        </a:lnTo>
                        <a:lnTo>
                          <a:pt x="4" y="82"/>
                        </a:lnTo>
                        <a:lnTo>
                          <a:pt x="1" y="71"/>
                        </a:lnTo>
                        <a:lnTo>
                          <a:pt x="0" y="60"/>
                        </a:lnTo>
                        <a:lnTo>
                          <a:pt x="0" y="60"/>
                        </a:lnTo>
                        <a:lnTo>
                          <a:pt x="1" y="48"/>
                        </a:lnTo>
                        <a:lnTo>
                          <a:pt x="4" y="37"/>
                        </a:lnTo>
                        <a:lnTo>
                          <a:pt x="10" y="26"/>
                        </a:lnTo>
                        <a:lnTo>
                          <a:pt x="18" y="18"/>
                        </a:lnTo>
                        <a:lnTo>
                          <a:pt x="26" y="11"/>
                        </a:lnTo>
                        <a:lnTo>
                          <a:pt x="36" y="6"/>
                        </a:lnTo>
                        <a:lnTo>
                          <a:pt x="48" y="2"/>
                        </a:lnTo>
                        <a:lnTo>
                          <a:pt x="59" y="0"/>
                        </a:lnTo>
                        <a:lnTo>
                          <a:pt x="59" y="0"/>
                        </a:lnTo>
                        <a:lnTo>
                          <a:pt x="71" y="2"/>
                        </a:lnTo>
                        <a:lnTo>
                          <a:pt x="82" y="6"/>
                        </a:lnTo>
                        <a:lnTo>
                          <a:pt x="93" y="11"/>
                        </a:lnTo>
                        <a:lnTo>
                          <a:pt x="101" y="18"/>
                        </a:lnTo>
                        <a:lnTo>
                          <a:pt x="108" y="26"/>
                        </a:lnTo>
                        <a:lnTo>
                          <a:pt x="113" y="37"/>
                        </a:lnTo>
                        <a:lnTo>
                          <a:pt x="118" y="48"/>
                        </a:lnTo>
                        <a:lnTo>
                          <a:pt x="119" y="60"/>
                        </a:lnTo>
                        <a:lnTo>
                          <a:pt x="119" y="60"/>
                        </a:lnTo>
                        <a:lnTo>
                          <a:pt x="118" y="71"/>
                        </a:lnTo>
                        <a:lnTo>
                          <a:pt x="113" y="82"/>
                        </a:lnTo>
                        <a:lnTo>
                          <a:pt x="108" y="93"/>
                        </a:lnTo>
                        <a:lnTo>
                          <a:pt x="101" y="101"/>
                        </a:lnTo>
                        <a:lnTo>
                          <a:pt x="93" y="109"/>
                        </a:lnTo>
                        <a:lnTo>
                          <a:pt x="82" y="115"/>
                        </a:lnTo>
                        <a:lnTo>
                          <a:pt x="71" y="118"/>
                        </a:lnTo>
                        <a:lnTo>
                          <a:pt x="59" y="119"/>
                        </a:lnTo>
                        <a:lnTo>
                          <a:pt x="59" y="119"/>
                        </a:lnTo>
                        <a:close/>
                        <a:moveTo>
                          <a:pt x="59" y="17"/>
                        </a:moveTo>
                        <a:lnTo>
                          <a:pt x="59" y="17"/>
                        </a:lnTo>
                        <a:lnTo>
                          <a:pt x="51" y="17"/>
                        </a:lnTo>
                        <a:lnTo>
                          <a:pt x="42" y="19"/>
                        </a:lnTo>
                        <a:lnTo>
                          <a:pt x="34" y="24"/>
                        </a:lnTo>
                        <a:lnTo>
                          <a:pt x="29" y="29"/>
                        </a:lnTo>
                        <a:lnTo>
                          <a:pt x="23" y="36"/>
                        </a:lnTo>
                        <a:lnTo>
                          <a:pt x="19" y="43"/>
                        </a:lnTo>
                        <a:lnTo>
                          <a:pt x="17" y="51"/>
                        </a:lnTo>
                        <a:lnTo>
                          <a:pt x="15" y="60"/>
                        </a:lnTo>
                        <a:lnTo>
                          <a:pt x="15" y="60"/>
                        </a:lnTo>
                        <a:lnTo>
                          <a:pt x="17" y="69"/>
                        </a:lnTo>
                        <a:lnTo>
                          <a:pt x="19" y="77"/>
                        </a:lnTo>
                        <a:lnTo>
                          <a:pt x="23" y="84"/>
                        </a:lnTo>
                        <a:lnTo>
                          <a:pt x="29" y="90"/>
                        </a:lnTo>
                        <a:lnTo>
                          <a:pt x="34" y="96"/>
                        </a:lnTo>
                        <a:lnTo>
                          <a:pt x="42" y="100"/>
                        </a:lnTo>
                        <a:lnTo>
                          <a:pt x="51" y="103"/>
                        </a:lnTo>
                        <a:lnTo>
                          <a:pt x="59" y="104"/>
                        </a:lnTo>
                        <a:lnTo>
                          <a:pt x="59" y="104"/>
                        </a:lnTo>
                        <a:lnTo>
                          <a:pt x="68" y="103"/>
                        </a:lnTo>
                        <a:lnTo>
                          <a:pt x="77" y="100"/>
                        </a:lnTo>
                        <a:lnTo>
                          <a:pt x="83" y="96"/>
                        </a:lnTo>
                        <a:lnTo>
                          <a:pt x="90" y="90"/>
                        </a:lnTo>
                        <a:lnTo>
                          <a:pt x="96" y="84"/>
                        </a:lnTo>
                        <a:lnTo>
                          <a:pt x="100" y="77"/>
                        </a:lnTo>
                        <a:lnTo>
                          <a:pt x="102" y="69"/>
                        </a:lnTo>
                        <a:lnTo>
                          <a:pt x="102" y="60"/>
                        </a:lnTo>
                        <a:lnTo>
                          <a:pt x="102" y="60"/>
                        </a:lnTo>
                        <a:lnTo>
                          <a:pt x="102" y="51"/>
                        </a:lnTo>
                        <a:lnTo>
                          <a:pt x="100" y="43"/>
                        </a:lnTo>
                        <a:lnTo>
                          <a:pt x="96" y="36"/>
                        </a:lnTo>
                        <a:lnTo>
                          <a:pt x="90" y="29"/>
                        </a:lnTo>
                        <a:lnTo>
                          <a:pt x="83" y="24"/>
                        </a:lnTo>
                        <a:lnTo>
                          <a:pt x="77" y="19"/>
                        </a:lnTo>
                        <a:lnTo>
                          <a:pt x="68" y="17"/>
                        </a:lnTo>
                        <a:lnTo>
                          <a:pt x="59" y="17"/>
                        </a:lnTo>
                        <a:lnTo>
                          <a:pt x="59" y="1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09" name="Freeform 28"/>
                  <p:cNvSpPr/>
                  <p:nvPr/>
                </p:nvSpPr>
                <p:spPr bwMode="auto">
                  <a:xfrm>
                    <a:off x="7672388" y="1573213"/>
                    <a:ext cx="19050" cy="19050"/>
                  </a:xfrm>
                  <a:custGeom>
                    <a:avLst/>
                    <a:gdLst>
                      <a:gd name="T0" fmla="*/ 12 w 23"/>
                      <a:gd name="T1" fmla="*/ 23 h 23"/>
                      <a:gd name="T2" fmla="*/ 12 w 23"/>
                      <a:gd name="T3" fmla="*/ 23 h 23"/>
                      <a:gd name="T4" fmla="*/ 6 w 23"/>
                      <a:gd name="T5" fmla="*/ 21 h 23"/>
                      <a:gd name="T6" fmla="*/ 2 w 23"/>
                      <a:gd name="T7" fmla="*/ 20 h 23"/>
                      <a:gd name="T8" fmla="*/ 1 w 23"/>
                      <a:gd name="T9" fmla="*/ 16 h 23"/>
                      <a:gd name="T10" fmla="*/ 0 w 23"/>
                      <a:gd name="T11" fmla="*/ 11 h 23"/>
                      <a:gd name="T12" fmla="*/ 0 w 23"/>
                      <a:gd name="T13" fmla="*/ 11 h 23"/>
                      <a:gd name="T14" fmla="*/ 1 w 23"/>
                      <a:gd name="T15" fmla="*/ 6 h 23"/>
                      <a:gd name="T16" fmla="*/ 2 w 23"/>
                      <a:gd name="T17" fmla="*/ 2 h 23"/>
                      <a:gd name="T18" fmla="*/ 6 w 23"/>
                      <a:gd name="T19" fmla="*/ 1 h 23"/>
                      <a:gd name="T20" fmla="*/ 12 w 23"/>
                      <a:gd name="T21" fmla="*/ 0 h 23"/>
                      <a:gd name="T22" fmla="*/ 12 w 23"/>
                      <a:gd name="T23" fmla="*/ 0 h 23"/>
                      <a:gd name="T24" fmla="*/ 16 w 23"/>
                      <a:gd name="T25" fmla="*/ 1 h 23"/>
                      <a:gd name="T26" fmla="*/ 20 w 23"/>
                      <a:gd name="T27" fmla="*/ 2 h 23"/>
                      <a:gd name="T28" fmla="*/ 21 w 23"/>
                      <a:gd name="T29" fmla="*/ 6 h 23"/>
                      <a:gd name="T30" fmla="*/ 23 w 23"/>
                      <a:gd name="T31" fmla="*/ 11 h 23"/>
                      <a:gd name="T32" fmla="*/ 23 w 23"/>
                      <a:gd name="T33" fmla="*/ 11 h 23"/>
                      <a:gd name="T34" fmla="*/ 21 w 23"/>
                      <a:gd name="T35" fmla="*/ 16 h 23"/>
                      <a:gd name="T36" fmla="*/ 20 w 23"/>
                      <a:gd name="T37" fmla="*/ 20 h 23"/>
                      <a:gd name="T38" fmla="*/ 16 w 23"/>
                      <a:gd name="T39" fmla="*/ 21 h 23"/>
                      <a:gd name="T40" fmla="*/ 12 w 23"/>
                      <a:gd name="T41" fmla="*/ 23 h 23"/>
                      <a:gd name="T42" fmla="*/ 12 w 23"/>
                      <a:gd name="T43"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3">
                        <a:moveTo>
                          <a:pt x="12" y="23"/>
                        </a:moveTo>
                        <a:lnTo>
                          <a:pt x="12" y="23"/>
                        </a:lnTo>
                        <a:lnTo>
                          <a:pt x="6" y="21"/>
                        </a:lnTo>
                        <a:lnTo>
                          <a:pt x="2" y="20"/>
                        </a:lnTo>
                        <a:lnTo>
                          <a:pt x="1" y="16"/>
                        </a:lnTo>
                        <a:lnTo>
                          <a:pt x="0" y="11"/>
                        </a:lnTo>
                        <a:lnTo>
                          <a:pt x="0" y="11"/>
                        </a:lnTo>
                        <a:lnTo>
                          <a:pt x="1" y="6"/>
                        </a:lnTo>
                        <a:lnTo>
                          <a:pt x="2" y="2"/>
                        </a:lnTo>
                        <a:lnTo>
                          <a:pt x="6" y="1"/>
                        </a:lnTo>
                        <a:lnTo>
                          <a:pt x="12" y="0"/>
                        </a:lnTo>
                        <a:lnTo>
                          <a:pt x="12" y="0"/>
                        </a:lnTo>
                        <a:lnTo>
                          <a:pt x="16" y="1"/>
                        </a:lnTo>
                        <a:lnTo>
                          <a:pt x="20" y="2"/>
                        </a:lnTo>
                        <a:lnTo>
                          <a:pt x="21" y="6"/>
                        </a:lnTo>
                        <a:lnTo>
                          <a:pt x="23" y="11"/>
                        </a:lnTo>
                        <a:lnTo>
                          <a:pt x="23" y="11"/>
                        </a:lnTo>
                        <a:lnTo>
                          <a:pt x="21" y="16"/>
                        </a:lnTo>
                        <a:lnTo>
                          <a:pt x="20" y="20"/>
                        </a:lnTo>
                        <a:lnTo>
                          <a:pt x="16" y="21"/>
                        </a:lnTo>
                        <a:lnTo>
                          <a:pt x="12" y="23"/>
                        </a:lnTo>
                        <a:lnTo>
                          <a:pt x="12" y="2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grpSp>
            <p:grpSp>
              <p:nvGrpSpPr>
                <p:cNvPr id="82" name="组合 81"/>
                <p:cNvGrpSpPr/>
                <p:nvPr/>
              </p:nvGrpSpPr>
              <p:grpSpPr>
                <a:xfrm>
                  <a:off x="5524115" y="2028034"/>
                  <a:ext cx="176117" cy="307073"/>
                  <a:chOff x="5816601" y="1463675"/>
                  <a:chExt cx="123825" cy="215900"/>
                </a:xfrm>
                <a:solidFill>
                  <a:schemeClr val="accent2"/>
                </a:solidFill>
              </p:grpSpPr>
              <p:sp>
                <p:nvSpPr>
                  <p:cNvPr id="105" name="Freeform 52"/>
                  <p:cNvSpPr/>
                  <p:nvPr/>
                </p:nvSpPr>
                <p:spPr bwMode="auto">
                  <a:xfrm>
                    <a:off x="5861051" y="1600200"/>
                    <a:ext cx="34925" cy="34925"/>
                  </a:xfrm>
                  <a:custGeom>
                    <a:avLst/>
                    <a:gdLst>
                      <a:gd name="T0" fmla="*/ 23 w 45"/>
                      <a:gd name="T1" fmla="*/ 0 h 45"/>
                      <a:gd name="T2" fmla="*/ 23 w 45"/>
                      <a:gd name="T3" fmla="*/ 0 h 45"/>
                      <a:gd name="T4" fmla="*/ 18 w 45"/>
                      <a:gd name="T5" fmla="*/ 2 h 45"/>
                      <a:gd name="T6" fmla="*/ 14 w 45"/>
                      <a:gd name="T7" fmla="*/ 3 h 45"/>
                      <a:gd name="T8" fmla="*/ 11 w 45"/>
                      <a:gd name="T9" fmla="*/ 4 h 45"/>
                      <a:gd name="T10" fmla="*/ 7 w 45"/>
                      <a:gd name="T11" fmla="*/ 7 h 45"/>
                      <a:gd name="T12" fmla="*/ 4 w 45"/>
                      <a:gd name="T13" fmla="*/ 11 h 45"/>
                      <a:gd name="T14" fmla="*/ 1 w 45"/>
                      <a:gd name="T15" fmla="*/ 14 h 45"/>
                      <a:gd name="T16" fmla="*/ 1 w 45"/>
                      <a:gd name="T17" fmla="*/ 19 h 45"/>
                      <a:gd name="T18" fmla="*/ 0 w 45"/>
                      <a:gd name="T19" fmla="*/ 24 h 45"/>
                      <a:gd name="T20" fmla="*/ 0 w 45"/>
                      <a:gd name="T21" fmla="*/ 24 h 45"/>
                      <a:gd name="T22" fmla="*/ 1 w 45"/>
                      <a:gd name="T23" fmla="*/ 28 h 45"/>
                      <a:gd name="T24" fmla="*/ 1 w 45"/>
                      <a:gd name="T25" fmla="*/ 32 h 45"/>
                      <a:gd name="T26" fmla="*/ 4 w 45"/>
                      <a:gd name="T27" fmla="*/ 36 h 45"/>
                      <a:gd name="T28" fmla="*/ 7 w 45"/>
                      <a:gd name="T29" fmla="*/ 40 h 45"/>
                      <a:gd name="T30" fmla="*/ 11 w 45"/>
                      <a:gd name="T31" fmla="*/ 43 h 45"/>
                      <a:gd name="T32" fmla="*/ 14 w 45"/>
                      <a:gd name="T33" fmla="*/ 44 h 45"/>
                      <a:gd name="T34" fmla="*/ 18 w 45"/>
                      <a:gd name="T35" fmla="*/ 45 h 45"/>
                      <a:gd name="T36" fmla="*/ 23 w 45"/>
                      <a:gd name="T37" fmla="*/ 45 h 45"/>
                      <a:gd name="T38" fmla="*/ 23 w 45"/>
                      <a:gd name="T39" fmla="*/ 45 h 45"/>
                      <a:gd name="T40" fmla="*/ 27 w 45"/>
                      <a:gd name="T41" fmla="*/ 45 h 45"/>
                      <a:gd name="T42" fmla="*/ 32 w 45"/>
                      <a:gd name="T43" fmla="*/ 44 h 45"/>
                      <a:gd name="T44" fmla="*/ 36 w 45"/>
                      <a:gd name="T45" fmla="*/ 43 h 45"/>
                      <a:gd name="T46" fmla="*/ 40 w 45"/>
                      <a:gd name="T47" fmla="*/ 40 h 45"/>
                      <a:gd name="T48" fmla="*/ 42 w 45"/>
                      <a:gd name="T49" fmla="*/ 36 h 45"/>
                      <a:gd name="T50" fmla="*/ 44 w 45"/>
                      <a:gd name="T51" fmla="*/ 32 h 45"/>
                      <a:gd name="T52" fmla="*/ 45 w 45"/>
                      <a:gd name="T53" fmla="*/ 28 h 45"/>
                      <a:gd name="T54" fmla="*/ 45 w 45"/>
                      <a:gd name="T55" fmla="*/ 24 h 45"/>
                      <a:gd name="T56" fmla="*/ 45 w 45"/>
                      <a:gd name="T57" fmla="*/ 24 h 45"/>
                      <a:gd name="T58" fmla="*/ 45 w 45"/>
                      <a:gd name="T59" fmla="*/ 19 h 45"/>
                      <a:gd name="T60" fmla="*/ 44 w 45"/>
                      <a:gd name="T61" fmla="*/ 14 h 45"/>
                      <a:gd name="T62" fmla="*/ 42 w 45"/>
                      <a:gd name="T63" fmla="*/ 11 h 45"/>
                      <a:gd name="T64" fmla="*/ 40 w 45"/>
                      <a:gd name="T65" fmla="*/ 7 h 45"/>
                      <a:gd name="T66" fmla="*/ 36 w 45"/>
                      <a:gd name="T67" fmla="*/ 4 h 45"/>
                      <a:gd name="T68" fmla="*/ 32 w 45"/>
                      <a:gd name="T69" fmla="*/ 3 h 45"/>
                      <a:gd name="T70" fmla="*/ 27 w 45"/>
                      <a:gd name="T71" fmla="*/ 2 h 45"/>
                      <a:gd name="T72" fmla="*/ 23 w 45"/>
                      <a:gd name="T73" fmla="*/ 0 h 45"/>
                      <a:gd name="T74" fmla="*/ 23 w 45"/>
                      <a:gd name="T75"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3" y="0"/>
                        </a:moveTo>
                        <a:lnTo>
                          <a:pt x="23" y="0"/>
                        </a:lnTo>
                        <a:lnTo>
                          <a:pt x="18" y="2"/>
                        </a:lnTo>
                        <a:lnTo>
                          <a:pt x="14" y="3"/>
                        </a:lnTo>
                        <a:lnTo>
                          <a:pt x="11" y="4"/>
                        </a:lnTo>
                        <a:lnTo>
                          <a:pt x="7" y="7"/>
                        </a:lnTo>
                        <a:lnTo>
                          <a:pt x="4" y="11"/>
                        </a:lnTo>
                        <a:lnTo>
                          <a:pt x="1" y="14"/>
                        </a:lnTo>
                        <a:lnTo>
                          <a:pt x="1" y="19"/>
                        </a:lnTo>
                        <a:lnTo>
                          <a:pt x="0" y="24"/>
                        </a:lnTo>
                        <a:lnTo>
                          <a:pt x="0" y="24"/>
                        </a:lnTo>
                        <a:lnTo>
                          <a:pt x="1" y="28"/>
                        </a:lnTo>
                        <a:lnTo>
                          <a:pt x="1" y="32"/>
                        </a:lnTo>
                        <a:lnTo>
                          <a:pt x="4" y="36"/>
                        </a:lnTo>
                        <a:lnTo>
                          <a:pt x="7" y="40"/>
                        </a:lnTo>
                        <a:lnTo>
                          <a:pt x="11" y="43"/>
                        </a:lnTo>
                        <a:lnTo>
                          <a:pt x="14" y="44"/>
                        </a:lnTo>
                        <a:lnTo>
                          <a:pt x="18" y="45"/>
                        </a:lnTo>
                        <a:lnTo>
                          <a:pt x="23" y="45"/>
                        </a:lnTo>
                        <a:lnTo>
                          <a:pt x="23" y="45"/>
                        </a:lnTo>
                        <a:lnTo>
                          <a:pt x="27" y="45"/>
                        </a:lnTo>
                        <a:lnTo>
                          <a:pt x="32" y="44"/>
                        </a:lnTo>
                        <a:lnTo>
                          <a:pt x="36" y="43"/>
                        </a:lnTo>
                        <a:lnTo>
                          <a:pt x="40" y="40"/>
                        </a:lnTo>
                        <a:lnTo>
                          <a:pt x="42" y="36"/>
                        </a:lnTo>
                        <a:lnTo>
                          <a:pt x="44" y="32"/>
                        </a:lnTo>
                        <a:lnTo>
                          <a:pt x="45" y="28"/>
                        </a:lnTo>
                        <a:lnTo>
                          <a:pt x="45" y="24"/>
                        </a:lnTo>
                        <a:lnTo>
                          <a:pt x="45" y="24"/>
                        </a:lnTo>
                        <a:lnTo>
                          <a:pt x="45" y="19"/>
                        </a:lnTo>
                        <a:lnTo>
                          <a:pt x="44" y="14"/>
                        </a:lnTo>
                        <a:lnTo>
                          <a:pt x="42" y="11"/>
                        </a:lnTo>
                        <a:lnTo>
                          <a:pt x="40" y="7"/>
                        </a:lnTo>
                        <a:lnTo>
                          <a:pt x="36" y="4"/>
                        </a:lnTo>
                        <a:lnTo>
                          <a:pt x="32" y="3"/>
                        </a:lnTo>
                        <a:lnTo>
                          <a:pt x="27" y="2"/>
                        </a:lnTo>
                        <a:lnTo>
                          <a:pt x="23" y="0"/>
                        </a:lnTo>
                        <a:lnTo>
                          <a:pt x="23"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06" name="Freeform 53"/>
                  <p:cNvSpPr>
                    <a:spLocks noEditPoints="1"/>
                  </p:cNvSpPr>
                  <p:nvPr/>
                </p:nvSpPr>
                <p:spPr bwMode="auto">
                  <a:xfrm>
                    <a:off x="5816601" y="1463675"/>
                    <a:ext cx="123825" cy="215900"/>
                  </a:xfrm>
                  <a:custGeom>
                    <a:avLst/>
                    <a:gdLst>
                      <a:gd name="T0" fmla="*/ 19 w 155"/>
                      <a:gd name="T1" fmla="*/ 0 h 271"/>
                      <a:gd name="T2" fmla="*/ 10 w 155"/>
                      <a:gd name="T3" fmla="*/ 1 h 271"/>
                      <a:gd name="T4" fmla="*/ 1 w 155"/>
                      <a:gd name="T5" fmla="*/ 11 h 271"/>
                      <a:gd name="T6" fmla="*/ 0 w 155"/>
                      <a:gd name="T7" fmla="*/ 252 h 271"/>
                      <a:gd name="T8" fmla="*/ 1 w 155"/>
                      <a:gd name="T9" fmla="*/ 259 h 271"/>
                      <a:gd name="T10" fmla="*/ 10 w 155"/>
                      <a:gd name="T11" fmla="*/ 270 h 271"/>
                      <a:gd name="T12" fmla="*/ 136 w 155"/>
                      <a:gd name="T13" fmla="*/ 271 h 271"/>
                      <a:gd name="T14" fmla="*/ 143 w 155"/>
                      <a:gd name="T15" fmla="*/ 270 h 271"/>
                      <a:gd name="T16" fmla="*/ 154 w 155"/>
                      <a:gd name="T17" fmla="*/ 259 h 271"/>
                      <a:gd name="T18" fmla="*/ 155 w 155"/>
                      <a:gd name="T19" fmla="*/ 18 h 271"/>
                      <a:gd name="T20" fmla="*/ 154 w 155"/>
                      <a:gd name="T21" fmla="*/ 11 h 271"/>
                      <a:gd name="T22" fmla="*/ 143 w 155"/>
                      <a:gd name="T23" fmla="*/ 1 h 271"/>
                      <a:gd name="T24" fmla="*/ 136 w 155"/>
                      <a:gd name="T25" fmla="*/ 0 h 271"/>
                      <a:gd name="T26" fmla="*/ 77 w 155"/>
                      <a:gd name="T27" fmla="*/ 252 h 271"/>
                      <a:gd name="T28" fmla="*/ 54 w 155"/>
                      <a:gd name="T29" fmla="*/ 247 h 271"/>
                      <a:gd name="T30" fmla="*/ 36 w 155"/>
                      <a:gd name="T31" fmla="*/ 234 h 271"/>
                      <a:gd name="T32" fmla="*/ 23 w 155"/>
                      <a:gd name="T33" fmla="*/ 217 h 271"/>
                      <a:gd name="T34" fmla="*/ 19 w 155"/>
                      <a:gd name="T35" fmla="*/ 194 h 271"/>
                      <a:gd name="T36" fmla="*/ 20 w 155"/>
                      <a:gd name="T37" fmla="*/ 181 h 271"/>
                      <a:gd name="T38" fmla="*/ 28 w 155"/>
                      <a:gd name="T39" fmla="*/ 161 h 271"/>
                      <a:gd name="T40" fmla="*/ 45 w 155"/>
                      <a:gd name="T41" fmla="*/ 144 h 271"/>
                      <a:gd name="T42" fmla="*/ 65 w 155"/>
                      <a:gd name="T43" fmla="*/ 136 h 271"/>
                      <a:gd name="T44" fmla="*/ 77 w 155"/>
                      <a:gd name="T45" fmla="*/ 135 h 271"/>
                      <a:gd name="T46" fmla="*/ 99 w 155"/>
                      <a:gd name="T47" fmla="*/ 140 h 271"/>
                      <a:gd name="T48" fmla="*/ 118 w 155"/>
                      <a:gd name="T49" fmla="*/ 153 h 271"/>
                      <a:gd name="T50" fmla="*/ 131 w 155"/>
                      <a:gd name="T51" fmla="*/ 170 h 271"/>
                      <a:gd name="T52" fmla="*/ 135 w 155"/>
                      <a:gd name="T53" fmla="*/ 194 h 271"/>
                      <a:gd name="T54" fmla="*/ 135 w 155"/>
                      <a:gd name="T55" fmla="*/ 204 h 271"/>
                      <a:gd name="T56" fmla="*/ 125 w 155"/>
                      <a:gd name="T57" fmla="*/ 226 h 271"/>
                      <a:gd name="T58" fmla="*/ 110 w 155"/>
                      <a:gd name="T59" fmla="*/ 241 h 271"/>
                      <a:gd name="T60" fmla="*/ 88 w 155"/>
                      <a:gd name="T61" fmla="*/ 251 h 271"/>
                      <a:gd name="T62" fmla="*/ 77 w 155"/>
                      <a:gd name="T63" fmla="*/ 252 h 271"/>
                      <a:gd name="T64" fmla="*/ 135 w 155"/>
                      <a:gd name="T65" fmla="*/ 102 h 271"/>
                      <a:gd name="T66" fmla="*/ 132 w 155"/>
                      <a:gd name="T67" fmla="*/ 112 h 271"/>
                      <a:gd name="T68" fmla="*/ 121 w 155"/>
                      <a:gd name="T69" fmla="*/ 116 h 271"/>
                      <a:gd name="T70" fmla="*/ 32 w 155"/>
                      <a:gd name="T71" fmla="*/ 116 h 271"/>
                      <a:gd name="T72" fmla="*/ 23 w 155"/>
                      <a:gd name="T73" fmla="*/ 112 h 271"/>
                      <a:gd name="T74" fmla="*/ 19 w 155"/>
                      <a:gd name="T75" fmla="*/ 102 h 271"/>
                      <a:gd name="T76" fmla="*/ 19 w 155"/>
                      <a:gd name="T77" fmla="*/ 33 h 271"/>
                      <a:gd name="T78" fmla="*/ 23 w 155"/>
                      <a:gd name="T79" fmla="*/ 23 h 271"/>
                      <a:gd name="T80" fmla="*/ 32 w 155"/>
                      <a:gd name="T81" fmla="*/ 19 h 271"/>
                      <a:gd name="T82" fmla="*/ 121 w 155"/>
                      <a:gd name="T83" fmla="*/ 19 h 271"/>
                      <a:gd name="T84" fmla="*/ 132 w 155"/>
                      <a:gd name="T85" fmla="*/ 23 h 271"/>
                      <a:gd name="T86" fmla="*/ 135 w 155"/>
                      <a:gd name="T87" fmla="*/ 33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5" h="271">
                        <a:moveTo>
                          <a:pt x="136" y="0"/>
                        </a:moveTo>
                        <a:lnTo>
                          <a:pt x="19" y="0"/>
                        </a:lnTo>
                        <a:lnTo>
                          <a:pt x="19" y="0"/>
                        </a:lnTo>
                        <a:lnTo>
                          <a:pt x="10" y="1"/>
                        </a:lnTo>
                        <a:lnTo>
                          <a:pt x="5" y="5"/>
                        </a:lnTo>
                        <a:lnTo>
                          <a:pt x="1" y="11"/>
                        </a:lnTo>
                        <a:lnTo>
                          <a:pt x="0" y="18"/>
                        </a:lnTo>
                        <a:lnTo>
                          <a:pt x="0" y="252"/>
                        </a:lnTo>
                        <a:lnTo>
                          <a:pt x="0" y="252"/>
                        </a:lnTo>
                        <a:lnTo>
                          <a:pt x="1" y="259"/>
                        </a:lnTo>
                        <a:lnTo>
                          <a:pt x="5" y="266"/>
                        </a:lnTo>
                        <a:lnTo>
                          <a:pt x="10" y="270"/>
                        </a:lnTo>
                        <a:lnTo>
                          <a:pt x="19" y="271"/>
                        </a:lnTo>
                        <a:lnTo>
                          <a:pt x="136" y="271"/>
                        </a:lnTo>
                        <a:lnTo>
                          <a:pt x="136" y="271"/>
                        </a:lnTo>
                        <a:lnTo>
                          <a:pt x="143" y="270"/>
                        </a:lnTo>
                        <a:lnTo>
                          <a:pt x="150" y="266"/>
                        </a:lnTo>
                        <a:lnTo>
                          <a:pt x="154" y="259"/>
                        </a:lnTo>
                        <a:lnTo>
                          <a:pt x="155" y="252"/>
                        </a:lnTo>
                        <a:lnTo>
                          <a:pt x="155" y="18"/>
                        </a:lnTo>
                        <a:lnTo>
                          <a:pt x="155" y="18"/>
                        </a:lnTo>
                        <a:lnTo>
                          <a:pt x="154" y="11"/>
                        </a:lnTo>
                        <a:lnTo>
                          <a:pt x="150" y="5"/>
                        </a:lnTo>
                        <a:lnTo>
                          <a:pt x="143" y="1"/>
                        </a:lnTo>
                        <a:lnTo>
                          <a:pt x="136" y="0"/>
                        </a:lnTo>
                        <a:lnTo>
                          <a:pt x="136" y="0"/>
                        </a:lnTo>
                        <a:close/>
                        <a:moveTo>
                          <a:pt x="77" y="252"/>
                        </a:moveTo>
                        <a:lnTo>
                          <a:pt x="77" y="252"/>
                        </a:lnTo>
                        <a:lnTo>
                          <a:pt x="65" y="251"/>
                        </a:lnTo>
                        <a:lnTo>
                          <a:pt x="54" y="247"/>
                        </a:lnTo>
                        <a:lnTo>
                          <a:pt x="45" y="241"/>
                        </a:lnTo>
                        <a:lnTo>
                          <a:pt x="36" y="234"/>
                        </a:lnTo>
                        <a:lnTo>
                          <a:pt x="28" y="226"/>
                        </a:lnTo>
                        <a:lnTo>
                          <a:pt x="23" y="217"/>
                        </a:lnTo>
                        <a:lnTo>
                          <a:pt x="20" y="204"/>
                        </a:lnTo>
                        <a:lnTo>
                          <a:pt x="19" y="194"/>
                        </a:lnTo>
                        <a:lnTo>
                          <a:pt x="19" y="194"/>
                        </a:lnTo>
                        <a:lnTo>
                          <a:pt x="20" y="181"/>
                        </a:lnTo>
                        <a:lnTo>
                          <a:pt x="23" y="170"/>
                        </a:lnTo>
                        <a:lnTo>
                          <a:pt x="28" y="161"/>
                        </a:lnTo>
                        <a:lnTo>
                          <a:pt x="36" y="153"/>
                        </a:lnTo>
                        <a:lnTo>
                          <a:pt x="45" y="144"/>
                        </a:lnTo>
                        <a:lnTo>
                          <a:pt x="54" y="140"/>
                        </a:lnTo>
                        <a:lnTo>
                          <a:pt x="65" y="136"/>
                        </a:lnTo>
                        <a:lnTo>
                          <a:pt x="77" y="135"/>
                        </a:lnTo>
                        <a:lnTo>
                          <a:pt x="77" y="135"/>
                        </a:lnTo>
                        <a:lnTo>
                          <a:pt x="88" y="136"/>
                        </a:lnTo>
                        <a:lnTo>
                          <a:pt x="99" y="140"/>
                        </a:lnTo>
                        <a:lnTo>
                          <a:pt x="110" y="144"/>
                        </a:lnTo>
                        <a:lnTo>
                          <a:pt x="118" y="153"/>
                        </a:lnTo>
                        <a:lnTo>
                          <a:pt x="125" y="161"/>
                        </a:lnTo>
                        <a:lnTo>
                          <a:pt x="131" y="170"/>
                        </a:lnTo>
                        <a:lnTo>
                          <a:pt x="135" y="181"/>
                        </a:lnTo>
                        <a:lnTo>
                          <a:pt x="135" y="194"/>
                        </a:lnTo>
                        <a:lnTo>
                          <a:pt x="135" y="194"/>
                        </a:lnTo>
                        <a:lnTo>
                          <a:pt x="135" y="204"/>
                        </a:lnTo>
                        <a:lnTo>
                          <a:pt x="131" y="217"/>
                        </a:lnTo>
                        <a:lnTo>
                          <a:pt x="125" y="226"/>
                        </a:lnTo>
                        <a:lnTo>
                          <a:pt x="118" y="234"/>
                        </a:lnTo>
                        <a:lnTo>
                          <a:pt x="110" y="241"/>
                        </a:lnTo>
                        <a:lnTo>
                          <a:pt x="99" y="247"/>
                        </a:lnTo>
                        <a:lnTo>
                          <a:pt x="88" y="251"/>
                        </a:lnTo>
                        <a:lnTo>
                          <a:pt x="77" y="252"/>
                        </a:lnTo>
                        <a:lnTo>
                          <a:pt x="77" y="252"/>
                        </a:lnTo>
                        <a:close/>
                        <a:moveTo>
                          <a:pt x="135" y="102"/>
                        </a:moveTo>
                        <a:lnTo>
                          <a:pt x="135" y="102"/>
                        </a:lnTo>
                        <a:lnTo>
                          <a:pt x="135" y="108"/>
                        </a:lnTo>
                        <a:lnTo>
                          <a:pt x="132" y="112"/>
                        </a:lnTo>
                        <a:lnTo>
                          <a:pt x="126" y="114"/>
                        </a:lnTo>
                        <a:lnTo>
                          <a:pt x="121" y="116"/>
                        </a:lnTo>
                        <a:lnTo>
                          <a:pt x="32" y="116"/>
                        </a:lnTo>
                        <a:lnTo>
                          <a:pt x="32" y="116"/>
                        </a:lnTo>
                        <a:lnTo>
                          <a:pt x="27" y="114"/>
                        </a:lnTo>
                        <a:lnTo>
                          <a:pt x="23" y="112"/>
                        </a:lnTo>
                        <a:lnTo>
                          <a:pt x="20" y="108"/>
                        </a:lnTo>
                        <a:lnTo>
                          <a:pt x="19" y="102"/>
                        </a:lnTo>
                        <a:lnTo>
                          <a:pt x="19" y="33"/>
                        </a:lnTo>
                        <a:lnTo>
                          <a:pt x="19" y="33"/>
                        </a:lnTo>
                        <a:lnTo>
                          <a:pt x="20" y="27"/>
                        </a:lnTo>
                        <a:lnTo>
                          <a:pt x="23" y="23"/>
                        </a:lnTo>
                        <a:lnTo>
                          <a:pt x="27" y="20"/>
                        </a:lnTo>
                        <a:lnTo>
                          <a:pt x="32" y="19"/>
                        </a:lnTo>
                        <a:lnTo>
                          <a:pt x="121" y="19"/>
                        </a:lnTo>
                        <a:lnTo>
                          <a:pt x="121" y="19"/>
                        </a:lnTo>
                        <a:lnTo>
                          <a:pt x="126" y="20"/>
                        </a:lnTo>
                        <a:lnTo>
                          <a:pt x="132" y="23"/>
                        </a:lnTo>
                        <a:lnTo>
                          <a:pt x="135" y="27"/>
                        </a:lnTo>
                        <a:lnTo>
                          <a:pt x="135" y="33"/>
                        </a:lnTo>
                        <a:lnTo>
                          <a:pt x="135" y="10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grpSp>
            <p:sp>
              <p:nvSpPr>
                <p:cNvPr id="83" name="Freeform 54"/>
                <p:cNvSpPr>
                  <a:spLocks noEditPoints="1"/>
                </p:cNvSpPr>
                <p:nvPr/>
              </p:nvSpPr>
              <p:spPr bwMode="auto">
                <a:xfrm>
                  <a:off x="5349567" y="3047666"/>
                  <a:ext cx="164827" cy="304815"/>
                </a:xfrm>
                <a:custGeom>
                  <a:avLst/>
                  <a:gdLst>
                    <a:gd name="T0" fmla="*/ 23 w 144"/>
                    <a:gd name="T1" fmla="*/ 0 h 270"/>
                    <a:gd name="T2" fmla="*/ 19 w 144"/>
                    <a:gd name="T3" fmla="*/ 0 h 270"/>
                    <a:gd name="T4" fmla="*/ 11 w 144"/>
                    <a:gd name="T5" fmla="*/ 3 h 270"/>
                    <a:gd name="T6" fmla="*/ 4 w 144"/>
                    <a:gd name="T7" fmla="*/ 9 h 270"/>
                    <a:gd name="T8" fmla="*/ 1 w 144"/>
                    <a:gd name="T9" fmla="*/ 18 h 270"/>
                    <a:gd name="T10" fmla="*/ 0 w 144"/>
                    <a:gd name="T11" fmla="*/ 248 h 270"/>
                    <a:gd name="T12" fmla="*/ 1 w 144"/>
                    <a:gd name="T13" fmla="*/ 252 h 270"/>
                    <a:gd name="T14" fmla="*/ 4 w 144"/>
                    <a:gd name="T15" fmla="*/ 260 h 270"/>
                    <a:gd name="T16" fmla="*/ 11 w 144"/>
                    <a:gd name="T17" fmla="*/ 266 h 270"/>
                    <a:gd name="T18" fmla="*/ 19 w 144"/>
                    <a:gd name="T19" fmla="*/ 270 h 270"/>
                    <a:gd name="T20" fmla="*/ 122 w 144"/>
                    <a:gd name="T21" fmla="*/ 270 h 270"/>
                    <a:gd name="T22" fmla="*/ 127 w 144"/>
                    <a:gd name="T23" fmla="*/ 270 h 270"/>
                    <a:gd name="T24" fmla="*/ 135 w 144"/>
                    <a:gd name="T25" fmla="*/ 266 h 270"/>
                    <a:gd name="T26" fmla="*/ 140 w 144"/>
                    <a:gd name="T27" fmla="*/ 260 h 270"/>
                    <a:gd name="T28" fmla="*/ 144 w 144"/>
                    <a:gd name="T29" fmla="*/ 252 h 270"/>
                    <a:gd name="T30" fmla="*/ 144 w 144"/>
                    <a:gd name="T31" fmla="*/ 22 h 270"/>
                    <a:gd name="T32" fmla="*/ 144 w 144"/>
                    <a:gd name="T33" fmla="*/ 18 h 270"/>
                    <a:gd name="T34" fmla="*/ 140 w 144"/>
                    <a:gd name="T35" fmla="*/ 9 h 270"/>
                    <a:gd name="T36" fmla="*/ 135 w 144"/>
                    <a:gd name="T37" fmla="*/ 3 h 270"/>
                    <a:gd name="T38" fmla="*/ 127 w 144"/>
                    <a:gd name="T39" fmla="*/ 0 h 270"/>
                    <a:gd name="T40" fmla="*/ 122 w 144"/>
                    <a:gd name="T41" fmla="*/ 0 h 270"/>
                    <a:gd name="T42" fmla="*/ 86 w 144"/>
                    <a:gd name="T43" fmla="*/ 18 h 270"/>
                    <a:gd name="T44" fmla="*/ 90 w 144"/>
                    <a:gd name="T45" fmla="*/ 19 h 270"/>
                    <a:gd name="T46" fmla="*/ 90 w 144"/>
                    <a:gd name="T47" fmla="*/ 22 h 270"/>
                    <a:gd name="T48" fmla="*/ 86 w 144"/>
                    <a:gd name="T49" fmla="*/ 26 h 270"/>
                    <a:gd name="T50" fmla="*/ 58 w 144"/>
                    <a:gd name="T51" fmla="*/ 26 h 270"/>
                    <a:gd name="T52" fmla="*/ 54 w 144"/>
                    <a:gd name="T53" fmla="*/ 22 h 270"/>
                    <a:gd name="T54" fmla="*/ 56 w 144"/>
                    <a:gd name="T55" fmla="*/ 19 h 270"/>
                    <a:gd name="T56" fmla="*/ 58 w 144"/>
                    <a:gd name="T57" fmla="*/ 18 h 270"/>
                    <a:gd name="T58" fmla="*/ 72 w 144"/>
                    <a:gd name="T59" fmla="*/ 262 h 270"/>
                    <a:gd name="T60" fmla="*/ 62 w 144"/>
                    <a:gd name="T61" fmla="*/ 258 h 270"/>
                    <a:gd name="T62" fmla="*/ 58 w 144"/>
                    <a:gd name="T63" fmla="*/ 248 h 270"/>
                    <a:gd name="T64" fmla="*/ 60 w 144"/>
                    <a:gd name="T65" fmla="*/ 243 h 270"/>
                    <a:gd name="T66" fmla="*/ 66 w 144"/>
                    <a:gd name="T67" fmla="*/ 234 h 270"/>
                    <a:gd name="T68" fmla="*/ 72 w 144"/>
                    <a:gd name="T69" fmla="*/ 234 h 270"/>
                    <a:gd name="T70" fmla="*/ 81 w 144"/>
                    <a:gd name="T71" fmla="*/ 239 h 270"/>
                    <a:gd name="T72" fmla="*/ 86 w 144"/>
                    <a:gd name="T73" fmla="*/ 248 h 270"/>
                    <a:gd name="T74" fmla="*/ 84 w 144"/>
                    <a:gd name="T75" fmla="*/ 252 h 270"/>
                    <a:gd name="T76" fmla="*/ 77 w 144"/>
                    <a:gd name="T77" fmla="*/ 260 h 270"/>
                    <a:gd name="T78" fmla="*/ 72 w 144"/>
                    <a:gd name="T79" fmla="*/ 262 h 270"/>
                    <a:gd name="T80" fmla="*/ 9 w 144"/>
                    <a:gd name="T81" fmla="*/ 225 h 270"/>
                    <a:gd name="T82" fmla="*/ 136 w 144"/>
                    <a:gd name="T83" fmla="*/ 45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270">
                      <a:moveTo>
                        <a:pt x="122" y="0"/>
                      </a:moveTo>
                      <a:lnTo>
                        <a:pt x="23" y="0"/>
                      </a:lnTo>
                      <a:lnTo>
                        <a:pt x="23" y="0"/>
                      </a:lnTo>
                      <a:lnTo>
                        <a:pt x="19" y="0"/>
                      </a:lnTo>
                      <a:lnTo>
                        <a:pt x="13" y="1"/>
                      </a:lnTo>
                      <a:lnTo>
                        <a:pt x="11" y="3"/>
                      </a:lnTo>
                      <a:lnTo>
                        <a:pt x="6" y="5"/>
                      </a:lnTo>
                      <a:lnTo>
                        <a:pt x="4" y="9"/>
                      </a:lnTo>
                      <a:lnTo>
                        <a:pt x="2" y="13"/>
                      </a:lnTo>
                      <a:lnTo>
                        <a:pt x="1" y="18"/>
                      </a:lnTo>
                      <a:lnTo>
                        <a:pt x="0" y="22"/>
                      </a:lnTo>
                      <a:lnTo>
                        <a:pt x="0" y="248"/>
                      </a:lnTo>
                      <a:lnTo>
                        <a:pt x="0" y="248"/>
                      </a:lnTo>
                      <a:lnTo>
                        <a:pt x="1" y="252"/>
                      </a:lnTo>
                      <a:lnTo>
                        <a:pt x="2" y="256"/>
                      </a:lnTo>
                      <a:lnTo>
                        <a:pt x="4" y="260"/>
                      </a:lnTo>
                      <a:lnTo>
                        <a:pt x="6" y="263"/>
                      </a:lnTo>
                      <a:lnTo>
                        <a:pt x="11" y="266"/>
                      </a:lnTo>
                      <a:lnTo>
                        <a:pt x="13" y="269"/>
                      </a:lnTo>
                      <a:lnTo>
                        <a:pt x="19" y="270"/>
                      </a:lnTo>
                      <a:lnTo>
                        <a:pt x="23" y="270"/>
                      </a:lnTo>
                      <a:lnTo>
                        <a:pt x="122" y="270"/>
                      </a:lnTo>
                      <a:lnTo>
                        <a:pt x="122" y="270"/>
                      </a:lnTo>
                      <a:lnTo>
                        <a:pt x="127" y="270"/>
                      </a:lnTo>
                      <a:lnTo>
                        <a:pt x="131" y="269"/>
                      </a:lnTo>
                      <a:lnTo>
                        <a:pt x="135" y="266"/>
                      </a:lnTo>
                      <a:lnTo>
                        <a:pt x="137" y="263"/>
                      </a:lnTo>
                      <a:lnTo>
                        <a:pt x="140" y="260"/>
                      </a:lnTo>
                      <a:lnTo>
                        <a:pt x="143" y="256"/>
                      </a:lnTo>
                      <a:lnTo>
                        <a:pt x="144" y="252"/>
                      </a:lnTo>
                      <a:lnTo>
                        <a:pt x="144" y="248"/>
                      </a:lnTo>
                      <a:lnTo>
                        <a:pt x="144" y="22"/>
                      </a:lnTo>
                      <a:lnTo>
                        <a:pt x="144" y="22"/>
                      </a:lnTo>
                      <a:lnTo>
                        <a:pt x="144" y="18"/>
                      </a:lnTo>
                      <a:lnTo>
                        <a:pt x="143" y="13"/>
                      </a:lnTo>
                      <a:lnTo>
                        <a:pt x="140" y="9"/>
                      </a:lnTo>
                      <a:lnTo>
                        <a:pt x="137" y="5"/>
                      </a:lnTo>
                      <a:lnTo>
                        <a:pt x="135" y="3"/>
                      </a:lnTo>
                      <a:lnTo>
                        <a:pt x="131" y="1"/>
                      </a:lnTo>
                      <a:lnTo>
                        <a:pt x="127" y="0"/>
                      </a:lnTo>
                      <a:lnTo>
                        <a:pt x="122" y="0"/>
                      </a:lnTo>
                      <a:lnTo>
                        <a:pt x="122" y="0"/>
                      </a:lnTo>
                      <a:close/>
                      <a:moveTo>
                        <a:pt x="58" y="18"/>
                      </a:moveTo>
                      <a:lnTo>
                        <a:pt x="86" y="18"/>
                      </a:lnTo>
                      <a:lnTo>
                        <a:pt x="86" y="18"/>
                      </a:lnTo>
                      <a:lnTo>
                        <a:pt x="90" y="19"/>
                      </a:lnTo>
                      <a:lnTo>
                        <a:pt x="90" y="22"/>
                      </a:lnTo>
                      <a:lnTo>
                        <a:pt x="90" y="22"/>
                      </a:lnTo>
                      <a:lnTo>
                        <a:pt x="90" y="24"/>
                      </a:lnTo>
                      <a:lnTo>
                        <a:pt x="86" y="26"/>
                      </a:lnTo>
                      <a:lnTo>
                        <a:pt x="58" y="26"/>
                      </a:lnTo>
                      <a:lnTo>
                        <a:pt x="58" y="26"/>
                      </a:lnTo>
                      <a:lnTo>
                        <a:pt x="56" y="24"/>
                      </a:lnTo>
                      <a:lnTo>
                        <a:pt x="54" y="22"/>
                      </a:lnTo>
                      <a:lnTo>
                        <a:pt x="54" y="22"/>
                      </a:lnTo>
                      <a:lnTo>
                        <a:pt x="56" y="19"/>
                      </a:lnTo>
                      <a:lnTo>
                        <a:pt x="58" y="18"/>
                      </a:lnTo>
                      <a:lnTo>
                        <a:pt x="58" y="18"/>
                      </a:lnTo>
                      <a:close/>
                      <a:moveTo>
                        <a:pt x="72" y="262"/>
                      </a:moveTo>
                      <a:lnTo>
                        <a:pt x="72" y="262"/>
                      </a:lnTo>
                      <a:lnTo>
                        <a:pt x="66" y="260"/>
                      </a:lnTo>
                      <a:lnTo>
                        <a:pt x="62" y="258"/>
                      </a:lnTo>
                      <a:lnTo>
                        <a:pt x="60" y="252"/>
                      </a:lnTo>
                      <a:lnTo>
                        <a:pt x="58" y="248"/>
                      </a:lnTo>
                      <a:lnTo>
                        <a:pt x="58" y="248"/>
                      </a:lnTo>
                      <a:lnTo>
                        <a:pt x="60" y="243"/>
                      </a:lnTo>
                      <a:lnTo>
                        <a:pt x="62" y="239"/>
                      </a:lnTo>
                      <a:lnTo>
                        <a:pt x="66" y="234"/>
                      </a:lnTo>
                      <a:lnTo>
                        <a:pt x="72" y="234"/>
                      </a:lnTo>
                      <a:lnTo>
                        <a:pt x="72" y="234"/>
                      </a:lnTo>
                      <a:lnTo>
                        <a:pt x="77" y="234"/>
                      </a:lnTo>
                      <a:lnTo>
                        <a:pt x="81" y="239"/>
                      </a:lnTo>
                      <a:lnTo>
                        <a:pt x="84" y="243"/>
                      </a:lnTo>
                      <a:lnTo>
                        <a:pt x="86" y="248"/>
                      </a:lnTo>
                      <a:lnTo>
                        <a:pt x="86" y="248"/>
                      </a:lnTo>
                      <a:lnTo>
                        <a:pt x="84" y="252"/>
                      </a:lnTo>
                      <a:lnTo>
                        <a:pt x="81" y="258"/>
                      </a:lnTo>
                      <a:lnTo>
                        <a:pt x="77" y="260"/>
                      </a:lnTo>
                      <a:lnTo>
                        <a:pt x="72" y="262"/>
                      </a:lnTo>
                      <a:lnTo>
                        <a:pt x="72" y="262"/>
                      </a:lnTo>
                      <a:close/>
                      <a:moveTo>
                        <a:pt x="136" y="225"/>
                      </a:moveTo>
                      <a:lnTo>
                        <a:pt x="9" y="225"/>
                      </a:lnTo>
                      <a:lnTo>
                        <a:pt x="9" y="45"/>
                      </a:lnTo>
                      <a:lnTo>
                        <a:pt x="136" y="45"/>
                      </a:lnTo>
                      <a:lnTo>
                        <a:pt x="136" y="225"/>
                      </a:lnTo>
                      <a:close/>
                    </a:path>
                  </a:pathLst>
                </a:custGeom>
                <a:solidFill>
                  <a:schemeClr val="bg1"/>
                </a:solidFill>
                <a:ln>
                  <a:noFill/>
                </a:ln>
              </p:spPr>
              <p:txBody>
                <a:bodyPr vert="horz" wrap="square" lIns="68580" tIns="34290" rIns="68580" bIns="3429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grpSp>
              <p:nvGrpSpPr>
                <p:cNvPr id="84" name="组合 83"/>
                <p:cNvGrpSpPr/>
                <p:nvPr/>
              </p:nvGrpSpPr>
              <p:grpSpPr>
                <a:xfrm>
                  <a:off x="3464118" y="2877150"/>
                  <a:ext cx="307073" cy="248371"/>
                  <a:chOff x="5337176" y="1504950"/>
                  <a:chExt cx="215900" cy="174626"/>
                </a:xfrm>
                <a:solidFill>
                  <a:schemeClr val="accent2"/>
                </a:solidFill>
              </p:grpSpPr>
              <p:sp>
                <p:nvSpPr>
                  <p:cNvPr id="102" name="Freeform 90"/>
                  <p:cNvSpPr>
                    <a:spLocks noEditPoints="1"/>
                  </p:cNvSpPr>
                  <p:nvPr/>
                </p:nvSpPr>
                <p:spPr bwMode="auto">
                  <a:xfrm>
                    <a:off x="5337176" y="1617663"/>
                    <a:ext cx="215900" cy="61913"/>
                  </a:xfrm>
                  <a:custGeom>
                    <a:avLst/>
                    <a:gdLst>
                      <a:gd name="T0" fmla="*/ 272 w 273"/>
                      <a:gd name="T1" fmla="*/ 66 h 79"/>
                      <a:gd name="T2" fmla="*/ 272 w 273"/>
                      <a:gd name="T3" fmla="*/ 66 h 79"/>
                      <a:gd name="T4" fmla="*/ 266 w 273"/>
                      <a:gd name="T5" fmla="*/ 55 h 79"/>
                      <a:gd name="T6" fmla="*/ 255 w 273"/>
                      <a:gd name="T7" fmla="*/ 36 h 79"/>
                      <a:gd name="T8" fmla="*/ 233 w 273"/>
                      <a:gd name="T9" fmla="*/ 2 h 79"/>
                      <a:gd name="T10" fmla="*/ 233 w 273"/>
                      <a:gd name="T11" fmla="*/ 2 h 79"/>
                      <a:gd name="T12" fmla="*/ 232 w 273"/>
                      <a:gd name="T13" fmla="*/ 0 h 79"/>
                      <a:gd name="T14" fmla="*/ 231 w 273"/>
                      <a:gd name="T15" fmla="*/ 0 h 79"/>
                      <a:gd name="T16" fmla="*/ 44 w 273"/>
                      <a:gd name="T17" fmla="*/ 0 h 79"/>
                      <a:gd name="T18" fmla="*/ 44 w 273"/>
                      <a:gd name="T19" fmla="*/ 0 h 79"/>
                      <a:gd name="T20" fmla="*/ 41 w 273"/>
                      <a:gd name="T21" fmla="*/ 0 h 79"/>
                      <a:gd name="T22" fmla="*/ 39 w 273"/>
                      <a:gd name="T23" fmla="*/ 2 h 79"/>
                      <a:gd name="T24" fmla="*/ 39 w 273"/>
                      <a:gd name="T25" fmla="*/ 2 h 79"/>
                      <a:gd name="T26" fmla="*/ 18 w 273"/>
                      <a:gd name="T27" fmla="*/ 36 h 79"/>
                      <a:gd name="T28" fmla="*/ 7 w 273"/>
                      <a:gd name="T29" fmla="*/ 55 h 79"/>
                      <a:gd name="T30" fmla="*/ 1 w 273"/>
                      <a:gd name="T31" fmla="*/ 66 h 79"/>
                      <a:gd name="T32" fmla="*/ 1 w 273"/>
                      <a:gd name="T33" fmla="*/ 66 h 79"/>
                      <a:gd name="T34" fmla="*/ 0 w 273"/>
                      <a:gd name="T35" fmla="*/ 71 h 79"/>
                      <a:gd name="T36" fmla="*/ 1 w 273"/>
                      <a:gd name="T37" fmla="*/ 74 h 79"/>
                      <a:gd name="T38" fmla="*/ 1 w 273"/>
                      <a:gd name="T39" fmla="*/ 74 h 79"/>
                      <a:gd name="T40" fmla="*/ 4 w 273"/>
                      <a:gd name="T41" fmla="*/ 77 h 79"/>
                      <a:gd name="T42" fmla="*/ 8 w 273"/>
                      <a:gd name="T43" fmla="*/ 78 h 79"/>
                      <a:gd name="T44" fmla="*/ 19 w 273"/>
                      <a:gd name="T45" fmla="*/ 79 h 79"/>
                      <a:gd name="T46" fmla="*/ 255 w 273"/>
                      <a:gd name="T47" fmla="*/ 79 h 79"/>
                      <a:gd name="T48" fmla="*/ 255 w 273"/>
                      <a:gd name="T49" fmla="*/ 79 h 79"/>
                      <a:gd name="T50" fmla="*/ 266 w 273"/>
                      <a:gd name="T51" fmla="*/ 78 h 79"/>
                      <a:gd name="T52" fmla="*/ 269 w 273"/>
                      <a:gd name="T53" fmla="*/ 77 h 79"/>
                      <a:gd name="T54" fmla="*/ 272 w 273"/>
                      <a:gd name="T55" fmla="*/ 74 h 79"/>
                      <a:gd name="T56" fmla="*/ 272 w 273"/>
                      <a:gd name="T57" fmla="*/ 74 h 79"/>
                      <a:gd name="T58" fmla="*/ 273 w 273"/>
                      <a:gd name="T59" fmla="*/ 71 h 79"/>
                      <a:gd name="T60" fmla="*/ 272 w 273"/>
                      <a:gd name="T61" fmla="*/ 66 h 79"/>
                      <a:gd name="T62" fmla="*/ 272 w 273"/>
                      <a:gd name="T63" fmla="*/ 66 h 79"/>
                      <a:gd name="T64" fmla="*/ 266 w 273"/>
                      <a:gd name="T65" fmla="*/ 70 h 79"/>
                      <a:gd name="T66" fmla="*/ 266 w 273"/>
                      <a:gd name="T67" fmla="*/ 70 h 79"/>
                      <a:gd name="T68" fmla="*/ 263 w 273"/>
                      <a:gd name="T69" fmla="*/ 71 h 79"/>
                      <a:gd name="T70" fmla="*/ 255 w 273"/>
                      <a:gd name="T71" fmla="*/ 71 h 79"/>
                      <a:gd name="T72" fmla="*/ 19 w 273"/>
                      <a:gd name="T73" fmla="*/ 71 h 79"/>
                      <a:gd name="T74" fmla="*/ 19 w 273"/>
                      <a:gd name="T75" fmla="*/ 71 h 79"/>
                      <a:gd name="T76" fmla="*/ 9 w 273"/>
                      <a:gd name="T77" fmla="*/ 71 h 79"/>
                      <a:gd name="T78" fmla="*/ 8 w 273"/>
                      <a:gd name="T79" fmla="*/ 70 h 79"/>
                      <a:gd name="T80" fmla="*/ 8 w 273"/>
                      <a:gd name="T81" fmla="*/ 70 h 79"/>
                      <a:gd name="T82" fmla="*/ 8 w 273"/>
                      <a:gd name="T83" fmla="*/ 68 h 79"/>
                      <a:gd name="T84" fmla="*/ 8 w 273"/>
                      <a:gd name="T85" fmla="*/ 68 h 79"/>
                      <a:gd name="T86" fmla="*/ 8 w 273"/>
                      <a:gd name="T87" fmla="*/ 68 h 79"/>
                      <a:gd name="T88" fmla="*/ 8 w 273"/>
                      <a:gd name="T89" fmla="*/ 68 h 79"/>
                      <a:gd name="T90" fmla="*/ 15 w 273"/>
                      <a:gd name="T91" fmla="*/ 53 h 79"/>
                      <a:gd name="T92" fmla="*/ 31 w 273"/>
                      <a:gd name="T93" fmla="*/ 29 h 79"/>
                      <a:gd name="T94" fmla="*/ 241 w 273"/>
                      <a:gd name="T95" fmla="*/ 29 h 79"/>
                      <a:gd name="T96" fmla="*/ 241 w 273"/>
                      <a:gd name="T97" fmla="*/ 29 h 79"/>
                      <a:gd name="T98" fmla="*/ 258 w 273"/>
                      <a:gd name="T99" fmla="*/ 53 h 79"/>
                      <a:gd name="T100" fmla="*/ 265 w 273"/>
                      <a:gd name="T101" fmla="*/ 68 h 79"/>
                      <a:gd name="T102" fmla="*/ 265 w 273"/>
                      <a:gd name="T103" fmla="*/ 68 h 79"/>
                      <a:gd name="T104" fmla="*/ 265 w 273"/>
                      <a:gd name="T105" fmla="*/ 68 h 79"/>
                      <a:gd name="T106" fmla="*/ 265 w 273"/>
                      <a:gd name="T107" fmla="*/ 68 h 79"/>
                      <a:gd name="T108" fmla="*/ 266 w 273"/>
                      <a:gd name="T109" fmla="*/ 70 h 79"/>
                      <a:gd name="T110" fmla="*/ 266 w 273"/>
                      <a:gd name="T111" fmla="*/ 7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73" h="79">
                        <a:moveTo>
                          <a:pt x="272" y="66"/>
                        </a:moveTo>
                        <a:lnTo>
                          <a:pt x="272" y="66"/>
                        </a:lnTo>
                        <a:lnTo>
                          <a:pt x="266" y="55"/>
                        </a:lnTo>
                        <a:lnTo>
                          <a:pt x="255" y="36"/>
                        </a:lnTo>
                        <a:lnTo>
                          <a:pt x="233" y="2"/>
                        </a:lnTo>
                        <a:lnTo>
                          <a:pt x="233" y="2"/>
                        </a:lnTo>
                        <a:lnTo>
                          <a:pt x="232" y="0"/>
                        </a:lnTo>
                        <a:lnTo>
                          <a:pt x="231" y="0"/>
                        </a:lnTo>
                        <a:lnTo>
                          <a:pt x="44" y="0"/>
                        </a:lnTo>
                        <a:lnTo>
                          <a:pt x="44" y="0"/>
                        </a:lnTo>
                        <a:lnTo>
                          <a:pt x="41" y="0"/>
                        </a:lnTo>
                        <a:lnTo>
                          <a:pt x="39" y="2"/>
                        </a:lnTo>
                        <a:lnTo>
                          <a:pt x="39" y="2"/>
                        </a:lnTo>
                        <a:lnTo>
                          <a:pt x="18" y="36"/>
                        </a:lnTo>
                        <a:lnTo>
                          <a:pt x="7" y="55"/>
                        </a:lnTo>
                        <a:lnTo>
                          <a:pt x="1" y="66"/>
                        </a:lnTo>
                        <a:lnTo>
                          <a:pt x="1" y="66"/>
                        </a:lnTo>
                        <a:lnTo>
                          <a:pt x="0" y="71"/>
                        </a:lnTo>
                        <a:lnTo>
                          <a:pt x="1" y="74"/>
                        </a:lnTo>
                        <a:lnTo>
                          <a:pt x="1" y="74"/>
                        </a:lnTo>
                        <a:lnTo>
                          <a:pt x="4" y="77"/>
                        </a:lnTo>
                        <a:lnTo>
                          <a:pt x="8" y="78"/>
                        </a:lnTo>
                        <a:lnTo>
                          <a:pt x="19" y="79"/>
                        </a:lnTo>
                        <a:lnTo>
                          <a:pt x="255" y="79"/>
                        </a:lnTo>
                        <a:lnTo>
                          <a:pt x="255" y="79"/>
                        </a:lnTo>
                        <a:lnTo>
                          <a:pt x="266" y="78"/>
                        </a:lnTo>
                        <a:lnTo>
                          <a:pt x="269" y="77"/>
                        </a:lnTo>
                        <a:lnTo>
                          <a:pt x="272" y="74"/>
                        </a:lnTo>
                        <a:lnTo>
                          <a:pt x="272" y="74"/>
                        </a:lnTo>
                        <a:lnTo>
                          <a:pt x="273" y="71"/>
                        </a:lnTo>
                        <a:lnTo>
                          <a:pt x="272" y="66"/>
                        </a:lnTo>
                        <a:lnTo>
                          <a:pt x="272" y="66"/>
                        </a:lnTo>
                        <a:close/>
                        <a:moveTo>
                          <a:pt x="266" y="70"/>
                        </a:moveTo>
                        <a:lnTo>
                          <a:pt x="266" y="70"/>
                        </a:lnTo>
                        <a:lnTo>
                          <a:pt x="263" y="71"/>
                        </a:lnTo>
                        <a:lnTo>
                          <a:pt x="255" y="71"/>
                        </a:lnTo>
                        <a:lnTo>
                          <a:pt x="19" y="71"/>
                        </a:lnTo>
                        <a:lnTo>
                          <a:pt x="19" y="71"/>
                        </a:lnTo>
                        <a:lnTo>
                          <a:pt x="9" y="71"/>
                        </a:lnTo>
                        <a:lnTo>
                          <a:pt x="8" y="70"/>
                        </a:lnTo>
                        <a:lnTo>
                          <a:pt x="8" y="70"/>
                        </a:lnTo>
                        <a:lnTo>
                          <a:pt x="8" y="68"/>
                        </a:lnTo>
                        <a:lnTo>
                          <a:pt x="8" y="68"/>
                        </a:lnTo>
                        <a:lnTo>
                          <a:pt x="8" y="68"/>
                        </a:lnTo>
                        <a:lnTo>
                          <a:pt x="8" y="68"/>
                        </a:lnTo>
                        <a:lnTo>
                          <a:pt x="15" y="53"/>
                        </a:lnTo>
                        <a:lnTo>
                          <a:pt x="31" y="29"/>
                        </a:lnTo>
                        <a:lnTo>
                          <a:pt x="241" y="29"/>
                        </a:lnTo>
                        <a:lnTo>
                          <a:pt x="241" y="29"/>
                        </a:lnTo>
                        <a:lnTo>
                          <a:pt x="258" y="53"/>
                        </a:lnTo>
                        <a:lnTo>
                          <a:pt x="265" y="68"/>
                        </a:lnTo>
                        <a:lnTo>
                          <a:pt x="265" y="68"/>
                        </a:lnTo>
                        <a:lnTo>
                          <a:pt x="265" y="68"/>
                        </a:lnTo>
                        <a:lnTo>
                          <a:pt x="265" y="68"/>
                        </a:lnTo>
                        <a:lnTo>
                          <a:pt x="266" y="70"/>
                        </a:lnTo>
                        <a:lnTo>
                          <a:pt x="266" y="7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03" name="Freeform 91"/>
                  <p:cNvSpPr/>
                  <p:nvPr/>
                </p:nvSpPr>
                <p:spPr bwMode="auto">
                  <a:xfrm>
                    <a:off x="5434013" y="1646238"/>
                    <a:ext cx="23813" cy="15875"/>
                  </a:xfrm>
                  <a:custGeom>
                    <a:avLst/>
                    <a:gdLst>
                      <a:gd name="T0" fmla="*/ 29 w 32"/>
                      <a:gd name="T1" fmla="*/ 0 h 21"/>
                      <a:gd name="T2" fmla="*/ 3 w 32"/>
                      <a:gd name="T3" fmla="*/ 0 h 21"/>
                      <a:gd name="T4" fmla="*/ 3 w 32"/>
                      <a:gd name="T5" fmla="*/ 0 h 21"/>
                      <a:gd name="T6" fmla="*/ 0 w 32"/>
                      <a:gd name="T7" fmla="*/ 1 h 21"/>
                      <a:gd name="T8" fmla="*/ 0 w 32"/>
                      <a:gd name="T9" fmla="*/ 3 h 21"/>
                      <a:gd name="T10" fmla="*/ 0 w 32"/>
                      <a:gd name="T11" fmla="*/ 19 h 21"/>
                      <a:gd name="T12" fmla="*/ 0 w 32"/>
                      <a:gd name="T13" fmla="*/ 19 h 21"/>
                      <a:gd name="T14" fmla="*/ 0 w 32"/>
                      <a:gd name="T15" fmla="*/ 21 h 21"/>
                      <a:gd name="T16" fmla="*/ 3 w 32"/>
                      <a:gd name="T17" fmla="*/ 21 h 21"/>
                      <a:gd name="T18" fmla="*/ 29 w 32"/>
                      <a:gd name="T19" fmla="*/ 21 h 21"/>
                      <a:gd name="T20" fmla="*/ 29 w 32"/>
                      <a:gd name="T21" fmla="*/ 21 h 21"/>
                      <a:gd name="T22" fmla="*/ 32 w 32"/>
                      <a:gd name="T23" fmla="*/ 21 h 21"/>
                      <a:gd name="T24" fmla="*/ 32 w 32"/>
                      <a:gd name="T25" fmla="*/ 19 h 21"/>
                      <a:gd name="T26" fmla="*/ 32 w 32"/>
                      <a:gd name="T27" fmla="*/ 3 h 21"/>
                      <a:gd name="T28" fmla="*/ 32 w 32"/>
                      <a:gd name="T29" fmla="*/ 3 h 21"/>
                      <a:gd name="T30" fmla="*/ 32 w 32"/>
                      <a:gd name="T31" fmla="*/ 1 h 21"/>
                      <a:gd name="T32" fmla="*/ 29 w 32"/>
                      <a:gd name="T33" fmla="*/ 0 h 21"/>
                      <a:gd name="T34" fmla="*/ 29 w 32"/>
                      <a:gd name="T35"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 h="21">
                        <a:moveTo>
                          <a:pt x="29" y="0"/>
                        </a:moveTo>
                        <a:lnTo>
                          <a:pt x="3" y="0"/>
                        </a:lnTo>
                        <a:lnTo>
                          <a:pt x="3" y="0"/>
                        </a:lnTo>
                        <a:lnTo>
                          <a:pt x="0" y="1"/>
                        </a:lnTo>
                        <a:lnTo>
                          <a:pt x="0" y="3"/>
                        </a:lnTo>
                        <a:lnTo>
                          <a:pt x="0" y="19"/>
                        </a:lnTo>
                        <a:lnTo>
                          <a:pt x="0" y="19"/>
                        </a:lnTo>
                        <a:lnTo>
                          <a:pt x="0" y="21"/>
                        </a:lnTo>
                        <a:lnTo>
                          <a:pt x="3" y="21"/>
                        </a:lnTo>
                        <a:lnTo>
                          <a:pt x="29" y="21"/>
                        </a:lnTo>
                        <a:lnTo>
                          <a:pt x="29" y="21"/>
                        </a:lnTo>
                        <a:lnTo>
                          <a:pt x="32" y="21"/>
                        </a:lnTo>
                        <a:lnTo>
                          <a:pt x="32" y="19"/>
                        </a:lnTo>
                        <a:lnTo>
                          <a:pt x="32" y="3"/>
                        </a:lnTo>
                        <a:lnTo>
                          <a:pt x="32" y="3"/>
                        </a:lnTo>
                        <a:lnTo>
                          <a:pt x="32" y="1"/>
                        </a:lnTo>
                        <a:lnTo>
                          <a:pt x="29" y="0"/>
                        </a:lnTo>
                        <a:lnTo>
                          <a:pt x="2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04" name="Freeform 92"/>
                  <p:cNvSpPr>
                    <a:spLocks noEditPoints="1"/>
                  </p:cNvSpPr>
                  <p:nvPr/>
                </p:nvSpPr>
                <p:spPr bwMode="auto">
                  <a:xfrm>
                    <a:off x="5370513" y="1504950"/>
                    <a:ext cx="149225" cy="106363"/>
                  </a:xfrm>
                  <a:custGeom>
                    <a:avLst/>
                    <a:gdLst>
                      <a:gd name="T0" fmla="*/ 176 w 189"/>
                      <a:gd name="T1" fmla="*/ 132 h 132"/>
                      <a:gd name="T2" fmla="*/ 189 w 189"/>
                      <a:gd name="T3" fmla="*/ 132 h 132"/>
                      <a:gd name="T4" fmla="*/ 189 w 189"/>
                      <a:gd name="T5" fmla="*/ 118 h 132"/>
                      <a:gd name="T6" fmla="*/ 189 w 189"/>
                      <a:gd name="T7" fmla="*/ 118 h 132"/>
                      <a:gd name="T8" fmla="*/ 189 w 189"/>
                      <a:gd name="T9" fmla="*/ 12 h 132"/>
                      <a:gd name="T10" fmla="*/ 189 w 189"/>
                      <a:gd name="T11" fmla="*/ 12 h 132"/>
                      <a:gd name="T12" fmla="*/ 189 w 189"/>
                      <a:gd name="T13" fmla="*/ 8 h 132"/>
                      <a:gd name="T14" fmla="*/ 186 w 189"/>
                      <a:gd name="T15" fmla="*/ 2 h 132"/>
                      <a:gd name="T16" fmla="*/ 180 w 189"/>
                      <a:gd name="T17" fmla="*/ 0 h 132"/>
                      <a:gd name="T18" fmla="*/ 176 w 189"/>
                      <a:gd name="T19" fmla="*/ 0 h 132"/>
                      <a:gd name="T20" fmla="*/ 12 w 189"/>
                      <a:gd name="T21" fmla="*/ 0 h 132"/>
                      <a:gd name="T22" fmla="*/ 12 w 189"/>
                      <a:gd name="T23" fmla="*/ 0 h 132"/>
                      <a:gd name="T24" fmla="*/ 8 w 189"/>
                      <a:gd name="T25" fmla="*/ 0 h 132"/>
                      <a:gd name="T26" fmla="*/ 3 w 189"/>
                      <a:gd name="T27" fmla="*/ 2 h 132"/>
                      <a:gd name="T28" fmla="*/ 0 w 189"/>
                      <a:gd name="T29" fmla="*/ 8 h 132"/>
                      <a:gd name="T30" fmla="*/ 0 w 189"/>
                      <a:gd name="T31" fmla="*/ 12 h 132"/>
                      <a:gd name="T32" fmla="*/ 0 w 189"/>
                      <a:gd name="T33" fmla="*/ 118 h 132"/>
                      <a:gd name="T34" fmla="*/ 0 w 189"/>
                      <a:gd name="T35" fmla="*/ 118 h 132"/>
                      <a:gd name="T36" fmla="*/ 0 w 189"/>
                      <a:gd name="T37" fmla="*/ 118 h 132"/>
                      <a:gd name="T38" fmla="*/ 0 w 189"/>
                      <a:gd name="T39" fmla="*/ 132 h 132"/>
                      <a:gd name="T40" fmla="*/ 12 w 189"/>
                      <a:gd name="T41" fmla="*/ 132 h 132"/>
                      <a:gd name="T42" fmla="*/ 176 w 189"/>
                      <a:gd name="T43" fmla="*/ 132 h 132"/>
                      <a:gd name="T44" fmla="*/ 10 w 189"/>
                      <a:gd name="T45" fmla="*/ 8 h 132"/>
                      <a:gd name="T46" fmla="*/ 179 w 189"/>
                      <a:gd name="T47" fmla="*/ 8 h 132"/>
                      <a:gd name="T48" fmla="*/ 179 w 189"/>
                      <a:gd name="T49" fmla="*/ 118 h 132"/>
                      <a:gd name="T50" fmla="*/ 10 w 189"/>
                      <a:gd name="T51" fmla="*/ 118 h 132"/>
                      <a:gd name="T52" fmla="*/ 10 w 189"/>
                      <a:gd name="T53" fmla="*/ 8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9" h="132">
                        <a:moveTo>
                          <a:pt x="176" y="132"/>
                        </a:moveTo>
                        <a:lnTo>
                          <a:pt x="189" y="132"/>
                        </a:lnTo>
                        <a:lnTo>
                          <a:pt x="189" y="118"/>
                        </a:lnTo>
                        <a:lnTo>
                          <a:pt x="189" y="118"/>
                        </a:lnTo>
                        <a:lnTo>
                          <a:pt x="189" y="12"/>
                        </a:lnTo>
                        <a:lnTo>
                          <a:pt x="189" y="12"/>
                        </a:lnTo>
                        <a:lnTo>
                          <a:pt x="189" y="8"/>
                        </a:lnTo>
                        <a:lnTo>
                          <a:pt x="186" y="2"/>
                        </a:lnTo>
                        <a:lnTo>
                          <a:pt x="180" y="0"/>
                        </a:lnTo>
                        <a:lnTo>
                          <a:pt x="176" y="0"/>
                        </a:lnTo>
                        <a:lnTo>
                          <a:pt x="12" y="0"/>
                        </a:lnTo>
                        <a:lnTo>
                          <a:pt x="12" y="0"/>
                        </a:lnTo>
                        <a:lnTo>
                          <a:pt x="8" y="0"/>
                        </a:lnTo>
                        <a:lnTo>
                          <a:pt x="3" y="2"/>
                        </a:lnTo>
                        <a:lnTo>
                          <a:pt x="0" y="8"/>
                        </a:lnTo>
                        <a:lnTo>
                          <a:pt x="0" y="12"/>
                        </a:lnTo>
                        <a:lnTo>
                          <a:pt x="0" y="118"/>
                        </a:lnTo>
                        <a:lnTo>
                          <a:pt x="0" y="118"/>
                        </a:lnTo>
                        <a:lnTo>
                          <a:pt x="0" y="118"/>
                        </a:lnTo>
                        <a:lnTo>
                          <a:pt x="0" y="132"/>
                        </a:lnTo>
                        <a:lnTo>
                          <a:pt x="12" y="132"/>
                        </a:lnTo>
                        <a:lnTo>
                          <a:pt x="176" y="132"/>
                        </a:lnTo>
                        <a:close/>
                        <a:moveTo>
                          <a:pt x="10" y="8"/>
                        </a:moveTo>
                        <a:lnTo>
                          <a:pt x="179" y="8"/>
                        </a:lnTo>
                        <a:lnTo>
                          <a:pt x="179" y="118"/>
                        </a:lnTo>
                        <a:lnTo>
                          <a:pt x="10" y="118"/>
                        </a:lnTo>
                        <a:lnTo>
                          <a:pt x="10" y="8"/>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grpSp>
            <p:grpSp>
              <p:nvGrpSpPr>
                <p:cNvPr id="85" name="组合 84"/>
                <p:cNvGrpSpPr/>
                <p:nvPr/>
              </p:nvGrpSpPr>
              <p:grpSpPr>
                <a:xfrm>
                  <a:off x="4558422" y="1387159"/>
                  <a:ext cx="307073" cy="295781"/>
                  <a:chOff x="4903788" y="1471613"/>
                  <a:chExt cx="215900" cy="207963"/>
                </a:xfrm>
                <a:solidFill>
                  <a:schemeClr val="accent2"/>
                </a:solidFill>
              </p:grpSpPr>
              <p:sp>
                <p:nvSpPr>
                  <p:cNvPr id="100" name="Freeform 226"/>
                  <p:cNvSpPr>
                    <a:spLocks noEditPoints="1"/>
                  </p:cNvSpPr>
                  <p:nvPr/>
                </p:nvSpPr>
                <p:spPr bwMode="auto">
                  <a:xfrm>
                    <a:off x="4926013" y="1471613"/>
                    <a:ext cx="171450" cy="146050"/>
                  </a:xfrm>
                  <a:custGeom>
                    <a:avLst/>
                    <a:gdLst>
                      <a:gd name="T0" fmla="*/ 15 w 215"/>
                      <a:gd name="T1" fmla="*/ 164 h 183"/>
                      <a:gd name="T2" fmla="*/ 83 w 215"/>
                      <a:gd name="T3" fmla="*/ 164 h 183"/>
                      <a:gd name="T4" fmla="*/ 80 w 215"/>
                      <a:gd name="T5" fmla="*/ 183 h 183"/>
                      <a:gd name="T6" fmla="*/ 135 w 215"/>
                      <a:gd name="T7" fmla="*/ 183 h 183"/>
                      <a:gd name="T8" fmla="*/ 132 w 215"/>
                      <a:gd name="T9" fmla="*/ 164 h 183"/>
                      <a:gd name="T10" fmla="*/ 200 w 215"/>
                      <a:gd name="T11" fmla="*/ 164 h 183"/>
                      <a:gd name="T12" fmla="*/ 200 w 215"/>
                      <a:gd name="T13" fmla="*/ 164 h 183"/>
                      <a:gd name="T14" fmla="*/ 206 w 215"/>
                      <a:gd name="T15" fmla="*/ 163 h 183"/>
                      <a:gd name="T16" fmla="*/ 211 w 215"/>
                      <a:gd name="T17" fmla="*/ 160 h 183"/>
                      <a:gd name="T18" fmla="*/ 214 w 215"/>
                      <a:gd name="T19" fmla="*/ 155 h 183"/>
                      <a:gd name="T20" fmla="*/ 215 w 215"/>
                      <a:gd name="T21" fmla="*/ 149 h 183"/>
                      <a:gd name="T22" fmla="*/ 215 w 215"/>
                      <a:gd name="T23" fmla="*/ 15 h 183"/>
                      <a:gd name="T24" fmla="*/ 215 w 215"/>
                      <a:gd name="T25" fmla="*/ 15 h 183"/>
                      <a:gd name="T26" fmla="*/ 214 w 215"/>
                      <a:gd name="T27" fmla="*/ 10 h 183"/>
                      <a:gd name="T28" fmla="*/ 211 w 215"/>
                      <a:gd name="T29" fmla="*/ 4 h 183"/>
                      <a:gd name="T30" fmla="*/ 206 w 215"/>
                      <a:gd name="T31" fmla="*/ 2 h 183"/>
                      <a:gd name="T32" fmla="*/ 200 w 215"/>
                      <a:gd name="T33" fmla="*/ 0 h 183"/>
                      <a:gd name="T34" fmla="*/ 15 w 215"/>
                      <a:gd name="T35" fmla="*/ 0 h 183"/>
                      <a:gd name="T36" fmla="*/ 15 w 215"/>
                      <a:gd name="T37" fmla="*/ 0 h 183"/>
                      <a:gd name="T38" fmla="*/ 9 w 215"/>
                      <a:gd name="T39" fmla="*/ 2 h 183"/>
                      <a:gd name="T40" fmla="*/ 4 w 215"/>
                      <a:gd name="T41" fmla="*/ 4 h 183"/>
                      <a:gd name="T42" fmla="*/ 1 w 215"/>
                      <a:gd name="T43" fmla="*/ 10 h 183"/>
                      <a:gd name="T44" fmla="*/ 0 w 215"/>
                      <a:gd name="T45" fmla="*/ 15 h 183"/>
                      <a:gd name="T46" fmla="*/ 0 w 215"/>
                      <a:gd name="T47" fmla="*/ 149 h 183"/>
                      <a:gd name="T48" fmla="*/ 0 w 215"/>
                      <a:gd name="T49" fmla="*/ 149 h 183"/>
                      <a:gd name="T50" fmla="*/ 1 w 215"/>
                      <a:gd name="T51" fmla="*/ 155 h 183"/>
                      <a:gd name="T52" fmla="*/ 4 w 215"/>
                      <a:gd name="T53" fmla="*/ 160 h 183"/>
                      <a:gd name="T54" fmla="*/ 9 w 215"/>
                      <a:gd name="T55" fmla="*/ 163 h 183"/>
                      <a:gd name="T56" fmla="*/ 15 w 215"/>
                      <a:gd name="T57" fmla="*/ 164 h 183"/>
                      <a:gd name="T58" fmla="*/ 15 w 215"/>
                      <a:gd name="T59" fmla="*/ 164 h 183"/>
                      <a:gd name="T60" fmla="*/ 11 w 215"/>
                      <a:gd name="T61" fmla="*/ 10 h 183"/>
                      <a:gd name="T62" fmla="*/ 203 w 215"/>
                      <a:gd name="T63" fmla="*/ 10 h 183"/>
                      <a:gd name="T64" fmla="*/ 203 w 215"/>
                      <a:gd name="T65" fmla="*/ 149 h 183"/>
                      <a:gd name="T66" fmla="*/ 11 w 215"/>
                      <a:gd name="T67" fmla="*/ 149 h 183"/>
                      <a:gd name="T68" fmla="*/ 11 w 215"/>
                      <a:gd name="T69" fmla="*/ 1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83">
                        <a:moveTo>
                          <a:pt x="15" y="164"/>
                        </a:moveTo>
                        <a:lnTo>
                          <a:pt x="83" y="164"/>
                        </a:lnTo>
                        <a:lnTo>
                          <a:pt x="80" y="183"/>
                        </a:lnTo>
                        <a:lnTo>
                          <a:pt x="135" y="183"/>
                        </a:lnTo>
                        <a:lnTo>
                          <a:pt x="132" y="164"/>
                        </a:lnTo>
                        <a:lnTo>
                          <a:pt x="200" y="164"/>
                        </a:lnTo>
                        <a:lnTo>
                          <a:pt x="200" y="164"/>
                        </a:lnTo>
                        <a:lnTo>
                          <a:pt x="206" y="163"/>
                        </a:lnTo>
                        <a:lnTo>
                          <a:pt x="211" y="160"/>
                        </a:lnTo>
                        <a:lnTo>
                          <a:pt x="214" y="155"/>
                        </a:lnTo>
                        <a:lnTo>
                          <a:pt x="215" y="149"/>
                        </a:lnTo>
                        <a:lnTo>
                          <a:pt x="215" y="15"/>
                        </a:lnTo>
                        <a:lnTo>
                          <a:pt x="215" y="15"/>
                        </a:lnTo>
                        <a:lnTo>
                          <a:pt x="214" y="10"/>
                        </a:lnTo>
                        <a:lnTo>
                          <a:pt x="211" y="4"/>
                        </a:lnTo>
                        <a:lnTo>
                          <a:pt x="206" y="2"/>
                        </a:lnTo>
                        <a:lnTo>
                          <a:pt x="200" y="0"/>
                        </a:lnTo>
                        <a:lnTo>
                          <a:pt x="15" y="0"/>
                        </a:lnTo>
                        <a:lnTo>
                          <a:pt x="15" y="0"/>
                        </a:lnTo>
                        <a:lnTo>
                          <a:pt x="9" y="2"/>
                        </a:lnTo>
                        <a:lnTo>
                          <a:pt x="4" y="4"/>
                        </a:lnTo>
                        <a:lnTo>
                          <a:pt x="1" y="10"/>
                        </a:lnTo>
                        <a:lnTo>
                          <a:pt x="0" y="15"/>
                        </a:lnTo>
                        <a:lnTo>
                          <a:pt x="0" y="149"/>
                        </a:lnTo>
                        <a:lnTo>
                          <a:pt x="0" y="149"/>
                        </a:lnTo>
                        <a:lnTo>
                          <a:pt x="1" y="155"/>
                        </a:lnTo>
                        <a:lnTo>
                          <a:pt x="4" y="160"/>
                        </a:lnTo>
                        <a:lnTo>
                          <a:pt x="9" y="163"/>
                        </a:lnTo>
                        <a:lnTo>
                          <a:pt x="15" y="164"/>
                        </a:lnTo>
                        <a:lnTo>
                          <a:pt x="15" y="164"/>
                        </a:lnTo>
                        <a:close/>
                        <a:moveTo>
                          <a:pt x="11" y="10"/>
                        </a:moveTo>
                        <a:lnTo>
                          <a:pt x="203" y="10"/>
                        </a:lnTo>
                        <a:lnTo>
                          <a:pt x="203" y="149"/>
                        </a:lnTo>
                        <a:lnTo>
                          <a:pt x="11" y="149"/>
                        </a:lnTo>
                        <a:lnTo>
                          <a:pt x="11" y="1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01" name="Freeform 227"/>
                  <p:cNvSpPr>
                    <a:spLocks noEditPoints="1"/>
                  </p:cNvSpPr>
                  <p:nvPr/>
                </p:nvSpPr>
                <p:spPr bwMode="auto">
                  <a:xfrm>
                    <a:off x="4903788" y="1625601"/>
                    <a:ext cx="215900" cy="53975"/>
                  </a:xfrm>
                  <a:custGeom>
                    <a:avLst/>
                    <a:gdLst>
                      <a:gd name="T0" fmla="*/ 272 w 273"/>
                      <a:gd name="T1" fmla="*/ 56 h 68"/>
                      <a:gd name="T2" fmla="*/ 272 w 273"/>
                      <a:gd name="T3" fmla="*/ 56 h 68"/>
                      <a:gd name="T4" fmla="*/ 270 w 273"/>
                      <a:gd name="T5" fmla="*/ 51 h 68"/>
                      <a:gd name="T6" fmla="*/ 266 w 273"/>
                      <a:gd name="T7" fmla="*/ 45 h 68"/>
                      <a:gd name="T8" fmla="*/ 255 w 273"/>
                      <a:gd name="T9" fmla="*/ 30 h 68"/>
                      <a:gd name="T10" fmla="*/ 233 w 273"/>
                      <a:gd name="T11" fmla="*/ 1 h 68"/>
                      <a:gd name="T12" fmla="*/ 233 w 273"/>
                      <a:gd name="T13" fmla="*/ 1 h 68"/>
                      <a:gd name="T14" fmla="*/ 232 w 273"/>
                      <a:gd name="T15" fmla="*/ 1 h 68"/>
                      <a:gd name="T16" fmla="*/ 229 w 273"/>
                      <a:gd name="T17" fmla="*/ 0 h 68"/>
                      <a:gd name="T18" fmla="*/ 44 w 273"/>
                      <a:gd name="T19" fmla="*/ 0 h 68"/>
                      <a:gd name="T20" fmla="*/ 44 w 273"/>
                      <a:gd name="T21" fmla="*/ 0 h 68"/>
                      <a:gd name="T22" fmla="*/ 41 w 273"/>
                      <a:gd name="T23" fmla="*/ 1 h 68"/>
                      <a:gd name="T24" fmla="*/ 40 w 273"/>
                      <a:gd name="T25" fmla="*/ 1 h 68"/>
                      <a:gd name="T26" fmla="*/ 40 w 273"/>
                      <a:gd name="T27" fmla="*/ 1 h 68"/>
                      <a:gd name="T28" fmla="*/ 30 w 273"/>
                      <a:gd name="T29" fmla="*/ 15 h 68"/>
                      <a:gd name="T30" fmla="*/ 18 w 273"/>
                      <a:gd name="T31" fmla="*/ 30 h 68"/>
                      <a:gd name="T32" fmla="*/ 7 w 273"/>
                      <a:gd name="T33" fmla="*/ 45 h 68"/>
                      <a:gd name="T34" fmla="*/ 3 w 273"/>
                      <a:gd name="T35" fmla="*/ 51 h 68"/>
                      <a:gd name="T36" fmla="*/ 1 w 273"/>
                      <a:gd name="T37" fmla="*/ 56 h 68"/>
                      <a:gd name="T38" fmla="*/ 1 w 273"/>
                      <a:gd name="T39" fmla="*/ 56 h 68"/>
                      <a:gd name="T40" fmla="*/ 0 w 273"/>
                      <a:gd name="T41" fmla="*/ 60 h 68"/>
                      <a:gd name="T42" fmla="*/ 1 w 273"/>
                      <a:gd name="T43" fmla="*/ 63 h 68"/>
                      <a:gd name="T44" fmla="*/ 1 w 273"/>
                      <a:gd name="T45" fmla="*/ 63 h 68"/>
                      <a:gd name="T46" fmla="*/ 4 w 273"/>
                      <a:gd name="T47" fmla="*/ 66 h 68"/>
                      <a:gd name="T48" fmla="*/ 8 w 273"/>
                      <a:gd name="T49" fmla="*/ 67 h 68"/>
                      <a:gd name="T50" fmla="*/ 19 w 273"/>
                      <a:gd name="T51" fmla="*/ 68 h 68"/>
                      <a:gd name="T52" fmla="*/ 255 w 273"/>
                      <a:gd name="T53" fmla="*/ 68 h 68"/>
                      <a:gd name="T54" fmla="*/ 255 w 273"/>
                      <a:gd name="T55" fmla="*/ 68 h 68"/>
                      <a:gd name="T56" fmla="*/ 265 w 273"/>
                      <a:gd name="T57" fmla="*/ 67 h 68"/>
                      <a:gd name="T58" fmla="*/ 269 w 273"/>
                      <a:gd name="T59" fmla="*/ 66 h 68"/>
                      <a:gd name="T60" fmla="*/ 272 w 273"/>
                      <a:gd name="T61" fmla="*/ 63 h 68"/>
                      <a:gd name="T62" fmla="*/ 272 w 273"/>
                      <a:gd name="T63" fmla="*/ 63 h 68"/>
                      <a:gd name="T64" fmla="*/ 273 w 273"/>
                      <a:gd name="T65" fmla="*/ 60 h 68"/>
                      <a:gd name="T66" fmla="*/ 272 w 273"/>
                      <a:gd name="T67" fmla="*/ 56 h 68"/>
                      <a:gd name="T68" fmla="*/ 272 w 273"/>
                      <a:gd name="T69" fmla="*/ 56 h 68"/>
                      <a:gd name="T70" fmla="*/ 265 w 273"/>
                      <a:gd name="T71" fmla="*/ 59 h 68"/>
                      <a:gd name="T72" fmla="*/ 265 w 273"/>
                      <a:gd name="T73" fmla="*/ 59 h 68"/>
                      <a:gd name="T74" fmla="*/ 263 w 273"/>
                      <a:gd name="T75" fmla="*/ 60 h 68"/>
                      <a:gd name="T76" fmla="*/ 255 w 273"/>
                      <a:gd name="T77" fmla="*/ 60 h 68"/>
                      <a:gd name="T78" fmla="*/ 19 w 273"/>
                      <a:gd name="T79" fmla="*/ 60 h 68"/>
                      <a:gd name="T80" fmla="*/ 19 w 273"/>
                      <a:gd name="T81" fmla="*/ 60 h 68"/>
                      <a:gd name="T82" fmla="*/ 11 w 273"/>
                      <a:gd name="T83" fmla="*/ 60 h 68"/>
                      <a:gd name="T84" fmla="*/ 8 w 273"/>
                      <a:gd name="T85" fmla="*/ 60 h 68"/>
                      <a:gd name="T86" fmla="*/ 8 w 273"/>
                      <a:gd name="T87" fmla="*/ 60 h 68"/>
                      <a:gd name="T88" fmla="*/ 8 w 273"/>
                      <a:gd name="T89" fmla="*/ 57 h 68"/>
                      <a:gd name="T90" fmla="*/ 8 w 273"/>
                      <a:gd name="T91" fmla="*/ 57 h 68"/>
                      <a:gd name="T92" fmla="*/ 8 w 273"/>
                      <a:gd name="T93" fmla="*/ 57 h 68"/>
                      <a:gd name="T94" fmla="*/ 8 w 273"/>
                      <a:gd name="T95" fmla="*/ 57 h 68"/>
                      <a:gd name="T96" fmla="*/ 12 w 273"/>
                      <a:gd name="T97" fmla="*/ 49 h 68"/>
                      <a:gd name="T98" fmla="*/ 22 w 273"/>
                      <a:gd name="T99" fmla="*/ 36 h 68"/>
                      <a:gd name="T100" fmla="*/ 251 w 273"/>
                      <a:gd name="T101" fmla="*/ 36 h 68"/>
                      <a:gd name="T102" fmla="*/ 251 w 273"/>
                      <a:gd name="T103" fmla="*/ 36 h 68"/>
                      <a:gd name="T104" fmla="*/ 261 w 273"/>
                      <a:gd name="T105" fmla="*/ 49 h 68"/>
                      <a:gd name="T106" fmla="*/ 265 w 273"/>
                      <a:gd name="T107" fmla="*/ 57 h 68"/>
                      <a:gd name="T108" fmla="*/ 265 w 273"/>
                      <a:gd name="T109" fmla="*/ 57 h 68"/>
                      <a:gd name="T110" fmla="*/ 265 w 273"/>
                      <a:gd name="T111" fmla="*/ 57 h 68"/>
                      <a:gd name="T112" fmla="*/ 265 w 273"/>
                      <a:gd name="T113" fmla="*/ 57 h 68"/>
                      <a:gd name="T114" fmla="*/ 265 w 273"/>
                      <a:gd name="T115" fmla="*/ 59 h 68"/>
                      <a:gd name="T116" fmla="*/ 265 w 273"/>
                      <a:gd name="T117" fmla="*/ 5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3" h="68">
                        <a:moveTo>
                          <a:pt x="272" y="56"/>
                        </a:moveTo>
                        <a:lnTo>
                          <a:pt x="272" y="56"/>
                        </a:lnTo>
                        <a:lnTo>
                          <a:pt x="270" y="51"/>
                        </a:lnTo>
                        <a:lnTo>
                          <a:pt x="266" y="45"/>
                        </a:lnTo>
                        <a:lnTo>
                          <a:pt x="255" y="30"/>
                        </a:lnTo>
                        <a:lnTo>
                          <a:pt x="233" y="1"/>
                        </a:lnTo>
                        <a:lnTo>
                          <a:pt x="233" y="1"/>
                        </a:lnTo>
                        <a:lnTo>
                          <a:pt x="232" y="1"/>
                        </a:lnTo>
                        <a:lnTo>
                          <a:pt x="229" y="0"/>
                        </a:lnTo>
                        <a:lnTo>
                          <a:pt x="44" y="0"/>
                        </a:lnTo>
                        <a:lnTo>
                          <a:pt x="44" y="0"/>
                        </a:lnTo>
                        <a:lnTo>
                          <a:pt x="41" y="1"/>
                        </a:lnTo>
                        <a:lnTo>
                          <a:pt x="40" y="1"/>
                        </a:lnTo>
                        <a:lnTo>
                          <a:pt x="40" y="1"/>
                        </a:lnTo>
                        <a:lnTo>
                          <a:pt x="30" y="15"/>
                        </a:lnTo>
                        <a:lnTo>
                          <a:pt x="18" y="30"/>
                        </a:lnTo>
                        <a:lnTo>
                          <a:pt x="7" y="45"/>
                        </a:lnTo>
                        <a:lnTo>
                          <a:pt x="3" y="51"/>
                        </a:lnTo>
                        <a:lnTo>
                          <a:pt x="1" y="56"/>
                        </a:lnTo>
                        <a:lnTo>
                          <a:pt x="1" y="56"/>
                        </a:lnTo>
                        <a:lnTo>
                          <a:pt x="0" y="60"/>
                        </a:lnTo>
                        <a:lnTo>
                          <a:pt x="1" y="63"/>
                        </a:lnTo>
                        <a:lnTo>
                          <a:pt x="1" y="63"/>
                        </a:lnTo>
                        <a:lnTo>
                          <a:pt x="4" y="66"/>
                        </a:lnTo>
                        <a:lnTo>
                          <a:pt x="8" y="67"/>
                        </a:lnTo>
                        <a:lnTo>
                          <a:pt x="19" y="68"/>
                        </a:lnTo>
                        <a:lnTo>
                          <a:pt x="255" y="68"/>
                        </a:lnTo>
                        <a:lnTo>
                          <a:pt x="255" y="68"/>
                        </a:lnTo>
                        <a:lnTo>
                          <a:pt x="265" y="67"/>
                        </a:lnTo>
                        <a:lnTo>
                          <a:pt x="269" y="66"/>
                        </a:lnTo>
                        <a:lnTo>
                          <a:pt x="272" y="63"/>
                        </a:lnTo>
                        <a:lnTo>
                          <a:pt x="272" y="63"/>
                        </a:lnTo>
                        <a:lnTo>
                          <a:pt x="273" y="60"/>
                        </a:lnTo>
                        <a:lnTo>
                          <a:pt x="272" y="56"/>
                        </a:lnTo>
                        <a:lnTo>
                          <a:pt x="272" y="56"/>
                        </a:lnTo>
                        <a:close/>
                        <a:moveTo>
                          <a:pt x="265" y="59"/>
                        </a:moveTo>
                        <a:lnTo>
                          <a:pt x="265" y="59"/>
                        </a:lnTo>
                        <a:lnTo>
                          <a:pt x="263" y="60"/>
                        </a:lnTo>
                        <a:lnTo>
                          <a:pt x="255" y="60"/>
                        </a:lnTo>
                        <a:lnTo>
                          <a:pt x="19" y="60"/>
                        </a:lnTo>
                        <a:lnTo>
                          <a:pt x="19" y="60"/>
                        </a:lnTo>
                        <a:lnTo>
                          <a:pt x="11" y="60"/>
                        </a:lnTo>
                        <a:lnTo>
                          <a:pt x="8" y="60"/>
                        </a:lnTo>
                        <a:lnTo>
                          <a:pt x="8" y="60"/>
                        </a:lnTo>
                        <a:lnTo>
                          <a:pt x="8" y="57"/>
                        </a:lnTo>
                        <a:lnTo>
                          <a:pt x="8" y="57"/>
                        </a:lnTo>
                        <a:lnTo>
                          <a:pt x="8" y="57"/>
                        </a:lnTo>
                        <a:lnTo>
                          <a:pt x="8" y="57"/>
                        </a:lnTo>
                        <a:lnTo>
                          <a:pt x="12" y="49"/>
                        </a:lnTo>
                        <a:lnTo>
                          <a:pt x="22" y="36"/>
                        </a:lnTo>
                        <a:lnTo>
                          <a:pt x="251" y="36"/>
                        </a:lnTo>
                        <a:lnTo>
                          <a:pt x="251" y="36"/>
                        </a:lnTo>
                        <a:lnTo>
                          <a:pt x="261" y="49"/>
                        </a:lnTo>
                        <a:lnTo>
                          <a:pt x="265" y="57"/>
                        </a:lnTo>
                        <a:lnTo>
                          <a:pt x="265" y="57"/>
                        </a:lnTo>
                        <a:lnTo>
                          <a:pt x="265" y="57"/>
                        </a:lnTo>
                        <a:lnTo>
                          <a:pt x="265" y="57"/>
                        </a:lnTo>
                        <a:lnTo>
                          <a:pt x="265" y="59"/>
                        </a:lnTo>
                        <a:lnTo>
                          <a:pt x="265" y="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dirty="0">
                      <a:solidFill>
                        <a:schemeClr val="bg1">
                          <a:lumMod val="50000"/>
                        </a:schemeClr>
                      </a:solidFill>
                      <a:latin typeface="印品黑体" panose="00000500000000000000" pitchFamily="2" charset="-122"/>
                      <a:ea typeface="印品黑体" panose="00000500000000000000" pitchFamily="2" charset="-122"/>
                    </a:endParaRPr>
                  </a:p>
                </p:txBody>
              </p:sp>
            </p:grpSp>
          </p:grpSp>
        </p:grpSp>
        <p:grpSp>
          <p:nvGrpSpPr>
            <p:cNvPr id="49" name="组合 48"/>
            <p:cNvGrpSpPr/>
            <p:nvPr/>
          </p:nvGrpSpPr>
          <p:grpSpPr>
            <a:xfrm>
              <a:off x="6937366" y="2658594"/>
              <a:ext cx="1019698" cy="2677952"/>
              <a:chOff x="5257568" y="1228009"/>
              <a:chExt cx="1019698" cy="2677952"/>
            </a:xfrm>
          </p:grpSpPr>
          <p:cxnSp>
            <p:nvCxnSpPr>
              <p:cNvPr id="60" name="直接连接符 103"/>
              <p:cNvCxnSpPr/>
              <p:nvPr/>
            </p:nvCxnSpPr>
            <p:spPr bwMode="auto">
              <a:xfrm flipH="1">
                <a:off x="5591779" y="2567696"/>
                <a:ext cx="685487" cy="0"/>
              </a:xfrm>
              <a:prstGeom prst="line">
                <a:avLst/>
              </a:prstGeom>
              <a:noFill/>
              <a:ln w="12700" cap="flat" cmpd="sng" algn="ctr">
                <a:solidFill>
                  <a:srgbClr val="C9C9CB"/>
                </a:solidFill>
                <a:prstDash val="solid"/>
                <a:miter lim="800000"/>
              </a:ln>
              <a:effectLst/>
            </p:spPr>
          </p:cxnSp>
          <p:cxnSp>
            <p:nvCxnSpPr>
              <p:cNvPr id="61" name="直接连接符 104"/>
              <p:cNvCxnSpPr/>
              <p:nvPr/>
            </p:nvCxnSpPr>
            <p:spPr bwMode="auto">
              <a:xfrm flipH="1">
                <a:off x="5257568" y="1462668"/>
                <a:ext cx="1014009" cy="0"/>
              </a:xfrm>
              <a:prstGeom prst="line">
                <a:avLst/>
              </a:prstGeom>
              <a:noFill/>
              <a:ln w="12700" cap="flat" cmpd="sng" algn="ctr">
                <a:solidFill>
                  <a:srgbClr val="C9C9CB"/>
                </a:solidFill>
                <a:prstDash val="solid"/>
                <a:miter lim="800000"/>
              </a:ln>
              <a:effectLst/>
            </p:spPr>
          </p:cxnSp>
          <p:cxnSp>
            <p:nvCxnSpPr>
              <p:cNvPr id="62" name="直接连接符 105"/>
              <p:cNvCxnSpPr/>
              <p:nvPr/>
            </p:nvCxnSpPr>
            <p:spPr bwMode="auto">
              <a:xfrm flipH="1">
                <a:off x="5349567" y="3651391"/>
                <a:ext cx="927698" cy="0"/>
              </a:xfrm>
              <a:prstGeom prst="line">
                <a:avLst/>
              </a:prstGeom>
              <a:noFill/>
              <a:ln w="12700" cap="flat" cmpd="sng" algn="ctr">
                <a:solidFill>
                  <a:srgbClr val="C9C9CB"/>
                </a:solidFill>
                <a:prstDash val="solid"/>
                <a:miter lim="800000"/>
              </a:ln>
              <a:effectLst/>
            </p:spPr>
          </p:cxnSp>
          <p:cxnSp>
            <p:nvCxnSpPr>
              <p:cNvPr id="63" name="直接连接符 106"/>
              <p:cNvCxnSpPr/>
              <p:nvPr/>
            </p:nvCxnSpPr>
            <p:spPr bwMode="auto">
              <a:xfrm>
                <a:off x="6277266" y="2333038"/>
                <a:ext cx="0" cy="489227"/>
              </a:xfrm>
              <a:prstGeom prst="line">
                <a:avLst/>
              </a:prstGeom>
              <a:noFill/>
              <a:ln w="38100" cap="flat" cmpd="sng" algn="ctr">
                <a:solidFill>
                  <a:srgbClr val="C9C9CB"/>
                </a:solidFill>
                <a:prstDash val="solid"/>
                <a:miter lim="800000"/>
              </a:ln>
              <a:effectLst/>
            </p:spPr>
          </p:cxnSp>
          <p:cxnSp>
            <p:nvCxnSpPr>
              <p:cNvPr id="64" name="直接连接符 107"/>
              <p:cNvCxnSpPr/>
              <p:nvPr/>
            </p:nvCxnSpPr>
            <p:spPr bwMode="auto">
              <a:xfrm>
                <a:off x="6277265" y="1228009"/>
                <a:ext cx="0" cy="489227"/>
              </a:xfrm>
              <a:prstGeom prst="line">
                <a:avLst/>
              </a:prstGeom>
              <a:noFill/>
              <a:ln w="38100" cap="flat" cmpd="sng" algn="ctr">
                <a:solidFill>
                  <a:srgbClr val="C9C9CB"/>
                </a:solidFill>
                <a:prstDash val="solid"/>
                <a:miter lim="800000"/>
              </a:ln>
              <a:effectLst/>
            </p:spPr>
          </p:cxnSp>
          <p:cxnSp>
            <p:nvCxnSpPr>
              <p:cNvPr id="65" name="直接连接符 108"/>
              <p:cNvCxnSpPr/>
              <p:nvPr/>
            </p:nvCxnSpPr>
            <p:spPr bwMode="auto">
              <a:xfrm>
                <a:off x="6277265" y="3416734"/>
                <a:ext cx="0" cy="489227"/>
              </a:xfrm>
              <a:prstGeom prst="line">
                <a:avLst/>
              </a:prstGeom>
              <a:noFill/>
              <a:ln w="38100" cap="flat" cmpd="sng" algn="ctr">
                <a:solidFill>
                  <a:srgbClr val="C9C9CB"/>
                </a:solidFill>
                <a:prstDash val="solid"/>
                <a:miter lim="800000"/>
              </a:ln>
              <a:effectLst/>
            </p:spPr>
          </p:cxnSp>
        </p:grpSp>
        <p:grpSp>
          <p:nvGrpSpPr>
            <p:cNvPr id="50" name="组合 49"/>
            <p:cNvGrpSpPr/>
            <p:nvPr/>
          </p:nvGrpSpPr>
          <p:grpSpPr>
            <a:xfrm>
              <a:off x="4605003" y="2658594"/>
              <a:ext cx="1012587" cy="2677952"/>
              <a:chOff x="2925205" y="1228009"/>
              <a:chExt cx="1012587" cy="2677952"/>
            </a:xfrm>
          </p:grpSpPr>
          <p:cxnSp>
            <p:nvCxnSpPr>
              <p:cNvPr id="51" name="直接连接符 113"/>
              <p:cNvCxnSpPr/>
              <p:nvPr/>
            </p:nvCxnSpPr>
            <p:spPr bwMode="auto">
              <a:xfrm>
                <a:off x="2925205" y="3651391"/>
                <a:ext cx="1012587" cy="0"/>
              </a:xfrm>
              <a:prstGeom prst="line">
                <a:avLst/>
              </a:prstGeom>
              <a:noFill/>
              <a:ln w="12700" cap="flat" cmpd="sng" algn="ctr">
                <a:solidFill>
                  <a:srgbClr val="C9C9CB"/>
                </a:solidFill>
                <a:prstDash val="solid"/>
                <a:miter lim="800000"/>
              </a:ln>
              <a:effectLst/>
            </p:spPr>
          </p:cxnSp>
          <p:cxnSp>
            <p:nvCxnSpPr>
              <p:cNvPr id="52" name="直接连接符 114"/>
              <p:cNvCxnSpPr/>
              <p:nvPr/>
            </p:nvCxnSpPr>
            <p:spPr bwMode="auto">
              <a:xfrm>
                <a:off x="2925206" y="2567696"/>
                <a:ext cx="372608" cy="0"/>
              </a:xfrm>
              <a:prstGeom prst="line">
                <a:avLst/>
              </a:prstGeom>
              <a:noFill/>
              <a:ln w="12700" cap="flat" cmpd="sng" algn="ctr">
                <a:solidFill>
                  <a:srgbClr val="C9C9CB"/>
                </a:solidFill>
                <a:prstDash val="solid"/>
                <a:miter lim="800000"/>
              </a:ln>
              <a:effectLst/>
            </p:spPr>
          </p:cxnSp>
          <p:cxnSp>
            <p:nvCxnSpPr>
              <p:cNvPr id="53" name="直接连接符 115"/>
              <p:cNvCxnSpPr/>
              <p:nvPr/>
            </p:nvCxnSpPr>
            <p:spPr bwMode="auto">
              <a:xfrm>
                <a:off x="2925205" y="1462668"/>
                <a:ext cx="1012587" cy="0"/>
              </a:xfrm>
              <a:prstGeom prst="line">
                <a:avLst/>
              </a:prstGeom>
              <a:noFill/>
              <a:ln w="12700" cap="flat" cmpd="sng" algn="ctr">
                <a:solidFill>
                  <a:srgbClr val="C9C9CB"/>
                </a:solidFill>
                <a:prstDash val="solid"/>
                <a:miter lim="800000"/>
              </a:ln>
              <a:effectLst/>
            </p:spPr>
          </p:cxnSp>
          <p:cxnSp>
            <p:nvCxnSpPr>
              <p:cNvPr id="54" name="直接连接符 116"/>
              <p:cNvCxnSpPr/>
              <p:nvPr/>
            </p:nvCxnSpPr>
            <p:spPr bwMode="auto">
              <a:xfrm flipH="1">
                <a:off x="2925205" y="3416734"/>
                <a:ext cx="0" cy="489227"/>
              </a:xfrm>
              <a:prstGeom prst="line">
                <a:avLst/>
              </a:prstGeom>
              <a:noFill/>
              <a:ln w="38100" cap="flat" cmpd="sng" algn="ctr">
                <a:solidFill>
                  <a:srgbClr val="C9C9CB"/>
                </a:solidFill>
                <a:prstDash val="solid"/>
                <a:miter lim="800000"/>
              </a:ln>
              <a:effectLst/>
            </p:spPr>
          </p:cxnSp>
          <p:cxnSp>
            <p:nvCxnSpPr>
              <p:cNvPr id="55" name="直接连接符 117"/>
              <p:cNvCxnSpPr/>
              <p:nvPr/>
            </p:nvCxnSpPr>
            <p:spPr bwMode="auto">
              <a:xfrm flipH="1">
                <a:off x="2925206" y="2333038"/>
                <a:ext cx="0" cy="489227"/>
              </a:xfrm>
              <a:prstGeom prst="line">
                <a:avLst/>
              </a:prstGeom>
              <a:noFill/>
              <a:ln w="38100" cap="flat" cmpd="sng" algn="ctr">
                <a:solidFill>
                  <a:srgbClr val="C9C9CB"/>
                </a:solidFill>
                <a:prstDash val="solid"/>
                <a:miter lim="800000"/>
              </a:ln>
              <a:effectLst/>
            </p:spPr>
          </p:cxnSp>
          <p:cxnSp>
            <p:nvCxnSpPr>
              <p:cNvPr id="56" name="直接连接符 118"/>
              <p:cNvCxnSpPr/>
              <p:nvPr/>
            </p:nvCxnSpPr>
            <p:spPr bwMode="auto">
              <a:xfrm flipH="1">
                <a:off x="2925205" y="1228009"/>
                <a:ext cx="0" cy="489227"/>
              </a:xfrm>
              <a:prstGeom prst="line">
                <a:avLst/>
              </a:prstGeom>
              <a:noFill/>
              <a:ln w="38100" cap="flat" cmpd="sng" algn="ctr">
                <a:solidFill>
                  <a:srgbClr val="C9C9CB"/>
                </a:solidFill>
                <a:prstDash val="solid"/>
                <a:miter lim="800000"/>
              </a:ln>
              <a:effectLst/>
            </p:spPr>
          </p:cxnSp>
        </p:grpSp>
      </p:grpSp>
      <p:grpSp>
        <p:nvGrpSpPr>
          <p:cNvPr id="110" name="组合 109"/>
          <p:cNvGrpSpPr/>
          <p:nvPr/>
        </p:nvGrpSpPr>
        <p:grpSpPr>
          <a:xfrm>
            <a:off x="8335801" y="2094060"/>
            <a:ext cx="2995458" cy="930705"/>
            <a:chOff x="7972672" y="1662220"/>
            <a:chExt cx="3606127" cy="930705"/>
          </a:xfrm>
        </p:grpSpPr>
        <p:sp>
          <p:nvSpPr>
            <p:cNvPr id="111" name="TextBox 20"/>
            <p:cNvSpPr txBox="1"/>
            <p:nvPr/>
          </p:nvSpPr>
          <p:spPr>
            <a:xfrm>
              <a:off x="7972672" y="2065152"/>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12" name="矩形 111"/>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3" name="组合 112"/>
          <p:cNvGrpSpPr/>
          <p:nvPr/>
        </p:nvGrpSpPr>
        <p:grpSpPr>
          <a:xfrm>
            <a:off x="8362126" y="3330697"/>
            <a:ext cx="2995458" cy="919553"/>
            <a:chOff x="7972672" y="4137787"/>
            <a:chExt cx="3606127" cy="919553"/>
          </a:xfrm>
        </p:grpSpPr>
        <p:sp>
          <p:nvSpPr>
            <p:cNvPr id="114"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15" name="矩形 114"/>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6" name="组合 115"/>
          <p:cNvGrpSpPr/>
          <p:nvPr/>
        </p:nvGrpSpPr>
        <p:grpSpPr>
          <a:xfrm>
            <a:off x="847111" y="1989086"/>
            <a:ext cx="2689099" cy="919554"/>
            <a:chOff x="500148" y="1697764"/>
            <a:chExt cx="3606127" cy="919554"/>
          </a:xfrm>
        </p:grpSpPr>
        <p:sp>
          <p:nvSpPr>
            <p:cNvPr id="117"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18" name="矩形 117"/>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9" name="组合 118"/>
          <p:cNvGrpSpPr/>
          <p:nvPr/>
        </p:nvGrpSpPr>
        <p:grpSpPr>
          <a:xfrm>
            <a:off x="847111" y="3203128"/>
            <a:ext cx="2689099" cy="930704"/>
            <a:chOff x="500148" y="4173331"/>
            <a:chExt cx="3606127" cy="930704"/>
          </a:xfrm>
        </p:grpSpPr>
        <p:sp>
          <p:nvSpPr>
            <p:cNvPr id="120"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1" name="矩形 120"/>
            <p:cNvSpPr/>
            <p:nvPr/>
          </p:nvSpPr>
          <p:spPr>
            <a:xfrm>
              <a:off x="771872" y="4173331"/>
              <a:ext cx="3334403" cy="307777"/>
            </a:xfrm>
            <a:prstGeom prst="rect">
              <a:avLst/>
            </a:prstGeom>
          </p:spPr>
          <p:txBody>
            <a:bodyPr wrap="square">
              <a:spAutoFit/>
            </a:bodyPr>
            <a:lstStyle/>
            <a:p>
              <a:pPr lvl="0"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22" name="组合 121"/>
          <p:cNvGrpSpPr/>
          <p:nvPr/>
        </p:nvGrpSpPr>
        <p:grpSpPr>
          <a:xfrm>
            <a:off x="847111" y="4402257"/>
            <a:ext cx="2689099" cy="930704"/>
            <a:chOff x="500148" y="4173331"/>
            <a:chExt cx="3606127" cy="930704"/>
          </a:xfrm>
        </p:grpSpPr>
        <p:sp>
          <p:nvSpPr>
            <p:cNvPr id="123"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4" name="矩形 123"/>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25" name="组合 124"/>
          <p:cNvGrpSpPr/>
          <p:nvPr/>
        </p:nvGrpSpPr>
        <p:grpSpPr>
          <a:xfrm>
            <a:off x="8362125" y="4557756"/>
            <a:ext cx="2995458" cy="919553"/>
            <a:chOff x="7972672" y="4137787"/>
            <a:chExt cx="3606127" cy="919553"/>
          </a:xfrm>
        </p:grpSpPr>
        <p:sp>
          <p:nvSpPr>
            <p:cNvPr id="126"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27" name="矩形 126"/>
            <p:cNvSpPr/>
            <p:nvPr/>
          </p:nvSpPr>
          <p:spPr>
            <a:xfrm>
              <a:off x="7981447" y="4137787"/>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
        <p:nvSpPr>
          <p:cNvPr id="129" name="文本框 128"/>
          <p:cNvSpPr txBox="1"/>
          <p:nvPr/>
        </p:nvSpPr>
        <p:spPr>
          <a:xfrm>
            <a:off x="5126787" y="3405994"/>
            <a:ext cx="1631653" cy="400110"/>
          </a:xfrm>
          <a:prstGeom prst="rect">
            <a:avLst/>
          </a:prstGeom>
          <a:noFill/>
        </p:spPr>
        <p:txBody>
          <a:bodyPr wrap="square" rtlCol="0">
            <a:spAutoFit/>
          </a:bodyPr>
          <a:lstStyle>
            <a:defPPr>
              <a:defRPr lang="zh-CN"/>
            </a:defPPr>
            <a:lvl1pPr algn="ctr">
              <a:defRPr sz="2800">
                <a:solidFill>
                  <a:schemeClr val="tx1">
                    <a:lumMod val="85000"/>
                    <a:lumOff val="15000"/>
                  </a:schemeClr>
                </a:solidFill>
                <a:latin typeface="微软雅黑" panose="020B0503020204020204" pitchFamily="34" charset="-122"/>
                <a:ea typeface="微软雅黑" panose="020B0503020204020204" pitchFamily="34" charset="-122"/>
              </a:defRPr>
            </a:lvl1pPr>
          </a:lstStyle>
          <a:p>
            <a:r>
              <a:rPr lang="zh-CN" altLang="en-US" sz="2000" dirty="0"/>
              <a:t>输入文字</a:t>
            </a:r>
            <a:endParaRPr lang="zh-CN" altLang="en-US" sz="2000" dirty="0"/>
          </a:p>
        </p:txBody>
      </p:sp>
      <p:sp>
        <p:nvSpPr>
          <p:cNvPr id="128" name="Oval 29"/>
          <p:cNvSpPr/>
          <p:nvPr/>
        </p:nvSpPr>
        <p:spPr>
          <a:xfrm>
            <a:off x="4796552" y="2676913"/>
            <a:ext cx="400670" cy="380594"/>
          </a:xfrm>
          <a:custGeom>
            <a:avLst/>
            <a:gdLst>
              <a:gd name="connsiteX0" fmla="*/ 398806 w 605835"/>
              <a:gd name="connsiteY0" fmla="*/ 496297 h 575481"/>
              <a:gd name="connsiteX1" fmla="*/ 391430 w 605835"/>
              <a:gd name="connsiteY1" fmla="*/ 511029 h 575481"/>
              <a:gd name="connsiteX2" fmla="*/ 406643 w 605835"/>
              <a:gd name="connsiteY2" fmla="*/ 500901 h 575481"/>
              <a:gd name="connsiteX3" fmla="*/ 398806 w 605835"/>
              <a:gd name="connsiteY3" fmla="*/ 496297 h 575481"/>
              <a:gd name="connsiteX4" fmla="*/ 207031 w 605835"/>
              <a:gd name="connsiteY4" fmla="*/ 496297 h 575481"/>
              <a:gd name="connsiteX5" fmla="*/ 199194 w 605835"/>
              <a:gd name="connsiteY5" fmla="*/ 500901 h 575481"/>
              <a:gd name="connsiteX6" fmla="*/ 214407 w 605835"/>
              <a:gd name="connsiteY6" fmla="*/ 511029 h 575481"/>
              <a:gd name="connsiteX7" fmla="*/ 207031 w 605835"/>
              <a:gd name="connsiteY7" fmla="*/ 496297 h 575481"/>
              <a:gd name="connsiteX8" fmla="*/ 321819 w 605835"/>
              <a:gd name="connsiteY8" fmla="*/ 473278 h 575481"/>
              <a:gd name="connsiteX9" fmla="*/ 321819 w 605835"/>
              <a:gd name="connsiteY9" fmla="*/ 529904 h 575481"/>
              <a:gd name="connsiteX10" fmla="*/ 363309 w 605835"/>
              <a:gd name="connsiteY10" fmla="*/ 481105 h 575481"/>
              <a:gd name="connsiteX11" fmla="*/ 321819 w 605835"/>
              <a:gd name="connsiteY11" fmla="*/ 473278 h 575481"/>
              <a:gd name="connsiteX12" fmla="*/ 284017 w 605835"/>
              <a:gd name="connsiteY12" fmla="*/ 473278 h 575481"/>
              <a:gd name="connsiteX13" fmla="*/ 242528 w 605835"/>
              <a:gd name="connsiteY13" fmla="*/ 481105 h 575481"/>
              <a:gd name="connsiteX14" fmla="*/ 284017 w 605835"/>
              <a:gd name="connsiteY14" fmla="*/ 529904 h 575481"/>
              <a:gd name="connsiteX15" fmla="*/ 424161 w 605835"/>
              <a:gd name="connsiteY15" fmla="*/ 383966 h 575481"/>
              <a:gd name="connsiteX16" fmla="*/ 412636 w 605835"/>
              <a:gd name="connsiteY16" fmla="*/ 457165 h 575481"/>
              <a:gd name="connsiteX17" fmla="*/ 437069 w 605835"/>
              <a:gd name="connsiteY17" fmla="*/ 472818 h 575481"/>
              <a:gd name="connsiteX18" fmla="*/ 476253 w 605835"/>
              <a:gd name="connsiteY18" fmla="*/ 383966 h 575481"/>
              <a:gd name="connsiteX19" fmla="*/ 321819 w 605835"/>
              <a:gd name="connsiteY19" fmla="*/ 383966 h 575481"/>
              <a:gd name="connsiteX20" fmla="*/ 321819 w 605835"/>
              <a:gd name="connsiteY20" fmla="*/ 432305 h 575481"/>
              <a:gd name="connsiteX21" fmla="*/ 377139 w 605835"/>
              <a:gd name="connsiteY21" fmla="*/ 442894 h 575481"/>
              <a:gd name="connsiteX22" fmla="*/ 386820 w 605835"/>
              <a:gd name="connsiteY22" fmla="*/ 383966 h 575481"/>
              <a:gd name="connsiteX23" fmla="*/ 219017 w 605835"/>
              <a:gd name="connsiteY23" fmla="*/ 383966 h 575481"/>
              <a:gd name="connsiteX24" fmla="*/ 228698 w 605835"/>
              <a:gd name="connsiteY24" fmla="*/ 442433 h 575481"/>
              <a:gd name="connsiteX25" fmla="*/ 284017 w 605835"/>
              <a:gd name="connsiteY25" fmla="*/ 432305 h 575481"/>
              <a:gd name="connsiteX26" fmla="*/ 284017 w 605835"/>
              <a:gd name="connsiteY26" fmla="*/ 383966 h 575481"/>
              <a:gd name="connsiteX27" fmla="*/ 129122 w 605835"/>
              <a:gd name="connsiteY27" fmla="*/ 383966 h 575481"/>
              <a:gd name="connsiteX28" fmla="*/ 168768 w 605835"/>
              <a:gd name="connsiteY28" fmla="*/ 472818 h 575481"/>
              <a:gd name="connsiteX29" fmla="*/ 193201 w 605835"/>
              <a:gd name="connsiteY29" fmla="*/ 457165 h 575481"/>
              <a:gd name="connsiteX30" fmla="*/ 181676 w 605835"/>
              <a:gd name="connsiteY30" fmla="*/ 383966 h 575481"/>
              <a:gd name="connsiteX31" fmla="*/ 377139 w 605835"/>
              <a:gd name="connsiteY31" fmla="*/ 284065 h 575481"/>
              <a:gd name="connsiteX32" fmla="*/ 321819 w 605835"/>
              <a:gd name="connsiteY32" fmla="*/ 294653 h 575481"/>
              <a:gd name="connsiteX33" fmla="*/ 321819 w 605835"/>
              <a:gd name="connsiteY33" fmla="*/ 342993 h 575481"/>
              <a:gd name="connsiteX34" fmla="*/ 386820 w 605835"/>
              <a:gd name="connsiteY34" fmla="*/ 342993 h 575481"/>
              <a:gd name="connsiteX35" fmla="*/ 377139 w 605835"/>
              <a:gd name="connsiteY35" fmla="*/ 284065 h 575481"/>
              <a:gd name="connsiteX36" fmla="*/ 228237 w 605835"/>
              <a:gd name="connsiteY36" fmla="*/ 284065 h 575481"/>
              <a:gd name="connsiteX37" fmla="*/ 219017 w 605835"/>
              <a:gd name="connsiteY37" fmla="*/ 342993 h 575481"/>
              <a:gd name="connsiteX38" fmla="*/ 284017 w 605835"/>
              <a:gd name="connsiteY38" fmla="*/ 342993 h 575481"/>
              <a:gd name="connsiteX39" fmla="*/ 284017 w 605835"/>
              <a:gd name="connsiteY39" fmla="*/ 294653 h 575481"/>
              <a:gd name="connsiteX40" fmla="*/ 228237 w 605835"/>
              <a:gd name="connsiteY40" fmla="*/ 284065 h 575481"/>
              <a:gd name="connsiteX41" fmla="*/ 437069 w 605835"/>
              <a:gd name="connsiteY41" fmla="*/ 254141 h 575481"/>
              <a:gd name="connsiteX42" fmla="*/ 412636 w 605835"/>
              <a:gd name="connsiteY42" fmla="*/ 269333 h 575481"/>
              <a:gd name="connsiteX43" fmla="*/ 424161 w 605835"/>
              <a:gd name="connsiteY43" fmla="*/ 342993 h 575481"/>
              <a:gd name="connsiteX44" fmla="*/ 476253 w 605835"/>
              <a:gd name="connsiteY44" fmla="*/ 342993 h 575481"/>
              <a:gd name="connsiteX45" fmla="*/ 437069 w 605835"/>
              <a:gd name="connsiteY45" fmla="*/ 254141 h 575481"/>
              <a:gd name="connsiteX46" fmla="*/ 168768 w 605835"/>
              <a:gd name="connsiteY46" fmla="*/ 254141 h 575481"/>
              <a:gd name="connsiteX47" fmla="*/ 129122 w 605835"/>
              <a:gd name="connsiteY47" fmla="*/ 342993 h 575481"/>
              <a:gd name="connsiteX48" fmla="*/ 181676 w 605835"/>
              <a:gd name="connsiteY48" fmla="*/ 342993 h 575481"/>
              <a:gd name="connsiteX49" fmla="*/ 193201 w 605835"/>
              <a:gd name="connsiteY49" fmla="*/ 269793 h 575481"/>
              <a:gd name="connsiteX50" fmla="*/ 168768 w 605835"/>
              <a:gd name="connsiteY50" fmla="*/ 254141 h 575481"/>
              <a:gd name="connsiteX51" fmla="*/ 391430 w 605835"/>
              <a:gd name="connsiteY51" fmla="*/ 215930 h 575481"/>
              <a:gd name="connsiteX52" fmla="*/ 398806 w 605835"/>
              <a:gd name="connsiteY52" fmla="*/ 230661 h 575481"/>
              <a:gd name="connsiteX53" fmla="*/ 406643 w 605835"/>
              <a:gd name="connsiteY53" fmla="*/ 226058 h 575481"/>
              <a:gd name="connsiteX54" fmla="*/ 391430 w 605835"/>
              <a:gd name="connsiteY54" fmla="*/ 215930 h 575481"/>
              <a:gd name="connsiteX55" fmla="*/ 214407 w 605835"/>
              <a:gd name="connsiteY55" fmla="*/ 215930 h 575481"/>
              <a:gd name="connsiteX56" fmla="*/ 199194 w 605835"/>
              <a:gd name="connsiteY56" fmla="*/ 226058 h 575481"/>
              <a:gd name="connsiteX57" fmla="*/ 207031 w 605835"/>
              <a:gd name="connsiteY57" fmla="*/ 230661 h 575481"/>
              <a:gd name="connsiteX58" fmla="*/ 214407 w 605835"/>
              <a:gd name="connsiteY58" fmla="*/ 215930 h 575481"/>
              <a:gd name="connsiteX59" fmla="*/ 321819 w 605835"/>
              <a:gd name="connsiteY59" fmla="*/ 197054 h 575481"/>
              <a:gd name="connsiteX60" fmla="*/ 321819 w 605835"/>
              <a:gd name="connsiteY60" fmla="*/ 253680 h 575481"/>
              <a:gd name="connsiteX61" fmla="*/ 363309 w 605835"/>
              <a:gd name="connsiteY61" fmla="*/ 245854 h 575481"/>
              <a:gd name="connsiteX62" fmla="*/ 321819 w 605835"/>
              <a:gd name="connsiteY62" fmla="*/ 197054 h 575481"/>
              <a:gd name="connsiteX63" fmla="*/ 284017 w 605835"/>
              <a:gd name="connsiteY63" fmla="*/ 197054 h 575481"/>
              <a:gd name="connsiteX64" fmla="*/ 242528 w 605835"/>
              <a:gd name="connsiteY64" fmla="*/ 245854 h 575481"/>
              <a:gd name="connsiteX65" fmla="*/ 284017 w 605835"/>
              <a:gd name="connsiteY65" fmla="*/ 253680 h 575481"/>
              <a:gd name="connsiteX66" fmla="*/ 302918 w 605835"/>
              <a:gd name="connsiteY66" fmla="*/ 151477 h 575481"/>
              <a:gd name="connsiteX67" fmla="*/ 515438 w 605835"/>
              <a:gd name="connsiteY67" fmla="*/ 363249 h 575481"/>
              <a:gd name="connsiteX68" fmla="*/ 302918 w 605835"/>
              <a:gd name="connsiteY68" fmla="*/ 575481 h 575481"/>
              <a:gd name="connsiteX69" fmla="*/ 90398 w 605835"/>
              <a:gd name="connsiteY69" fmla="*/ 363249 h 575481"/>
              <a:gd name="connsiteX70" fmla="*/ 302918 w 605835"/>
              <a:gd name="connsiteY70" fmla="*/ 151477 h 575481"/>
              <a:gd name="connsiteX71" fmla="*/ 259578 w 605835"/>
              <a:gd name="connsiteY71" fmla="*/ 0 h 575481"/>
              <a:gd name="connsiteX72" fmla="*/ 349024 w 605835"/>
              <a:gd name="connsiteY72" fmla="*/ 29927 h 575481"/>
              <a:gd name="connsiteX73" fmla="*/ 359167 w 605835"/>
              <a:gd name="connsiteY73" fmla="*/ 32689 h 575481"/>
              <a:gd name="connsiteX74" fmla="*/ 367005 w 605835"/>
              <a:gd name="connsiteY74" fmla="*/ 32689 h 575481"/>
              <a:gd name="connsiteX75" fmla="*/ 473511 w 605835"/>
              <a:gd name="connsiteY75" fmla="*/ 86557 h 575481"/>
              <a:gd name="connsiteX76" fmla="*/ 484576 w 605835"/>
              <a:gd name="connsiteY76" fmla="*/ 92543 h 575481"/>
              <a:gd name="connsiteX77" fmla="*/ 605835 w 605835"/>
              <a:gd name="connsiteY77" fmla="*/ 224220 h 575481"/>
              <a:gd name="connsiteX78" fmla="*/ 538520 w 605835"/>
              <a:gd name="connsiteY78" fmla="*/ 338862 h 575481"/>
              <a:gd name="connsiteX79" fmla="*/ 526072 w 605835"/>
              <a:gd name="connsiteY79" fmla="*/ 284534 h 575481"/>
              <a:gd name="connsiteX80" fmla="*/ 553735 w 605835"/>
              <a:gd name="connsiteY80" fmla="*/ 224220 h 575481"/>
              <a:gd name="connsiteX81" fmla="*/ 473511 w 605835"/>
              <a:gd name="connsiteY81" fmla="*/ 144109 h 575481"/>
              <a:gd name="connsiteX82" fmla="*/ 465211 w 605835"/>
              <a:gd name="connsiteY82" fmla="*/ 144569 h 575481"/>
              <a:gd name="connsiteX83" fmla="*/ 439392 w 605835"/>
              <a:gd name="connsiteY83" fmla="*/ 129836 h 575481"/>
              <a:gd name="connsiteX84" fmla="*/ 367005 w 605835"/>
              <a:gd name="connsiteY84" fmla="*/ 84716 h 575481"/>
              <a:gd name="connsiteX85" fmla="*/ 350868 w 605835"/>
              <a:gd name="connsiteY85" fmla="*/ 86097 h 575481"/>
              <a:gd name="connsiteX86" fmla="*/ 327354 w 605835"/>
              <a:gd name="connsiteY86" fmla="*/ 79191 h 575481"/>
              <a:gd name="connsiteX87" fmla="*/ 260039 w 605835"/>
              <a:gd name="connsiteY87" fmla="*/ 52027 h 575481"/>
              <a:gd name="connsiteX88" fmla="*/ 166443 w 605835"/>
              <a:gd name="connsiteY88" fmla="*/ 124771 h 575481"/>
              <a:gd name="connsiteX89" fmla="*/ 138780 w 605835"/>
              <a:gd name="connsiteY89" fmla="*/ 144569 h 575481"/>
              <a:gd name="connsiteX90" fmla="*/ 132325 w 605835"/>
              <a:gd name="connsiteY90" fmla="*/ 144109 h 575481"/>
              <a:gd name="connsiteX91" fmla="*/ 52100 w 605835"/>
              <a:gd name="connsiteY91" fmla="*/ 224220 h 575481"/>
              <a:gd name="connsiteX92" fmla="*/ 79764 w 605835"/>
              <a:gd name="connsiteY92" fmla="*/ 284534 h 575481"/>
              <a:gd name="connsiteX93" fmla="*/ 67315 w 605835"/>
              <a:gd name="connsiteY93" fmla="*/ 338862 h 575481"/>
              <a:gd name="connsiteX94" fmla="*/ 0 w 605835"/>
              <a:gd name="connsiteY94" fmla="*/ 224220 h 575481"/>
              <a:gd name="connsiteX95" fmla="*/ 113882 w 605835"/>
              <a:gd name="connsiteY95" fmla="*/ 93464 h 575481"/>
              <a:gd name="connsiteX96" fmla="*/ 125409 w 605835"/>
              <a:gd name="connsiteY96" fmla="*/ 84716 h 575481"/>
              <a:gd name="connsiteX97" fmla="*/ 259578 w 605835"/>
              <a:gd name="connsiteY97" fmla="*/ 0 h 575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605835" h="575481">
                <a:moveTo>
                  <a:pt x="398806" y="496297"/>
                </a:moveTo>
                <a:cubicBezTo>
                  <a:pt x="396501" y="501361"/>
                  <a:pt x="393735" y="506425"/>
                  <a:pt x="391430" y="511029"/>
                </a:cubicBezTo>
                <a:cubicBezTo>
                  <a:pt x="396501" y="507806"/>
                  <a:pt x="401572" y="504584"/>
                  <a:pt x="406643" y="500901"/>
                </a:cubicBezTo>
                <a:cubicBezTo>
                  <a:pt x="404338" y="499520"/>
                  <a:pt x="401572" y="497678"/>
                  <a:pt x="398806" y="496297"/>
                </a:cubicBezTo>
                <a:close/>
                <a:moveTo>
                  <a:pt x="207031" y="496297"/>
                </a:moveTo>
                <a:cubicBezTo>
                  <a:pt x="204265" y="497678"/>
                  <a:pt x="201499" y="499059"/>
                  <a:pt x="199194" y="500901"/>
                </a:cubicBezTo>
                <a:cubicBezTo>
                  <a:pt x="203804" y="504584"/>
                  <a:pt x="208875" y="507806"/>
                  <a:pt x="214407" y="511029"/>
                </a:cubicBezTo>
                <a:cubicBezTo>
                  <a:pt x="211641" y="505965"/>
                  <a:pt x="209336" y="501361"/>
                  <a:pt x="207031" y="496297"/>
                </a:cubicBezTo>
                <a:close/>
                <a:moveTo>
                  <a:pt x="321819" y="473278"/>
                </a:moveTo>
                <a:lnTo>
                  <a:pt x="321819" y="529904"/>
                </a:lnTo>
                <a:cubicBezTo>
                  <a:pt x="337032" y="522078"/>
                  <a:pt x="351784" y="505044"/>
                  <a:pt x="363309" y="481105"/>
                </a:cubicBezTo>
                <a:cubicBezTo>
                  <a:pt x="349940" y="477422"/>
                  <a:pt x="336110" y="474659"/>
                  <a:pt x="321819" y="473278"/>
                </a:cubicBezTo>
                <a:close/>
                <a:moveTo>
                  <a:pt x="284017" y="473278"/>
                </a:moveTo>
                <a:cubicBezTo>
                  <a:pt x="269726" y="474659"/>
                  <a:pt x="255896" y="477422"/>
                  <a:pt x="242528" y="481105"/>
                </a:cubicBezTo>
                <a:cubicBezTo>
                  <a:pt x="254052" y="505044"/>
                  <a:pt x="268804" y="522078"/>
                  <a:pt x="284017" y="529904"/>
                </a:cubicBezTo>
                <a:close/>
                <a:moveTo>
                  <a:pt x="424161" y="383966"/>
                </a:moveTo>
                <a:cubicBezTo>
                  <a:pt x="422778" y="409747"/>
                  <a:pt x="419090" y="434607"/>
                  <a:pt x="412636" y="457165"/>
                </a:cubicBezTo>
                <a:cubicBezTo>
                  <a:pt x="421395" y="461769"/>
                  <a:pt x="429693" y="467293"/>
                  <a:pt x="437069" y="472818"/>
                </a:cubicBezTo>
                <a:cubicBezTo>
                  <a:pt x="458736" y="447497"/>
                  <a:pt x="472565" y="416652"/>
                  <a:pt x="476253" y="383966"/>
                </a:cubicBezTo>
                <a:close/>
                <a:moveTo>
                  <a:pt x="321819" y="383966"/>
                </a:moveTo>
                <a:lnTo>
                  <a:pt x="321819" y="432305"/>
                </a:lnTo>
                <a:cubicBezTo>
                  <a:pt x="341181" y="433686"/>
                  <a:pt x="359621" y="436909"/>
                  <a:pt x="377139" y="442894"/>
                </a:cubicBezTo>
                <a:cubicBezTo>
                  <a:pt x="382210" y="424018"/>
                  <a:pt x="385437" y="404683"/>
                  <a:pt x="386820" y="383966"/>
                </a:cubicBezTo>
                <a:close/>
                <a:moveTo>
                  <a:pt x="219017" y="383966"/>
                </a:moveTo>
                <a:cubicBezTo>
                  <a:pt x="220400" y="404683"/>
                  <a:pt x="223627" y="424018"/>
                  <a:pt x="228698" y="442433"/>
                </a:cubicBezTo>
                <a:cubicBezTo>
                  <a:pt x="246216" y="436909"/>
                  <a:pt x="264655" y="433686"/>
                  <a:pt x="284017" y="432305"/>
                </a:cubicBezTo>
                <a:lnTo>
                  <a:pt x="284017" y="383966"/>
                </a:lnTo>
                <a:close/>
                <a:moveTo>
                  <a:pt x="129122" y="383966"/>
                </a:moveTo>
                <a:cubicBezTo>
                  <a:pt x="133271" y="416652"/>
                  <a:pt x="146640" y="447497"/>
                  <a:pt x="168768" y="472818"/>
                </a:cubicBezTo>
                <a:cubicBezTo>
                  <a:pt x="176144" y="467293"/>
                  <a:pt x="184442" y="461769"/>
                  <a:pt x="193201" y="457165"/>
                </a:cubicBezTo>
                <a:cubicBezTo>
                  <a:pt x="186747" y="434607"/>
                  <a:pt x="183059" y="409747"/>
                  <a:pt x="181676" y="383966"/>
                </a:cubicBezTo>
                <a:close/>
                <a:moveTo>
                  <a:pt x="377139" y="284065"/>
                </a:moveTo>
                <a:cubicBezTo>
                  <a:pt x="359621" y="289589"/>
                  <a:pt x="341181" y="293272"/>
                  <a:pt x="321819" y="294653"/>
                </a:cubicBezTo>
                <a:lnTo>
                  <a:pt x="321819" y="342993"/>
                </a:lnTo>
                <a:lnTo>
                  <a:pt x="386820" y="342993"/>
                </a:lnTo>
                <a:cubicBezTo>
                  <a:pt x="385437" y="322276"/>
                  <a:pt x="382210" y="302480"/>
                  <a:pt x="377139" y="284065"/>
                </a:cubicBezTo>
                <a:close/>
                <a:moveTo>
                  <a:pt x="228237" y="284065"/>
                </a:moveTo>
                <a:cubicBezTo>
                  <a:pt x="223627" y="302480"/>
                  <a:pt x="220400" y="322276"/>
                  <a:pt x="219017" y="342993"/>
                </a:cubicBezTo>
                <a:lnTo>
                  <a:pt x="284017" y="342993"/>
                </a:lnTo>
                <a:lnTo>
                  <a:pt x="284017" y="294653"/>
                </a:lnTo>
                <a:cubicBezTo>
                  <a:pt x="264655" y="293272"/>
                  <a:pt x="246216" y="289589"/>
                  <a:pt x="228237" y="284065"/>
                </a:cubicBezTo>
                <a:close/>
                <a:moveTo>
                  <a:pt x="437069" y="254141"/>
                </a:moveTo>
                <a:cubicBezTo>
                  <a:pt x="429232" y="259665"/>
                  <a:pt x="421395" y="264729"/>
                  <a:pt x="412636" y="269333"/>
                </a:cubicBezTo>
                <a:cubicBezTo>
                  <a:pt x="419090" y="292352"/>
                  <a:pt x="422778" y="317212"/>
                  <a:pt x="424161" y="342993"/>
                </a:cubicBezTo>
                <a:lnTo>
                  <a:pt x="476253" y="342993"/>
                </a:lnTo>
                <a:cubicBezTo>
                  <a:pt x="472565" y="309846"/>
                  <a:pt x="458736" y="279461"/>
                  <a:pt x="437069" y="254141"/>
                </a:cubicBezTo>
                <a:close/>
                <a:moveTo>
                  <a:pt x="168768" y="254141"/>
                </a:moveTo>
                <a:cubicBezTo>
                  <a:pt x="146640" y="279461"/>
                  <a:pt x="133271" y="310306"/>
                  <a:pt x="129122" y="342993"/>
                </a:cubicBezTo>
                <a:lnTo>
                  <a:pt x="181676" y="342993"/>
                </a:lnTo>
                <a:cubicBezTo>
                  <a:pt x="183059" y="316751"/>
                  <a:pt x="186747" y="292352"/>
                  <a:pt x="193201" y="269793"/>
                </a:cubicBezTo>
                <a:cubicBezTo>
                  <a:pt x="184442" y="264729"/>
                  <a:pt x="176144" y="259665"/>
                  <a:pt x="168768" y="254141"/>
                </a:cubicBezTo>
                <a:close/>
                <a:moveTo>
                  <a:pt x="391430" y="215930"/>
                </a:moveTo>
                <a:cubicBezTo>
                  <a:pt x="393735" y="220533"/>
                  <a:pt x="396501" y="225597"/>
                  <a:pt x="398806" y="230661"/>
                </a:cubicBezTo>
                <a:cubicBezTo>
                  <a:pt x="401572" y="229280"/>
                  <a:pt x="403877" y="227439"/>
                  <a:pt x="406643" y="226058"/>
                </a:cubicBezTo>
                <a:cubicBezTo>
                  <a:pt x="401572" y="222375"/>
                  <a:pt x="396501" y="219152"/>
                  <a:pt x="391430" y="215930"/>
                </a:cubicBezTo>
                <a:close/>
                <a:moveTo>
                  <a:pt x="214407" y="215930"/>
                </a:moveTo>
                <a:cubicBezTo>
                  <a:pt x="208875" y="219152"/>
                  <a:pt x="203804" y="222375"/>
                  <a:pt x="199194" y="226058"/>
                </a:cubicBezTo>
                <a:cubicBezTo>
                  <a:pt x="201499" y="227439"/>
                  <a:pt x="204265" y="229280"/>
                  <a:pt x="207031" y="230661"/>
                </a:cubicBezTo>
                <a:cubicBezTo>
                  <a:pt x="209336" y="225597"/>
                  <a:pt x="211641" y="220533"/>
                  <a:pt x="214407" y="215930"/>
                </a:cubicBezTo>
                <a:close/>
                <a:moveTo>
                  <a:pt x="321819" y="197054"/>
                </a:moveTo>
                <a:lnTo>
                  <a:pt x="321819" y="253680"/>
                </a:lnTo>
                <a:cubicBezTo>
                  <a:pt x="336110" y="252299"/>
                  <a:pt x="349940" y="249537"/>
                  <a:pt x="363309" y="245854"/>
                </a:cubicBezTo>
                <a:cubicBezTo>
                  <a:pt x="351784" y="221454"/>
                  <a:pt x="337032" y="204881"/>
                  <a:pt x="321819" y="197054"/>
                </a:cubicBezTo>
                <a:close/>
                <a:moveTo>
                  <a:pt x="284017" y="197054"/>
                </a:moveTo>
                <a:cubicBezTo>
                  <a:pt x="268804" y="204881"/>
                  <a:pt x="254052" y="221454"/>
                  <a:pt x="242528" y="245854"/>
                </a:cubicBezTo>
                <a:cubicBezTo>
                  <a:pt x="255896" y="249537"/>
                  <a:pt x="269726" y="252299"/>
                  <a:pt x="284017" y="253680"/>
                </a:cubicBezTo>
                <a:close/>
                <a:moveTo>
                  <a:pt x="302918" y="151477"/>
                </a:moveTo>
                <a:cubicBezTo>
                  <a:pt x="420012" y="151477"/>
                  <a:pt x="515438" y="246314"/>
                  <a:pt x="515438" y="363249"/>
                </a:cubicBezTo>
                <a:cubicBezTo>
                  <a:pt x="515438" y="480184"/>
                  <a:pt x="420012" y="575481"/>
                  <a:pt x="302918" y="575481"/>
                </a:cubicBezTo>
                <a:cubicBezTo>
                  <a:pt x="185825" y="575481"/>
                  <a:pt x="90398" y="480184"/>
                  <a:pt x="90398" y="363249"/>
                </a:cubicBezTo>
                <a:cubicBezTo>
                  <a:pt x="90398" y="246314"/>
                  <a:pt x="185825" y="151477"/>
                  <a:pt x="302918" y="151477"/>
                </a:cubicBezTo>
                <a:close/>
                <a:moveTo>
                  <a:pt x="259578" y="0"/>
                </a:moveTo>
                <a:cubicBezTo>
                  <a:pt x="292313" y="0"/>
                  <a:pt x="323666" y="10590"/>
                  <a:pt x="349024" y="29927"/>
                </a:cubicBezTo>
                <a:cubicBezTo>
                  <a:pt x="351790" y="31769"/>
                  <a:pt x="355479" y="33150"/>
                  <a:pt x="359167" y="32689"/>
                </a:cubicBezTo>
                <a:cubicBezTo>
                  <a:pt x="361934" y="32689"/>
                  <a:pt x="364700" y="32689"/>
                  <a:pt x="367005" y="32689"/>
                </a:cubicBezTo>
                <a:cubicBezTo>
                  <a:pt x="409423" y="32689"/>
                  <a:pt x="449074" y="52947"/>
                  <a:pt x="473511" y="86557"/>
                </a:cubicBezTo>
                <a:cubicBezTo>
                  <a:pt x="476277" y="89780"/>
                  <a:pt x="479965" y="92082"/>
                  <a:pt x="484576" y="92543"/>
                </a:cubicBezTo>
                <a:cubicBezTo>
                  <a:pt x="552352" y="98068"/>
                  <a:pt x="605835" y="155159"/>
                  <a:pt x="605835" y="224220"/>
                </a:cubicBezTo>
                <a:cubicBezTo>
                  <a:pt x="605835" y="273484"/>
                  <a:pt x="578633" y="316302"/>
                  <a:pt x="538520" y="338862"/>
                </a:cubicBezTo>
                <a:cubicBezTo>
                  <a:pt x="536676" y="319985"/>
                  <a:pt x="532526" y="301569"/>
                  <a:pt x="526072" y="284534"/>
                </a:cubicBezTo>
                <a:cubicBezTo>
                  <a:pt x="543131" y="269801"/>
                  <a:pt x="553735" y="248161"/>
                  <a:pt x="553735" y="224220"/>
                </a:cubicBezTo>
                <a:cubicBezTo>
                  <a:pt x="553735" y="180021"/>
                  <a:pt x="517772" y="144109"/>
                  <a:pt x="473511" y="144109"/>
                </a:cubicBezTo>
                <a:cubicBezTo>
                  <a:pt x="470744" y="144109"/>
                  <a:pt x="467978" y="144109"/>
                  <a:pt x="465211" y="144569"/>
                </a:cubicBezTo>
                <a:cubicBezTo>
                  <a:pt x="454607" y="145490"/>
                  <a:pt x="444003" y="139965"/>
                  <a:pt x="439392" y="129836"/>
                </a:cubicBezTo>
                <a:cubicBezTo>
                  <a:pt x="425560" y="101751"/>
                  <a:pt x="397896" y="84716"/>
                  <a:pt x="367005" y="84716"/>
                </a:cubicBezTo>
                <a:cubicBezTo>
                  <a:pt x="361473" y="84716"/>
                  <a:pt x="355940" y="85176"/>
                  <a:pt x="350868" y="86097"/>
                </a:cubicBezTo>
                <a:cubicBezTo>
                  <a:pt x="342108" y="87939"/>
                  <a:pt x="333348" y="85637"/>
                  <a:pt x="327354" y="79191"/>
                </a:cubicBezTo>
                <a:cubicBezTo>
                  <a:pt x="308912" y="61695"/>
                  <a:pt x="284936" y="52027"/>
                  <a:pt x="260039" y="52027"/>
                </a:cubicBezTo>
                <a:cubicBezTo>
                  <a:pt x="215777" y="52027"/>
                  <a:pt x="177048" y="81953"/>
                  <a:pt x="166443" y="124771"/>
                </a:cubicBezTo>
                <a:cubicBezTo>
                  <a:pt x="163216" y="137203"/>
                  <a:pt x="151690" y="145490"/>
                  <a:pt x="138780" y="144569"/>
                </a:cubicBezTo>
                <a:cubicBezTo>
                  <a:pt x="136936" y="144109"/>
                  <a:pt x="134630" y="144109"/>
                  <a:pt x="132325" y="144109"/>
                </a:cubicBezTo>
                <a:cubicBezTo>
                  <a:pt x="88063" y="144109"/>
                  <a:pt x="52100" y="180021"/>
                  <a:pt x="52100" y="224220"/>
                </a:cubicBezTo>
                <a:cubicBezTo>
                  <a:pt x="52100" y="248161"/>
                  <a:pt x="62705" y="269801"/>
                  <a:pt x="79764" y="284534"/>
                </a:cubicBezTo>
                <a:cubicBezTo>
                  <a:pt x="73309" y="301569"/>
                  <a:pt x="69159" y="319985"/>
                  <a:pt x="67315" y="338862"/>
                </a:cubicBezTo>
                <a:cubicBezTo>
                  <a:pt x="27203" y="316302"/>
                  <a:pt x="0" y="273484"/>
                  <a:pt x="0" y="224220"/>
                </a:cubicBezTo>
                <a:cubicBezTo>
                  <a:pt x="0" y="157461"/>
                  <a:pt x="49795" y="102211"/>
                  <a:pt x="113882" y="93464"/>
                </a:cubicBezTo>
                <a:cubicBezTo>
                  <a:pt x="118954" y="92543"/>
                  <a:pt x="123565" y="89320"/>
                  <a:pt x="125409" y="84716"/>
                </a:cubicBezTo>
                <a:cubicBezTo>
                  <a:pt x="149845" y="33610"/>
                  <a:pt x="201484" y="0"/>
                  <a:pt x="25957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66769" y="2262620"/>
            <a:ext cx="3376743" cy="2982533"/>
            <a:chOff x="722066" y="2138082"/>
            <a:chExt cx="4118876" cy="3638028"/>
          </a:xfrm>
        </p:grpSpPr>
        <p:grpSp>
          <p:nvGrpSpPr>
            <p:cNvPr id="3" name="Group 43"/>
            <p:cNvGrpSpPr>
              <a:grpSpLocks noChangeAspect="1"/>
            </p:cNvGrpSpPr>
            <p:nvPr/>
          </p:nvGrpSpPr>
          <p:grpSpPr bwMode="auto">
            <a:xfrm>
              <a:off x="722066" y="2138082"/>
              <a:ext cx="3408779" cy="3445745"/>
              <a:chOff x="3273" y="1188"/>
              <a:chExt cx="740" cy="742"/>
            </a:xfrm>
          </p:grpSpPr>
          <p:sp>
            <p:nvSpPr>
              <p:cNvPr id="18" name="Freeform 44"/>
              <p:cNvSpPr/>
              <p:nvPr/>
            </p:nvSpPr>
            <p:spPr bwMode="auto">
              <a:xfrm>
                <a:off x="3273" y="1382"/>
                <a:ext cx="740" cy="548"/>
              </a:xfrm>
              <a:custGeom>
                <a:avLst/>
                <a:gdLst>
                  <a:gd name="T0" fmla="*/ 277 w 310"/>
                  <a:gd name="T1" fmla="*/ 0 h 230"/>
                  <a:gd name="T2" fmla="*/ 310 w 310"/>
                  <a:gd name="T3" fmla="*/ 13 h 230"/>
                  <a:gd name="T4" fmla="*/ 310 w 310"/>
                  <a:gd name="T5" fmla="*/ 210 h 230"/>
                  <a:gd name="T6" fmla="*/ 290 w 310"/>
                  <a:gd name="T7" fmla="*/ 230 h 230"/>
                  <a:gd name="T8" fmla="*/ 20 w 310"/>
                  <a:gd name="T9" fmla="*/ 230 h 230"/>
                  <a:gd name="T10" fmla="*/ 0 w 310"/>
                  <a:gd name="T11" fmla="*/ 210 h 230"/>
                  <a:gd name="T12" fmla="*/ 0 w 310"/>
                  <a:gd name="T13" fmla="*/ 13 h 230"/>
                  <a:gd name="T14" fmla="*/ 33 w 310"/>
                  <a:gd name="T15" fmla="*/ 3 h 2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0" h="230">
                    <a:moveTo>
                      <a:pt x="277" y="0"/>
                    </a:moveTo>
                    <a:cubicBezTo>
                      <a:pt x="310" y="13"/>
                      <a:pt x="310" y="13"/>
                      <a:pt x="310" y="13"/>
                    </a:cubicBezTo>
                    <a:cubicBezTo>
                      <a:pt x="310" y="210"/>
                      <a:pt x="310" y="210"/>
                      <a:pt x="310" y="210"/>
                    </a:cubicBezTo>
                    <a:cubicBezTo>
                      <a:pt x="310" y="221"/>
                      <a:pt x="301" y="230"/>
                      <a:pt x="290" y="230"/>
                    </a:cubicBezTo>
                    <a:cubicBezTo>
                      <a:pt x="20" y="230"/>
                      <a:pt x="20" y="230"/>
                      <a:pt x="20" y="230"/>
                    </a:cubicBezTo>
                    <a:cubicBezTo>
                      <a:pt x="9" y="230"/>
                      <a:pt x="0" y="221"/>
                      <a:pt x="0" y="210"/>
                    </a:cubicBezTo>
                    <a:cubicBezTo>
                      <a:pt x="0" y="13"/>
                      <a:pt x="0" y="13"/>
                      <a:pt x="0" y="13"/>
                    </a:cubicBezTo>
                    <a:cubicBezTo>
                      <a:pt x="33" y="3"/>
                      <a:pt x="33" y="3"/>
                      <a:pt x="33" y="3"/>
                    </a:cubicBezTo>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9" name="Freeform 45"/>
              <p:cNvSpPr/>
              <p:nvPr/>
            </p:nvSpPr>
            <p:spPr bwMode="auto">
              <a:xfrm>
                <a:off x="3357" y="1188"/>
                <a:ext cx="573" cy="520"/>
              </a:xfrm>
              <a:custGeom>
                <a:avLst/>
                <a:gdLst>
                  <a:gd name="T0" fmla="*/ 20 w 240"/>
                  <a:gd name="T1" fmla="*/ 218 h 218"/>
                  <a:gd name="T2" fmla="*/ 0 w 240"/>
                  <a:gd name="T3" fmla="*/ 197 h 218"/>
                  <a:gd name="T4" fmla="*/ 0 w 240"/>
                  <a:gd name="T5" fmla="*/ 21 h 218"/>
                  <a:gd name="T6" fmla="*/ 20 w 240"/>
                  <a:gd name="T7" fmla="*/ 0 h 218"/>
                  <a:gd name="T8" fmla="*/ 220 w 240"/>
                  <a:gd name="T9" fmla="*/ 0 h 218"/>
                  <a:gd name="T10" fmla="*/ 240 w 240"/>
                  <a:gd name="T11" fmla="*/ 21 h 218"/>
                  <a:gd name="T12" fmla="*/ 240 w 240"/>
                  <a:gd name="T13" fmla="*/ 197 h 218"/>
                  <a:gd name="T14" fmla="*/ 220 w 240"/>
                  <a:gd name="T15" fmla="*/ 218 h 218"/>
                  <a:gd name="T16" fmla="*/ 20 w 240"/>
                  <a:gd name="T17" fmla="*/ 218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0" h="218">
                    <a:moveTo>
                      <a:pt x="20" y="218"/>
                    </a:moveTo>
                    <a:cubicBezTo>
                      <a:pt x="9" y="218"/>
                      <a:pt x="0" y="209"/>
                      <a:pt x="0" y="197"/>
                    </a:cubicBezTo>
                    <a:cubicBezTo>
                      <a:pt x="0" y="21"/>
                      <a:pt x="0" y="21"/>
                      <a:pt x="0" y="21"/>
                    </a:cubicBezTo>
                    <a:cubicBezTo>
                      <a:pt x="0" y="9"/>
                      <a:pt x="9" y="0"/>
                      <a:pt x="20" y="0"/>
                    </a:cubicBezTo>
                    <a:cubicBezTo>
                      <a:pt x="220" y="0"/>
                      <a:pt x="220" y="0"/>
                      <a:pt x="220" y="0"/>
                    </a:cubicBezTo>
                    <a:cubicBezTo>
                      <a:pt x="231" y="0"/>
                      <a:pt x="240" y="9"/>
                      <a:pt x="240" y="21"/>
                    </a:cubicBezTo>
                    <a:cubicBezTo>
                      <a:pt x="240" y="197"/>
                      <a:pt x="240" y="197"/>
                      <a:pt x="240" y="197"/>
                    </a:cubicBezTo>
                    <a:cubicBezTo>
                      <a:pt x="240" y="209"/>
                      <a:pt x="231" y="218"/>
                      <a:pt x="220" y="218"/>
                    </a:cubicBezTo>
                    <a:lnTo>
                      <a:pt x="20" y="218"/>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20" name="Rectangle 46"/>
              <p:cNvSpPr>
                <a:spLocks noChangeArrowheads="1"/>
              </p:cNvSpPr>
              <p:nvPr/>
            </p:nvSpPr>
            <p:spPr bwMode="auto">
              <a:xfrm>
                <a:off x="3553" y="1300"/>
                <a:ext cx="193" cy="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21" name="Rectangle 47"/>
              <p:cNvSpPr>
                <a:spLocks noChangeArrowheads="1"/>
              </p:cNvSpPr>
              <p:nvPr/>
            </p:nvSpPr>
            <p:spPr bwMode="auto">
              <a:xfrm>
                <a:off x="3553" y="1372"/>
                <a:ext cx="298" cy="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22" name="Rectangle 48"/>
              <p:cNvSpPr>
                <a:spLocks noChangeArrowheads="1"/>
              </p:cNvSpPr>
              <p:nvPr/>
            </p:nvSpPr>
            <p:spPr bwMode="auto">
              <a:xfrm>
                <a:off x="3412" y="1441"/>
                <a:ext cx="439" cy="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23" name="Rectangle 49"/>
              <p:cNvSpPr>
                <a:spLocks noChangeArrowheads="1"/>
              </p:cNvSpPr>
              <p:nvPr/>
            </p:nvSpPr>
            <p:spPr bwMode="auto">
              <a:xfrm>
                <a:off x="3412" y="1513"/>
                <a:ext cx="439" cy="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24" name="Rectangle 50"/>
              <p:cNvSpPr>
                <a:spLocks noChangeArrowheads="1"/>
              </p:cNvSpPr>
              <p:nvPr/>
            </p:nvSpPr>
            <p:spPr bwMode="auto">
              <a:xfrm>
                <a:off x="3412" y="1584"/>
                <a:ext cx="439" cy="1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25" name="Freeform 51"/>
              <p:cNvSpPr/>
              <p:nvPr/>
            </p:nvSpPr>
            <p:spPr bwMode="auto">
              <a:xfrm>
                <a:off x="3276" y="1651"/>
                <a:ext cx="735" cy="279"/>
              </a:xfrm>
              <a:custGeom>
                <a:avLst/>
                <a:gdLst>
                  <a:gd name="T0" fmla="*/ 125 w 308"/>
                  <a:gd name="T1" fmla="*/ 0 h 117"/>
                  <a:gd name="T2" fmla="*/ 0 w 308"/>
                  <a:gd name="T3" fmla="*/ 104 h 117"/>
                  <a:gd name="T4" fmla="*/ 19 w 308"/>
                  <a:gd name="T5" fmla="*/ 117 h 117"/>
                  <a:gd name="T6" fmla="*/ 289 w 308"/>
                  <a:gd name="T7" fmla="*/ 117 h 117"/>
                  <a:gd name="T8" fmla="*/ 308 w 308"/>
                  <a:gd name="T9" fmla="*/ 104 h 117"/>
                  <a:gd name="T10" fmla="*/ 185 w 308"/>
                  <a:gd name="T11" fmla="*/ 0 h 117"/>
                  <a:gd name="T12" fmla="*/ 125 w 308"/>
                  <a:gd name="T13" fmla="*/ 0 h 117"/>
                </a:gdLst>
                <a:ahLst/>
                <a:cxnLst>
                  <a:cxn ang="0">
                    <a:pos x="T0" y="T1"/>
                  </a:cxn>
                  <a:cxn ang="0">
                    <a:pos x="T2" y="T3"/>
                  </a:cxn>
                  <a:cxn ang="0">
                    <a:pos x="T4" y="T5"/>
                  </a:cxn>
                  <a:cxn ang="0">
                    <a:pos x="T6" y="T7"/>
                  </a:cxn>
                  <a:cxn ang="0">
                    <a:pos x="T8" y="T9"/>
                  </a:cxn>
                  <a:cxn ang="0">
                    <a:pos x="T10" y="T11"/>
                  </a:cxn>
                  <a:cxn ang="0">
                    <a:pos x="T12" y="T13"/>
                  </a:cxn>
                </a:cxnLst>
                <a:rect l="0" t="0" r="r" b="b"/>
                <a:pathLst>
                  <a:path w="308" h="117">
                    <a:moveTo>
                      <a:pt x="125" y="0"/>
                    </a:moveTo>
                    <a:cubicBezTo>
                      <a:pt x="0" y="104"/>
                      <a:pt x="0" y="104"/>
                      <a:pt x="0" y="104"/>
                    </a:cubicBezTo>
                    <a:cubicBezTo>
                      <a:pt x="3" y="112"/>
                      <a:pt x="10" y="117"/>
                      <a:pt x="19" y="117"/>
                    </a:cubicBezTo>
                    <a:cubicBezTo>
                      <a:pt x="289" y="117"/>
                      <a:pt x="289" y="117"/>
                      <a:pt x="289" y="117"/>
                    </a:cubicBezTo>
                    <a:cubicBezTo>
                      <a:pt x="298" y="117"/>
                      <a:pt x="305" y="112"/>
                      <a:pt x="308" y="104"/>
                    </a:cubicBezTo>
                    <a:cubicBezTo>
                      <a:pt x="185" y="0"/>
                      <a:pt x="185" y="0"/>
                      <a:pt x="185" y="0"/>
                    </a:cubicBezTo>
                    <a:lnTo>
                      <a:pt x="125" y="0"/>
                    </a:lnTo>
                    <a:close/>
                  </a:path>
                </a:pathLst>
              </a:custGeom>
              <a:solidFill>
                <a:srgbClr val="4AB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26" name="Freeform 52"/>
              <p:cNvSpPr/>
              <p:nvPr/>
            </p:nvSpPr>
            <p:spPr bwMode="auto">
              <a:xfrm>
                <a:off x="3715" y="1413"/>
                <a:ext cx="298" cy="493"/>
              </a:xfrm>
              <a:custGeom>
                <a:avLst/>
                <a:gdLst>
                  <a:gd name="T0" fmla="*/ 0 w 125"/>
                  <a:gd name="T1" fmla="*/ 100 h 207"/>
                  <a:gd name="T2" fmla="*/ 124 w 125"/>
                  <a:gd name="T3" fmla="*/ 204 h 207"/>
                  <a:gd name="T4" fmla="*/ 123 w 125"/>
                  <a:gd name="T5" fmla="*/ 207 h 207"/>
                  <a:gd name="T6" fmla="*/ 123 w 125"/>
                  <a:gd name="T7" fmla="*/ 207 h 207"/>
                  <a:gd name="T8" fmla="*/ 125 w 125"/>
                  <a:gd name="T9" fmla="*/ 197 h 207"/>
                  <a:gd name="T10" fmla="*/ 125 w 125"/>
                  <a:gd name="T11" fmla="*/ 0 h 207"/>
                  <a:gd name="T12" fmla="*/ 0 w 125"/>
                  <a:gd name="T13" fmla="*/ 100 h 207"/>
                </a:gdLst>
                <a:ahLst/>
                <a:cxnLst>
                  <a:cxn ang="0">
                    <a:pos x="T0" y="T1"/>
                  </a:cxn>
                  <a:cxn ang="0">
                    <a:pos x="T2" y="T3"/>
                  </a:cxn>
                  <a:cxn ang="0">
                    <a:pos x="T4" y="T5"/>
                  </a:cxn>
                  <a:cxn ang="0">
                    <a:pos x="T6" y="T7"/>
                  </a:cxn>
                  <a:cxn ang="0">
                    <a:pos x="T8" y="T9"/>
                  </a:cxn>
                  <a:cxn ang="0">
                    <a:pos x="T10" y="T11"/>
                  </a:cxn>
                  <a:cxn ang="0">
                    <a:pos x="T12" y="T13"/>
                  </a:cxn>
                </a:cxnLst>
                <a:rect l="0" t="0" r="r" b="b"/>
                <a:pathLst>
                  <a:path w="125" h="207">
                    <a:moveTo>
                      <a:pt x="0" y="100"/>
                    </a:moveTo>
                    <a:cubicBezTo>
                      <a:pt x="124" y="204"/>
                      <a:pt x="124" y="204"/>
                      <a:pt x="124" y="204"/>
                    </a:cubicBezTo>
                    <a:cubicBezTo>
                      <a:pt x="124" y="205"/>
                      <a:pt x="123" y="206"/>
                      <a:pt x="123" y="207"/>
                    </a:cubicBezTo>
                    <a:cubicBezTo>
                      <a:pt x="123" y="207"/>
                      <a:pt x="123" y="207"/>
                      <a:pt x="123" y="207"/>
                    </a:cubicBezTo>
                    <a:cubicBezTo>
                      <a:pt x="124" y="204"/>
                      <a:pt x="125" y="201"/>
                      <a:pt x="125" y="197"/>
                    </a:cubicBezTo>
                    <a:cubicBezTo>
                      <a:pt x="125" y="0"/>
                      <a:pt x="125" y="0"/>
                      <a:pt x="125" y="0"/>
                    </a:cubicBezTo>
                    <a:lnTo>
                      <a:pt x="0" y="100"/>
                    </a:lnTo>
                    <a:close/>
                  </a:path>
                </a:pathLst>
              </a:custGeom>
              <a:solidFill>
                <a:srgbClr val="34A0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27" name="Freeform 53"/>
              <p:cNvSpPr/>
              <p:nvPr/>
            </p:nvSpPr>
            <p:spPr bwMode="auto">
              <a:xfrm>
                <a:off x="3273" y="1413"/>
                <a:ext cx="301" cy="493"/>
              </a:xfrm>
              <a:custGeom>
                <a:avLst/>
                <a:gdLst>
                  <a:gd name="T0" fmla="*/ 1 w 126"/>
                  <a:gd name="T1" fmla="*/ 204 h 207"/>
                  <a:gd name="T2" fmla="*/ 126 w 126"/>
                  <a:gd name="T3" fmla="*/ 100 h 207"/>
                  <a:gd name="T4" fmla="*/ 0 w 126"/>
                  <a:gd name="T5" fmla="*/ 0 h 207"/>
                  <a:gd name="T6" fmla="*/ 0 w 126"/>
                  <a:gd name="T7" fmla="*/ 197 h 207"/>
                  <a:gd name="T8" fmla="*/ 2 w 126"/>
                  <a:gd name="T9" fmla="*/ 207 h 207"/>
                  <a:gd name="T10" fmla="*/ 2 w 126"/>
                  <a:gd name="T11" fmla="*/ 207 h 207"/>
                  <a:gd name="T12" fmla="*/ 1 w 126"/>
                  <a:gd name="T13" fmla="*/ 204 h 207"/>
                </a:gdLst>
                <a:ahLst/>
                <a:cxnLst>
                  <a:cxn ang="0">
                    <a:pos x="T0" y="T1"/>
                  </a:cxn>
                  <a:cxn ang="0">
                    <a:pos x="T2" y="T3"/>
                  </a:cxn>
                  <a:cxn ang="0">
                    <a:pos x="T4" y="T5"/>
                  </a:cxn>
                  <a:cxn ang="0">
                    <a:pos x="T6" y="T7"/>
                  </a:cxn>
                  <a:cxn ang="0">
                    <a:pos x="T8" y="T9"/>
                  </a:cxn>
                  <a:cxn ang="0">
                    <a:pos x="T10" y="T11"/>
                  </a:cxn>
                  <a:cxn ang="0">
                    <a:pos x="T12" y="T13"/>
                  </a:cxn>
                </a:cxnLst>
                <a:rect l="0" t="0" r="r" b="b"/>
                <a:pathLst>
                  <a:path w="126" h="207">
                    <a:moveTo>
                      <a:pt x="1" y="204"/>
                    </a:moveTo>
                    <a:cubicBezTo>
                      <a:pt x="126" y="100"/>
                      <a:pt x="126" y="100"/>
                      <a:pt x="126" y="100"/>
                    </a:cubicBezTo>
                    <a:cubicBezTo>
                      <a:pt x="0" y="0"/>
                      <a:pt x="0" y="0"/>
                      <a:pt x="0" y="0"/>
                    </a:cubicBezTo>
                    <a:cubicBezTo>
                      <a:pt x="0" y="197"/>
                      <a:pt x="0" y="197"/>
                      <a:pt x="0" y="197"/>
                    </a:cubicBezTo>
                    <a:cubicBezTo>
                      <a:pt x="0" y="201"/>
                      <a:pt x="1" y="204"/>
                      <a:pt x="2" y="207"/>
                    </a:cubicBezTo>
                    <a:cubicBezTo>
                      <a:pt x="2" y="207"/>
                      <a:pt x="2" y="207"/>
                      <a:pt x="2" y="207"/>
                    </a:cubicBezTo>
                    <a:cubicBezTo>
                      <a:pt x="2" y="206"/>
                      <a:pt x="1" y="205"/>
                      <a:pt x="1" y="204"/>
                    </a:cubicBezTo>
                    <a:close/>
                  </a:path>
                </a:pathLst>
              </a:custGeom>
              <a:solidFill>
                <a:srgbClr val="34A0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28" name="Rectangle 54"/>
              <p:cNvSpPr>
                <a:spLocks noChangeArrowheads="1"/>
              </p:cNvSpPr>
              <p:nvPr/>
            </p:nvSpPr>
            <p:spPr bwMode="auto">
              <a:xfrm>
                <a:off x="3412" y="1300"/>
                <a:ext cx="88" cy="8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grpSp>
        <p:grpSp>
          <p:nvGrpSpPr>
            <p:cNvPr id="4" name="Group 256"/>
            <p:cNvGrpSpPr>
              <a:grpSpLocks noChangeAspect="1"/>
            </p:cNvGrpSpPr>
            <p:nvPr/>
          </p:nvGrpSpPr>
          <p:grpSpPr bwMode="auto">
            <a:xfrm rot="13261950">
              <a:off x="2170869" y="4271424"/>
              <a:ext cx="2670073" cy="1504686"/>
              <a:chOff x="4241" y="1879"/>
              <a:chExt cx="839" cy="469"/>
            </a:xfrm>
          </p:grpSpPr>
          <p:sp>
            <p:nvSpPr>
              <p:cNvPr id="5" name="Freeform 257"/>
              <p:cNvSpPr>
                <a:spLocks noEditPoints="1"/>
              </p:cNvSpPr>
              <p:nvPr/>
            </p:nvSpPr>
            <p:spPr bwMode="auto">
              <a:xfrm>
                <a:off x="4692" y="1988"/>
                <a:ext cx="331" cy="302"/>
              </a:xfrm>
              <a:custGeom>
                <a:avLst/>
                <a:gdLst>
                  <a:gd name="T0" fmla="*/ 139 w 139"/>
                  <a:gd name="T1" fmla="*/ 57 h 126"/>
                  <a:gd name="T2" fmla="*/ 139 w 139"/>
                  <a:gd name="T3" fmla="*/ 57 h 126"/>
                  <a:gd name="T4" fmla="*/ 139 w 139"/>
                  <a:gd name="T5" fmla="*/ 57 h 126"/>
                  <a:gd name="T6" fmla="*/ 11 w 139"/>
                  <a:gd name="T7" fmla="*/ 21 h 126"/>
                  <a:gd name="T8" fmla="*/ 11 w 139"/>
                  <a:gd name="T9" fmla="*/ 21 h 126"/>
                  <a:gd name="T10" fmla="*/ 11 w 139"/>
                  <a:gd name="T11" fmla="*/ 21 h 126"/>
                  <a:gd name="T12" fmla="*/ 11 w 139"/>
                  <a:gd name="T13" fmla="*/ 21 h 126"/>
                  <a:gd name="T14" fmla="*/ 11 w 139"/>
                  <a:gd name="T15" fmla="*/ 21 h 126"/>
                  <a:gd name="T16" fmla="*/ 11 w 139"/>
                  <a:gd name="T17" fmla="*/ 21 h 126"/>
                  <a:gd name="T18" fmla="*/ 21 w 139"/>
                  <a:gd name="T19" fmla="*/ 8 h 126"/>
                  <a:gd name="T20" fmla="*/ 21 w 139"/>
                  <a:gd name="T21" fmla="*/ 8 h 126"/>
                  <a:gd name="T22" fmla="*/ 21 w 139"/>
                  <a:gd name="T23" fmla="*/ 8 h 126"/>
                  <a:gd name="T24" fmla="*/ 46 w 139"/>
                  <a:gd name="T25" fmla="*/ 116 h 126"/>
                  <a:gd name="T26" fmla="*/ 68 w 139"/>
                  <a:gd name="T27" fmla="*/ 112 h 126"/>
                  <a:gd name="T28" fmla="*/ 108 w 139"/>
                  <a:gd name="T29" fmla="*/ 77 h 126"/>
                  <a:gd name="T30" fmla="*/ 115 w 139"/>
                  <a:gd name="T31" fmla="*/ 56 h 126"/>
                  <a:gd name="T32" fmla="*/ 128 w 139"/>
                  <a:gd name="T33" fmla="*/ 62 h 126"/>
                  <a:gd name="T34" fmla="*/ 122 w 139"/>
                  <a:gd name="T35" fmla="*/ 79 h 126"/>
                  <a:gd name="T36" fmla="*/ 82 w 139"/>
                  <a:gd name="T37" fmla="*/ 114 h 126"/>
                  <a:gd name="T38" fmla="*/ 60 w 139"/>
                  <a:gd name="T39" fmla="*/ 118 h 126"/>
                  <a:gd name="T40" fmla="*/ 44 w 139"/>
                  <a:gd name="T41" fmla="*/ 116 h 126"/>
                  <a:gd name="T42" fmla="*/ 46 w 139"/>
                  <a:gd name="T43" fmla="*/ 116 h 126"/>
                  <a:gd name="T44" fmla="*/ 1 w 139"/>
                  <a:gd name="T45" fmla="*/ 54 h 126"/>
                  <a:gd name="T46" fmla="*/ 1 w 139"/>
                  <a:gd name="T47" fmla="*/ 51 h 126"/>
                  <a:gd name="T48" fmla="*/ 1 w 139"/>
                  <a:gd name="T49" fmla="*/ 54 h 126"/>
                  <a:gd name="T50" fmla="*/ 63 w 139"/>
                  <a:gd name="T51" fmla="*/ 0 h 126"/>
                  <a:gd name="T52" fmla="*/ 15 w 139"/>
                  <a:gd name="T53" fmla="*/ 20 h 126"/>
                  <a:gd name="T54" fmla="*/ 5 w 139"/>
                  <a:gd name="T55" fmla="*/ 32 h 126"/>
                  <a:gd name="T56" fmla="*/ 1 w 139"/>
                  <a:gd name="T57" fmla="*/ 51 h 126"/>
                  <a:gd name="T58" fmla="*/ 11 w 139"/>
                  <a:gd name="T59" fmla="*/ 21 h 126"/>
                  <a:gd name="T60" fmla="*/ 0 w 139"/>
                  <a:gd name="T61" fmla="*/ 57 h 126"/>
                  <a:gd name="T62" fmla="*/ 21 w 139"/>
                  <a:gd name="T63" fmla="*/ 106 h 126"/>
                  <a:gd name="T64" fmla="*/ 70 w 139"/>
                  <a:gd name="T65" fmla="*/ 126 h 126"/>
                  <a:gd name="T66" fmla="*/ 70 w 139"/>
                  <a:gd name="T67" fmla="*/ 126 h 126"/>
                  <a:gd name="T68" fmla="*/ 70 w 139"/>
                  <a:gd name="T69" fmla="*/ 126 h 126"/>
                  <a:gd name="T70" fmla="*/ 118 w 139"/>
                  <a:gd name="T71" fmla="*/ 107 h 126"/>
                  <a:gd name="T72" fmla="*/ 118 w 139"/>
                  <a:gd name="T73" fmla="*/ 107 h 126"/>
                  <a:gd name="T74" fmla="*/ 119 w 139"/>
                  <a:gd name="T75" fmla="*/ 106 h 126"/>
                  <a:gd name="T76" fmla="*/ 119 w 139"/>
                  <a:gd name="T77" fmla="*/ 106 h 126"/>
                  <a:gd name="T78" fmla="*/ 119 w 139"/>
                  <a:gd name="T79" fmla="*/ 106 h 126"/>
                  <a:gd name="T80" fmla="*/ 139 w 139"/>
                  <a:gd name="T81" fmla="*/ 57 h 126"/>
                  <a:gd name="T82" fmla="*/ 123 w 139"/>
                  <a:gd name="T83" fmla="*/ 102 h 126"/>
                  <a:gd name="T84" fmla="*/ 123 w 139"/>
                  <a:gd name="T85" fmla="*/ 102 h 126"/>
                  <a:gd name="T86" fmla="*/ 123 w 139"/>
                  <a:gd name="T87" fmla="*/ 102 h 126"/>
                  <a:gd name="T88" fmla="*/ 128 w 139"/>
                  <a:gd name="T89" fmla="*/ 94 h 126"/>
                  <a:gd name="T90" fmla="*/ 133 w 139"/>
                  <a:gd name="T91" fmla="*/ 70 h 126"/>
                  <a:gd name="T92" fmla="*/ 113 w 139"/>
                  <a:gd name="T93" fmla="*/ 21 h 126"/>
                  <a:gd name="T94" fmla="*/ 63 w 139"/>
                  <a:gd name="T95"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9" h="126">
                    <a:moveTo>
                      <a:pt x="139" y="57"/>
                    </a:moveTo>
                    <a:cubicBezTo>
                      <a:pt x="139" y="57"/>
                      <a:pt x="139" y="57"/>
                      <a:pt x="139" y="57"/>
                    </a:cubicBezTo>
                    <a:cubicBezTo>
                      <a:pt x="139" y="57"/>
                      <a:pt x="139" y="57"/>
                      <a:pt x="139" y="57"/>
                    </a:cubicBezTo>
                    <a:moveTo>
                      <a:pt x="11" y="21"/>
                    </a:moveTo>
                    <a:cubicBezTo>
                      <a:pt x="11" y="21"/>
                      <a:pt x="11" y="21"/>
                      <a:pt x="11" y="21"/>
                    </a:cubicBezTo>
                    <a:cubicBezTo>
                      <a:pt x="11" y="21"/>
                      <a:pt x="11" y="21"/>
                      <a:pt x="11" y="21"/>
                    </a:cubicBezTo>
                    <a:moveTo>
                      <a:pt x="11" y="21"/>
                    </a:moveTo>
                    <a:cubicBezTo>
                      <a:pt x="11" y="21"/>
                      <a:pt x="11" y="21"/>
                      <a:pt x="11" y="21"/>
                    </a:cubicBezTo>
                    <a:cubicBezTo>
                      <a:pt x="11" y="21"/>
                      <a:pt x="11" y="21"/>
                      <a:pt x="11" y="21"/>
                    </a:cubicBezTo>
                    <a:moveTo>
                      <a:pt x="21" y="8"/>
                    </a:moveTo>
                    <a:cubicBezTo>
                      <a:pt x="21" y="8"/>
                      <a:pt x="21" y="8"/>
                      <a:pt x="21" y="8"/>
                    </a:cubicBezTo>
                    <a:cubicBezTo>
                      <a:pt x="21" y="8"/>
                      <a:pt x="21" y="8"/>
                      <a:pt x="21" y="8"/>
                    </a:cubicBezTo>
                    <a:moveTo>
                      <a:pt x="46" y="116"/>
                    </a:moveTo>
                    <a:cubicBezTo>
                      <a:pt x="53" y="116"/>
                      <a:pt x="61" y="115"/>
                      <a:pt x="68" y="112"/>
                    </a:cubicBezTo>
                    <a:cubicBezTo>
                      <a:pt x="86" y="106"/>
                      <a:pt x="100" y="94"/>
                      <a:pt x="108" y="77"/>
                    </a:cubicBezTo>
                    <a:cubicBezTo>
                      <a:pt x="112" y="70"/>
                      <a:pt x="114" y="63"/>
                      <a:pt x="115" y="56"/>
                    </a:cubicBezTo>
                    <a:cubicBezTo>
                      <a:pt x="128" y="62"/>
                      <a:pt x="128" y="62"/>
                      <a:pt x="128" y="62"/>
                    </a:cubicBezTo>
                    <a:cubicBezTo>
                      <a:pt x="127" y="68"/>
                      <a:pt x="125" y="74"/>
                      <a:pt x="122" y="79"/>
                    </a:cubicBezTo>
                    <a:cubicBezTo>
                      <a:pt x="114" y="96"/>
                      <a:pt x="100" y="108"/>
                      <a:pt x="82" y="114"/>
                    </a:cubicBezTo>
                    <a:cubicBezTo>
                      <a:pt x="75" y="117"/>
                      <a:pt x="68" y="118"/>
                      <a:pt x="60" y="118"/>
                    </a:cubicBezTo>
                    <a:cubicBezTo>
                      <a:pt x="54" y="118"/>
                      <a:pt x="49" y="117"/>
                      <a:pt x="44" y="116"/>
                    </a:cubicBezTo>
                    <a:cubicBezTo>
                      <a:pt x="44" y="116"/>
                      <a:pt x="45" y="116"/>
                      <a:pt x="46" y="116"/>
                    </a:cubicBezTo>
                    <a:moveTo>
                      <a:pt x="1" y="54"/>
                    </a:moveTo>
                    <a:cubicBezTo>
                      <a:pt x="1" y="53"/>
                      <a:pt x="1" y="52"/>
                      <a:pt x="1" y="51"/>
                    </a:cubicBezTo>
                    <a:cubicBezTo>
                      <a:pt x="1" y="52"/>
                      <a:pt x="1" y="53"/>
                      <a:pt x="1" y="54"/>
                    </a:cubicBezTo>
                    <a:moveTo>
                      <a:pt x="63" y="0"/>
                    </a:moveTo>
                    <a:cubicBezTo>
                      <a:pt x="46" y="0"/>
                      <a:pt x="28" y="7"/>
                      <a:pt x="15" y="20"/>
                    </a:cubicBezTo>
                    <a:cubicBezTo>
                      <a:pt x="11" y="24"/>
                      <a:pt x="8" y="28"/>
                      <a:pt x="5" y="32"/>
                    </a:cubicBezTo>
                    <a:cubicBezTo>
                      <a:pt x="3" y="38"/>
                      <a:pt x="1" y="44"/>
                      <a:pt x="1" y="51"/>
                    </a:cubicBezTo>
                    <a:cubicBezTo>
                      <a:pt x="2" y="40"/>
                      <a:pt x="5" y="30"/>
                      <a:pt x="11" y="21"/>
                    </a:cubicBezTo>
                    <a:cubicBezTo>
                      <a:pt x="4" y="32"/>
                      <a:pt x="0" y="44"/>
                      <a:pt x="0" y="57"/>
                    </a:cubicBezTo>
                    <a:cubicBezTo>
                      <a:pt x="0" y="76"/>
                      <a:pt x="8" y="93"/>
                      <a:pt x="21" y="106"/>
                    </a:cubicBezTo>
                    <a:cubicBezTo>
                      <a:pt x="34" y="119"/>
                      <a:pt x="51" y="126"/>
                      <a:pt x="70" y="126"/>
                    </a:cubicBezTo>
                    <a:cubicBezTo>
                      <a:pt x="70" y="126"/>
                      <a:pt x="70" y="126"/>
                      <a:pt x="70" y="126"/>
                    </a:cubicBezTo>
                    <a:cubicBezTo>
                      <a:pt x="70" y="126"/>
                      <a:pt x="70" y="126"/>
                      <a:pt x="70" y="126"/>
                    </a:cubicBezTo>
                    <a:cubicBezTo>
                      <a:pt x="88" y="126"/>
                      <a:pt x="105" y="119"/>
                      <a:pt x="118" y="107"/>
                    </a:cubicBezTo>
                    <a:cubicBezTo>
                      <a:pt x="118" y="107"/>
                      <a:pt x="118" y="107"/>
                      <a:pt x="118" y="107"/>
                    </a:cubicBezTo>
                    <a:cubicBezTo>
                      <a:pt x="118" y="107"/>
                      <a:pt x="118" y="106"/>
                      <a:pt x="119" y="106"/>
                    </a:cubicBezTo>
                    <a:cubicBezTo>
                      <a:pt x="119" y="106"/>
                      <a:pt x="119" y="106"/>
                      <a:pt x="119" y="106"/>
                    </a:cubicBezTo>
                    <a:cubicBezTo>
                      <a:pt x="119" y="106"/>
                      <a:pt x="119" y="106"/>
                      <a:pt x="119" y="106"/>
                    </a:cubicBezTo>
                    <a:cubicBezTo>
                      <a:pt x="132" y="93"/>
                      <a:pt x="139" y="76"/>
                      <a:pt x="139" y="57"/>
                    </a:cubicBezTo>
                    <a:cubicBezTo>
                      <a:pt x="139" y="74"/>
                      <a:pt x="133" y="89"/>
                      <a:pt x="123" y="102"/>
                    </a:cubicBezTo>
                    <a:cubicBezTo>
                      <a:pt x="123" y="102"/>
                      <a:pt x="123" y="102"/>
                      <a:pt x="123" y="102"/>
                    </a:cubicBezTo>
                    <a:cubicBezTo>
                      <a:pt x="123" y="102"/>
                      <a:pt x="123" y="102"/>
                      <a:pt x="123" y="102"/>
                    </a:cubicBezTo>
                    <a:cubicBezTo>
                      <a:pt x="125" y="99"/>
                      <a:pt x="127" y="97"/>
                      <a:pt x="128" y="94"/>
                    </a:cubicBezTo>
                    <a:cubicBezTo>
                      <a:pt x="131" y="86"/>
                      <a:pt x="133" y="78"/>
                      <a:pt x="133" y="70"/>
                    </a:cubicBezTo>
                    <a:cubicBezTo>
                      <a:pt x="133" y="51"/>
                      <a:pt x="126" y="34"/>
                      <a:pt x="113" y="21"/>
                    </a:cubicBezTo>
                    <a:cubicBezTo>
                      <a:pt x="99" y="7"/>
                      <a:pt x="81" y="0"/>
                      <a:pt x="63" y="0"/>
                    </a:cubicBezTo>
                  </a:path>
                </a:pathLst>
              </a:custGeom>
              <a:solidFill>
                <a:srgbClr val="FDFCF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6" name="Freeform 258"/>
              <p:cNvSpPr/>
              <p:nvPr/>
            </p:nvSpPr>
            <p:spPr bwMode="auto">
              <a:xfrm>
                <a:off x="4694" y="2110"/>
                <a:ext cx="0" cy="7"/>
              </a:xfrm>
              <a:custGeom>
                <a:avLst/>
                <a:gdLst>
                  <a:gd name="T0" fmla="*/ 0 h 3"/>
                  <a:gd name="T1" fmla="*/ 3 h 3"/>
                  <a:gd name="T2" fmla="*/ 0 h 3"/>
                </a:gdLst>
                <a:ahLst/>
                <a:cxnLst>
                  <a:cxn ang="0">
                    <a:pos x="0" y="T0"/>
                  </a:cxn>
                  <a:cxn ang="0">
                    <a:pos x="0" y="T1"/>
                  </a:cxn>
                  <a:cxn ang="0">
                    <a:pos x="0" y="T2"/>
                  </a:cxn>
                </a:cxnLst>
                <a:rect l="0" t="0" r="r" b="b"/>
                <a:pathLst>
                  <a:path h="3">
                    <a:moveTo>
                      <a:pt x="0" y="0"/>
                    </a:moveTo>
                    <a:cubicBezTo>
                      <a:pt x="0" y="1"/>
                      <a:pt x="0" y="2"/>
                      <a:pt x="0" y="3"/>
                    </a:cubicBezTo>
                    <a:cubicBezTo>
                      <a:pt x="0" y="2"/>
                      <a:pt x="0" y="1"/>
                      <a:pt x="0" y="0"/>
                    </a:cubicBezTo>
                  </a:path>
                </a:pathLst>
              </a:custGeom>
              <a:solidFill>
                <a:srgbClr val="A6DA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7" name="Freeform 259"/>
              <p:cNvSpPr/>
              <p:nvPr/>
            </p:nvSpPr>
            <p:spPr bwMode="auto">
              <a:xfrm>
                <a:off x="4692" y="2117"/>
                <a:ext cx="2" cy="8"/>
              </a:xfrm>
              <a:custGeom>
                <a:avLst/>
                <a:gdLst>
                  <a:gd name="T0" fmla="*/ 1 w 1"/>
                  <a:gd name="T1" fmla="*/ 0 h 3"/>
                  <a:gd name="T2" fmla="*/ 0 w 1"/>
                  <a:gd name="T3" fmla="*/ 3 h 3"/>
                  <a:gd name="T4" fmla="*/ 1 w 1"/>
                  <a:gd name="T5" fmla="*/ 0 h 3"/>
                </a:gdLst>
                <a:ahLst/>
                <a:cxnLst>
                  <a:cxn ang="0">
                    <a:pos x="T0" y="T1"/>
                  </a:cxn>
                  <a:cxn ang="0">
                    <a:pos x="T2" y="T3"/>
                  </a:cxn>
                  <a:cxn ang="0">
                    <a:pos x="T4" y="T5"/>
                  </a:cxn>
                </a:cxnLst>
                <a:rect l="0" t="0" r="r" b="b"/>
                <a:pathLst>
                  <a:path w="1" h="3">
                    <a:moveTo>
                      <a:pt x="1" y="0"/>
                    </a:moveTo>
                    <a:cubicBezTo>
                      <a:pt x="1" y="1"/>
                      <a:pt x="0" y="2"/>
                      <a:pt x="0" y="3"/>
                    </a:cubicBezTo>
                    <a:cubicBezTo>
                      <a:pt x="0" y="2"/>
                      <a:pt x="1" y="1"/>
                      <a:pt x="1" y="0"/>
                    </a:cubicBezTo>
                    <a:close/>
                  </a:path>
                </a:pathLst>
              </a:custGeom>
              <a:solidFill>
                <a:srgbClr val="A6DA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8" name="Freeform 260"/>
              <p:cNvSpPr>
                <a:spLocks noEditPoints="1"/>
              </p:cNvSpPr>
              <p:nvPr/>
            </p:nvSpPr>
            <p:spPr bwMode="auto">
              <a:xfrm>
                <a:off x="4859" y="1959"/>
                <a:ext cx="164" cy="166"/>
              </a:xfrm>
              <a:custGeom>
                <a:avLst/>
                <a:gdLst>
                  <a:gd name="T0" fmla="*/ 0 w 69"/>
                  <a:gd name="T1" fmla="*/ 0 h 69"/>
                  <a:gd name="T2" fmla="*/ 49 w 69"/>
                  <a:gd name="T3" fmla="*/ 20 h 69"/>
                  <a:gd name="T4" fmla="*/ 69 w 69"/>
                  <a:gd name="T5" fmla="*/ 69 h 69"/>
                  <a:gd name="T6" fmla="*/ 69 w 69"/>
                  <a:gd name="T7" fmla="*/ 69 h 69"/>
                  <a:gd name="T8" fmla="*/ 49 w 69"/>
                  <a:gd name="T9" fmla="*/ 20 h 69"/>
                  <a:gd name="T10" fmla="*/ 0 w 69"/>
                  <a:gd name="T11" fmla="*/ 0 h 69"/>
                  <a:gd name="T12" fmla="*/ 0 w 69"/>
                  <a:gd name="T13" fmla="*/ 0 h 69"/>
                  <a:gd name="T14" fmla="*/ 0 w 69"/>
                  <a:gd name="T15" fmla="*/ 0 h 69"/>
                  <a:gd name="T16" fmla="*/ 0 w 69"/>
                  <a:gd name="T17" fmla="*/ 0 h 69"/>
                  <a:gd name="T18" fmla="*/ 0 w 69"/>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0" y="0"/>
                    </a:moveTo>
                    <a:cubicBezTo>
                      <a:pt x="18" y="0"/>
                      <a:pt x="35" y="7"/>
                      <a:pt x="49" y="20"/>
                    </a:cubicBezTo>
                    <a:cubicBezTo>
                      <a:pt x="62" y="33"/>
                      <a:pt x="69" y="51"/>
                      <a:pt x="69" y="69"/>
                    </a:cubicBezTo>
                    <a:cubicBezTo>
                      <a:pt x="69" y="69"/>
                      <a:pt x="69" y="69"/>
                      <a:pt x="69" y="69"/>
                    </a:cubicBezTo>
                    <a:cubicBezTo>
                      <a:pt x="69" y="51"/>
                      <a:pt x="62" y="33"/>
                      <a:pt x="49" y="20"/>
                    </a:cubicBezTo>
                    <a:cubicBezTo>
                      <a:pt x="35" y="7"/>
                      <a:pt x="18" y="0"/>
                      <a:pt x="0" y="0"/>
                    </a:cubicBezTo>
                    <a:moveTo>
                      <a:pt x="0" y="0"/>
                    </a:moveTo>
                    <a:cubicBezTo>
                      <a:pt x="0" y="0"/>
                      <a:pt x="0" y="0"/>
                      <a:pt x="0" y="0"/>
                    </a:cubicBezTo>
                    <a:cubicBezTo>
                      <a:pt x="0" y="0"/>
                      <a:pt x="0" y="0"/>
                      <a:pt x="0" y="0"/>
                    </a:cubicBezTo>
                    <a:cubicBezTo>
                      <a:pt x="0" y="0"/>
                      <a:pt x="0" y="0"/>
                      <a:pt x="0" y="0"/>
                    </a:cubicBezTo>
                  </a:path>
                </a:pathLst>
              </a:custGeom>
              <a:solidFill>
                <a:srgbClr val="F2EF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9" name="Freeform 261"/>
              <p:cNvSpPr>
                <a:spLocks noEditPoints="1"/>
              </p:cNvSpPr>
              <p:nvPr/>
            </p:nvSpPr>
            <p:spPr bwMode="auto">
              <a:xfrm>
                <a:off x="4694" y="1959"/>
                <a:ext cx="329" cy="274"/>
              </a:xfrm>
              <a:custGeom>
                <a:avLst/>
                <a:gdLst>
                  <a:gd name="T0" fmla="*/ 122 w 138"/>
                  <a:gd name="T1" fmla="*/ 114 h 114"/>
                  <a:gd name="T2" fmla="*/ 122 w 138"/>
                  <a:gd name="T3" fmla="*/ 114 h 114"/>
                  <a:gd name="T4" fmla="*/ 122 w 138"/>
                  <a:gd name="T5" fmla="*/ 114 h 114"/>
                  <a:gd name="T6" fmla="*/ 69 w 138"/>
                  <a:gd name="T7" fmla="*/ 0 h 114"/>
                  <a:gd name="T8" fmla="*/ 69 w 138"/>
                  <a:gd name="T9" fmla="*/ 0 h 114"/>
                  <a:gd name="T10" fmla="*/ 20 w 138"/>
                  <a:gd name="T11" fmla="*/ 20 h 114"/>
                  <a:gd name="T12" fmla="*/ 20 w 138"/>
                  <a:gd name="T13" fmla="*/ 20 h 114"/>
                  <a:gd name="T14" fmla="*/ 20 w 138"/>
                  <a:gd name="T15" fmla="*/ 20 h 114"/>
                  <a:gd name="T16" fmla="*/ 20 w 138"/>
                  <a:gd name="T17" fmla="*/ 20 h 114"/>
                  <a:gd name="T18" fmla="*/ 10 w 138"/>
                  <a:gd name="T19" fmla="*/ 33 h 114"/>
                  <a:gd name="T20" fmla="*/ 10 w 138"/>
                  <a:gd name="T21" fmla="*/ 33 h 114"/>
                  <a:gd name="T22" fmla="*/ 10 w 138"/>
                  <a:gd name="T23" fmla="*/ 33 h 114"/>
                  <a:gd name="T24" fmla="*/ 10 w 138"/>
                  <a:gd name="T25" fmla="*/ 33 h 114"/>
                  <a:gd name="T26" fmla="*/ 10 w 138"/>
                  <a:gd name="T27" fmla="*/ 33 h 114"/>
                  <a:gd name="T28" fmla="*/ 0 w 138"/>
                  <a:gd name="T29" fmla="*/ 63 h 114"/>
                  <a:gd name="T30" fmla="*/ 4 w 138"/>
                  <a:gd name="T31" fmla="*/ 44 h 114"/>
                  <a:gd name="T32" fmla="*/ 14 w 138"/>
                  <a:gd name="T33" fmla="*/ 32 h 114"/>
                  <a:gd name="T34" fmla="*/ 62 w 138"/>
                  <a:gd name="T35" fmla="*/ 12 h 114"/>
                  <a:gd name="T36" fmla="*/ 112 w 138"/>
                  <a:gd name="T37" fmla="*/ 33 h 114"/>
                  <a:gd name="T38" fmla="*/ 132 w 138"/>
                  <a:gd name="T39" fmla="*/ 82 h 114"/>
                  <a:gd name="T40" fmla="*/ 127 w 138"/>
                  <a:gd name="T41" fmla="*/ 106 h 114"/>
                  <a:gd name="T42" fmla="*/ 122 w 138"/>
                  <a:gd name="T43" fmla="*/ 114 h 114"/>
                  <a:gd name="T44" fmla="*/ 138 w 138"/>
                  <a:gd name="T45" fmla="*/ 69 h 114"/>
                  <a:gd name="T46" fmla="*/ 138 w 138"/>
                  <a:gd name="T47" fmla="*/ 69 h 114"/>
                  <a:gd name="T48" fmla="*/ 138 w 138"/>
                  <a:gd name="T49" fmla="*/ 69 h 114"/>
                  <a:gd name="T50" fmla="*/ 138 w 138"/>
                  <a:gd name="T51" fmla="*/ 69 h 114"/>
                  <a:gd name="T52" fmla="*/ 118 w 138"/>
                  <a:gd name="T53" fmla="*/ 20 h 114"/>
                  <a:gd name="T54" fmla="*/ 69 w 138"/>
                  <a:gd name="T55" fmla="*/ 0 h 114"/>
                  <a:gd name="T56" fmla="*/ 69 w 138"/>
                  <a:gd name="T5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8" h="114">
                    <a:moveTo>
                      <a:pt x="122" y="114"/>
                    </a:moveTo>
                    <a:cubicBezTo>
                      <a:pt x="122" y="114"/>
                      <a:pt x="122" y="114"/>
                      <a:pt x="122" y="114"/>
                    </a:cubicBezTo>
                    <a:cubicBezTo>
                      <a:pt x="122" y="114"/>
                      <a:pt x="122" y="114"/>
                      <a:pt x="122" y="114"/>
                    </a:cubicBezTo>
                    <a:moveTo>
                      <a:pt x="69" y="0"/>
                    </a:moveTo>
                    <a:cubicBezTo>
                      <a:pt x="69" y="0"/>
                      <a:pt x="69" y="0"/>
                      <a:pt x="69" y="0"/>
                    </a:cubicBezTo>
                    <a:cubicBezTo>
                      <a:pt x="51" y="0"/>
                      <a:pt x="33" y="6"/>
                      <a:pt x="20" y="20"/>
                    </a:cubicBezTo>
                    <a:cubicBezTo>
                      <a:pt x="20" y="20"/>
                      <a:pt x="20" y="20"/>
                      <a:pt x="20" y="20"/>
                    </a:cubicBezTo>
                    <a:cubicBezTo>
                      <a:pt x="20" y="20"/>
                      <a:pt x="20" y="20"/>
                      <a:pt x="20" y="20"/>
                    </a:cubicBezTo>
                    <a:cubicBezTo>
                      <a:pt x="20" y="20"/>
                      <a:pt x="20" y="20"/>
                      <a:pt x="20" y="20"/>
                    </a:cubicBezTo>
                    <a:cubicBezTo>
                      <a:pt x="16" y="24"/>
                      <a:pt x="13" y="28"/>
                      <a:pt x="10" y="33"/>
                    </a:cubicBezTo>
                    <a:cubicBezTo>
                      <a:pt x="10" y="33"/>
                      <a:pt x="10" y="33"/>
                      <a:pt x="10" y="33"/>
                    </a:cubicBezTo>
                    <a:cubicBezTo>
                      <a:pt x="10" y="33"/>
                      <a:pt x="10" y="33"/>
                      <a:pt x="10" y="33"/>
                    </a:cubicBezTo>
                    <a:cubicBezTo>
                      <a:pt x="10" y="33"/>
                      <a:pt x="10" y="33"/>
                      <a:pt x="10" y="33"/>
                    </a:cubicBezTo>
                    <a:cubicBezTo>
                      <a:pt x="10" y="33"/>
                      <a:pt x="10" y="33"/>
                      <a:pt x="10" y="33"/>
                    </a:cubicBezTo>
                    <a:cubicBezTo>
                      <a:pt x="4" y="42"/>
                      <a:pt x="1" y="52"/>
                      <a:pt x="0" y="63"/>
                    </a:cubicBezTo>
                    <a:cubicBezTo>
                      <a:pt x="0" y="56"/>
                      <a:pt x="2" y="50"/>
                      <a:pt x="4" y="44"/>
                    </a:cubicBezTo>
                    <a:cubicBezTo>
                      <a:pt x="7" y="40"/>
                      <a:pt x="10" y="36"/>
                      <a:pt x="14" y="32"/>
                    </a:cubicBezTo>
                    <a:cubicBezTo>
                      <a:pt x="27" y="19"/>
                      <a:pt x="45" y="12"/>
                      <a:pt x="62" y="12"/>
                    </a:cubicBezTo>
                    <a:cubicBezTo>
                      <a:pt x="80" y="12"/>
                      <a:pt x="98" y="19"/>
                      <a:pt x="112" y="33"/>
                    </a:cubicBezTo>
                    <a:cubicBezTo>
                      <a:pt x="125" y="46"/>
                      <a:pt x="132" y="63"/>
                      <a:pt x="132" y="82"/>
                    </a:cubicBezTo>
                    <a:cubicBezTo>
                      <a:pt x="132" y="90"/>
                      <a:pt x="130" y="98"/>
                      <a:pt x="127" y="106"/>
                    </a:cubicBezTo>
                    <a:cubicBezTo>
                      <a:pt x="126" y="109"/>
                      <a:pt x="124" y="111"/>
                      <a:pt x="122" y="114"/>
                    </a:cubicBezTo>
                    <a:cubicBezTo>
                      <a:pt x="132" y="101"/>
                      <a:pt x="138" y="86"/>
                      <a:pt x="138" y="69"/>
                    </a:cubicBezTo>
                    <a:cubicBezTo>
                      <a:pt x="138" y="69"/>
                      <a:pt x="138" y="69"/>
                      <a:pt x="138" y="69"/>
                    </a:cubicBezTo>
                    <a:cubicBezTo>
                      <a:pt x="138" y="69"/>
                      <a:pt x="138" y="69"/>
                      <a:pt x="138" y="69"/>
                    </a:cubicBezTo>
                    <a:cubicBezTo>
                      <a:pt x="138" y="69"/>
                      <a:pt x="138" y="69"/>
                      <a:pt x="138" y="69"/>
                    </a:cubicBezTo>
                    <a:cubicBezTo>
                      <a:pt x="138" y="51"/>
                      <a:pt x="131" y="33"/>
                      <a:pt x="118" y="20"/>
                    </a:cubicBezTo>
                    <a:cubicBezTo>
                      <a:pt x="104" y="7"/>
                      <a:pt x="87" y="0"/>
                      <a:pt x="69" y="0"/>
                    </a:cubicBezTo>
                    <a:cubicBezTo>
                      <a:pt x="69" y="0"/>
                      <a:pt x="69" y="0"/>
                      <a:pt x="69" y="0"/>
                    </a:cubicBezTo>
                  </a:path>
                </a:pathLst>
              </a:custGeom>
              <a:solidFill>
                <a:srgbClr val="F2EE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0" name="Freeform 262"/>
              <p:cNvSpPr/>
              <p:nvPr/>
            </p:nvSpPr>
            <p:spPr bwMode="auto">
              <a:xfrm>
                <a:off x="4983" y="2233"/>
                <a:ext cx="2"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0" y="1"/>
                    </a:cubicBezTo>
                    <a:cubicBezTo>
                      <a:pt x="0" y="1"/>
                      <a:pt x="0" y="0"/>
                      <a:pt x="1" y="0"/>
                    </a:cubicBezTo>
                    <a:close/>
                  </a:path>
                </a:pathLst>
              </a:custGeom>
              <a:solidFill>
                <a:srgbClr val="A6DA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1" name="Freeform 263"/>
              <p:cNvSpPr/>
              <p:nvPr/>
            </p:nvSpPr>
            <p:spPr bwMode="auto">
              <a:xfrm>
                <a:off x="4978" y="2235"/>
                <a:ext cx="2"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1"/>
                      <a:pt x="1" y="1"/>
                      <a:pt x="0" y="1"/>
                    </a:cubicBezTo>
                    <a:cubicBezTo>
                      <a:pt x="1" y="1"/>
                      <a:pt x="1" y="1"/>
                      <a:pt x="1" y="0"/>
                    </a:cubicBezTo>
                    <a:close/>
                  </a:path>
                </a:pathLst>
              </a:custGeom>
              <a:solidFill>
                <a:srgbClr val="A6DA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2" name="Freeform 264"/>
              <p:cNvSpPr/>
              <p:nvPr/>
            </p:nvSpPr>
            <p:spPr bwMode="auto">
              <a:xfrm>
                <a:off x="4976" y="2240"/>
                <a:ext cx="2" cy="2"/>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0" y="1"/>
                      <a:pt x="0" y="1"/>
                    </a:cubicBezTo>
                    <a:cubicBezTo>
                      <a:pt x="0" y="1"/>
                      <a:pt x="1" y="0"/>
                      <a:pt x="1" y="0"/>
                    </a:cubicBezTo>
                    <a:close/>
                  </a:path>
                </a:pathLst>
              </a:custGeom>
              <a:solidFill>
                <a:srgbClr val="A6DAE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3" name="Freeform 265"/>
              <p:cNvSpPr/>
              <p:nvPr/>
            </p:nvSpPr>
            <p:spPr bwMode="auto">
              <a:xfrm>
                <a:off x="4570" y="2096"/>
                <a:ext cx="108" cy="57"/>
              </a:xfrm>
              <a:custGeom>
                <a:avLst/>
                <a:gdLst>
                  <a:gd name="T0" fmla="*/ 0 w 45"/>
                  <a:gd name="T1" fmla="*/ 11 h 24"/>
                  <a:gd name="T2" fmla="*/ 12 w 45"/>
                  <a:gd name="T3" fmla="*/ 0 h 24"/>
                  <a:gd name="T4" fmla="*/ 33 w 45"/>
                  <a:gd name="T5" fmla="*/ 0 h 24"/>
                  <a:gd name="T6" fmla="*/ 45 w 45"/>
                  <a:gd name="T7" fmla="*/ 12 h 24"/>
                  <a:gd name="T8" fmla="*/ 45 w 45"/>
                  <a:gd name="T9" fmla="*/ 12 h 24"/>
                  <a:gd name="T10" fmla="*/ 33 w 45"/>
                  <a:gd name="T11" fmla="*/ 24 h 24"/>
                  <a:gd name="T12" fmla="*/ 12 w 45"/>
                  <a:gd name="T13" fmla="*/ 23 h 24"/>
                  <a:gd name="T14" fmla="*/ 0 w 45"/>
                  <a:gd name="T15" fmla="*/ 12 h 24"/>
                  <a:gd name="T16" fmla="*/ 0 w 45"/>
                  <a:gd name="T17" fmla="*/ 1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24">
                    <a:moveTo>
                      <a:pt x="0" y="11"/>
                    </a:moveTo>
                    <a:cubicBezTo>
                      <a:pt x="0" y="5"/>
                      <a:pt x="5" y="0"/>
                      <a:pt x="12" y="0"/>
                    </a:cubicBezTo>
                    <a:cubicBezTo>
                      <a:pt x="33" y="0"/>
                      <a:pt x="33" y="0"/>
                      <a:pt x="33" y="0"/>
                    </a:cubicBezTo>
                    <a:cubicBezTo>
                      <a:pt x="39" y="0"/>
                      <a:pt x="45" y="5"/>
                      <a:pt x="45" y="12"/>
                    </a:cubicBezTo>
                    <a:cubicBezTo>
                      <a:pt x="45" y="12"/>
                      <a:pt x="45" y="12"/>
                      <a:pt x="45" y="12"/>
                    </a:cubicBezTo>
                    <a:cubicBezTo>
                      <a:pt x="45" y="18"/>
                      <a:pt x="39" y="24"/>
                      <a:pt x="33" y="24"/>
                    </a:cubicBezTo>
                    <a:cubicBezTo>
                      <a:pt x="12" y="23"/>
                      <a:pt x="12" y="23"/>
                      <a:pt x="12" y="23"/>
                    </a:cubicBezTo>
                    <a:cubicBezTo>
                      <a:pt x="5" y="23"/>
                      <a:pt x="0" y="18"/>
                      <a:pt x="0" y="12"/>
                    </a:cubicBezTo>
                    <a:lnTo>
                      <a:pt x="0" y="11"/>
                    </a:lnTo>
                    <a:close/>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4" name="Freeform 266"/>
              <p:cNvSpPr>
                <a:spLocks noEditPoints="1"/>
              </p:cNvSpPr>
              <p:nvPr/>
            </p:nvSpPr>
            <p:spPr bwMode="auto">
              <a:xfrm>
                <a:off x="4637" y="1879"/>
                <a:ext cx="443" cy="469"/>
              </a:xfrm>
              <a:custGeom>
                <a:avLst/>
                <a:gdLst>
                  <a:gd name="T0" fmla="*/ 159 w 186"/>
                  <a:gd name="T1" fmla="*/ 36 h 195"/>
                  <a:gd name="T2" fmla="*/ 27 w 186"/>
                  <a:gd name="T3" fmla="*/ 36 h 195"/>
                  <a:gd name="T4" fmla="*/ 0 w 186"/>
                  <a:gd name="T5" fmla="*/ 102 h 195"/>
                  <a:gd name="T6" fmla="*/ 0 w 186"/>
                  <a:gd name="T7" fmla="*/ 102 h 195"/>
                  <a:gd name="T8" fmla="*/ 27 w 186"/>
                  <a:gd name="T9" fmla="*/ 168 h 195"/>
                  <a:gd name="T10" fmla="*/ 93 w 186"/>
                  <a:gd name="T11" fmla="*/ 195 h 195"/>
                  <a:gd name="T12" fmla="*/ 158 w 186"/>
                  <a:gd name="T13" fmla="*/ 168 h 195"/>
                  <a:gd name="T14" fmla="*/ 186 w 186"/>
                  <a:gd name="T15" fmla="*/ 102 h 195"/>
                  <a:gd name="T16" fmla="*/ 159 w 186"/>
                  <a:gd name="T17" fmla="*/ 36 h 195"/>
                  <a:gd name="T18" fmla="*/ 142 w 186"/>
                  <a:gd name="T19" fmla="*/ 53 h 195"/>
                  <a:gd name="T20" fmla="*/ 162 w 186"/>
                  <a:gd name="T21" fmla="*/ 102 h 195"/>
                  <a:gd name="T22" fmla="*/ 142 w 186"/>
                  <a:gd name="T23" fmla="*/ 151 h 195"/>
                  <a:gd name="T24" fmla="*/ 93 w 186"/>
                  <a:gd name="T25" fmla="*/ 171 h 195"/>
                  <a:gd name="T26" fmla="*/ 44 w 186"/>
                  <a:gd name="T27" fmla="*/ 151 h 195"/>
                  <a:gd name="T28" fmla="*/ 23 w 186"/>
                  <a:gd name="T29" fmla="*/ 102 h 195"/>
                  <a:gd name="T30" fmla="*/ 44 w 186"/>
                  <a:gd name="T31" fmla="*/ 53 h 195"/>
                  <a:gd name="T32" fmla="*/ 142 w 186"/>
                  <a:gd name="T33" fmla="*/ 53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6" h="195">
                    <a:moveTo>
                      <a:pt x="159" y="36"/>
                    </a:moveTo>
                    <a:cubicBezTo>
                      <a:pt x="122" y="0"/>
                      <a:pt x="63" y="0"/>
                      <a:pt x="27" y="36"/>
                    </a:cubicBezTo>
                    <a:cubicBezTo>
                      <a:pt x="9" y="54"/>
                      <a:pt x="0" y="77"/>
                      <a:pt x="0" y="102"/>
                    </a:cubicBezTo>
                    <a:cubicBezTo>
                      <a:pt x="0" y="102"/>
                      <a:pt x="0" y="102"/>
                      <a:pt x="0" y="102"/>
                    </a:cubicBezTo>
                    <a:cubicBezTo>
                      <a:pt x="0" y="127"/>
                      <a:pt x="9" y="150"/>
                      <a:pt x="27" y="168"/>
                    </a:cubicBezTo>
                    <a:cubicBezTo>
                      <a:pt x="44" y="185"/>
                      <a:pt x="68" y="195"/>
                      <a:pt x="93" y="195"/>
                    </a:cubicBezTo>
                    <a:cubicBezTo>
                      <a:pt x="117" y="195"/>
                      <a:pt x="141" y="186"/>
                      <a:pt x="158" y="168"/>
                    </a:cubicBezTo>
                    <a:cubicBezTo>
                      <a:pt x="176" y="150"/>
                      <a:pt x="186" y="127"/>
                      <a:pt x="186" y="102"/>
                    </a:cubicBezTo>
                    <a:cubicBezTo>
                      <a:pt x="186" y="77"/>
                      <a:pt x="176" y="54"/>
                      <a:pt x="159" y="36"/>
                    </a:cubicBezTo>
                    <a:moveTo>
                      <a:pt x="142" y="53"/>
                    </a:moveTo>
                    <a:cubicBezTo>
                      <a:pt x="155" y="66"/>
                      <a:pt x="162" y="84"/>
                      <a:pt x="162" y="102"/>
                    </a:cubicBezTo>
                    <a:cubicBezTo>
                      <a:pt x="162" y="121"/>
                      <a:pt x="155" y="138"/>
                      <a:pt x="142" y="151"/>
                    </a:cubicBezTo>
                    <a:cubicBezTo>
                      <a:pt x="129" y="164"/>
                      <a:pt x="111" y="171"/>
                      <a:pt x="93" y="171"/>
                    </a:cubicBezTo>
                    <a:cubicBezTo>
                      <a:pt x="74" y="171"/>
                      <a:pt x="57" y="164"/>
                      <a:pt x="44" y="151"/>
                    </a:cubicBezTo>
                    <a:cubicBezTo>
                      <a:pt x="31" y="138"/>
                      <a:pt x="23" y="121"/>
                      <a:pt x="23" y="102"/>
                    </a:cubicBezTo>
                    <a:cubicBezTo>
                      <a:pt x="23" y="83"/>
                      <a:pt x="31" y="66"/>
                      <a:pt x="44" y="53"/>
                    </a:cubicBezTo>
                    <a:cubicBezTo>
                      <a:pt x="71" y="26"/>
                      <a:pt x="115" y="26"/>
                      <a:pt x="142" y="53"/>
                    </a:cubicBezTo>
                  </a:path>
                </a:pathLst>
              </a:custGeom>
              <a:solidFill>
                <a:srgbClr val="015BA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sp>
            <p:nvSpPr>
              <p:cNvPr id="15" name="Rectangle 267"/>
              <p:cNvSpPr>
                <a:spLocks noChangeArrowheads="1"/>
              </p:cNvSpPr>
              <p:nvPr/>
            </p:nvSpPr>
            <p:spPr bwMode="auto">
              <a:xfrm>
                <a:off x="4241" y="2067"/>
                <a:ext cx="360" cy="115"/>
              </a:xfrm>
              <a:prstGeom prst="rect">
                <a:avLst/>
              </a:prstGeom>
              <a:solidFill>
                <a:srgbClr val="015BA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16" name="Rectangle 268"/>
              <p:cNvSpPr>
                <a:spLocks noChangeArrowheads="1"/>
              </p:cNvSpPr>
              <p:nvPr/>
            </p:nvSpPr>
            <p:spPr bwMode="auto">
              <a:xfrm>
                <a:off x="4241" y="2091"/>
                <a:ext cx="360" cy="67"/>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GB">
                  <a:solidFill>
                    <a:srgbClr val="2B2B2B"/>
                  </a:solidFill>
                </a:endParaRPr>
              </a:p>
            </p:txBody>
          </p:sp>
          <p:sp>
            <p:nvSpPr>
              <p:cNvPr id="17" name="Freeform 269"/>
              <p:cNvSpPr/>
              <p:nvPr/>
            </p:nvSpPr>
            <p:spPr bwMode="auto">
              <a:xfrm>
                <a:off x="4797" y="2122"/>
                <a:ext cx="200" cy="149"/>
              </a:xfrm>
              <a:custGeom>
                <a:avLst/>
                <a:gdLst>
                  <a:gd name="T0" fmla="*/ 71 w 84"/>
                  <a:gd name="T1" fmla="*/ 0 h 62"/>
                  <a:gd name="T2" fmla="*/ 64 w 84"/>
                  <a:gd name="T3" fmla="*/ 21 h 62"/>
                  <a:gd name="T4" fmla="*/ 24 w 84"/>
                  <a:gd name="T5" fmla="*/ 56 h 62"/>
                  <a:gd name="T6" fmla="*/ 2 w 84"/>
                  <a:gd name="T7" fmla="*/ 60 h 62"/>
                  <a:gd name="T8" fmla="*/ 0 w 84"/>
                  <a:gd name="T9" fmla="*/ 60 h 62"/>
                  <a:gd name="T10" fmla="*/ 16 w 84"/>
                  <a:gd name="T11" fmla="*/ 62 h 62"/>
                  <a:gd name="T12" fmla="*/ 38 w 84"/>
                  <a:gd name="T13" fmla="*/ 58 h 62"/>
                  <a:gd name="T14" fmla="*/ 78 w 84"/>
                  <a:gd name="T15" fmla="*/ 23 h 62"/>
                  <a:gd name="T16" fmla="*/ 84 w 84"/>
                  <a:gd name="T17" fmla="*/ 6 h 62"/>
                  <a:gd name="T18" fmla="*/ 71 w 84"/>
                  <a:gd name="T19"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62">
                    <a:moveTo>
                      <a:pt x="71" y="0"/>
                    </a:moveTo>
                    <a:cubicBezTo>
                      <a:pt x="70" y="7"/>
                      <a:pt x="68" y="14"/>
                      <a:pt x="64" y="21"/>
                    </a:cubicBezTo>
                    <a:cubicBezTo>
                      <a:pt x="56" y="38"/>
                      <a:pt x="42" y="50"/>
                      <a:pt x="24" y="56"/>
                    </a:cubicBezTo>
                    <a:cubicBezTo>
                      <a:pt x="17" y="59"/>
                      <a:pt x="9" y="60"/>
                      <a:pt x="2" y="60"/>
                    </a:cubicBezTo>
                    <a:cubicBezTo>
                      <a:pt x="1" y="60"/>
                      <a:pt x="0" y="60"/>
                      <a:pt x="0" y="60"/>
                    </a:cubicBezTo>
                    <a:cubicBezTo>
                      <a:pt x="5" y="61"/>
                      <a:pt x="10" y="62"/>
                      <a:pt x="16" y="62"/>
                    </a:cubicBezTo>
                    <a:cubicBezTo>
                      <a:pt x="24" y="62"/>
                      <a:pt x="31" y="61"/>
                      <a:pt x="38" y="58"/>
                    </a:cubicBezTo>
                    <a:cubicBezTo>
                      <a:pt x="56" y="52"/>
                      <a:pt x="70" y="40"/>
                      <a:pt x="78" y="23"/>
                    </a:cubicBezTo>
                    <a:cubicBezTo>
                      <a:pt x="81" y="18"/>
                      <a:pt x="83" y="12"/>
                      <a:pt x="84" y="6"/>
                    </a:cubicBezTo>
                    <a:cubicBezTo>
                      <a:pt x="71" y="0"/>
                      <a:pt x="71" y="0"/>
                      <a:pt x="71" y="0"/>
                    </a:cubicBezTo>
                  </a:path>
                </a:pathLst>
              </a:custGeom>
              <a:solidFill>
                <a:srgbClr val="F2EEE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a:solidFill>
                    <a:srgbClr val="2B2B2B"/>
                  </a:solidFill>
                </a:endParaRPr>
              </a:p>
            </p:txBody>
          </p:sp>
        </p:grpSp>
      </p:grpSp>
      <p:grpSp>
        <p:nvGrpSpPr>
          <p:cNvPr id="90" name="组合 89"/>
          <p:cNvGrpSpPr/>
          <p:nvPr/>
        </p:nvGrpSpPr>
        <p:grpSpPr>
          <a:xfrm>
            <a:off x="4738824" y="2490645"/>
            <a:ext cx="555387" cy="550931"/>
            <a:chOff x="4738824" y="2258997"/>
            <a:chExt cx="555387" cy="550931"/>
          </a:xfrm>
        </p:grpSpPr>
        <p:sp>
          <p:nvSpPr>
            <p:cNvPr id="30" name="Rounded Rectangle 33"/>
            <p:cNvSpPr/>
            <p:nvPr/>
          </p:nvSpPr>
          <p:spPr>
            <a:xfrm>
              <a:off x="4738824" y="2258997"/>
              <a:ext cx="555387" cy="550931"/>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rgbClr val="F6F8F8">
                    <a:lumMod val="50000"/>
                  </a:srgbClr>
                </a:solidFill>
              </a:endParaRPr>
            </a:p>
          </p:txBody>
        </p:sp>
        <p:sp>
          <p:nvSpPr>
            <p:cNvPr id="38" name="Rectangle 41"/>
            <p:cNvSpPr/>
            <p:nvPr/>
          </p:nvSpPr>
          <p:spPr>
            <a:xfrm>
              <a:off x="4756242" y="2360124"/>
              <a:ext cx="537968" cy="381643"/>
            </a:xfrm>
            <a:prstGeom prst="rect">
              <a:avLst/>
            </a:prstGeom>
          </p:spPr>
          <p:txBody>
            <a:bodyPr wrap="none" lIns="121920" rIns="121920" bIns="60960">
              <a:spAutoFit/>
            </a:bodyPr>
            <a:lstStyle/>
            <a:p>
              <a:pPr algn="ctr">
                <a:lnSpc>
                  <a:spcPct val="89000"/>
                </a:lnSpc>
              </a:pPr>
              <a:r>
                <a:rPr lang="en-US" sz="2000" dirty="0">
                  <a:solidFill>
                    <a:srgbClr val="FFFFFF"/>
                  </a:solidFill>
                </a:rPr>
                <a:t>01</a:t>
              </a:r>
              <a:endParaRPr lang="en-US" sz="2000" dirty="0">
                <a:solidFill>
                  <a:srgbClr val="FFFFFF"/>
                </a:solidFill>
              </a:endParaRPr>
            </a:p>
          </p:txBody>
        </p:sp>
      </p:grpSp>
      <p:grpSp>
        <p:nvGrpSpPr>
          <p:cNvPr id="91" name="组合 90"/>
          <p:cNvGrpSpPr/>
          <p:nvPr/>
        </p:nvGrpSpPr>
        <p:grpSpPr>
          <a:xfrm>
            <a:off x="4730116" y="3627975"/>
            <a:ext cx="555387" cy="550931"/>
            <a:chOff x="4730116" y="3396327"/>
            <a:chExt cx="555387" cy="550931"/>
          </a:xfrm>
        </p:grpSpPr>
        <p:sp>
          <p:nvSpPr>
            <p:cNvPr id="31" name="Rounded Rectangle 34"/>
            <p:cNvSpPr/>
            <p:nvPr/>
          </p:nvSpPr>
          <p:spPr>
            <a:xfrm>
              <a:off x="4730116" y="3396327"/>
              <a:ext cx="555387" cy="55093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rgbClr val="F6F8F8">
                    <a:lumMod val="50000"/>
                  </a:srgbClr>
                </a:solidFill>
              </a:endParaRPr>
            </a:p>
          </p:txBody>
        </p:sp>
        <p:sp>
          <p:nvSpPr>
            <p:cNvPr id="39" name="Rectangle 42"/>
            <p:cNvSpPr/>
            <p:nvPr/>
          </p:nvSpPr>
          <p:spPr>
            <a:xfrm>
              <a:off x="4738824" y="3522239"/>
              <a:ext cx="537968" cy="381643"/>
            </a:xfrm>
            <a:prstGeom prst="rect">
              <a:avLst/>
            </a:prstGeom>
          </p:spPr>
          <p:txBody>
            <a:bodyPr wrap="none" lIns="121920" rIns="121920" bIns="60960">
              <a:spAutoFit/>
            </a:bodyPr>
            <a:lstStyle/>
            <a:p>
              <a:pPr algn="ctr">
                <a:lnSpc>
                  <a:spcPct val="89000"/>
                </a:lnSpc>
              </a:pPr>
              <a:r>
                <a:rPr lang="id-ID" sz="2000">
                  <a:solidFill>
                    <a:srgbClr val="FFFFFF"/>
                  </a:solidFill>
                </a:rPr>
                <a:t>02</a:t>
              </a:r>
              <a:endParaRPr lang="en-US" sz="2000" dirty="0">
                <a:solidFill>
                  <a:srgbClr val="FFFFFF"/>
                </a:solidFill>
              </a:endParaRPr>
            </a:p>
          </p:txBody>
        </p:sp>
      </p:grpSp>
      <p:grpSp>
        <p:nvGrpSpPr>
          <p:cNvPr id="93" name="组合 92"/>
          <p:cNvGrpSpPr/>
          <p:nvPr/>
        </p:nvGrpSpPr>
        <p:grpSpPr>
          <a:xfrm>
            <a:off x="8226379" y="2501946"/>
            <a:ext cx="555387" cy="550931"/>
            <a:chOff x="8226379" y="2270298"/>
            <a:chExt cx="555387" cy="550931"/>
          </a:xfrm>
        </p:grpSpPr>
        <p:sp>
          <p:nvSpPr>
            <p:cNvPr id="40" name="Rounded Rectangle 43"/>
            <p:cNvSpPr/>
            <p:nvPr/>
          </p:nvSpPr>
          <p:spPr>
            <a:xfrm>
              <a:off x="8226379" y="2270298"/>
              <a:ext cx="555387" cy="550931"/>
            </a:xfrm>
            <a:prstGeom prst="round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rgbClr val="F6F8F8">
                    <a:lumMod val="50000"/>
                  </a:srgbClr>
                </a:solidFill>
              </a:endParaRPr>
            </a:p>
          </p:txBody>
        </p:sp>
        <p:sp>
          <p:nvSpPr>
            <p:cNvPr id="48" name="Rectangle 51"/>
            <p:cNvSpPr/>
            <p:nvPr/>
          </p:nvSpPr>
          <p:spPr>
            <a:xfrm>
              <a:off x="8255018" y="2371425"/>
              <a:ext cx="515526" cy="381643"/>
            </a:xfrm>
            <a:prstGeom prst="rect">
              <a:avLst/>
            </a:prstGeom>
          </p:spPr>
          <p:txBody>
            <a:bodyPr wrap="none" lIns="121920" rIns="121920" bIns="60960">
              <a:spAutoFit/>
            </a:bodyPr>
            <a:lstStyle/>
            <a:p>
              <a:pPr algn="ctr">
                <a:lnSpc>
                  <a:spcPct val="89000"/>
                </a:lnSpc>
              </a:pPr>
              <a:r>
                <a:rPr lang="id-ID" sz="2000" dirty="0">
                  <a:solidFill>
                    <a:srgbClr val="FFFFFF"/>
                  </a:solidFill>
                </a:rPr>
                <a:t>04</a:t>
              </a:r>
              <a:endParaRPr lang="en-US" sz="2000" dirty="0">
                <a:solidFill>
                  <a:srgbClr val="FFFFFF"/>
                </a:solidFill>
              </a:endParaRPr>
            </a:p>
          </p:txBody>
        </p:sp>
      </p:grpSp>
      <p:grpSp>
        <p:nvGrpSpPr>
          <p:cNvPr id="94" name="组合 93"/>
          <p:cNvGrpSpPr/>
          <p:nvPr/>
        </p:nvGrpSpPr>
        <p:grpSpPr>
          <a:xfrm>
            <a:off x="8217671" y="3639276"/>
            <a:ext cx="555387" cy="550931"/>
            <a:chOff x="8217671" y="3407628"/>
            <a:chExt cx="555387" cy="550931"/>
          </a:xfrm>
        </p:grpSpPr>
        <p:sp>
          <p:nvSpPr>
            <p:cNvPr id="41" name="Rounded Rectangle 44"/>
            <p:cNvSpPr/>
            <p:nvPr/>
          </p:nvSpPr>
          <p:spPr>
            <a:xfrm>
              <a:off x="8217671" y="3407628"/>
              <a:ext cx="555387" cy="550931"/>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rgbClr val="F6F8F8">
                    <a:lumMod val="50000"/>
                  </a:srgbClr>
                </a:solidFill>
              </a:endParaRPr>
            </a:p>
          </p:txBody>
        </p:sp>
        <p:sp>
          <p:nvSpPr>
            <p:cNvPr id="49" name="Rectangle 52"/>
            <p:cNvSpPr/>
            <p:nvPr/>
          </p:nvSpPr>
          <p:spPr>
            <a:xfrm>
              <a:off x="8237600" y="3533540"/>
              <a:ext cx="515526" cy="381643"/>
            </a:xfrm>
            <a:prstGeom prst="rect">
              <a:avLst/>
            </a:prstGeom>
          </p:spPr>
          <p:txBody>
            <a:bodyPr wrap="none" lIns="121920" rIns="121920" bIns="60960">
              <a:spAutoFit/>
            </a:bodyPr>
            <a:lstStyle/>
            <a:p>
              <a:pPr algn="ctr">
                <a:lnSpc>
                  <a:spcPct val="89000"/>
                </a:lnSpc>
              </a:pPr>
              <a:r>
                <a:rPr lang="id-ID" sz="2000" dirty="0">
                  <a:solidFill>
                    <a:srgbClr val="FFFFFF"/>
                  </a:solidFill>
                </a:rPr>
                <a:t>05</a:t>
              </a:r>
              <a:endParaRPr lang="en-US" sz="2000" dirty="0">
                <a:solidFill>
                  <a:srgbClr val="FFFFFF"/>
                </a:solidFill>
              </a:endParaRPr>
            </a:p>
          </p:txBody>
        </p:sp>
      </p:grpSp>
      <p:grpSp>
        <p:nvGrpSpPr>
          <p:cNvPr id="50" name="组合 49"/>
          <p:cNvGrpSpPr/>
          <p:nvPr/>
        </p:nvGrpSpPr>
        <p:grpSpPr>
          <a:xfrm>
            <a:off x="583501" y="471624"/>
            <a:ext cx="2177776" cy="553998"/>
            <a:chOff x="592429" y="482522"/>
            <a:chExt cx="2177776" cy="553998"/>
          </a:xfrm>
        </p:grpSpPr>
        <p:grpSp>
          <p:nvGrpSpPr>
            <p:cNvPr id="51" name="组合 50"/>
            <p:cNvGrpSpPr/>
            <p:nvPr/>
          </p:nvGrpSpPr>
          <p:grpSpPr>
            <a:xfrm>
              <a:off x="592429" y="584272"/>
              <a:ext cx="433087" cy="360490"/>
              <a:chOff x="2770053" y="2524936"/>
              <a:chExt cx="433087" cy="317447"/>
            </a:xfrm>
            <a:solidFill>
              <a:srgbClr val="2F5EB2"/>
            </a:solidFill>
          </p:grpSpPr>
          <p:sp>
            <p:nvSpPr>
              <p:cNvPr id="53"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4"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5"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52"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六项内容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68" name="组合 67"/>
          <p:cNvGrpSpPr/>
          <p:nvPr/>
        </p:nvGrpSpPr>
        <p:grpSpPr>
          <a:xfrm>
            <a:off x="5382757" y="2415981"/>
            <a:ext cx="2663146" cy="801530"/>
            <a:chOff x="5933202" y="2332364"/>
            <a:chExt cx="6179752" cy="801530"/>
          </a:xfrm>
        </p:grpSpPr>
        <p:sp>
          <p:nvSpPr>
            <p:cNvPr id="69" name="TextBox 28"/>
            <p:cNvSpPr txBox="1"/>
            <p:nvPr/>
          </p:nvSpPr>
          <p:spPr>
            <a:xfrm>
              <a:off x="5933202" y="2332364"/>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70" name="Rectangle 28"/>
            <p:cNvSpPr/>
            <p:nvPr/>
          </p:nvSpPr>
          <p:spPr>
            <a:xfrm>
              <a:off x="5933202" y="2606121"/>
              <a:ext cx="6179752"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71" name="组合 70"/>
          <p:cNvGrpSpPr/>
          <p:nvPr/>
        </p:nvGrpSpPr>
        <p:grpSpPr>
          <a:xfrm>
            <a:off x="5393160" y="3543842"/>
            <a:ext cx="2663146" cy="801530"/>
            <a:chOff x="5933202" y="2332364"/>
            <a:chExt cx="6179752" cy="801530"/>
          </a:xfrm>
        </p:grpSpPr>
        <p:sp>
          <p:nvSpPr>
            <p:cNvPr id="72" name="TextBox 28"/>
            <p:cNvSpPr txBox="1"/>
            <p:nvPr/>
          </p:nvSpPr>
          <p:spPr>
            <a:xfrm>
              <a:off x="5933202" y="2332364"/>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73" name="Rectangle 28"/>
            <p:cNvSpPr/>
            <p:nvPr/>
          </p:nvSpPr>
          <p:spPr>
            <a:xfrm>
              <a:off x="5933202" y="2606121"/>
              <a:ext cx="6179752"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74" name="组合 73"/>
          <p:cNvGrpSpPr/>
          <p:nvPr/>
        </p:nvGrpSpPr>
        <p:grpSpPr>
          <a:xfrm>
            <a:off x="8847363" y="2429917"/>
            <a:ext cx="2663146" cy="801530"/>
            <a:chOff x="5933202" y="2332364"/>
            <a:chExt cx="6179752" cy="801530"/>
          </a:xfrm>
        </p:grpSpPr>
        <p:sp>
          <p:nvSpPr>
            <p:cNvPr id="75" name="TextBox 28"/>
            <p:cNvSpPr txBox="1"/>
            <p:nvPr/>
          </p:nvSpPr>
          <p:spPr>
            <a:xfrm>
              <a:off x="5933202" y="2332364"/>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76" name="Rectangle 28"/>
            <p:cNvSpPr/>
            <p:nvPr/>
          </p:nvSpPr>
          <p:spPr>
            <a:xfrm>
              <a:off x="5933202" y="2606121"/>
              <a:ext cx="6179752"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77" name="组合 76"/>
          <p:cNvGrpSpPr/>
          <p:nvPr/>
        </p:nvGrpSpPr>
        <p:grpSpPr>
          <a:xfrm>
            <a:off x="8847363" y="3587308"/>
            <a:ext cx="2663146" cy="801530"/>
            <a:chOff x="5933202" y="2332364"/>
            <a:chExt cx="6179752" cy="801530"/>
          </a:xfrm>
        </p:grpSpPr>
        <p:sp>
          <p:nvSpPr>
            <p:cNvPr id="78" name="TextBox 28"/>
            <p:cNvSpPr txBox="1"/>
            <p:nvPr/>
          </p:nvSpPr>
          <p:spPr>
            <a:xfrm>
              <a:off x="5933202" y="2332364"/>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79" name="Rectangle 28"/>
            <p:cNvSpPr/>
            <p:nvPr/>
          </p:nvSpPr>
          <p:spPr>
            <a:xfrm>
              <a:off x="5933202" y="2606121"/>
              <a:ext cx="6179752"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92" name="组合 91"/>
          <p:cNvGrpSpPr/>
          <p:nvPr/>
        </p:nvGrpSpPr>
        <p:grpSpPr>
          <a:xfrm>
            <a:off x="4738824" y="4770661"/>
            <a:ext cx="555387" cy="550931"/>
            <a:chOff x="4738824" y="4539013"/>
            <a:chExt cx="555387" cy="550931"/>
          </a:xfrm>
        </p:grpSpPr>
        <p:sp>
          <p:nvSpPr>
            <p:cNvPr id="80" name="Rounded Rectangle 34"/>
            <p:cNvSpPr/>
            <p:nvPr/>
          </p:nvSpPr>
          <p:spPr>
            <a:xfrm>
              <a:off x="4738824" y="4539013"/>
              <a:ext cx="555387" cy="550931"/>
            </a:xfrm>
            <a:prstGeom prst="round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rgbClr val="F6F8F8">
                    <a:lumMod val="50000"/>
                  </a:srgbClr>
                </a:solidFill>
              </a:endParaRPr>
            </a:p>
          </p:txBody>
        </p:sp>
        <p:sp>
          <p:nvSpPr>
            <p:cNvPr id="81" name="Rectangle 42"/>
            <p:cNvSpPr/>
            <p:nvPr/>
          </p:nvSpPr>
          <p:spPr>
            <a:xfrm>
              <a:off x="4758753" y="4664925"/>
              <a:ext cx="515526" cy="381643"/>
            </a:xfrm>
            <a:prstGeom prst="rect">
              <a:avLst/>
            </a:prstGeom>
          </p:spPr>
          <p:txBody>
            <a:bodyPr wrap="none" lIns="121920" rIns="121920" bIns="60960">
              <a:spAutoFit/>
            </a:bodyPr>
            <a:lstStyle/>
            <a:p>
              <a:pPr algn="ctr">
                <a:lnSpc>
                  <a:spcPct val="89000"/>
                </a:lnSpc>
              </a:pPr>
              <a:r>
                <a:rPr lang="id-ID" sz="2000" dirty="0">
                  <a:solidFill>
                    <a:srgbClr val="FFFFFF"/>
                  </a:solidFill>
                </a:rPr>
                <a:t>03</a:t>
              </a:r>
              <a:endParaRPr lang="en-US" sz="2000" dirty="0">
                <a:solidFill>
                  <a:srgbClr val="FFFFFF"/>
                </a:solidFill>
              </a:endParaRPr>
            </a:p>
          </p:txBody>
        </p:sp>
      </p:grpSp>
      <p:grpSp>
        <p:nvGrpSpPr>
          <p:cNvPr id="95" name="组合 94"/>
          <p:cNvGrpSpPr/>
          <p:nvPr/>
        </p:nvGrpSpPr>
        <p:grpSpPr>
          <a:xfrm>
            <a:off x="8226379" y="4781962"/>
            <a:ext cx="555387" cy="550931"/>
            <a:chOff x="8226379" y="4550314"/>
            <a:chExt cx="555387" cy="550931"/>
          </a:xfrm>
        </p:grpSpPr>
        <p:sp>
          <p:nvSpPr>
            <p:cNvPr id="82" name="Rounded Rectangle 44"/>
            <p:cNvSpPr/>
            <p:nvPr/>
          </p:nvSpPr>
          <p:spPr>
            <a:xfrm>
              <a:off x="8226379" y="4550314"/>
              <a:ext cx="555387" cy="550931"/>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rgbClr val="F6F8F8">
                    <a:lumMod val="50000"/>
                  </a:srgbClr>
                </a:solidFill>
              </a:endParaRPr>
            </a:p>
          </p:txBody>
        </p:sp>
        <p:sp>
          <p:nvSpPr>
            <p:cNvPr id="83" name="Rectangle 52"/>
            <p:cNvSpPr/>
            <p:nvPr/>
          </p:nvSpPr>
          <p:spPr>
            <a:xfrm>
              <a:off x="8246308" y="4676226"/>
              <a:ext cx="515526" cy="381643"/>
            </a:xfrm>
            <a:prstGeom prst="rect">
              <a:avLst/>
            </a:prstGeom>
          </p:spPr>
          <p:txBody>
            <a:bodyPr wrap="none" lIns="121920" rIns="121920" bIns="60960">
              <a:spAutoFit/>
            </a:bodyPr>
            <a:lstStyle/>
            <a:p>
              <a:pPr algn="ctr">
                <a:lnSpc>
                  <a:spcPct val="89000"/>
                </a:lnSpc>
              </a:pPr>
              <a:r>
                <a:rPr lang="id-ID" sz="2000" dirty="0">
                  <a:solidFill>
                    <a:srgbClr val="FFFFFF"/>
                  </a:solidFill>
                </a:rPr>
                <a:t>06</a:t>
              </a:r>
              <a:endParaRPr lang="en-US" sz="2000" dirty="0">
                <a:solidFill>
                  <a:srgbClr val="FFFFFF"/>
                </a:solidFill>
              </a:endParaRPr>
            </a:p>
          </p:txBody>
        </p:sp>
      </p:grpSp>
      <p:grpSp>
        <p:nvGrpSpPr>
          <p:cNvPr id="84" name="组合 83"/>
          <p:cNvGrpSpPr/>
          <p:nvPr/>
        </p:nvGrpSpPr>
        <p:grpSpPr>
          <a:xfrm>
            <a:off x="5401868" y="4686528"/>
            <a:ext cx="2663146" cy="801530"/>
            <a:chOff x="5933202" y="2332364"/>
            <a:chExt cx="6179752" cy="801530"/>
          </a:xfrm>
        </p:grpSpPr>
        <p:sp>
          <p:nvSpPr>
            <p:cNvPr id="85" name="TextBox 28"/>
            <p:cNvSpPr txBox="1"/>
            <p:nvPr/>
          </p:nvSpPr>
          <p:spPr>
            <a:xfrm>
              <a:off x="5933202" y="2332364"/>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86" name="Rectangle 28"/>
            <p:cNvSpPr/>
            <p:nvPr/>
          </p:nvSpPr>
          <p:spPr>
            <a:xfrm>
              <a:off x="5933202" y="2606121"/>
              <a:ext cx="6179752"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87" name="组合 86"/>
          <p:cNvGrpSpPr/>
          <p:nvPr/>
        </p:nvGrpSpPr>
        <p:grpSpPr>
          <a:xfrm>
            <a:off x="8856071" y="4729994"/>
            <a:ext cx="2663146" cy="801530"/>
            <a:chOff x="5933202" y="2332364"/>
            <a:chExt cx="6179752" cy="801530"/>
          </a:xfrm>
        </p:grpSpPr>
        <p:sp>
          <p:nvSpPr>
            <p:cNvPr id="88" name="TextBox 28"/>
            <p:cNvSpPr txBox="1"/>
            <p:nvPr/>
          </p:nvSpPr>
          <p:spPr>
            <a:xfrm>
              <a:off x="5933202" y="2332364"/>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89" name="Rectangle 28"/>
            <p:cNvSpPr/>
            <p:nvPr/>
          </p:nvSpPr>
          <p:spPr>
            <a:xfrm>
              <a:off x="5933202" y="2606121"/>
              <a:ext cx="6179752"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六</a:t>
              </a:r>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项</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4354801" y="2180055"/>
            <a:ext cx="3626622" cy="3452556"/>
            <a:chOff x="4310899" y="2116366"/>
            <a:chExt cx="3626622" cy="3452556"/>
          </a:xfrm>
        </p:grpSpPr>
        <p:sp>
          <p:nvSpPr>
            <p:cNvPr id="77" name="Freeform 6"/>
            <p:cNvSpPr/>
            <p:nvPr/>
          </p:nvSpPr>
          <p:spPr bwMode="auto">
            <a:xfrm>
              <a:off x="6760459" y="3152976"/>
              <a:ext cx="1177062" cy="1358156"/>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0B0F0"/>
            </a:solidFill>
            <a:ln>
              <a:noFill/>
            </a:ln>
          </p:spPr>
          <p:txBody>
            <a:bodyPr vert="horz" wrap="square" lIns="68562" tIns="34281" rIns="68562" bIns="34281" numCol="1" anchor="t" anchorCtr="0" compatLnSpc="1"/>
            <a:lstStyle/>
            <a:p>
              <a:endParaRPr lang="zh-CN" altLang="en-US" sz="16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28" name="Freeform 7"/>
            <p:cNvSpPr/>
            <p:nvPr/>
          </p:nvSpPr>
          <p:spPr bwMode="auto">
            <a:xfrm>
              <a:off x="4310899" y="3186058"/>
              <a:ext cx="1175706" cy="135815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170C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0" name="Freeform 8"/>
            <p:cNvSpPr/>
            <p:nvPr/>
          </p:nvSpPr>
          <p:spPr bwMode="auto">
            <a:xfrm>
              <a:off x="4898526" y="2126850"/>
              <a:ext cx="1175706" cy="1359516"/>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chemeClr val="tx2">
                <a:lumMod val="20000"/>
                <a:lumOff val="80000"/>
              </a:schemeClr>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1" name="Freeform 9"/>
            <p:cNvSpPr/>
            <p:nvPr/>
          </p:nvSpPr>
          <p:spPr bwMode="auto">
            <a:xfrm>
              <a:off x="6116914" y="2116366"/>
              <a:ext cx="1175706" cy="1359516"/>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0170C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2" name="Freeform 10"/>
            <p:cNvSpPr/>
            <p:nvPr/>
          </p:nvSpPr>
          <p:spPr bwMode="auto">
            <a:xfrm>
              <a:off x="4963948" y="4203681"/>
              <a:ext cx="1175706" cy="1359516"/>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rgbClr val="00B0F0"/>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3" name="Freeform 11"/>
            <p:cNvSpPr/>
            <p:nvPr/>
          </p:nvSpPr>
          <p:spPr bwMode="auto">
            <a:xfrm>
              <a:off x="6163150" y="4209406"/>
              <a:ext cx="1175706" cy="1359516"/>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rgbClr val="ADB9CA"/>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4" name="Freeform 12"/>
            <p:cNvSpPr>
              <a:spLocks noEditPoints="1"/>
            </p:cNvSpPr>
            <p:nvPr/>
          </p:nvSpPr>
          <p:spPr bwMode="auto">
            <a:xfrm>
              <a:off x="5308383" y="4773975"/>
              <a:ext cx="511828" cy="381642"/>
            </a:xfrm>
            <a:custGeom>
              <a:avLst/>
              <a:gdLst>
                <a:gd name="T0" fmla="*/ 201 w 983"/>
                <a:gd name="T1" fmla="*/ 386 h 731"/>
                <a:gd name="T2" fmla="*/ 359 w 983"/>
                <a:gd name="T3" fmla="*/ 110 h 731"/>
                <a:gd name="T4" fmla="*/ 398 w 983"/>
                <a:gd name="T5" fmla="*/ 64 h 731"/>
                <a:gd name="T6" fmla="*/ 759 w 983"/>
                <a:gd name="T7" fmla="*/ 93 h 731"/>
                <a:gd name="T8" fmla="*/ 738 w 983"/>
                <a:gd name="T9" fmla="*/ 49 h 731"/>
                <a:gd name="T10" fmla="*/ 821 w 983"/>
                <a:gd name="T11" fmla="*/ 24 h 731"/>
                <a:gd name="T12" fmla="*/ 877 w 983"/>
                <a:gd name="T13" fmla="*/ 27 h 731"/>
                <a:gd name="T14" fmla="*/ 859 w 983"/>
                <a:gd name="T15" fmla="*/ 109 h 731"/>
                <a:gd name="T16" fmla="*/ 830 w 983"/>
                <a:gd name="T17" fmla="*/ 154 h 731"/>
                <a:gd name="T18" fmla="*/ 623 w 983"/>
                <a:gd name="T19" fmla="*/ 344 h 731"/>
                <a:gd name="T20" fmla="*/ 622 w 983"/>
                <a:gd name="T21" fmla="*/ 345 h 731"/>
                <a:gd name="T22" fmla="*/ 952 w 983"/>
                <a:gd name="T23" fmla="*/ 670 h 731"/>
                <a:gd name="T24" fmla="*/ 952 w 983"/>
                <a:gd name="T25" fmla="*/ 731 h 731"/>
                <a:gd name="T26" fmla="*/ 763 w 983"/>
                <a:gd name="T27" fmla="*/ 731 h 731"/>
                <a:gd name="T28" fmla="*/ 558 w 983"/>
                <a:gd name="T29" fmla="*/ 731 h 731"/>
                <a:gd name="T30" fmla="*/ 353 w 983"/>
                <a:gd name="T31" fmla="*/ 731 h 731"/>
                <a:gd name="T32" fmla="*/ 148 w 983"/>
                <a:gd name="T33" fmla="*/ 731 h 731"/>
                <a:gd name="T34" fmla="*/ 0 w 983"/>
                <a:gd name="T35" fmla="*/ 701 h 731"/>
                <a:gd name="T36" fmla="*/ 31 w 983"/>
                <a:gd name="T37" fmla="*/ 0 h 731"/>
                <a:gd name="T38" fmla="*/ 62 w 983"/>
                <a:gd name="T39" fmla="*/ 670 h 731"/>
                <a:gd name="T40" fmla="*/ 148 w 983"/>
                <a:gd name="T41" fmla="*/ 530 h 731"/>
                <a:gd name="T42" fmla="*/ 236 w 983"/>
                <a:gd name="T43" fmla="*/ 499 h 731"/>
                <a:gd name="T44" fmla="*/ 267 w 983"/>
                <a:gd name="T45" fmla="*/ 670 h 731"/>
                <a:gd name="T46" fmla="*/ 353 w 983"/>
                <a:gd name="T47" fmla="*/ 316 h 731"/>
                <a:gd name="T48" fmla="*/ 441 w 983"/>
                <a:gd name="T49" fmla="*/ 286 h 731"/>
                <a:gd name="T50" fmla="*/ 472 w 983"/>
                <a:gd name="T51" fmla="*/ 670 h 731"/>
                <a:gd name="T52" fmla="*/ 558 w 983"/>
                <a:gd name="T53" fmla="*/ 421 h 731"/>
                <a:gd name="T54" fmla="*/ 646 w 983"/>
                <a:gd name="T55" fmla="*/ 390 h 731"/>
                <a:gd name="T56" fmla="*/ 677 w 983"/>
                <a:gd name="T57" fmla="*/ 670 h 731"/>
                <a:gd name="T58" fmla="*/ 763 w 983"/>
                <a:gd name="T59" fmla="*/ 245 h 731"/>
                <a:gd name="T60" fmla="*/ 851 w 983"/>
                <a:gd name="T61" fmla="*/ 214 h 731"/>
                <a:gd name="T62" fmla="*/ 881 w 983"/>
                <a:gd name="T63" fmla="*/ 670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83" h="731">
                  <a:moveTo>
                    <a:pt x="404" y="154"/>
                  </a:moveTo>
                  <a:lnTo>
                    <a:pt x="201" y="386"/>
                  </a:lnTo>
                  <a:lnTo>
                    <a:pt x="153" y="345"/>
                  </a:lnTo>
                  <a:lnTo>
                    <a:pt x="359" y="110"/>
                  </a:lnTo>
                  <a:lnTo>
                    <a:pt x="359" y="110"/>
                  </a:lnTo>
                  <a:lnTo>
                    <a:pt x="398" y="64"/>
                  </a:lnTo>
                  <a:lnTo>
                    <a:pt x="616" y="255"/>
                  </a:lnTo>
                  <a:lnTo>
                    <a:pt x="759" y="93"/>
                  </a:lnTo>
                  <a:lnTo>
                    <a:pt x="734" y="71"/>
                  </a:lnTo>
                  <a:cubicBezTo>
                    <a:pt x="724" y="63"/>
                    <a:pt x="726" y="53"/>
                    <a:pt x="738" y="49"/>
                  </a:cubicBezTo>
                  <a:lnTo>
                    <a:pt x="777" y="37"/>
                  </a:lnTo>
                  <a:cubicBezTo>
                    <a:pt x="789" y="34"/>
                    <a:pt x="809" y="27"/>
                    <a:pt x="821" y="24"/>
                  </a:cubicBezTo>
                  <a:lnTo>
                    <a:pt x="860" y="12"/>
                  </a:lnTo>
                  <a:cubicBezTo>
                    <a:pt x="872" y="8"/>
                    <a:pt x="880" y="15"/>
                    <a:pt x="877" y="27"/>
                  </a:cubicBezTo>
                  <a:lnTo>
                    <a:pt x="869" y="65"/>
                  </a:lnTo>
                  <a:cubicBezTo>
                    <a:pt x="866" y="77"/>
                    <a:pt x="862" y="97"/>
                    <a:pt x="859" y="109"/>
                  </a:cubicBezTo>
                  <a:lnTo>
                    <a:pt x="851" y="147"/>
                  </a:lnTo>
                  <a:cubicBezTo>
                    <a:pt x="849" y="159"/>
                    <a:pt x="839" y="162"/>
                    <a:pt x="830" y="154"/>
                  </a:cubicBezTo>
                  <a:lnTo>
                    <a:pt x="807" y="134"/>
                  </a:lnTo>
                  <a:lnTo>
                    <a:pt x="623" y="344"/>
                  </a:lnTo>
                  <a:lnTo>
                    <a:pt x="623" y="344"/>
                  </a:lnTo>
                  <a:lnTo>
                    <a:pt x="622" y="345"/>
                  </a:lnTo>
                  <a:lnTo>
                    <a:pt x="404" y="154"/>
                  </a:lnTo>
                  <a:close/>
                  <a:moveTo>
                    <a:pt x="952" y="670"/>
                  </a:moveTo>
                  <a:cubicBezTo>
                    <a:pt x="969" y="670"/>
                    <a:pt x="983" y="684"/>
                    <a:pt x="983" y="701"/>
                  </a:cubicBezTo>
                  <a:cubicBezTo>
                    <a:pt x="983" y="718"/>
                    <a:pt x="969" y="731"/>
                    <a:pt x="952" y="731"/>
                  </a:cubicBezTo>
                  <a:lnTo>
                    <a:pt x="881" y="731"/>
                  </a:lnTo>
                  <a:lnTo>
                    <a:pt x="763" y="731"/>
                  </a:lnTo>
                  <a:lnTo>
                    <a:pt x="677" y="731"/>
                  </a:lnTo>
                  <a:lnTo>
                    <a:pt x="558" y="731"/>
                  </a:lnTo>
                  <a:lnTo>
                    <a:pt x="472" y="731"/>
                  </a:lnTo>
                  <a:lnTo>
                    <a:pt x="353" y="731"/>
                  </a:lnTo>
                  <a:lnTo>
                    <a:pt x="267" y="731"/>
                  </a:lnTo>
                  <a:lnTo>
                    <a:pt x="148" y="731"/>
                  </a:lnTo>
                  <a:lnTo>
                    <a:pt x="32" y="731"/>
                  </a:lnTo>
                  <a:cubicBezTo>
                    <a:pt x="14" y="731"/>
                    <a:pt x="0" y="718"/>
                    <a:pt x="0" y="701"/>
                  </a:cubicBezTo>
                  <a:lnTo>
                    <a:pt x="0" y="31"/>
                  </a:lnTo>
                  <a:cubicBezTo>
                    <a:pt x="0" y="14"/>
                    <a:pt x="14" y="0"/>
                    <a:pt x="31" y="0"/>
                  </a:cubicBezTo>
                  <a:cubicBezTo>
                    <a:pt x="48" y="0"/>
                    <a:pt x="62" y="14"/>
                    <a:pt x="62" y="31"/>
                  </a:cubicBezTo>
                  <a:lnTo>
                    <a:pt x="62" y="670"/>
                  </a:lnTo>
                  <a:lnTo>
                    <a:pt x="148" y="670"/>
                  </a:lnTo>
                  <a:lnTo>
                    <a:pt x="148" y="530"/>
                  </a:lnTo>
                  <a:cubicBezTo>
                    <a:pt x="148" y="513"/>
                    <a:pt x="162" y="499"/>
                    <a:pt x="179" y="499"/>
                  </a:cubicBezTo>
                  <a:lnTo>
                    <a:pt x="236" y="499"/>
                  </a:lnTo>
                  <a:cubicBezTo>
                    <a:pt x="253" y="499"/>
                    <a:pt x="267" y="513"/>
                    <a:pt x="267" y="530"/>
                  </a:cubicBezTo>
                  <a:lnTo>
                    <a:pt x="267" y="670"/>
                  </a:lnTo>
                  <a:lnTo>
                    <a:pt x="353" y="670"/>
                  </a:lnTo>
                  <a:lnTo>
                    <a:pt x="353" y="316"/>
                  </a:lnTo>
                  <a:cubicBezTo>
                    <a:pt x="353" y="299"/>
                    <a:pt x="367" y="286"/>
                    <a:pt x="384" y="286"/>
                  </a:cubicBezTo>
                  <a:lnTo>
                    <a:pt x="441" y="286"/>
                  </a:lnTo>
                  <a:cubicBezTo>
                    <a:pt x="458" y="286"/>
                    <a:pt x="472" y="299"/>
                    <a:pt x="472" y="316"/>
                  </a:cubicBezTo>
                  <a:lnTo>
                    <a:pt x="472" y="670"/>
                  </a:lnTo>
                  <a:lnTo>
                    <a:pt x="558" y="670"/>
                  </a:lnTo>
                  <a:lnTo>
                    <a:pt x="558" y="421"/>
                  </a:lnTo>
                  <a:cubicBezTo>
                    <a:pt x="558" y="404"/>
                    <a:pt x="572" y="390"/>
                    <a:pt x="589" y="390"/>
                  </a:cubicBezTo>
                  <a:lnTo>
                    <a:pt x="646" y="390"/>
                  </a:lnTo>
                  <a:cubicBezTo>
                    <a:pt x="663" y="390"/>
                    <a:pt x="677" y="404"/>
                    <a:pt x="677" y="421"/>
                  </a:cubicBezTo>
                  <a:lnTo>
                    <a:pt x="677" y="670"/>
                  </a:lnTo>
                  <a:lnTo>
                    <a:pt x="763" y="670"/>
                  </a:lnTo>
                  <a:lnTo>
                    <a:pt x="763" y="245"/>
                  </a:lnTo>
                  <a:cubicBezTo>
                    <a:pt x="763" y="228"/>
                    <a:pt x="776" y="214"/>
                    <a:pt x="793" y="214"/>
                  </a:cubicBezTo>
                  <a:lnTo>
                    <a:pt x="851" y="214"/>
                  </a:lnTo>
                  <a:cubicBezTo>
                    <a:pt x="868" y="214"/>
                    <a:pt x="881" y="228"/>
                    <a:pt x="881" y="245"/>
                  </a:cubicBezTo>
                  <a:lnTo>
                    <a:pt x="881" y="670"/>
                  </a:lnTo>
                  <a:lnTo>
                    <a:pt x="952" y="670"/>
                  </a:lnTo>
                  <a:close/>
                </a:path>
              </a:pathLst>
            </a:custGeom>
            <a:solidFill>
              <a:schemeClr val="bg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5" name="Freeform 13"/>
            <p:cNvSpPr>
              <a:spLocks noEditPoints="1"/>
            </p:cNvSpPr>
            <p:nvPr/>
          </p:nvSpPr>
          <p:spPr bwMode="auto">
            <a:xfrm>
              <a:off x="7122077" y="3575110"/>
              <a:ext cx="524044" cy="517460"/>
            </a:xfrm>
            <a:custGeom>
              <a:avLst/>
              <a:gdLst>
                <a:gd name="T0" fmla="*/ 909 w 1006"/>
                <a:gd name="T1" fmla="*/ 858 h 995"/>
                <a:gd name="T2" fmla="*/ 805 w 1006"/>
                <a:gd name="T3" fmla="*/ 858 h 995"/>
                <a:gd name="T4" fmla="*/ 969 w 1006"/>
                <a:gd name="T5" fmla="*/ 97 h 995"/>
                <a:gd name="T6" fmla="*/ 834 w 1006"/>
                <a:gd name="T7" fmla="*/ 0 h 995"/>
                <a:gd name="T8" fmla="*/ 472 w 1006"/>
                <a:gd name="T9" fmla="*/ 323 h 995"/>
                <a:gd name="T10" fmla="*/ 421 w 1006"/>
                <a:gd name="T11" fmla="*/ 397 h 995"/>
                <a:gd name="T12" fmla="*/ 376 w 1006"/>
                <a:gd name="T13" fmla="*/ 419 h 995"/>
                <a:gd name="T14" fmla="*/ 381 w 1006"/>
                <a:gd name="T15" fmla="*/ 556 h 995"/>
                <a:gd name="T16" fmla="*/ 89 w 1006"/>
                <a:gd name="T17" fmla="*/ 810 h 995"/>
                <a:gd name="T18" fmla="*/ 57 w 1006"/>
                <a:gd name="T19" fmla="*/ 995 h 995"/>
                <a:gd name="T20" fmla="*/ 208 w 1006"/>
                <a:gd name="T21" fmla="*/ 844 h 995"/>
                <a:gd name="T22" fmla="*/ 445 w 1006"/>
                <a:gd name="T23" fmla="*/ 621 h 995"/>
                <a:gd name="T24" fmla="*/ 578 w 1006"/>
                <a:gd name="T25" fmla="*/ 621 h 995"/>
                <a:gd name="T26" fmla="*/ 616 w 1006"/>
                <a:gd name="T27" fmla="*/ 537 h 995"/>
                <a:gd name="T28" fmla="*/ 674 w 1006"/>
                <a:gd name="T29" fmla="*/ 525 h 995"/>
                <a:gd name="T30" fmla="*/ 969 w 1006"/>
                <a:gd name="T31" fmla="*/ 97 h 995"/>
                <a:gd name="T32" fmla="*/ 392 w 1006"/>
                <a:gd name="T33" fmla="*/ 325 h 995"/>
                <a:gd name="T34" fmla="*/ 404 w 1006"/>
                <a:gd name="T35" fmla="*/ 312 h 995"/>
                <a:gd name="T36" fmla="*/ 436 w 1006"/>
                <a:gd name="T37" fmla="*/ 281 h 995"/>
                <a:gd name="T38" fmla="*/ 215 w 1006"/>
                <a:gd name="T39" fmla="*/ 1 h 995"/>
                <a:gd name="T40" fmla="*/ 280 w 1006"/>
                <a:gd name="T41" fmla="*/ 160 h 995"/>
                <a:gd name="T42" fmla="*/ 21 w 1006"/>
                <a:gd name="T43" fmla="*/ 195 h 995"/>
                <a:gd name="T44" fmla="*/ 232 w 1006"/>
                <a:gd name="T45" fmla="*/ 447 h 995"/>
                <a:gd name="T46" fmla="*/ 303 w 1006"/>
                <a:gd name="T47" fmla="*/ 433 h 995"/>
                <a:gd name="T48" fmla="*/ 363 w 1006"/>
                <a:gd name="T49" fmla="*/ 354 h 995"/>
                <a:gd name="T50" fmla="*/ 672 w 1006"/>
                <a:gd name="T51" fmla="*/ 606 h 995"/>
                <a:gd name="T52" fmla="*/ 617 w 1006"/>
                <a:gd name="T53" fmla="*/ 660 h 995"/>
                <a:gd name="T54" fmla="*/ 741 w 1006"/>
                <a:gd name="T55" fmla="*/ 871 h 995"/>
                <a:gd name="T56" fmla="*/ 869 w 1006"/>
                <a:gd name="T57" fmla="*/ 995 h 995"/>
                <a:gd name="T58" fmla="*/ 980 w 1006"/>
                <a:gd name="T59" fmla="*/ 825 h 995"/>
                <a:gd name="T60" fmla="*/ 702 w 1006"/>
                <a:gd name="T61" fmla="*/ 576 h 995"/>
                <a:gd name="T62" fmla="*/ 658 w 1006"/>
                <a:gd name="T63" fmla="*/ 579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06" h="995">
                  <a:moveTo>
                    <a:pt x="857" y="806"/>
                  </a:moveTo>
                  <a:cubicBezTo>
                    <a:pt x="886" y="806"/>
                    <a:pt x="909" y="829"/>
                    <a:pt x="909" y="858"/>
                  </a:cubicBezTo>
                  <a:cubicBezTo>
                    <a:pt x="909" y="887"/>
                    <a:pt x="886" y="910"/>
                    <a:pt x="857" y="910"/>
                  </a:cubicBezTo>
                  <a:cubicBezTo>
                    <a:pt x="828" y="910"/>
                    <a:pt x="805" y="887"/>
                    <a:pt x="805" y="858"/>
                  </a:cubicBezTo>
                  <a:cubicBezTo>
                    <a:pt x="805" y="829"/>
                    <a:pt x="828" y="806"/>
                    <a:pt x="857" y="806"/>
                  </a:cubicBezTo>
                  <a:close/>
                  <a:moveTo>
                    <a:pt x="969" y="97"/>
                  </a:moveTo>
                  <a:lnTo>
                    <a:pt x="900" y="28"/>
                  </a:lnTo>
                  <a:cubicBezTo>
                    <a:pt x="882" y="9"/>
                    <a:pt x="858" y="0"/>
                    <a:pt x="834" y="0"/>
                  </a:cubicBezTo>
                  <a:cubicBezTo>
                    <a:pt x="810" y="0"/>
                    <a:pt x="786" y="9"/>
                    <a:pt x="767" y="28"/>
                  </a:cubicBezTo>
                  <a:lnTo>
                    <a:pt x="472" y="323"/>
                  </a:lnTo>
                  <a:cubicBezTo>
                    <a:pt x="481" y="340"/>
                    <a:pt x="475" y="367"/>
                    <a:pt x="460" y="381"/>
                  </a:cubicBezTo>
                  <a:cubicBezTo>
                    <a:pt x="451" y="391"/>
                    <a:pt x="435" y="397"/>
                    <a:pt x="421" y="397"/>
                  </a:cubicBezTo>
                  <a:cubicBezTo>
                    <a:pt x="414" y="397"/>
                    <a:pt x="408" y="396"/>
                    <a:pt x="402" y="393"/>
                  </a:cubicBezTo>
                  <a:lnTo>
                    <a:pt x="376" y="419"/>
                  </a:lnTo>
                  <a:cubicBezTo>
                    <a:pt x="340" y="455"/>
                    <a:pt x="340" y="515"/>
                    <a:pt x="376" y="552"/>
                  </a:cubicBezTo>
                  <a:lnTo>
                    <a:pt x="381" y="556"/>
                  </a:lnTo>
                  <a:lnTo>
                    <a:pt x="151" y="787"/>
                  </a:lnTo>
                  <a:lnTo>
                    <a:pt x="89" y="810"/>
                  </a:lnTo>
                  <a:lnTo>
                    <a:pt x="0" y="938"/>
                  </a:lnTo>
                  <a:lnTo>
                    <a:pt x="57" y="995"/>
                  </a:lnTo>
                  <a:lnTo>
                    <a:pt x="185" y="906"/>
                  </a:lnTo>
                  <a:lnTo>
                    <a:pt x="208" y="844"/>
                  </a:lnTo>
                  <a:lnTo>
                    <a:pt x="439" y="614"/>
                  </a:lnTo>
                  <a:lnTo>
                    <a:pt x="445" y="621"/>
                  </a:lnTo>
                  <a:cubicBezTo>
                    <a:pt x="464" y="639"/>
                    <a:pt x="488" y="648"/>
                    <a:pt x="512" y="648"/>
                  </a:cubicBezTo>
                  <a:cubicBezTo>
                    <a:pt x="536" y="648"/>
                    <a:pt x="560" y="639"/>
                    <a:pt x="578" y="621"/>
                  </a:cubicBezTo>
                  <a:lnTo>
                    <a:pt x="604" y="595"/>
                  </a:lnTo>
                  <a:cubicBezTo>
                    <a:pt x="596" y="577"/>
                    <a:pt x="602" y="551"/>
                    <a:pt x="616" y="537"/>
                  </a:cubicBezTo>
                  <a:cubicBezTo>
                    <a:pt x="626" y="527"/>
                    <a:pt x="642" y="521"/>
                    <a:pt x="656" y="521"/>
                  </a:cubicBezTo>
                  <a:cubicBezTo>
                    <a:pt x="662" y="521"/>
                    <a:pt x="669" y="522"/>
                    <a:pt x="674" y="525"/>
                  </a:cubicBezTo>
                  <a:lnTo>
                    <a:pt x="969" y="230"/>
                  </a:lnTo>
                  <a:cubicBezTo>
                    <a:pt x="1006" y="193"/>
                    <a:pt x="1006" y="133"/>
                    <a:pt x="969" y="97"/>
                  </a:cubicBezTo>
                  <a:close/>
                  <a:moveTo>
                    <a:pt x="363" y="354"/>
                  </a:moveTo>
                  <a:lnTo>
                    <a:pt x="392" y="325"/>
                  </a:lnTo>
                  <a:lnTo>
                    <a:pt x="418" y="338"/>
                  </a:lnTo>
                  <a:lnTo>
                    <a:pt x="404" y="312"/>
                  </a:lnTo>
                  <a:lnTo>
                    <a:pt x="433" y="284"/>
                  </a:lnTo>
                  <a:lnTo>
                    <a:pt x="436" y="281"/>
                  </a:lnTo>
                  <a:cubicBezTo>
                    <a:pt x="442" y="264"/>
                    <a:pt x="446" y="248"/>
                    <a:pt x="446" y="233"/>
                  </a:cubicBezTo>
                  <a:cubicBezTo>
                    <a:pt x="446" y="115"/>
                    <a:pt x="333" y="0"/>
                    <a:pt x="215" y="1"/>
                  </a:cubicBezTo>
                  <a:cubicBezTo>
                    <a:pt x="214" y="1"/>
                    <a:pt x="201" y="15"/>
                    <a:pt x="193" y="22"/>
                  </a:cubicBezTo>
                  <a:cubicBezTo>
                    <a:pt x="288" y="117"/>
                    <a:pt x="280" y="102"/>
                    <a:pt x="280" y="160"/>
                  </a:cubicBezTo>
                  <a:cubicBezTo>
                    <a:pt x="280" y="207"/>
                    <a:pt x="205" y="282"/>
                    <a:pt x="159" y="282"/>
                  </a:cubicBezTo>
                  <a:cubicBezTo>
                    <a:pt x="99" y="282"/>
                    <a:pt x="118" y="291"/>
                    <a:pt x="21" y="195"/>
                  </a:cubicBezTo>
                  <a:cubicBezTo>
                    <a:pt x="14" y="202"/>
                    <a:pt x="0" y="215"/>
                    <a:pt x="0" y="216"/>
                  </a:cubicBezTo>
                  <a:cubicBezTo>
                    <a:pt x="2" y="334"/>
                    <a:pt x="113" y="447"/>
                    <a:pt x="232" y="447"/>
                  </a:cubicBezTo>
                  <a:cubicBezTo>
                    <a:pt x="253" y="447"/>
                    <a:pt x="276" y="440"/>
                    <a:pt x="299" y="429"/>
                  </a:cubicBezTo>
                  <a:lnTo>
                    <a:pt x="303" y="433"/>
                  </a:lnTo>
                  <a:cubicBezTo>
                    <a:pt x="310" y="414"/>
                    <a:pt x="322" y="395"/>
                    <a:pt x="337" y="380"/>
                  </a:cubicBezTo>
                  <a:lnTo>
                    <a:pt x="363" y="354"/>
                  </a:lnTo>
                  <a:close/>
                  <a:moveTo>
                    <a:pt x="658" y="579"/>
                  </a:moveTo>
                  <a:lnTo>
                    <a:pt x="672" y="606"/>
                  </a:lnTo>
                  <a:lnTo>
                    <a:pt x="644" y="634"/>
                  </a:lnTo>
                  <a:lnTo>
                    <a:pt x="617" y="660"/>
                  </a:lnTo>
                  <a:cubicBezTo>
                    <a:pt x="602" y="675"/>
                    <a:pt x="584" y="687"/>
                    <a:pt x="564" y="694"/>
                  </a:cubicBezTo>
                  <a:lnTo>
                    <a:pt x="741" y="871"/>
                  </a:lnTo>
                  <a:lnTo>
                    <a:pt x="824" y="983"/>
                  </a:lnTo>
                  <a:lnTo>
                    <a:pt x="869" y="995"/>
                  </a:lnTo>
                  <a:lnTo>
                    <a:pt x="992" y="871"/>
                  </a:lnTo>
                  <a:lnTo>
                    <a:pt x="980" y="825"/>
                  </a:lnTo>
                  <a:lnTo>
                    <a:pt x="869" y="743"/>
                  </a:lnTo>
                  <a:lnTo>
                    <a:pt x="702" y="576"/>
                  </a:lnTo>
                  <a:lnTo>
                    <a:pt x="685" y="592"/>
                  </a:lnTo>
                  <a:lnTo>
                    <a:pt x="658" y="579"/>
                  </a:lnTo>
                  <a:close/>
                </a:path>
              </a:pathLst>
            </a:custGeom>
            <a:solidFill>
              <a:schemeClr val="bg1"/>
            </a:solidFill>
            <a:ln>
              <a:noFill/>
            </a:ln>
          </p:spPr>
          <p:txBody>
            <a:bodyPr vert="horz" wrap="square" lIns="68562" tIns="34281" rIns="68562" bIns="34281" numCol="1" anchor="t" anchorCtr="0" compatLnSpc="1"/>
            <a:lstStyle/>
            <a:p>
              <a:endParaRPr lang="zh-CN" altLang="en-US" sz="16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136" name="Freeform 14"/>
            <p:cNvSpPr>
              <a:spLocks noEditPoints="1"/>
            </p:cNvSpPr>
            <p:nvPr/>
          </p:nvSpPr>
          <p:spPr bwMode="auto">
            <a:xfrm>
              <a:off x="5300126" y="2501698"/>
              <a:ext cx="376064" cy="513382"/>
            </a:xfrm>
            <a:custGeom>
              <a:avLst/>
              <a:gdLst>
                <a:gd name="T0" fmla="*/ 95 w 723"/>
                <a:gd name="T1" fmla="*/ 160 h 986"/>
                <a:gd name="T2" fmla="*/ 80 w 723"/>
                <a:gd name="T3" fmla="*/ 986 h 986"/>
                <a:gd name="T4" fmla="*/ 723 w 723"/>
                <a:gd name="T5" fmla="*/ 242 h 986"/>
                <a:gd name="T6" fmla="*/ 668 w 723"/>
                <a:gd name="T7" fmla="*/ 260 h 986"/>
                <a:gd name="T8" fmla="*/ 83 w 723"/>
                <a:gd name="T9" fmla="*/ 929 h 986"/>
                <a:gd name="T10" fmla="*/ 313 w 723"/>
                <a:gd name="T11" fmla="*/ 105 h 986"/>
                <a:gd name="T12" fmla="*/ 410 w 723"/>
                <a:gd name="T13" fmla="*/ 105 h 986"/>
                <a:gd name="T14" fmla="*/ 360 w 723"/>
                <a:gd name="T15" fmla="*/ 157 h 986"/>
                <a:gd name="T16" fmla="*/ 253 w 723"/>
                <a:gd name="T17" fmla="*/ 107 h 986"/>
                <a:gd name="T18" fmla="*/ 133 w 723"/>
                <a:gd name="T19" fmla="*/ 250 h 986"/>
                <a:gd name="T20" fmla="*/ 590 w 723"/>
                <a:gd name="T21" fmla="*/ 250 h 986"/>
                <a:gd name="T22" fmla="*/ 470 w 723"/>
                <a:gd name="T23" fmla="*/ 107 h 986"/>
                <a:gd name="T24" fmla="*/ 253 w 723"/>
                <a:gd name="T25" fmla="*/ 107 h 986"/>
                <a:gd name="T26" fmla="*/ 255 w 723"/>
                <a:gd name="T27" fmla="*/ 749 h 986"/>
                <a:gd name="T28" fmla="*/ 175 w 723"/>
                <a:gd name="T29" fmla="*/ 771 h 986"/>
                <a:gd name="T30" fmla="*/ 158 w 723"/>
                <a:gd name="T31" fmla="*/ 789 h 986"/>
                <a:gd name="T32" fmla="*/ 255 w 723"/>
                <a:gd name="T33" fmla="*/ 796 h 986"/>
                <a:gd name="T34" fmla="*/ 153 w 723"/>
                <a:gd name="T35" fmla="*/ 846 h 986"/>
                <a:gd name="T36" fmla="*/ 280 w 723"/>
                <a:gd name="T37" fmla="*/ 784 h 986"/>
                <a:gd name="T38" fmla="*/ 280 w 723"/>
                <a:gd name="T39" fmla="*/ 744 h 986"/>
                <a:gd name="T40" fmla="*/ 128 w 723"/>
                <a:gd name="T41" fmla="*/ 751 h 986"/>
                <a:gd name="T42" fmla="*/ 248 w 723"/>
                <a:gd name="T43" fmla="*/ 879 h 986"/>
                <a:gd name="T44" fmla="*/ 248 w 723"/>
                <a:gd name="T45" fmla="*/ 387 h 986"/>
                <a:gd name="T46" fmla="*/ 175 w 723"/>
                <a:gd name="T47" fmla="*/ 409 h 986"/>
                <a:gd name="T48" fmla="*/ 200 w 723"/>
                <a:gd name="T49" fmla="*/ 474 h 986"/>
                <a:gd name="T50" fmla="*/ 153 w 723"/>
                <a:gd name="T51" fmla="*/ 492 h 986"/>
                <a:gd name="T52" fmla="*/ 248 w 723"/>
                <a:gd name="T53" fmla="*/ 362 h 986"/>
                <a:gd name="T54" fmla="*/ 128 w 723"/>
                <a:gd name="T55" fmla="*/ 489 h 986"/>
                <a:gd name="T56" fmla="*/ 279 w 723"/>
                <a:gd name="T57" fmla="*/ 416 h 986"/>
                <a:gd name="T58" fmla="*/ 278 w 723"/>
                <a:gd name="T59" fmla="*/ 382 h 986"/>
                <a:gd name="T60" fmla="*/ 255 w 723"/>
                <a:gd name="T61" fmla="*/ 582 h 986"/>
                <a:gd name="T62" fmla="*/ 158 w 723"/>
                <a:gd name="T63" fmla="*/ 607 h 986"/>
                <a:gd name="T64" fmla="*/ 255 w 723"/>
                <a:gd name="T65" fmla="*/ 672 h 986"/>
                <a:gd name="T66" fmla="*/ 280 w 723"/>
                <a:gd name="T67" fmla="*/ 563 h 986"/>
                <a:gd name="T68" fmla="*/ 128 w 723"/>
                <a:gd name="T69" fmla="*/ 569 h 986"/>
                <a:gd name="T70" fmla="*/ 255 w 723"/>
                <a:gd name="T71" fmla="*/ 696 h 986"/>
                <a:gd name="T72" fmla="*/ 334 w 723"/>
                <a:gd name="T73" fmla="*/ 538 h 986"/>
                <a:gd name="T74" fmla="*/ 378 w 723"/>
                <a:gd name="T75" fmla="*/ 836 h 986"/>
                <a:gd name="T76" fmla="*/ 580 w 723"/>
                <a:gd name="T77" fmla="*/ 774 h 986"/>
                <a:gd name="T78" fmla="*/ 370 w 723"/>
                <a:gd name="T79" fmla="*/ 829 h 986"/>
                <a:gd name="T80" fmla="*/ 580 w 723"/>
                <a:gd name="T81" fmla="*/ 587 h 986"/>
                <a:gd name="T82" fmla="*/ 370 w 723"/>
                <a:gd name="T83" fmla="*/ 474 h 986"/>
                <a:gd name="T84" fmla="*/ 370 w 723"/>
                <a:gd name="T85" fmla="*/ 40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23" h="986">
                  <a:moveTo>
                    <a:pt x="55" y="260"/>
                  </a:moveTo>
                  <a:cubicBezTo>
                    <a:pt x="55" y="232"/>
                    <a:pt x="68" y="218"/>
                    <a:pt x="95" y="217"/>
                  </a:cubicBezTo>
                  <a:lnTo>
                    <a:pt x="95" y="160"/>
                  </a:lnTo>
                  <a:cubicBezTo>
                    <a:pt x="45" y="161"/>
                    <a:pt x="0" y="193"/>
                    <a:pt x="0" y="242"/>
                  </a:cubicBezTo>
                  <a:lnTo>
                    <a:pt x="0" y="906"/>
                  </a:lnTo>
                  <a:cubicBezTo>
                    <a:pt x="0" y="947"/>
                    <a:pt x="40" y="986"/>
                    <a:pt x="80" y="986"/>
                  </a:cubicBezTo>
                  <a:lnTo>
                    <a:pt x="643" y="986"/>
                  </a:lnTo>
                  <a:cubicBezTo>
                    <a:pt x="683" y="986"/>
                    <a:pt x="723" y="947"/>
                    <a:pt x="723" y="906"/>
                  </a:cubicBezTo>
                  <a:lnTo>
                    <a:pt x="723" y="242"/>
                  </a:lnTo>
                  <a:cubicBezTo>
                    <a:pt x="723" y="193"/>
                    <a:pt x="678" y="161"/>
                    <a:pt x="628" y="160"/>
                  </a:cubicBezTo>
                  <a:lnTo>
                    <a:pt x="628" y="217"/>
                  </a:lnTo>
                  <a:cubicBezTo>
                    <a:pt x="655" y="218"/>
                    <a:pt x="668" y="232"/>
                    <a:pt x="668" y="260"/>
                  </a:cubicBezTo>
                  <a:lnTo>
                    <a:pt x="668" y="889"/>
                  </a:lnTo>
                  <a:cubicBezTo>
                    <a:pt x="668" y="908"/>
                    <a:pt x="659" y="929"/>
                    <a:pt x="640" y="929"/>
                  </a:cubicBezTo>
                  <a:lnTo>
                    <a:pt x="83" y="929"/>
                  </a:lnTo>
                  <a:cubicBezTo>
                    <a:pt x="61" y="929"/>
                    <a:pt x="55" y="906"/>
                    <a:pt x="55" y="884"/>
                  </a:cubicBezTo>
                  <a:lnTo>
                    <a:pt x="55" y="260"/>
                  </a:lnTo>
                  <a:close/>
                  <a:moveTo>
                    <a:pt x="313" y="105"/>
                  </a:moveTo>
                  <a:cubicBezTo>
                    <a:pt x="313" y="82"/>
                    <a:pt x="335" y="60"/>
                    <a:pt x="358" y="60"/>
                  </a:cubicBezTo>
                  <a:lnTo>
                    <a:pt x="365" y="60"/>
                  </a:lnTo>
                  <a:cubicBezTo>
                    <a:pt x="388" y="60"/>
                    <a:pt x="410" y="82"/>
                    <a:pt x="410" y="105"/>
                  </a:cubicBezTo>
                  <a:lnTo>
                    <a:pt x="410" y="110"/>
                  </a:lnTo>
                  <a:cubicBezTo>
                    <a:pt x="410" y="135"/>
                    <a:pt x="388" y="157"/>
                    <a:pt x="363" y="157"/>
                  </a:cubicBezTo>
                  <a:lnTo>
                    <a:pt x="360" y="157"/>
                  </a:lnTo>
                  <a:cubicBezTo>
                    <a:pt x="335" y="157"/>
                    <a:pt x="313" y="135"/>
                    <a:pt x="313" y="110"/>
                  </a:cubicBezTo>
                  <a:lnTo>
                    <a:pt x="313" y="105"/>
                  </a:lnTo>
                  <a:close/>
                  <a:moveTo>
                    <a:pt x="253" y="107"/>
                  </a:moveTo>
                  <a:lnTo>
                    <a:pt x="173" y="107"/>
                  </a:lnTo>
                  <a:cubicBezTo>
                    <a:pt x="145" y="107"/>
                    <a:pt x="133" y="120"/>
                    <a:pt x="133" y="147"/>
                  </a:cubicBezTo>
                  <a:lnTo>
                    <a:pt x="133" y="250"/>
                  </a:lnTo>
                  <a:cubicBezTo>
                    <a:pt x="133" y="267"/>
                    <a:pt x="144" y="285"/>
                    <a:pt x="160" y="285"/>
                  </a:cubicBezTo>
                  <a:lnTo>
                    <a:pt x="563" y="285"/>
                  </a:lnTo>
                  <a:cubicBezTo>
                    <a:pt x="579" y="285"/>
                    <a:pt x="590" y="267"/>
                    <a:pt x="590" y="250"/>
                  </a:cubicBezTo>
                  <a:lnTo>
                    <a:pt x="590" y="147"/>
                  </a:lnTo>
                  <a:cubicBezTo>
                    <a:pt x="590" y="120"/>
                    <a:pt x="578" y="107"/>
                    <a:pt x="550" y="107"/>
                  </a:cubicBezTo>
                  <a:lnTo>
                    <a:pt x="470" y="107"/>
                  </a:lnTo>
                  <a:cubicBezTo>
                    <a:pt x="470" y="52"/>
                    <a:pt x="423" y="0"/>
                    <a:pt x="370" y="0"/>
                  </a:cubicBezTo>
                  <a:lnTo>
                    <a:pt x="353" y="0"/>
                  </a:lnTo>
                  <a:cubicBezTo>
                    <a:pt x="300" y="0"/>
                    <a:pt x="253" y="52"/>
                    <a:pt x="253" y="107"/>
                  </a:cubicBezTo>
                  <a:close/>
                  <a:moveTo>
                    <a:pt x="153" y="756"/>
                  </a:moveTo>
                  <a:cubicBezTo>
                    <a:pt x="153" y="751"/>
                    <a:pt x="154" y="749"/>
                    <a:pt x="160" y="749"/>
                  </a:cubicBezTo>
                  <a:lnTo>
                    <a:pt x="255" y="749"/>
                  </a:lnTo>
                  <a:lnTo>
                    <a:pt x="255" y="756"/>
                  </a:lnTo>
                  <a:cubicBezTo>
                    <a:pt x="255" y="764"/>
                    <a:pt x="216" y="787"/>
                    <a:pt x="208" y="791"/>
                  </a:cubicBezTo>
                  <a:cubicBezTo>
                    <a:pt x="201" y="786"/>
                    <a:pt x="186" y="771"/>
                    <a:pt x="175" y="771"/>
                  </a:cubicBezTo>
                  <a:lnTo>
                    <a:pt x="173" y="771"/>
                  </a:lnTo>
                  <a:cubicBezTo>
                    <a:pt x="167" y="771"/>
                    <a:pt x="158" y="780"/>
                    <a:pt x="158" y="786"/>
                  </a:cubicBezTo>
                  <a:lnTo>
                    <a:pt x="158" y="789"/>
                  </a:lnTo>
                  <a:cubicBezTo>
                    <a:pt x="158" y="795"/>
                    <a:pt x="193" y="834"/>
                    <a:pt x="200" y="834"/>
                  </a:cubicBezTo>
                  <a:lnTo>
                    <a:pt x="203" y="834"/>
                  </a:lnTo>
                  <a:cubicBezTo>
                    <a:pt x="208" y="834"/>
                    <a:pt x="247" y="802"/>
                    <a:pt x="255" y="796"/>
                  </a:cubicBezTo>
                  <a:cubicBezTo>
                    <a:pt x="255" y="810"/>
                    <a:pt x="261" y="854"/>
                    <a:pt x="248" y="854"/>
                  </a:cubicBezTo>
                  <a:lnTo>
                    <a:pt x="160" y="854"/>
                  </a:lnTo>
                  <a:cubicBezTo>
                    <a:pt x="154" y="854"/>
                    <a:pt x="153" y="852"/>
                    <a:pt x="153" y="846"/>
                  </a:cubicBezTo>
                  <a:lnTo>
                    <a:pt x="153" y="756"/>
                  </a:lnTo>
                  <a:close/>
                  <a:moveTo>
                    <a:pt x="248" y="879"/>
                  </a:moveTo>
                  <a:cubicBezTo>
                    <a:pt x="295" y="879"/>
                    <a:pt x="277" y="827"/>
                    <a:pt x="280" y="784"/>
                  </a:cubicBezTo>
                  <a:cubicBezTo>
                    <a:pt x="282" y="762"/>
                    <a:pt x="337" y="742"/>
                    <a:pt x="343" y="721"/>
                  </a:cubicBezTo>
                  <a:lnTo>
                    <a:pt x="335" y="721"/>
                  </a:lnTo>
                  <a:cubicBezTo>
                    <a:pt x="318" y="721"/>
                    <a:pt x="293" y="737"/>
                    <a:pt x="280" y="744"/>
                  </a:cubicBezTo>
                  <a:cubicBezTo>
                    <a:pt x="274" y="735"/>
                    <a:pt x="268" y="724"/>
                    <a:pt x="253" y="724"/>
                  </a:cubicBezTo>
                  <a:lnTo>
                    <a:pt x="155" y="724"/>
                  </a:lnTo>
                  <a:cubicBezTo>
                    <a:pt x="141" y="724"/>
                    <a:pt x="128" y="737"/>
                    <a:pt x="128" y="751"/>
                  </a:cubicBezTo>
                  <a:lnTo>
                    <a:pt x="128" y="851"/>
                  </a:lnTo>
                  <a:cubicBezTo>
                    <a:pt x="128" y="868"/>
                    <a:pt x="143" y="879"/>
                    <a:pt x="160" y="879"/>
                  </a:cubicBezTo>
                  <a:lnTo>
                    <a:pt x="248" y="879"/>
                  </a:lnTo>
                  <a:close/>
                  <a:moveTo>
                    <a:pt x="153" y="394"/>
                  </a:moveTo>
                  <a:cubicBezTo>
                    <a:pt x="153" y="389"/>
                    <a:pt x="154" y="387"/>
                    <a:pt x="160" y="387"/>
                  </a:cubicBezTo>
                  <a:lnTo>
                    <a:pt x="248" y="387"/>
                  </a:lnTo>
                  <a:cubicBezTo>
                    <a:pt x="253" y="387"/>
                    <a:pt x="255" y="389"/>
                    <a:pt x="255" y="394"/>
                  </a:cubicBezTo>
                  <a:cubicBezTo>
                    <a:pt x="255" y="401"/>
                    <a:pt x="213" y="429"/>
                    <a:pt x="208" y="429"/>
                  </a:cubicBezTo>
                  <a:cubicBezTo>
                    <a:pt x="203" y="429"/>
                    <a:pt x="190" y="409"/>
                    <a:pt x="175" y="409"/>
                  </a:cubicBezTo>
                  <a:cubicBezTo>
                    <a:pt x="168" y="409"/>
                    <a:pt x="158" y="417"/>
                    <a:pt x="158" y="424"/>
                  </a:cubicBezTo>
                  <a:lnTo>
                    <a:pt x="158" y="427"/>
                  </a:lnTo>
                  <a:cubicBezTo>
                    <a:pt x="158" y="437"/>
                    <a:pt x="192" y="470"/>
                    <a:pt x="200" y="474"/>
                  </a:cubicBezTo>
                  <a:lnTo>
                    <a:pt x="255" y="434"/>
                  </a:lnTo>
                  <a:lnTo>
                    <a:pt x="255" y="492"/>
                  </a:lnTo>
                  <a:lnTo>
                    <a:pt x="153" y="492"/>
                  </a:lnTo>
                  <a:lnTo>
                    <a:pt x="153" y="394"/>
                  </a:lnTo>
                  <a:close/>
                  <a:moveTo>
                    <a:pt x="278" y="382"/>
                  </a:moveTo>
                  <a:cubicBezTo>
                    <a:pt x="275" y="369"/>
                    <a:pt x="264" y="362"/>
                    <a:pt x="248" y="362"/>
                  </a:cubicBezTo>
                  <a:lnTo>
                    <a:pt x="160" y="362"/>
                  </a:lnTo>
                  <a:cubicBezTo>
                    <a:pt x="143" y="362"/>
                    <a:pt x="128" y="373"/>
                    <a:pt x="128" y="390"/>
                  </a:cubicBezTo>
                  <a:lnTo>
                    <a:pt x="128" y="489"/>
                  </a:lnTo>
                  <a:cubicBezTo>
                    <a:pt x="128" y="504"/>
                    <a:pt x="141" y="517"/>
                    <a:pt x="155" y="517"/>
                  </a:cubicBezTo>
                  <a:lnTo>
                    <a:pt x="253" y="517"/>
                  </a:lnTo>
                  <a:cubicBezTo>
                    <a:pt x="292" y="517"/>
                    <a:pt x="280" y="455"/>
                    <a:pt x="279" y="416"/>
                  </a:cubicBezTo>
                  <a:lnTo>
                    <a:pt x="343" y="362"/>
                  </a:lnTo>
                  <a:cubicBezTo>
                    <a:pt x="343" y="362"/>
                    <a:pt x="338" y="360"/>
                    <a:pt x="338" y="360"/>
                  </a:cubicBezTo>
                  <a:cubicBezTo>
                    <a:pt x="313" y="360"/>
                    <a:pt x="293" y="381"/>
                    <a:pt x="278" y="382"/>
                  </a:cubicBezTo>
                  <a:close/>
                  <a:moveTo>
                    <a:pt x="153" y="569"/>
                  </a:moveTo>
                  <a:lnTo>
                    <a:pt x="255" y="569"/>
                  </a:lnTo>
                  <a:lnTo>
                    <a:pt x="255" y="582"/>
                  </a:lnTo>
                  <a:lnTo>
                    <a:pt x="208" y="612"/>
                  </a:lnTo>
                  <a:lnTo>
                    <a:pt x="176" y="588"/>
                  </a:lnTo>
                  <a:cubicBezTo>
                    <a:pt x="168" y="593"/>
                    <a:pt x="158" y="595"/>
                    <a:pt x="158" y="607"/>
                  </a:cubicBezTo>
                  <a:cubicBezTo>
                    <a:pt x="158" y="614"/>
                    <a:pt x="193" y="654"/>
                    <a:pt x="200" y="654"/>
                  </a:cubicBezTo>
                  <a:cubicBezTo>
                    <a:pt x="212" y="654"/>
                    <a:pt x="242" y="620"/>
                    <a:pt x="255" y="617"/>
                  </a:cubicBezTo>
                  <a:lnTo>
                    <a:pt x="255" y="672"/>
                  </a:lnTo>
                  <a:lnTo>
                    <a:pt x="153" y="672"/>
                  </a:lnTo>
                  <a:lnTo>
                    <a:pt x="153" y="569"/>
                  </a:lnTo>
                  <a:close/>
                  <a:moveTo>
                    <a:pt x="280" y="563"/>
                  </a:moveTo>
                  <a:cubicBezTo>
                    <a:pt x="275" y="555"/>
                    <a:pt x="269" y="544"/>
                    <a:pt x="255" y="544"/>
                  </a:cubicBezTo>
                  <a:lnTo>
                    <a:pt x="153" y="544"/>
                  </a:lnTo>
                  <a:cubicBezTo>
                    <a:pt x="140" y="544"/>
                    <a:pt x="128" y="557"/>
                    <a:pt x="128" y="569"/>
                  </a:cubicBezTo>
                  <a:lnTo>
                    <a:pt x="128" y="672"/>
                  </a:lnTo>
                  <a:cubicBezTo>
                    <a:pt x="128" y="684"/>
                    <a:pt x="140" y="696"/>
                    <a:pt x="153" y="696"/>
                  </a:cubicBezTo>
                  <a:lnTo>
                    <a:pt x="255" y="696"/>
                  </a:lnTo>
                  <a:cubicBezTo>
                    <a:pt x="291" y="696"/>
                    <a:pt x="280" y="632"/>
                    <a:pt x="279" y="596"/>
                  </a:cubicBezTo>
                  <a:lnTo>
                    <a:pt x="343" y="542"/>
                  </a:lnTo>
                  <a:lnTo>
                    <a:pt x="334" y="538"/>
                  </a:lnTo>
                  <a:lnTo>
                    <a:pt x="280" y="563"/>
                  </a:lnTo>
                  <a:close/>
                  <a:moveTo>
                    <a:pt x="370" y="829"/>
                  </a:moveTo>
                  <a:cubicBezTo>
                    <a:pt x="370" y="834"/>
                    <a:pt x="372" y="836"/>
                    <a:pt x="378" y="836"/>
                  </a:cubicBezTo>
                  <a:lnTo>
                    <a:pt x="573" y="836"/>
                  </a:lnTo>
                  <a:cubicBezTo>
                    <a:pt x="579" y="836"/>
                    <a:pt x="580" y="834"/>
                    <a:pt x="580" y="829"/>
                  </a:cubicBezTo>
                  <a:lnTo>
                    <a:pt x="580" y="774"/>
                  </a:lnTo>
                  <a:cubicBezTo>
                    <a:pt x="580" y="768"/>
                    <a:pt x="579" y="766"/>
                    <a:pt x="573" y="766"/>
                  </a:cubicBezTo>
                  <a:lnTo>
                    <a:pt x="370" y="766"/>
                  </a:lnTo>
                  <a:lnTo>
                    <a:pt x="370" y="829"/>
                  </a:lnTo>
                  <a:close/>
                  <a:moveTo>
                    <a:pt x="370" y="654"/>
                  </a:moveTo>
                  <a:lnTo>
                    <a:pt x="580" y="654"/>
                  </a:lnTo>
                  <a:lnTo>
                    <a:pt x="580" y="587"/>
                  </a:lnTo>
                  <a:lnTo>
                    <a:pt x="370" y="587"/>
                  </a:lnTo>
                  <a:lnTo>
                    <a:pt x="370" y="654"/>
                  </a:lnTo>
                  <a:close/>
                  <a:moveTo>
                    <a:pt x="370" y="474"/>
                  </a:moveTo>
                  <a:lnTo>
                    <a:pt x="523" y="474"/>
                  </a:lnTo>
                  <a:lnTo>
                    <a:pt x="523" y="407"/>
                  </a:lnTo>
                  <a:lnTo>
                    <a:pt x="370" y="407"/>
                  </a:lnTo>
                  <a:lnTo>
                    <a:pt x="370" y="474"/>
                  </a:lnTo>
                  <a:close/>
                </a:path>
              </a:pathLst>
            </a:custGeom>
            <a:solidFill>
              <a:schemeClr val="bg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7" name="Freeform 15"/>
            <p:cNvSpPr>
              <a:spLocks noEditPoints="1"/>
            </p:cNvSpPr>
            <p:nvPr/>
          </p:nvSpPr>
          <p:spPr bwMode="auto">
            <a:xfrm>
              <a:off x="6421566" y="2541302"/>
              <a:ext cx="597356" cy="512026"/>
            </a:xfrm>
            <a:custGeom>
              <a:avLst/>
              <a:gdLst>
                <a:gd name="T0" fmla="*/ 737 w 1149"/>
                <a:gd name="T1" fmla="*/ 427 h 983"/>
                <a:gd name="T2" fmla="*/ 640 w 1149"/>
                <a:gd name="T3" fmla="*/ 427 h 983"/>
                <a:gd name="T4" fmla="*/ 616 w 1149"/>
                <a:gd name="T5" fmla="*/ 502 h 983"/>
                <a:gd name="T6" fmla="*/ 640 w 1149"/>
                <a:gd name="T7" fmla="*/ 810 h 983"/>
                <a:gd name="T8" fmla="*/ 575 w 1149"/>
                <a:gd name="T9" fmla="*/ 921 h 983"/>
                <a:gd name="T10" fmla="*/ 514 w 1149"/>
                <a:gd name="T11" fmla="*/ 810 h 983"/>
                <a:gd name="T12" fmla="*/ 549 w 1149"/>
                <a:gd name="T13" fmla="*/ 503 h 983"/>
                <a:gd name="T14" fmla="*/ 524 w 1149"/>
                <a:gd name="T15" fmla="*/ 427 h 983"/>
                <a:gd name="T16" fmla="*/ 417 w 1149"/>
                <a:gd name="T17" fmla="*/ 427 h 983"/>
                <a:gd name="T18" fmla="*/ 417 w 1149"/>
                <a:gd name="T19" fmla="*/ 427 h 983"/>
                <a:gd name="T20" fmla="*/ 241 w 1149"/>
                <a:gd name="T21" fmla="*/ 612 h 983"/>
                <a:gd name="T22" fmla="*/ 266 w 1149"/>
                <a:gd name="T23" fmla="*/ 801 h 983"/>
                <a:gd name="T24" fmla="*/ 443 w 1149"/>
                <a:gd name="T25" fmla="*/ 983 h 983"/>
                <a:gd name="T26" fmla="*/ 711 w 1149"/>
                <a:gd name="T27" fmla="*/ 983 h 983"/>
                <a:gd name="T28" fmla="*/ 888 w 1149"/>
                <a:gd name="T29" fmla="*/ 799 h 983"/>
                <a:gd name="T30" fmla="*/ 913 w 1149"/>
                <a:gd name="T31" fmla="*/ 609 h 983"/>
                <a:gd name="T32" fmla="*/ 737 w 1149"/>
                <a:gd name="T33" fmla="*/ 427 h 983"/>
                <a:gd name="T34" fmla="*/ 218 w 1149"/>
                <a:gd name="T35" fmla="*/ 308 h 983"/>
                <a:gd name="T36" fmla="*/ 330 w 1149"/>
                <a:gd name="T37" fmla="*/ 196 h 983"/>
                <a:gd name="T38" fmla="*/ 218 w 1149"/>
                <a:gd name="T39" fmla="*/ 83 h 983"/>
                <a:gd name="T40" fmla="*/ 105 w 1149"/>
                <a:gd name="T41" fmla="*/ 196 h 983"/>
                <a:gd name="T42" fmla="*/ 218 w 1149"/>
                <a:gd name="T43" fmla="*/ 308 h 983"/>
                <a:gd name="T44" fmla="*/ 318 w 1149"/>
                <a:gd name="T45" fmla="*/ 344 h 983"/>
                <a:gd name="T46" fmla="*/ 118 w 1149"/>
                <a:gd name="T47" fmla="*/ 344 h 983"/>
                <a:gd name="T48" fmla="*/ 118 w 1149"/>
                <a:gd name="T49" fmla="*/ 343 h 983"/>
                <a:gd name="T50" fmla="*/ 7 w 1149"/>
                <a:gd name="T51" fmla="*/ 458 h 983"/>
                <a:gd name="T52" fmla="*/ 23 w 1149"/>
                <a:gd name="T53" fmla="*/ 577 h 983"/>
                <a:gd name="T54" fmla="*/ 134 w 1149"/>
                <a:gd name="T55" fmla="*/ 689 h 983"/>
                <a:gd name="T56" fmla="*/ 191 w 1149"/>
                <a:gd name="T57" fmla="*/ 689 h 983"/>
                <a:gd name="T58" fmla="*/ 180 w 1149"/>
                <a:gd name="T59" fmla="*/ 606 h 983"/>
                <a:gd name="T60" fmla="*/ 180 w 1149"/>
                <a:gd name="T61" fmla="*/ 606 h 983"/>
                <a:gd name="T62" fmla="*/ 180 w 1149"/>
                <a:gd name="T63" fmla="*/ 606 h 983"/>
                <a:gd name="T64" fmla="*/ 231 w 1149"/>
                <a:gd name="T65" fmla="*/ 449 h 983"/>
                <a:gd name="T66" fmla="*/ 308 w 1149"/>
                <a:gd name="T67" fmla="*/ 393 h 983"/>
                <a:gd name="T68" fmla="*/ 387 w 1149"/>
                <a:gd name="T69" fmla="*/ 367 h 983"/>
                <a:gd name="T70" fmla="*/ 318 w 1149"/>
                <a:gd name="T71" fmla="*/ 344 h 983"/>
                <a:gd name="T72" fmla="*/ 931 w 1149"/>
                <a:gd name="T73" fmla="*/ 308 h 983"/>
                <a:gd name="T74" fmla="*/ 1043 w 1149"/>
                <a:gd name="T75" fmla="*/ 196 h 983"/>
                <a:gd name="T76" fmla="*/ 931 w 1149"/>
                <a:gd name="T77" fmla="*/ 83 h 983"/>
                <a:gd name="T78" fmla="*/ 819 w 1149"/>
                <a:gd name="T79" fmla="*/ 196 h 983"/>
                <a:gd name="T80" fmla="*/ 931 w 1149"/>
                <a:gd name="T81" fmla="*/ 308 h 983"/>
                <a:gd name="T82" fmla="*/ 1031 w 1149"/>
                <a:gd name="T83" fmla="*/ 344 h 983"/>
                <a:gd name="T84" fmla="*/ 831 w 1149"/>
                <a:gd name="T85" fmla="*/ 344 h 983"/>
                <a:gd name="T86" fmla="*/ 831 w 1149"/>
                <a:gd name="T87" fmla="*/ 343 h 983"/>
                <a:gd name="T88" fmla="*/ 763 w 1149"/>
                <a:gd name="T89" fmla="*/ 366 h 983"/>
                <a:gd name="T90" fmla="*/ 847 w 1149"/>
                <a:gd name="T91" fmla="*/ 393 h 983"/>
                <a:gd name="T92" fmla="*/ 925 w 1149"/>
                <a:gd name="T93" fmla="*/ 450 h 983"/>
                <a:gd name="T94" fmla="*/ 974 w 1149"/>
                <a:gd name="T95" fmla="*/ 603 h 983"/>
                <a:gd name="T96" fmla="*/ 974 w 1149"/>
                <a:gd name="T97" fmla="*/ 603 h 983"/>
                <a:gd name="T98" fmla="*/ 974 w 1149"/>
                <a:gd name="T99" fmla="*/ 603 h 983"/>
                <a:gd name="T100" fmla="*/ 962 w 1149"/>
                <a:gd name="T101" fmla="*/ 689 h 983"/>
                <a:gd name="T102" fmla="*/ 1015 w 1149"/>
                <a:gd name="T103" fmla="*/ 689 h 983"/>
                <a:gd name="T104" fmla="*/ 1126 w 1149"/>
                <a:gd name="T105" fmla="*/ 575 h 983"/>
                <a:gd name="T106" fmla="*/ 1142 w 1149"/>
                <a:gd name="T107" fmla="*/ 456 h 983"/>
                <a:gd name="T108" fmla="*/ 1031 w 1149"/>
                <a:gd name="T109" fmla="*/ 344 h 983"/>
                <a:gd name="T110" fmla="*/ 756 w 1149"/>
                <a:gd name="T111" fmla="*/ 184 h 983"/>
                <a:gd name="T112" fmla="*/ 577 w 1149"/>
                <a:gd name="T113" fmla="*/ 369 h 983"/>
                <a:gd name="T114" fmla="*/ 398 w 1149"/>
                <a:gd name="T115" fmla="*/ 184 h 983"/>
                <a:gd name="T116" fmla="*/ 577 w 1149"/>
                <a:gd name="T117" fmla="*/ 0 h 983"/>
                <a:gd name="T118" fmla="*/ 756 w 1149"/>
                <a:gd name="T119" fmla="*/ 184 h 9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49" h="983">
                  <a:moveTo>
                    <a:pt x="737" y="427"/>
                  </a:moveTo>
                  <a:lnTo>
                    <a:pt x="640" y="427"/>
                  </a:lnTo>
                  <a:cubicBezTo>
                    <a:pt x="641" y="437"/>
                    <a:pt x="642" y="483"/>
                    <a:pt x="616" y="502"/>
                  </a:cubicBezTo>
                  <a:cubicBezTo>
                    <a:pt x="616" y="502"/>
                    <a:pt x="658" y="735"/>
                    <a:pt x="640" y="810"/>
                  </a:cubicBezTo>
                  <a:cubicBezTo>
                    <a:pt x="633" y="842"/>
                    <a:pt x="606" y="921"/>
                    <a:pt x="575" y="921"/>
                  </a:cubicBezTo>
                  <a:cubicBezTo>
                    <a:pt x="544" y="920"/>
                    <a:pt x="520" y="841"/>
                    <a:pt x="514" y="810"/>
                  </a:cubicBezTo>
                  <a:cubicBezTo>
                    <a:pt x="499" y="735"/>
                    <a:pt x="549" y="503"/>
                    <a:pt x="549" y="503"/>
                  </a:cubicBezTo>
                  <a:cubicBezTo>
                    <a:pt x="541" y="500"/>
                    <a:pt x="527" y="486"/>
                    <a:pt x="524" y="427"/>
                  </a:cubicBezTo>
                  <a:lnTo>
                    <a:pt x="417" y="427"/>
                  </a:lnTo>
                  <a:lnTo>
                    <a:pt x="417" y="427"/>
                  </a:lnTo>
                  <a:cubicBezTo>
                    <a:pt x="320" y="427"/>
                    <a:pt x="229" y="510"/>
                    <a:pt x="241" y="612"/>
                  </a:cubicBezTo>
                  <a:lnTo>
                    <a:pt x="266" y="801"/>
                  </a:lnTo>
                  <a:cubicBezTo>
                    <a:pt x="286" y="902"/>
                    <a:pt x="345" y="983"/>
                    <a:pt x="443" y="983"/>
                  </a:cubicBezTo>
                  <a:lnTo>
                    <a:pt x="711" y="983"/>
                  </a:lnTo>
                  <a:cubicBezTo>
                    <a:pt x="809" y="983"/>
                    <a:pt x="868" y="899"/>
                    <a:pt x="888" y="799"/>
                  </a:cubicBezTo>
                  <a:lnTo>
                    <a:pt x="913" y="609"/>
                  </a:lnTo>
                  <a:cubicBezTo>
                    <a:pt x="925" y="510"/>
                    <a:pt x="834" y="427"/>
                    <a:pt x="737" y="427"/>
                  </a:cubicBezTo>
                  <a:close/>
                  <a:moveTo>
                    <a:pt x="218" y="308"/>
                  </a:moveTo>
                  <a:cubicBezTo>
                    <a:pt x="280" y="308"/>
                    <a:pt x="330" y="258"/>
                    <a:pt x="330" y="196"/>
                  </a:cubicBezTo>
                  <a:cubicBezTo>
                    <a:pt x="330" y="134"/>
                    <a:pt x="280" y="83"/>
                    <a:pt x="218" y="83"/>
                  </a:cubicBezTo>
                  <a:cubicBezTo>
                    <a:pt x="156" y="83"/>
                    <a:pt x="105" y="134"/>
                    <a:pt x="105" y="196"/>
                  </a:cubicBezTo>
                  <a:cubicBezTo>
                    <a:pt x="105" y="258"/>
                    <a:pt x="156" y="308"/>
                    <a:pt x="218" y="308"/>
                  </a:cubicBezTo>
                  <a:close/>
                  <a:moveTo>
                    <a:pt x="318" y="344"/>
                  </a:moveTo>
                  <a:lnTo>
                    <a:pt x="118" y="344"/>
                  </a:lnTo>
                  <a:lnTo>
                    <a:pt x="118" y="343"/>
                  </a:lnTo>
                  <a:cubicBezTo>
                    <a:pt x="57" y="343"/>
                    <a:pt x="0" y="395"/>
                    <a:pt x="7" y="458"/>
                  </a:cubicBezTo>
                  <a:lnTo>
                    <a:pt x="23" y="577"/>
                  </a:lnTo>
                  <a:cubicBezTo>
                    <a:pt x="35" y="639"/>
                    <a:pt x="73" y="689"/>
                    <a:pt x="134" y="689"/>
                  </a:cubicBezTo>
                  <a:lnTo>
                    <a:pt x="191" y="689"/>
                  </a:lnTo>
                  <a:lnTo>
                    <a:pt x="180" y="606"/>
                  </a:lnTo>
                  <a:lnTo>
                    <a:pt x="180" y="606"/>
                  </a:lnTo>
                  <a:lnTo>
                    <a:pt x="180" y="606"/>
                  </a:lnTo>
                  <a:cubicBezTo>
                    <a:pt x="173" y="549"/>
                    <a:pt x="191" y="493"/>
                    <a:pt x="231" y="449"/>
                  </a:cubicBezTo>
                  <a:cubicBezTo>
                    <a:pt x="252" y="425"/>
                    <a:pt x="279" y="406"/>
                    <a:pt x="308" y="393"/>
                  </a:cubicBezTo>
                  <a:cubicBezTo>
                    <a:pt x="333" y="379"/>
                    <a:pt x="359" y="371"/>
                    <a:pt x="387" y="367"/>
                  </a:cubicBezTo>
                  <a:cubicBezTo>
                    <a:pt x="367" y="352"/>
                    <a:pt x="343" y="344"/>
                    <a:pt x="318" y="344"/>
                  </a:cubicBezTo>
                  <a:close/>
                  <a:moveTo>
                    <a:pt x="931" y="308"/>
                  </a:moveTo>
                  <a:cubicBezTo>
                    <a:pt x="993" y="308"/>
                    <a:pt x="1043" y="258"/>
                    <a:pt x="1043" y="196"/>
                  </a:cubicBezTo>
                  <a:cubicBezTo>
                    <a:pt x="1043" y="134"/>
                    <a:pt x="993" y="83"/>
                    <a:pt x="931" y="83"/>
                  </a:cubicBezTo>
                  <a:cubicBezTo>
                    <a:pt x="869" y="83"/>
                    <a:pt x="819" y="134"/>
                    <a:pt x="819" y="196"/>
                  </a:cubicBezTo>
                  <a:cubicBezTo>
                    <a:pt x="819" y="258"/>
                    <a:pt x="869" y="308"/>
                    <a:pt x="931" y="308"/>
                  </a:cubicBezTo>
                  <a:close/>
                  <a:moveTo>
                    <a:pt x="1031" y="344"/>
                  </a:moveTo>
                  <a:lnTo>
                    <a:pt x="831" y="344"/>
                  </a:lnTo>
                  <a:lnTo>
                    <a:pt x="831" y="343"/>
                  </a:lnTo>
                  <a:cubicBezTo>
                    <a:pt x="806" y="343"/>
                    <a:pt x="782" y="352"/>
                    <a:pt x="763" y="366"/>
                  </a:cubicBezTo>
                  <a:cubicBezTo>
                    <a:pt x="792" y="370"/>
                    <a:pt x="821" y="379"/>
                    <a:pt x="847" y="393"/>
                  </a:cubicBezTo>
                  <a:cubicBezTo>
                    <a:pt x="877" y="406"/>
                    <a:pt x="903" y="426"/>
                    <a:pt x="925" y="450"/>
                  </a:cubicBezTo>
                  <a:cubicBezTo>
                    <a:pt x="963" y="494"/>
                    <a:pt x="981" y="548"/>
                    <a:pt x="974" y="603"/>
                  </a:cubicBezTo>
                  <a:lnTo>
                    <a:pt x="974" y="603"/>
                  </a:lnTo>
                  <a:lnTo>
                    <a:pt x="974" y="603"/>
                  </a:lnTo>
                  <a:lnTo>
                    <a:pt x="962" y="689"/>
                  </a:lnTo>
                  <a:lnTo>
                    <a:pt x="1015" y="689"/>
                  </a:lnTo>
                  <a:cubicBezTo>
                    <a:pt x="1076" y="689"/>
                    <a:pt x="1114" y="637"/>
                    <a:pt x="1126" y="575"/>
                  </a:cubicBezTo>
                  <a:lnTo>
                    <a:pt x="1142" y="456"/>
                  </a:lnTo>
                  <a:cubicBezTo>
                    <a:pt x="1149" y="395"/>
                    <a:pt x="1092" y="344"/>
                    <a:pt x="1031" y="344"/>
                  </a:cubicBezTo>
                  <a:close/>
                  <a:moveTo>
                    <a:pt x="756" y="184"/>
                  </a:moveTo>
                  <a:cubicBezTo>
                    <a:pt x="756" y="286"/>
                    <a:pt x="676" y="369"/>
                    <a:pt x="577" y="369"/>
                  </a:cubicBezTo>
                  <a:cubicBezTo>
                    <a:pt x="478" y="369"/>
                    <a:pt x="398" y="286"/>
                    <a:pt x="398" y="184"/>
                  </a:cubicBezTo>
                  <a:cubicBezTo>
                    <a:pt x="398" y="82"/>
                    <a:pt x="478" y="0"/>
                    <a:pt x="577" y="0"/>
                  </a:cubicBezTo>
                  <a:cubicBezTo>
                    <a:pt x="676" y="0"/>
                    <a:pt x="756" y="82"/>
                    <a:pt x="756" y="184"/>
                  </a:cubicBezTo>
                  <a:close/>
                </a:path>
              </a:pathLst>
            </a:custGeom>
            <a:solidFill>
              <a:schemeClr val="bg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8" name="Freeform 16"/>
            <p:cNvSpPr>
              <a:spLocks noEditPoints="1"/>
            </p:cNvSpPr>
            <p:nvPr/>
          </p:nvSpPr>
          <p:spPr bwMode="auto">
            <a:xfrm>
              <a:off x="6462570" y="4705412"/>
              <a:ext cx="643514" cy="513382"/>
            </a:xfrm>
            <a:custGeom>
              <a:avLst/>
              <a:gdLst>
                <a:gd name="T0" fmla="*/ 1238 w 1238"/>
                <a:gd name="T1" fmla="*/ 579 h 986"/>
                <a:gd name="T2" fmla="*/ 424 w 1238"/>
                <a:gd name="T3" fmla="*/ 579 h 986"/>
                <a:gd name="T4" fmla="*/ 443 w 1238"/>
                <a:gd name="T5" fmla="*/ 209 h 986"/>
                <a:gd name="T6" fmla="*/ 357 w 1238"/>
                <a:gd name="T7" fmla="*/ 223 h 986"/>
                <a:gd name="T8" fmla="*/ 329 w 1238"/>
                <a:gd name="T9" fmla="*/ 254 h 986"/>
                <a:gd name="T10" fmla="*/ 441 w 1238"/>
                <a:gd name="T11" fmla="*/ 316 h 986"/>
                <a:gd name="T12" fmla="*/ 311 w 1238"/>
                <a:gd name="T13" fmla="*/ 0 h 986"/>
                <a:gd name="T14" fmla="*/ 311 w 1238"/>
                <a:gd name="T15" fmla="*/ 620 h 986"/>
                <a:gd name="T16" fmla="*/ 367 w 1238"/>
                <a:gd name="T17" fmla="*/ 550 h 986"/>
                <a:gd name="T18" fmla="*/ 329 w 1238"/>
                <a:gd name="T19" fmla="*/ 473 h 986"/>
                <a:gd name="T20" fmla="*/ 295 w 1238"/>
                <a:gd name="T21" fmla="*/ 516 h 986"/>
                <a:gd name="T22" fmla="*/ 168 w 1238"/>
                <a:gd name="T23" fmla="*/ 370 h 986"/>
                <a:gd name="T24" fmla="*/ 295 w 1238"/>
                <a:gd name="T25" fmla="*/ 410 h 986"/>
                <a:gd name="T26" fmla="*/ 229 w 1238"/>
                <a:gd name="T27" fmla="*/ 307 h 986"/>
                <a:gd name="T28" fmla="*/ 295 w 1238"/>
                <a:gd name="T29" fmla="*/ 127 h 986"/>
                <a:gd name="T30" fmla="*/ 329 w 1238"/>
                <a:gd name="T31" fmla="*/ 104 h 986"/>
                <a:gd name="T32" fmla="*/ 443 w 1238"/>
                <a:gd name="T33" fmla="*/ 209 h 986"/>
                <a:gd name="T34" fmla="*/ 295 w 1238"/>
                <a:gd name="T35" fmla="*/ 186 h 986"/>
                <a:gd name="T36" fmla="*/ 295 w 1238"/>
                <a:gd name="T37" fmla="*/ 245 h 986"/>
                <a:gd name="T38" fmla="*/ 329 w 1238"/>
                <a:gd name="T39" fmla="*/ 413 h 986"/>
                <a:gd name="T40" fmla="*/ 357 w 1238"/>
                <a:gd name="T41" fmla="*/ 398 h 986"/>
                <a:gd name="T42" fmla="*/ 359 w 1238"/>
                <a:gd name="T43" fmla="*/ 356 h 986"/>
                <a:gd name="T44" fmla="*/ 329 w 1238"/>
                <a:gd name="T45" fmla="*/ 413 h 986"/>
                <a:gd name="T46" fmla="*/ 854 w 1238"/>
                <a:gd name="T47" fmla="*/ 713 h 986"/>
                <a:gd name="T48" fmla="*/ 904 w 1238"/>
                <a:gd name="T49" fmla="*/ 665 h 986"/>
                <a:gd name="T50" fmla="*/ 854 w 1238"/>
                <a:gd name="T51" fmla="*/ 617 h 986"/>
                <a:gd name="T52" fmla="*/ 810 w 1238"/>
                <a:gd name="T53" fmla="*/ 416 h 986"/>
                <a:gd name="T54" fmla="*/ 784 w 1238"/>
                <a:gd name="T55" fmla="*/ 477 h 986"/>
                <a:gd name="T56" fmla="*/ 810 w 1238"/>
                <a:gd name="T57" fmla="*/ 416 h 986"/>
                <a:gd name="T58" fmla="*/ 1004 w 1238"/>
                <a:gd name="T59" fmla="*/ 447 h 986"/>
                <a:gd name="T60" fmla="*/ 854 w 1238"/>
                <a:gd name="T61" fmla="*/ 418 h 986"/>
                <a:gd name="T62" fmla="*/ 977 w 1238"/>
                <a:gd name="T63" fmla="*/ 557 h 986"/>
                <a:gd name="T64" fmla="*/ 854 w 1238"/>
                <a:gd name="T65" fmla="*/ 792 h 986"/>
                <a:gd name="T66" fmla="*/ 810 w 1238"/>
                <a:gd name="T67" fmla="*/ 849 h 986"/>
                <a:gd name="T68" fmla="*/ 643 w 1238"/>
                <a:gd name="T69" fmla="*/ 658 h 986"/>
                <a:gd name="T70" fmla="*/ 810 w 1238"/>
                <a:gd name="T71" fmla="*/ 710 h 986"/>
                <a:gd name="T72" fmla="*/ 724 w 1238"/>
                <a:gd name="T73" fmla="*/ 575 h 986"/>
                <a:gd name="T74" fmla="*/ 810 w 1238"/>
                <a:gd name="T75" fmla="*/ 339 h 986"/>
                <a:gd name="T76" fmla="*/ 854 w 1238"/>
                <a:gd name="T77" fmla="*/ 309 h 986"/>
                <a:gd name="T78" fmla="*/ 1004 w 1238"/>
                <a:gd name="T79" fmla="*/ 447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38" h="986">
                  <a:moveTo>
                    <a:pt x="831" y="172"/>
                  </a:moveTo>
                  <a:cubicBezTo>
                    <a:pt x="1055" y="172"/>
                    <a:pt x="1238" y="354"/>
                    <a:pt x="1238" y="579"/>
                  </a:cubicBezTo>
                  <a:cubicBezTo>
                    <a:pt x="1238" y="804"/>
                    <a:pt x="1055" y="986"/>
                    <a:pt x="831" y="986"/>
                  </a:cubicBezTo>
                  <a:cubicBezTo>
                    <a:pt x="606" y="986"/>
                    <a:pt x="424" y="804"/>
                    <a:pt x="424" y="579"/>
                  </a:cubicBezTo>
                  <a:cubicBezTo>
                    <a:pt x="424" y="354"/>
                    <a:pt x="606" y="172"/>
                    <a:pt x="831" y="172"/>
                  </a:cubicBezTo>
                  <a:close/>
                  <a:moveTo>
                    <a:pt x="443" y="209"/>
                  </a:moveTo>
                  <a:lnTo>
                    <a:pt x="443" y="209"/>
                  </a:lnTo>
                  <a:lnTo>
                    <a:pt x="357" y="223"/>
                  </a:lnTo>
                  <a:cubicBezTo>
                    <a:pt x="350" y="204"/>
                    <a:pt x="346" y="197"/>
                    <a:pt x="329" y="187"/>
                  </a:cubicBezTo>
                  <a:lnTo>
                    <a:pt x="329" y="254"/>
                  </a:lnTo>
                  <a:cubicBezTo>
                    <a:pt x="375" y="266"/>
                    <a:pt x="406" y="279"/>
                    <a:pt x="422" y="293"/>
                  </a:cubicBezTo>
                  <a:cubicBezTo>
                    <a:pt x="430" y="300"/>
                    <a:pt x="436" y="308"/>
                    <a:pt x="441" y="316"/>
                  </a:cubicBezTo>
                  <a:cubicBezTo>
                    <a:pt x="480" y="260"/>
                    <a:pt x="533" y="215"/>
                    <a:pt x="594" y="185"/>
                  </a:cubicBezTo>
                  <a:cubicBezTo>
                    <a:pt x="546" y="76"/>
                    <a:pt x="437" y="0"/>
                    <a:pt x="311" y="0"/>
                  </a:cubicBezTo>
                  <a:cubicBezTo>
                    <a:pt x="139" y="0"/>
                    <a:pt x="0" y="139"/>
                    <a:pt x="0" y="310"/>
                  </a:cubicBezTo>
                  <a:cubicBezTo>
                    <a:pt x="0" y="481"/>
                    <a:pt x="139" y="620"/>
                    <a:pt x="311" y="620"/>
                  </a:cubicBezTo>
                  <a:cubicBezTo>
                    <a:pt x="331" y="620"/>
                    <a:pt x="352" y="618"/>
                    <a:pt x="372" y="614"/>
                  </a:cubicBezTo>
                  <a:cubicBezTo>
                    <a:pt x="368" y="593"/>
                    <a:pt x="367" y="572"/>
                    <a:pt x="367" y="550"/>
                  </a:cubicBezTo>
                  <a:cubicBezTo>
                    <a:pt x="367" y="521"/>
                    <a:pt x="370" y="493"/>
                    <a:pt x="376" y="465"/>
                  </a:cubicBezTo>
                  <a:cubicBezTo>
                    <a:pt x="361" y="470"/>
                    <a:pt x="345" y="472"/>
                    <a:pt x="329" y="473"/>
                  </a:cubicBezTo>
                  <a:lnTo>
                    <a:pt x="329" y="516"/>
                  </a:lnTo>
                  <a:lnTo>
                    <a:pt x="295" y="516"/>
                  </a:lnTo>
                  <a:lnTo>
                    <a:pt x="295" y="473"/>
                  </a:lnTo>
                  <a:cubicBezTo>
                    <a:pt x="226" y="467"/>
                    <a:pt x="180" y="440"/>
                    <a:pt x="168" y="370"/>
                  </a:cubicBezTo>
                  <a:lnTo>
                    <a:pt x="261" y="359"/>
                  </a:lnTo>
                  <a:cubicBezTo>
                    <a:pt x="265" y="385"/>
                    <a:pt x="271" y="398"/>
                    <a:pt x="295" y="410"/>
                  </a:cubicBezTo>
                  <a:lnTo>
                    <a:pt x="295" y="329"/>
                  </a:lnTo>
                  <a:cubicBezTo>
                    <a:pt x="264" y="320"/>
                    <a:pt x="242" y="313"/>
                    <a:pt x="229" y="307"/>
                  </a:cubicBezTo>
                  <a:cubicBezTo>
                    <a:pt x="173" y="279"/>
                    <a:pt x="166" y="200"/>
                    <a:pt x="210" y="157"/>
                  </a:cubicBezTo>
                  <a:cubicBezTo>
                    <a:pt x="229" y="139"/>
                    <a:pt x="257" y="129"/>
                    <a:pt x="295" y="127"/>
                  </a:cubicBezTo>
                  <a:lnTo>
                    <a:pt x="295" y="104"/>
                  </a:lnTo>
                  <a:lnTo>
                    <a:pt x="329" y="104"/>
                  </a:lnTo>
                  <a:lnTo>
                    <a:pt x="329" y="127"/>
                  </a:lnTo>
                  <a:cubicBezTo>
                    <a:pt x="384" y="130"/>
                    <a:pt x="430" y="151"/>
                    <a:pt x="443" y="209"/>
                  </a:cubicBezTo>
                  <a:close/>
                  <a:moveTo>
                    <a:pt x="295" y="186"/>
                  </a:moveTo>
                  <a:lnTo>
                    <a:pt x="295" y="186"/>
                  </a:lnTo>
                  <a:cubicBezTo>
                    <a:pt x="274" y="193"/>
                    <a:pt x="259" y="212"/>
                    <a:pt x="275" y="233"/>
                  </a:cubicBezTo>
                  <a:cubicBezTo>
                    <a:pt x="279" y="238"/>
                    <a:pt x="285" y="242"/>
                    <a:pt x="295" y="245"/>
                  </a:cubicBezTo>
                  <a:lnTo>
                    <a:pt x="295" y="186"/>
                  </a:lnTo>
                  <a:close/>
                  <a:moveTo>
                    <a:pt x="329" y="413"/>
                  </a:moveTo>
                  <a:lnTo>
                    <a:pt x="329" y="413"/>
                  </a:lnTo>
                  <a:cubicBezTo>
                    <a:pt x="342" y="410"/>
                    <a:pt x="351" y="405"/>
                    <a:pt x="357" y="398"/>
                  </a:cubicBezTo>
                  <a:cubicBezTo>
                    <a:pt x="363" y="392"/>
                    <a:pt x="366" y="384"/>
                    <a:pt x="366" y="376"/>
                  </a:cubicBezTo>
                  <a:cubicBezTo>
                    <a:pt x="366" y="368"/>
                    <a:pt x="364" y="362"/>
                    <a:pt x="359" y="356"/>
                  </a:cubicBezTo>
                  <a:cubicBezTo>
                    <a:pt x="354" y="350"/>
                    <a:pt x="344" y="344"/>
                    <a:pt x="329" y="339"/>
                  </a:cubicBezTo>
                  <a:lnTo>
                    <a:pt x="329" y="413"/>
                  </a:lnTo>
                  <a:close/>
                  <a:moveTo>
                    <a:pt x="854" y="713"/>
                  </a:moveTo>
                  <a:lnTo>
                    <a:pt x="854" y="713"/>
                  </a:lnTo>
                  <a:cubicBezTo>
                    <a:pt x="871" y="710"/>
                    <a:pt x="884" y="703"/>
                    <a:pt x="892" y="695"/>
                  </a:cubicBezTo>
                  <a:cubicBezTo>
                    <a:pt x="900" y="686"/>
                    <a:pt x="904" y="676"/>
                    <a:pt x="904" y="665"/>
                  </a:cubicBezTo>
                  <a:cubicBezTo>
                    <a:pt x="904" y="656"/>
                    <a:pt x="901" y="647"/>
                    <a:pt x="894" y="639"/>
                  </a:cubicBezTo>
                  <a:cubicBezTo>
                    <a:pt x="887" y="631"/>
                    <a:pt x="874" y="624"/>
                    <a:pt x="854" y="617"/>
                  </a:cubicBezTo>
                  <a:lnTo>
                    <a:pt x="854" y="713"/>
                  </a:lnTo>
                  <a:close/>
                  <a:moveTo>
                    <a:pt x="810" y="416"/>
                  </a:moveTo>
                  <a:lnTo>
                    <a:pt x="810" y="416"/>
                  </a:lnTo>
                  <a:cubicBezTo>
                    <a:pt x="783" y="426"/>
                    <a:pt x="763" y="451"/>
                    <a:pt x="784" y="477"/>
                  </a:cubicBezTo>
                  <a:cubicBezTo>
                    <a:pt x="789" y="484"/>
                    <a:pt x="798" y="489"/>
                    <a:pt x="810" y="494"/>
                  </a:cubicBezTo>
                  <a:lnTo>
                    <a:pt x="810" y="416"/>
                  </a:lnTo>
                  <a:close/>
                  <a:moveTo>
                    <a:pt x="1004" y="447"/>
                  </a:moveTo>
                  <a:lnTo>
                    <a:pt x="1004" y="447"/>
                  </a:lnTo>
                  <a:lnTo>
                    <a:pt x="892" y="464"/>
                  </a:lnTo>
                  <a:cubicBezTo>
                    <a:pt x="883" y="440"/>
                    <a:pt x="877" y="430"/>
                    <a:pt x="854" y="418"/>
                  </a:cubicBezTo>
                  <a:lnTo>
                    <a:pt x="854" y="505"/>
                  </a:lnTo>
                  <a:cubicBezTo>
                    <a:pt x="916" y="521"/>
                    <a:pt x="956" y="539"/>
                    <a:pt x="977" y="557"/>
                  </a:cubicBezTo>
                  <a:cubicBezTo>
                    <a:pt x="1043" y="616"/>
                    <a:pt x="1024" y="719"/>
                    <a:pt x="953" y="765"/>
                  </a:cubicBezTo>
                  <a:cubicBezTo>
                    <a:pt x="925" y="783"/>
                    <a:pt x="892" y="791"/>
                    <a:pt x="854" y="792"/>
                  </a:cubicBezTo>
                  <a:lnTo>
                    <a:pt x="854" y="849"/>
                  </a:lnTo>
                  <a:lnTo>
                    <a:pt x="810" y="849"/>
                  </a:lnTo>
                  <a:lnTo>
                    <a:pt x="810" y="792"/>
                  </a:lnTo>
                  <a:cubicBezTo>
                    <a:pt x="720" y="784"/>
                    <a:pt x="660" y="750"/>
                    <a:pt x="643" y="658"/>
                  </a:cubicBezTo>
                  <a:lnTo>
                    <a:pt x="765" y="644"/>
                  </a:lnTo>
                  <a:cubicBezTo>
                    <a:pt x="772" y="677"/>
                    <a:pt x="779" y="695"/>
                    <a:pt x="810" y="710"/>
                  </a:cubicBezTo>
                  <a:lnTo>
                    <a:pt x="810" y="604"/>
                  </a:lnTo>
                  <a:cubicBezTo>
                    <a:pt x="770" y="593"/>
                    <a:pt x="741" y="583"/>
                    <a:pt x="724" y="575"/>
                  </a:cubicBezTo>
                  <a:cubicBezTo>
                    <a:pt x="650" y="539"/>
                    <a:pt x="641" y="434"/>
                    <a:pt x="699" y="379"/>
                  </a:cubicBezTo>
                  <a:cubicBezTo>
                    <a:pt x="724" y="355"/>
                    <a:pt x="761" y="341"/>
                    <a:pt x="810" y="339"/>
                  </a:cubicBezTo>
                  <a:lnTo>
                    <a:pt x="810" y="309"/>
                  </a:lnTo>
                  <a:lnTo>
                    <a:pt x="854" y="309"/>
                  </a:lnTo>
                  <a:lnTo>
                    <a:pt x="854" y="339"/>
                  </a:lnTo>
                  <a:cubicBezTo>
                    <a:pt x="927" y="343"/>
                    <a:pt x="987" y="370"/>
                    <a:pt x="1004" y="447"/>
                  </a:cubicBezTo>
                  <a:close/>
                </a:path>
              </a:pathLst>
            </a:custGeom>
            <a:solidFill>
              <a:schemeClr val="bg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sp>
          <p:nvSpPr>
            <p:cNvPr id="139" name="Freeform 17"/>
            <p:cNvSpPr>
              <a:spLocks noEditPoints="1"/>
            </p:cNvSpPr>
            <p:nvPr/>
          </p:nvSpPr>
          <p:spPr bwMode="auto">
            <a:xfrm>
              <a:off x="4643870" y="3619823"/>
              <a:ext cx="524044" cy="525608"/>
            </a:xfrm>
            <a:custGeom>
              <a:avLst/>
              <a:gdLst>
                <a:gd name="T0" fmla="*/ 504 w 1008"/>
                <a:gd name="T1" fmla="*/ 1009 h 1009"/>
                <a:gd name="T2" fmla="*/ 0 w 1008"/>
                <a:gd name="T3" fmla="*/ 504 h 1009"/>
                <a:gd name="T4" fmla="*/ 504 w 1008"/>
                <a:gd name="T5" fmla="*/ 0 h 1009"/>
                <a:gd name="T6" fmla="*/ 1008 w 1008"/>
                <a:gd name="T7" fmla="*/ 504 h 1009"/>
                <a:gd name="T8" fmla="*/ 504 w 1008"/>
                <a:gd name="T9" fmla="*/ 1009 h 1009"/>
                <a:gd name="T10" fmla="*/ 725 w 1008"/>
                <a:gd name="T11" fmla="*/ 769 h 1009"/>
                <a:gd name="T12" fmla="*/ 725 w 1008"/>
                <a:gd name="T13" fmla="*/ 769 h 1009"/>
                <a:gd name="T14" fmla="*/ 538 w 1008"/>
                <a:gd name="T15" fmla="*/ 586 h 1009"/>
                <a:gd name="T16" fmla="*/ 504 w 1008"/>
                <a:gd name="T17" fmla="*/ 592 h 1009"/>
                <a:gd name="T18" fmla="*/ 416 w 1008"/>
                <a:gd name="T19" fmla="*/ 504 h 1009"/>
                <a:gd name="T20" fmla="*/ 456 w 1008"/>
                <a:gd name="T21" fmla="*/ 431 h 1009"/>
                <a:gd name="T22" fmla="*/ 456 w 1008"/>
                <a:gd name="T23" fmla="*/ 179 h 1009"/>
                <a:gd name="T24" fmla="*/ 553 w 1008"/>
                <a:gd name="T25" fmla="*/ 179 h 1009"/>
                <a:gd name="T26" fmla="*/ 553 w 1008"/>
                <a:gd name="T27" fmla="*/ 431 h 1009"/>
                <a:gd name="T28" fmla="*/ 592 w 1008"/>
                <a:gd name="T29" fmla="*/ 504 h 1009"/>
                <a:gd name="T30" fmla="*/ 586 w 1008"/>
                <a:gd name="T31" fmla="*/ 536 h 1009"/>
                <a:gd name="T32" fmla="*/ 774 w 1008"/>
                <a:gd name="T33" fmla="*/ 719 h 1009"/>
                <a:gd name="T34" fmla="*/ 725 w 1008"/>
                <a:gd name="T35" fmla="*/ 769 h 1009"/>
                <a:gd name="T36" fmla="*/ 168 w 1008"/>
                <a:gd name="T37" fmla="*/ 471 h 1009"/>
                <a:gd name="T38" fmla="*/ 168 w 1008"/>
                <a:gd name="T39" fmla="*/ 471 h 1009"/>
                <a:gd name="T40" fmla="*/ 234 w 1008"/>
                <a:gd name="T41" fmla="*/ 471 h 1009"/>
                <a:gd name="T42" fmla="*/ 234 w 1008"/>
                <a:gd name="T43" fmla="*/ 538 h 1009"/>
                <a:gd name="T44" fmla="*/ 168 w 1008"/>
                <a:gd name="T45" fmla="*/ 538 h 1009"/>
                <a:gd name="T46" fmla="*/ 168 w 1008"/>
                <a:gd name="T47" fmla="*/ 471 h 1009"/>
                <a:gd name="T48" fmla="*/ 774 w 1008"/>
                <a:gd name="T49" fmla="*/ 471 h 1009"/>
                <a:gd name="T50" fmla="*/ 774 w 1008"/>
                <a:gd name="T51" fmla="*/ 471 h 1009"/>
                <a:gd name="T52" fmla="*/ 840 w 1008"/>
                <a:gd name="T53" fmla="*/ 471 h 1009"/>
                <a:gd name="T54" fmla="*/ 840 w 1008"/>
                <a:gd name="T55" fmla="*/ 538 h 1009"/>
                <a:gd name="T56" fmla="*/ 774 w 1008"/>
                <a:gd name="T57" fmla="*/ 538 h 1009"/>
                <a:gd name="T58" fmla="*/ 774 w 1008"/>
                <a:gd name="T59" fmla="*/ 471 h 1009"/>
                <a:gd name="T60" fmla="*/ 470 w 1008"/>
                <a:gd name="T61" fmla="*/ 840 h 1009"/>
                <a:gd name="T62" fmla="*/ 470 w 1008"/>
                <a:gd name="T63" fmla="*/ 840 h 1009"/>
                <a:gd name="T64" fmla="*/ 470 w 1008"/>
                <a:gd name="T65" fmla="*/ 775 h 1009"/>
                <a:gd name="T66" fmla="*/ 538 w 1008"/>
                <a:gd name="T67" fmla="*/ 775 h 1009"/>
                <a:gd name="T68" fmla="*/ 538 w 1008"/>
                <a:gd name="T69" fmla="*/ 840 h 1009"/>
                <a:gd name="T70" fmla="*/ 470 w 1008"/>
                <a:gd name="T71" fmla="*/ 840 h 1009"/>
                <a:gd name="T72" fmla="*/ 504 w 1008"/>
                <a:gd name="T73" fmla="*/ 912 h 1009"/>
                <a:gd name="T74" fmla="*/ 504 w 1008"/>
                <a:gd name="T75" fmla="*/ 912 h 1009"/>
                <a:gd name="T76" fmla="*/ 912 w 1008"/>
                <a:gd name="T77" fmla="*/ 504 h 1009"/>
                <a:gd name="T78" fmla="*/ 504 w 1008"/>
                <a:gd name="T79" fmla="*/ 97 h 1009"/>
                <a:gd name="T80" fmla="*/ 96 w 1008"/>
                <a:gd name="T81" fmla="*/ 504 h 1009"/>
                <a:gd name="T82" fmla="*/ 504 w 1008"/>
                <a:gd name="T83" fmla="*/ 912 h 10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8" h="1009">
                  <a:moveTo>
                    <a:pt x="504" y="1009"/>
                  </a:moveTo>
                  <a:cubicBezTo>
                    <a:pt x="226" y="1009"/>
                    <a:pt x="0" y="783"/>
                    <a:pt x="0" y="504"/>
                  </a:cubicBezTo>
                  <a:cubicBezTo>
                    <a:pt x="0" y="226"/>
                    <a:pt x="226" y="0"/>
                    <a:pt x="504" y="0"/>
                  </a:cubicBezTo>
                  <a:cubicBezTo>
                    <a:pt x="782" y="0"/>
                    <a:pt x="1008" y="226"/>
                    <a:pt x="1008" y="504"/>
                  </a:cubicBezTo>
                  <a:cubicBezTo>
                    <a:pt x="1008" y="783"/>
                    <a:pt x="782" y="1009"/>
                    <a:pt x="504" y="1009"/>
                  </a:cubicBezTo>
                  <a:close/>
                  <a:moveTo>
                    <a:pt x="725" y="769"/>
                  </a:moveTo>
                  <a:lnTo>
                    <a:pt x="725" y="769"/>
                  </a:lnTo>
                  <a:lnTo>
                    <a:pt x="538" y="586"/>
                  </a:lnTo>
                  <a:cubicBezTo>
                    <a:pt x="528" y="590"/>
                    <a:pt x="516" y="592"/>
                    <a:pt x="504" y="592"/>
                  </a:cubicBezTo>
                  <a:cubicBezTo>
                    <a:pt x="455" y="592"/>
                    <a:pt x="416" y="553"/>
                    <a:pt x="416" y="504"/>
                  </a:cubicBezTo>
                  <a:cubicBezTo>
                    <a:pt x="416" y="474"/>
                    <a:pt x="432" y="447"/>
                    <a:pt x="456" y="431"/>
                  </a:cubicBezTo>
                  <a:lnTo>
                    <a:pt x="456" y="179"/>
                  </a:lnTo>
                  <a:cubicBezTo>
                    <a:pt x="456" y="115"/>
                    <a:pt x="553" y="115"/>
                    <a:pt x="553" y="179"/>
                  </a:cubicBezTo>
                  <a:lnTo>
                    <a:pt x="553" y="431"/>
                  </a:lnTo>
                  <a:cubicBezTo>
                    <a:pt x="576" y="447"/>
                    <a:pt x="592" y="474"/>
                    <a:pt x="592" y="504"/>
                  </a:cubicBezTo>
                  <a:cubicBezTo>
                    <a:pt x="592" y="516"/>
                    <a:pt x="590" y="526"/>
                    <a:pt x="586" y="536"/>
                  </a:cubicBezTo>
                  <a:lnTo>
                    <a:pt x="774" y="719"/>
                  </a:lnTo>
                  <a:cubicBezTo>
                    <a:pt x="806" y="751"/>
                    <a:pt x="758" y="801"/>
                    <a:pt x="725" y="769"/>
                  </a:cubicBezTo>
                  <a:close/>
                  <a:moveTo>
                    <a:pt x="168" y="471"/>
                  </a:moveTo>
                  <a:lnTo>
                    <a:pt x="168" y="471"/>
                  </a:lnTo>
                  <a:lnTo>
                    <a:pt x="234" y="471"/>
                  </a:lnTo>
                  <a:cubicBezTo>
                    <a:pt x="278" y="471"/>
                    <a:pt x="278" y="538"/>
                    <a:pt x="234" y="538"/>
                  </a:cubicBezTo>
                  <a:lnTo>
                    <a:pt x="168" y="538"/>
                  </a:lnTo>
                  <a:cubicBezTo>
                    <a:pt x="123" y="538"/>
                    <a:pt x="123" y="471"/>
                    <a:pt x="168" y="471"/>
                  </a:cubicBezTo>
                  <a:close/>
                  <a:moveTo>
                    <a:pt x="774" y="471"/>
                  </a:moveTo>
                  <a:lnTo>
                    <a:pt x="774" y="471"/>
                  </a:lnTo>
                  <a:lnTo>
                    <a:pt x="840" y="471"/>
                  </a:lnTo>
                  <a:cubicBezTo>
                    <a:pt x="885" y="471"/>
                    <a:pt x="885" y="538"/>
                    <a:pt x="840" y="538"/>
                  </a:cubicBezTo>
                  <a:lnTo>
                    <a:pt x="774" y="538"/>
                  </a:lnTo>
                  <a:cubicBezTo>
                    <a:pt x="730" y="538"/>
                    <a:pt x="730" y="471"/>
                    <a:pt x="774" y="471"/>
                  </a:cubicBezTo>
                  <a:close/>
                  <a:moveTo>
                    <a:pt x="470" y="840"/>
                  </a:moveTo>
                  <a:lnTo>
                    <a:pt x="470" y="840"/>
                  </a:lnTo>
                  <a:lnTo>
                    <a:pt x="470" y="775"/>
                  </a:lnTo>
                  <a:cubicBezTo>
                    <a:pt x="470" y="730"/>
                    <a:pt x="538" y="730"/>
                    <a:pt x="538" y="775"/>
                  </a:cubicBezTo>
                  <a:lnTo>
                    <a:pt x="538" y="840"/>
                  </a:lnTo>
                  <a:cubicBezTo>
                    <a:pt x="538" y="885"/>
                    <a:pt x="470" y="885"/>
                    <a:pt x="470" y="840"/>
                  </a:cubicBezTo>
                  <a:close/>
                  <a:moveTo>
                    <a:pt x="504" y="912"/>
                  </a:moveTo>
                  <a:lnTo>
                    <a:pt x="504" y="912"/>
                  </a:lnTo>
                  <a:cubicBezTo>
                    <a:pt x="729" y="912"/>
                    <a:pt x="912" y="730"/>
                    <a:pt x="912" y="504"/>
                  </a:cubicBezTo>
                  <a:cubicBezTo>
                    <a:pt x="912" y="279"/>
                    <a:pt x="729" y="97"/>
                    <a:pt x="504" y="97"/>
                  </a:cubicBezTo>
                  <a:cubicBezTo>
                    <a:pt x="279" y="97"/>
                    <a:pt x="96" y="279"/>
                    <a:pt x="96" y="504"/>
                  </a:cubicBezTo>
                  <a:cubicBezTo>
                    <a:pt x="96" y="730"/>
                    <a:pt x="279" y="912"/>
                    <a:pt x="504" y="912"/>
                  </a:cubicBezTo>
                  <a:close/>
                </a:path>
              </a:pathLst>
            </a:custGeom>
            <a:solidFill>
              <a:schemeClr val="bg1"/>
            </a:solidFill>
            <a:ln>
              <a:noFill/>
            </a:ln>
          </p:spPr>
          <p:txBody>
            <a:bodyPr vert="horz" wrap="square" lIns="68562" tIns="34281" rIns="68562" bIns="34281" numCol="1" anchor="t" anchorCtr="0" compatLnSpc="1"/>
            <a:lstStyle/>
            <a:p>
              <a:endParaRPr lang="zh-CN" altLang="en-US" sz="1400" dirty="0">
                <a:latin typeface="印品黑体" panose="00000500000000000000" pitchFamily="2" charset="-122"/>
                <a:ea typeface="印品黑体" panose="00000500000000000000" pitchFamily="2" charset="-122"/>
              </a:endParaRPr>
            </a:p>
          </p:txBody>
        </p:sp>
      </p:grpSp>
      <p:grpSp>
        <p:nvGrpSpPr>
          <p:cNvPr id="39" name="组合 38"/>
          <p:cNvGrpSpPr/>
          <p:nvPr/>
        </p:nvGrpSpPr>
        <p:grpSpPr>
          <a:xfrm>
            <a:off x="7841528" y="2034843"/>
            <a:ext cx="2995458" cy="930705"/>
            <a:chOff x="7972672" y="1662220"/>
            <a:chExt cx="3606127" cy="930705"/>
          </a:xfrm>
        </p:grpSpPr>
        <p:sp>
          <p:nvSpPr>
            <p:cNvPr id="40" name="TextBox 20"/>
            <p:cNvSpPr txBox="1"/>
            <p:nvPr/>
          </p:nvSpPr>
          <p:spPr>
            <a:xfrm>
              <a:off x="7972672" y="2065152"/>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1" name="矩形 40"/>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8372858" y="3344374"/>
            <a:ext cx="2995458" cy="919553"/>
            <a:chOff x="7972672" y="4137787"/>
            <a:chExt cx="3606127" cy="919553"/>
          </a:xfrm>
        </p:grpSpPr>
        <p:sp>
          <p:nvSpPr>
            <p:cNvPr id="43"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4" name="矩形 43"/>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5" name="组合 44"/>
          <p:cNvGrpSpPr/>
          <p:nvPr/>
        </p:nvGrpSpPr>
        <p:grpSpPr>
          <a:xfrm>
            <a:off x="1748323" y="2034843"/>
            <a:ext cx="2689099" cy="919554"/>
            <a:chOff x="500148" y="1697764"/>
            <a:chExt cx="3606127" cy="919554"/>
          </a:xfrm>
        </p:grpSpPr>
        <p:sp>
          <p:nvSpPr>
            <p:cNvPr id="46"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7" name="矩形 46"/>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1215119" y="3169075"/>
            <a:ext cx="2689099" cy="930704"/>
            <a:chOff x="500148" y="4173331"/>
            <a:chExt cx="3606127" cy="930704"/>
          </a:xfrm>
        </p:grpSpPr>
        <p:sp>
          <p:nvSpPr>
            <p:cNvPr id="49"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0" name="矩形 49"/>
            <p:cNvSpPr/>
            <p:nvPr/>
          </p:nvSpPr>
          <p:spPr>
            <a:xfrm>
              <a:off x="771872" y="4173331"/>
              <a:ext cx="3334403" cy="307777"/>
            </a:xfrm>
            <a:prstGeom prst="rect">
              <a:avLst/>
            </a:prstGeom>
          </p:spPr>
          <p:txBody>
            <a:bodyPr wrap="square">
              <a:spAutoFit/>
            </a:bodyPr>
            <a:lstStyle/>
            <a:p>
              <a:pPr lvl="0"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1681824" y="4583777"/>
            <a:ext cx="2689099" cy="930704"/>
            <a:chOff x="500148" y="4173331"/>
            <a:chExt cx="3606127" cy="930704"/>
          </a:xfrm>
        </p:grpSpPr>
        <p:sp>
          <p:nvSpPr>
            <p:cNvPr id="52"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3" name="矩形 52"/>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7981423" y="4594928"/>
            <a:ext cx="2995458" cy="919553"/>
            <a:chOff x="7972672" y="4137787"/>
            <a:chExt cx="3606127" cy="919553"/>
          </a:xfrm>
        </p:grpSpPr>
        <p:sp>
          <p:nvSpPr>
            <p:cNvPr id="55"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6" name="矩形 55"/>
            <p:cNvSpPr/>
            <p:nvPr/>
          </p:nvSpPr>
          <p:spPr>
            <a:xfrm>
              <a:off x="7981447" y="4137787"/>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74"/>
          <p:cNvGrpSpPr/>
          <p:nvPr/>
        </p:nvGrpSpPr>
        <p:grpSpPr>
          <a:xfrm>
            <a:off x="7375447" y="4364065"/>
            <a:ext cx="554709" cy="554709"/>
            <a:chOff x="5726113" y="3290888"/>
            <a:chExt cx="471488" cy="471488"/>
          </a:xfrm>
        </p:grpSpPr>
        <p:sp>
          <p:nvSpPr>
            <p:cNvPr id="3" name="Oval 6"/>
            <p:cNvSpPr>
              <a:spLocks noChangeArrowheads="1"/>
            </p:cNvSpPr>
            <p:nvPr/>
          </p:nvSpPr>
          <p:spPr bwMode="auto">
            <a:xfrm>
              <a:off x="5726113" y="3290888"/>
              <a:ext cx="471488" cy="471488"/>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 name="Oval 7"/>
            <p:cNvSpPr>
              <a:spLocks noChangeArrowheads="1"/>
            </p:cNvSpPr>
            <p:nvPr/>
          </p:nvSpPr>
          <p:spPr bwMode="auto">
            <a:xfrm>
              <a:off x="5749926" y="3316288"/>
              <a:ext cx="422275" cy="420688"/>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dirty="0"/>
            </a:p>
          </p:txBody>
        </p:sp>
        <p:sp>
          <p:nvSpPr>
            <p:cNvPr id="5" name="Freeform 8"/>
            <p:cNvSpPr/>
            <p:nvPr/>
          </p:nvSpPr>
          <p:spPr bwMode="auto">
            <a:xfrm>
              <a:off x="5842001" y="3595688"/>
              <a:ext cx="238125" cy="141288"/>
            </a:xfrm>
            <a:custGeom>
              <a:avLst/>
              <a:gdLst>
                <a:gd name="T0" fmla="*/ 10 w 57"/>
                <a:gd name="T1" fmla="*/ 6 h 34"/>
                <a:gd name="T2" fmla="*/ 0 w 57"/>
                <a:gd name="T3" fmla="*/ 25 h 34"/>
                <a:gd name="T4" fmla="*/ 29 w 57"/>
                <a:gd name="T5" fmla="*/ 34 h 34"/>
                <a:gd name="T6" fmla="*/ 57 w 57"/>
                <a:gd name="T7" fmla="*/ 25 h 34"/>
                <a:gd name="T8" fmla="*/ 47 w 57"/>
                <a:gd name="T9" fmla="*/ 6 h 34"/>
                <a:gd name="T10" fmla="*/ 29 w 57"/>
                <a:gd name="T11" fmla="*/ 0 h 34"/>
                <a:gd name="T12" fmla="*/ 10 w 57"/>
                <a:gd name="T13" fmla="*/ 6 h 34"/>
              </a:gdLst>
              <a:ahLst/>
              <a:cxnLst>
                <a:cxn ang="0">
                  <a:pos x="T0" y="T1"/>
                </a:cxn>
                <a:cxn ang="0">
                  <a:pos x="T2" y="T3"/>
                </a:cxn>
                <a:cxn ang="0">
                  <a:pos x="T4" y="T5"/>
                </a:cxn>
                <a:cxn ang="0">
                  <a:pos x="T6" y="T7"/>
                </a:cxn>
                <a:cxn ang="0">
                  <a:pos x="T8" y="T9"/>
                </a:cxn>
                <a:cxn ang="0">
                  <a:pos x="T10" y="T11"/>
                </a:cxn>
                <a:cxn ang="0">
                  <a:pos x="T12" y="T13"/>
                </a:cxn>
              </a:cxnLst>
              <a:rect l="0" t="0" r="r" b="b"/>
              <a:pathLst>
                <a:path w="57" h="34">
                  <a:moveTo>
                    <a:pt x="10" y="6"/>
                  </a:moveTo>
                  <a:cubicBezTo>
                    <a:pt x="5" y="10"/>
                    <a:pt x="3" y="16"/>
                    <a:pt x="0" y="25"/>
                  </a:cubicBezTo>
                  <a:cubicBezTo>
                    <a:pt x="8" y="30"/>
                    <a:pt x="18" y="34"/>
                    <a:pt x="29" y="34"/>
                  </a:cubicBezTo>
                  <a:cubicBezTo>
                    <a:pt x="39" y="34"/>
                    <a:pt x="49" y="30"/>
                    <a:pt x="57" y="25"/>
                  </a:cubicBezTo>
                  <a:cubicBezTo>
                    <a:pt x="54" y="16"/>
                    <a:pt x="52" y="9"/>
                    <a:pt x="47" y="6"/>
                  </a:cubicBezTo>
                  <a:cubicBezTo>
                    <a:pt x="39" y="1"/>
                    <a:pt x="34" y="0"/>
                    <a:pt x="29" y="0"/>
                  </a:cubicBezTo>
                  <a:cubicBezTo>
                    <a:pt x="23" y="0"/>
                    <a:pt x="18" y="1"/>
                    <a:pt x="10" y="6"/>
                  </a:cubicBez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 name="Freeform 9"/>
            <p:cNvSpPr/>
            <p:nvPr/>
          </p:nvSpPr>
          <p:spPr bwMode="auto">
            <a:xfrm>
              <a:off x="6054726" y="3641725"/>
              <a:ext cx="25400" cy="71438"/>
            </a:xfrm>
            <a:custGeom>
              <a:avLst/>
              <a:gdLst>
                <a:gd name="T0" fmla="*/ 0 w 6"/>
                <a:gd name="T1" fmla="*/ 17 h 17"/>
                <a:gd name="T2" fmla="*/ 0 w 6"/>
                <a:gd name="T3" fmla="*/ 0 h 17"/>
                <a:gd name="T4" fmla="*/ 6 w 6"/>
                <a:gd name="T5" fmla="*/ 14 h 17"/>
                <a:gd name="T6" fmla="*/ 0 w 6"/>
                <a:gd name="T7" fmla="*/ 17 h 17"/>
              </a:gdLst>
              <a:ahLst/>
              <a:cxnLst>
                <a:cxn ang="0">
                  <a:pos x="T0" y="T1"/>
                </a:cxn>
                <a:cxn ang="0">
                  <a:pos x="T2" y="T3"/>
                </a:cxn>
                <a:cxn ang="0">
                  <a:pos x="T4" y="T5"/>
                </a:cxn>
                <a:cxn ang="0">
                  <a:pos x="T6" y="T7"/>
                </a:cxn>
              </a:cxnLst>
              <a:rect l="0" t="0" r="r" b="b"/>
              <a:pathLst>
                <a:path w="6" h="17">
                  <a:moveTo>
                    <a:pt x="0" y="17"/>
                  </a:moveTo>
                  <a:cubicBezTo>
                    <a:pt x="0" y="0"/>
                    <a:pt x="0" y="0"/>
                    <a:pt x="0" y="0"/>
                  </a:cubicBezTo>
                  <a:cubicBezTo>
                    <a:pt x="3" y="3"/>
                    <a:pt x="4" y="8"/>
                    <a:pt x="6" y="14"/>
                  </a:cubicBezTo>
                  <a:cubicBezTo>
                    <a:pt x="4" y="15"/>
                    <a:pt x="2" y="16"/>
                    <a:pt x="0" y="17"/>
                  </a:cubicBez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 name="Freeform 10"/>
            <p:cNvSpPr/>
            <p:nvPr/>
          </p:nvSpPr>
          <p:spPr bwMode="auto">
            <a:xfrm>
              <a:off x="6013451" y="3608388"/>
              <a:ext cx="25400" cy="120650"/>
            </a:xfrm>
            <a:custGeom>
              <a:avLst/>
              <a:gdLst>
                <a:gd name="T0" fmla="*/ 6 w 6"/>
                <a:gd name="T1" fmla="*/ 3 h 29"/>
                <a:gd name="T2" fmla="*/ 6 w 6"/>
                <a:gd name="T3" fmla="*/ 27 h 29"/>
                <a:gd name="T4" fmla="*/ 0 w 6"/>
                <a:gd name="T5" fmla="*/ 29 h 29"/>
                <a:gd name="T6" fmla="*/ 0 w 6"/>
                <a:gd name="T7" fmla="*/ 0 h 29"/>
                <a:gd name="T8" fmla="*/ 6 w 6"/>
                <a:gd name="T9" fmla="*/ 3 h 29"/>
              </a:gdLst>
              <a:ahLst/>
              <a:cxnLst>
                <a:cxn ang="0">
                  <a:pos x="T0" y="T1"/>
                </a:cxn>
                <a:cxn ang="0">
                  <a:pos x="T2" y="T3"/>
                </a:cxn>
                <a:cxn ang="0">
                  <a:pos x="T4" y="T5"/>
                </a:cxn>
                <a:cxn ang="0">
                  <a:pos x="T6" y="T7"/>
                </a:cxn>
                <a:cxn ang="0">
                  <a:pos x="T8" y="T9"/>
                </a:cxn>
              </a:cxnLst>
              <a:rect l="0" t="0" r="r" b="b"/>
              <a:pathLst>
                <a:path w="6" h="29">
                  <a:moveTo>
                    <a:pt x="6" y="3"/>
                  </a:moveTo>
                  <a:cubicBezTo>
                    <a:pt x="6" y="27"/>
                    <a:pt x="6" y="27"/>
                    <a:pt x="6" y="27"/>
                  </a:cubicBezTo>
                  <a:cubicBezTo>
                    <a:pt x="4" y="28"/>
                    <a:pt x="2" y="28"/>
                    <a:pt x="0" y="29"/>
                  </a:cubicBezTo>
                  <a:cubicBezTo>
                    <a:pt x="0" y="0"/>
                    <a:pt x="0" y="0"/>
                    <a:pt x="0" y="0"/>
                  </a:cubicBezTo>
                  <a:cubicBezTo>
                    <a:pt x="2" y="1"/>
                    <a:pt x="4" y="2"/>
                    <a:pt x="6" y="3"/>
                  </a:cubicBez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8" name="Freeform 11"/>
            <p:cNvSpPr/>
            <p:nvPr/>
          </p:nvSpPr>
          <p:spPr bwMode="auto">
            <a:xfrm>
              <a:off x="5972176" y="3595688"/>
              <a:ext cx="23813" cy="141288"/>
            </a:xfrm>
            <a:custGeom>
              <a:avLst/>
              <a:gdLst>
                <a:gd name="T0" fmla="*/ 6 w 6"/>
                <a:gd name="T1" fmla="*/ 1 h 34"/>
                <a:gd name="T2" fmla="*/ 6 w 6"/>
                <a:gd name="T3" fmla="*/ 33 h 34"/>
                <a:gd name="T4" fmla="*/ 0 w 6"/>
                <a:gd name="T5" fmla="*/ 34 h 34"/>
                <a:gd name="T6" fmla="*/ 0 w 6"/>
                <a:gd name="T7" fmla="*/ 0 h 34"/>
                <a:gd name="T8" fmla="*/ 6 w 6"/>
                <a:gd name="T9" fmla="*/ 1 h 34"/>
              </a:gdLst>
              <a:ahLst/>
              <a:cxnLst>
                <a:cxn ang="0">
                  <a:pos x="T0" y="T1"/>
                </a:cxn>
                <a:cxn ang="0">
                  <a:pos x="T2" y="T3"/>
                </a:cxn>
                <a:cxn ang="0">
                  <a:pos x="T4" y="T5"/>
                </a:cxn>
                <a:cxn ang="0">
                  <a:pos x="T6" y="T7"/>
                </a:cxn>
                <a:cxn ang="0">
                  <a:pos x="T8" y="T9"/>
                </a:cxn>
              </a:cxnLst>
              <a:rect l="0" t="0" r="r" b="b"/>
              <a:pathLst>
                <a:path w="6" h="34">
                  <a:moveTo>
                    <a:pt x="6" y="1"/>
                  </a:moveTo>
                  <a:cubicBezTo>
                    <a:pt x="6" y="33"/>
                    <a:pt x="6" y="33"/>
                    <a:pt x="6" y="33"/>
                  </a:cubicBezTo>
                  <a:cubicBezTo>
                    <a:pt x="4" y="33"/>
                    <a:pt x="2" y="33"/>
                    <a:pt x="0" y="34"/>
                  </a:cubicBezTo>
                  <a:cubicBezTo>
                    <a:pt x="0" y="0"/>
                    <a:pt x="0" y="0"/>
                    <a:pt x="0" y="0"/>
                  </a:cubicBezTo>
                  <a:cubicBezTo>
                    <a:pt x="2" y="0"/>
                    <a:pt x="4" y="0"/>
                    <a:pt x="6" y="1"/>
                  </a:cubicBez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9" name="Freeform 12"/>
            <p:cNvSpPr/>
            <p:nvPr/>
          </p:nvSpPr>
          <p:spPr bwMode="auto">
            <a:xfrm>
              <a:off x="5926138" y="3595688"/>
              <a:ext cx="25400" cy="141288"/>
            </a:xfrm>
            <a:custGeom>
              <a:avLst/>
              <a:gdLst>
                <a:gd name="T0" fmla="*/ 6 w 6"/>
                <a:gd name="T1" fmla="*/ 0 h 34"/>
                <a:gd name="T2" fmla="*/ 6 w 6"/>
                <a:gd name="T3" fmla="*/ 34 h 34"/>
                <a:gd name="T4" fmla="*/ 0 w 6"/>
                <a:gd name="T5" fmla="*/ 33 h 34"/>
                <a:gd name="T6" fmla="*/ 0 w 6"/>
                <a:gd name="T7" fmla="*/ 1 h 34"/>
                <a:gd name="T8" fmla="*/ 6 w 6"/>
                <a:gd name="T9" fmla="*/ 0 h 34"/>
              </a:gdLst>
              <a:ahLst/>
              <a:cxnLst>
                <a:cxn ang="0">
                  <a:pos x="T0" y="T1"/>
                </a:cxn>
                <a:cxn ang="0">
                  <a:pos x="T2" y="T3"/>
                </a:cxn>
                <a:cxn ang="0">
                  <a:pos x="T4" y="T5"/>
                </a:cxn>
                <a:cxn ang="0">
                  <a:pos x="T6" y="T7"/>
                </a:cxn>
                <a:cxn ang="0">
                  <a:pos x="T8" y="T9"/>
                </a:cxn>
              </a:cxnLst>
              <a:rect l="0" t="0" r="r" b="b"/>
              <a:pathLst>
                <a:path w="6" h="34">
                  <a:moveTo>
                    <a:pt x="6" y="0"/>
                  </a:moveTo>
                  <a:cubicBezTo>
                    <a:pt x="6" y="34"/>
                    <a:pt x="6" y="34"/>
                    <a:pt x="6" y="34"/>
                  </a:cubicBezTo>
                  <a:cubicBezTo>
                    <a:pt x="4" y="33"/>
                    <a:pt x="2" y="33"/>
                    <a:pt x="0" y="33"/>
                  </a:cubicBezTo>
                  <a:cubicBezTo>
                    <a:pt x="0" y="1"/>
                    <a:pt x="0" y="1"/>
                    <a:pt x="0" y="1"/>
                  </a:cubicBezTo>
                  <a:cubicBezTo>
                    <a:pt x="2" y="0"/>
                    <a:pt x="4" y="0"/>
                    <a:pt x="6" y="0"/>
                  </a:cubicBez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 name="Freeform 13"/>
            <p:cNvSpPr/>
            <p:nvPr/>
          </p:nvSpPr>
          <p:spPr bwMode="auto">
            <a:xfrm>
              <a:off x="5883276" y="3608388"/>
              <a:ext cx="25400" cy="120650"/>
            </a:xfrm>
            <a:custGeom>
              <a:avLst/>
              <a:gdLst>
                <a:gd name="T0" fmla="*/ 6 w 6"/>
                <a:gd name="T1" fmla="*/ 0 h 29"/>
                <a:gd name="T2" fmla="*/ 6 w 6"/>
                <a:gd name="T3" fmla="*/ 29 h 29"/>
                <a:gd name="T4" fmla="*/ 0 w 6"/>
                <a:gd name="T5" fmla="*/ 27 h 29"/>
                <a:gd name="T6" fmla="*/ 0 w 6"/>
                <a:gd name="T7" fmla="*/ 3 h 29"/>
                <a:gd name="T8" fmla="*/ 6 w 6"/>
                <a:gd name="T9" fmla="*/ 0 h 29"/>
              </a:gdLst>
              <a:ahLst/>
              <a:cxnLst>
                <a:cxn ang="0">
                  <a:pos x="T0" y="T1"/>
                </a:cxn>
                <a:cxn ang="0">
                  <a:pos x="T2" y="T3"/>
                </a:cxn>
                <a:cxn ang="0">
                  <a:pos x="T4" y="T5"/>
                </a:cxn>
                <a:cxn ang="0">
                  <a:pos x="T6" y="T7"/>
                </a:cxn>
                <a:cxn ang="0">
                  <a:pos x="T8" y="T9"/>
                </a:cxn>
              </a:cxnLst>
              <a:rect l="0" t="0" r="r" b="b"/>
              <a:pathLst>
                <a:path w="6" h="29">
                  <a:moveTo>
                    <a:pt x="6" y="0"/>
                  </a:moveTo>
                  <a:cubicBezTo>
                    <a:pt x="6" y="29"/>
                    <a:pt x="6" y="29"/>
                    <a:pt x="6" y="29"/>
                  </a:cubicBezTo>
                  <a:cubicBezTo>
                    <a:pt x="4" y="28"/>
                    <a:pt x="2" y="28"/>
                    <a:pt x="0" y="27"/>
                  </a:cubicBezTo>
                  <a:cubicBezTo>
                    <a:pt x="0" y="3"/>
                    <a:pt x="0" y="3"/>
                    <a:pt x="0" y="3"/>
                  </a:cubicBezTo>
                  <a:cubicBezTo>
                    <a:pt x="2" y="2"/>
                    <a:pt x="4" y="1"/>
                    <a:pt x="6" y="0"/>
                  </a:cubicBez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 name="Freeform 14"/>
            <p:cNvSpPr/>
            <p:nvPr/>
          </p:nvSpPr>
          <p:spPr bwMode="auto">
            <a:xfrm>
              <a:off x="5842001" y="3641725"/>
              <a:ext cx="25400" cy="71438"/>
            </a:xfrm>
            <a:custGeom>
              <a:avLst/>
              <a:gdLst>
                <a:gd name="T0" fmla="*/ 6 w 6"/>
                <a:gd name="T1" fmla="*/ 0 h 17"/>
                <a:gd name="T2" fmla="*/ 6 w 6"/>
                <a:gd name="T3" fmla="*/ 17 h 17"/>
                <a:gd name="T4" fmla="*/ 0 w 6"/>
                <a:gd name="T5" fmla="*/ 14 h 17"/>
                <a:gd name="T6" fmla="*/ 6 w 6"/>
                <a:gd name="T7" fmla="*/ 0 h 17"/>
              </a:gdLst>
              <a:ahLst/>
              <a:cxnLst>
                <a:cxn ang="0">
                  <a:pos x="T0" y="T1"/>
                </a:cxn>
                <a:cxn ang="0">
                  <a:pos x="T2" y="T3"/>
                </a:cxn>
                <a:cxn ang="0">
                  <a:pos x="T4" y="T5"/>
                </a:cxn>
                <a:cxn ang="0">
                  <a:pos x="T6" y="T7"/>
                </a:cxn>
              </a:cxnLst>
              <a:rect l="0" t="0" r="r" b="b"/>
              <a:pathLst>
                <a:path w="6" h="17">
                  <a:moveTo>
                    <a:pt x="6" y="0"/>
                  </a:moveTo>
                  <a:cubicBezTo>
                    <a:pt x="6" y="17"/>
                    <a:pt x="6" y="17"/>
                    <a:pt x="6" y="17"/>
                  </a:cubicBezTo>
                  <a:cubicBezTo>
                    <a:pt x="4" y="16"/>
                    <a:pt x="2" y="15"/>
                    <a:pt x="0" y="14"/>
                  </a:cubicBezTo>
                  <a:cubicBezTo>
                    <a:pt x="2" y="8"/>
                    <a:pt x="3" y="3"/>
                    <a:pt x="6" y="0"/>
                  </a:cubicBez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 name="Freeform 15"/>
            <p:cNvSpPr/>
            <p:nvPr/>
          </p:nvSpPr>
          <p:spPr bwMode="auto">
            <a:xfrm>
              <a:off x="5859463" y="3624263"/>
              <a:ext cx="203200" cy="25400"/>
            </a:xfrm>
            <a:custGeom>
              <a:avLst/>
              <a:gdLst>
                <a:gd name="T0" fmla="*/ 5 w 49"/>
                <a:gd name="T1" fmla="*/ 0 h 6"/>
                <a:gd name="T2" fmla="*/ 0 w 49"/>
                <a:gd name="T3" fmla="*/ 6 h 6"/>
                <a:gd name="T4" fmla="*/ 49 w 49"/>
                <a:gd name="T5" fmla="*/ 6 h 6"/>
                <a:gd name="T6" fmla="*/ 45 w 49"/>
                <a:gd name="T7" fmla="*/ 0 h 6"/>
                <a:gd name="T8" fmla="*/ 5 w 49"/>
                <a:gd name="T9" fmla="*/ 0 h 6"/>
              </a:gdLst>
              <a:ahLst/>
              <a:cxnLst>
                <a:cxn ang="0">
                  <a:pos x="T0" y="T1"/>
                </a:cxn>
                <a:cxn ang="0">
                  <a:pos x="T2" y="T3"/>
                </a:cxn>
                <a:cxn ang="0">
                  <a:pos x="T4" y="T5"/>
                </a:cxn>
                <a:cxn ang="0">
                  <a:pos x="T6" y="T7"/>
                </a:cxn>
                <a:cxn ang="0">
                  <a:pos x="T8" y="T9"/>
                </a:cxn>
              </a:cxnLst>
              <a:rect l="0" t="0" r="r" b="b"/>
              <a:pathLst>
                <a:path w="49" h="6">
                  <a:moveTo>
                    <a:pt x="5" y="0"/>
                  </a:moveTo>
                  <a:cubicBezTo>
                    <a:pt x="3" y="2"/>
                    <a:pt x="1" y="4"/>
                    <a:pt x="0" y="6"/>
                  </a:cubicBezTo>
                  <a:cubicBezTo>
                    <a:pt x="49" y="6"/>
                    <a:pt x="49" y="6"/>
                    <a:pt x="49" y="6"/>
                  </a:cubicBezTo>
                  <a:cubicBezTo>
                    <a:pt x="48" y="4"/>
                    <a:pt x="46" y="2"/>
                    <a:pt x="45" y="0"/>
                  </a:cubicBezTo>
                  <a:lnTo>
                    <a:pt x="5" y="0"/>
                  </a:ln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 name="Freeform 16"/>
            <p:cNvSpPr/>
            <p:nvPr/>
          </p:nvSpPr>
          <p:spPr bwMode="auto">
            <a:xfrm>
              <a:off x="5842001" y="3670300"/>
              <a:ext cx="238125" cy="25400"/>
            </a:xfrm>
            <a:custGeom>
              <a:avLst/>
              <a:gdLst>
                <a:gd name="T0" fmla="*/ 2 w 57"/>
                <a:gd name="T1" fmla="*/ 0 h 6"/>
                <a:gd name="T2" fmla="*/ 0 w 57"/>
                <a:gd name="T3" fmla="*/ 6 h 6"/>
                <a:gd name="T4" fmla="*/ 57 w 57"/>
                <a:gd name="T5" fmla="*/ 6 h 6"/>
                <a:gd name="T6" fmla="*/ 55 w 57"/>
                <a:gd name="T7" fmla="*/ 0 h 6"/>
                <a:gd name="T8" fmla="*/ 2 w 57"/>
                <a:gd name="T9" fmla="*/ 0 h 6"/>
              </a:gdLst>
              <a:ahLst/>
              <a:cxnLst>
                <a:cxn ang="0">
                  <a:pos x="T0" y="T1"/>
                </a:cxn>
                <a:cxn ang="0">
                  <a:pos x="T2" y="T3"/>
                </a:cxn>
                <a:cxn ang="0">
                  <a:pos x="T4" y="T5"/>
                </a:cxn>
                <a:cxn ang="0">
                  <a:pos x="T6" y="T7"/>
                </a:cxn>
                <a:cxn ang="0">
                  <a:pos x="T8" y="T9"/>
                </a:cxn>
              </a:cxnLst>
              <a:rect l="0" t="0" r="r" b="b"/>
              <a:pathLst>
                <a:path w="57" h="6">
                  <a:moveTo>
                    <a:pt x="2" y="0"/>
                  </a:moveTo>
                  <a:cubicBezTo>
                    <a:pt x="2" y="2"/>
                    <a:pt x="1" y="4"/>
                    <a:pt x="0" y="6"/>
                  </a:cubicBezTo>
                  <a:cubicBezTo>
                    <a:pt x="57" y="6"/>
                    <a:pt x="57" y="6"/>
                    <a:pt x="57" y="6"/>
                  </a:cubicBezTo>
                  <a:cubicBezTo>
                    <a:pt x="56" y="4"/>
                    <a:pt x="55" y="2"/>
                    <a:pt x="55" y="0"/>
                  </a:cubicBezTo>
                  <a:lnTo>
                    <a:pt x="2" y="0"/>
                  </a:ln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4" name="Freeform 17"/>
            <p:cNvSpPr/>
            <p:nvPr/>
          </p:nvSpPr>
          <p:spPr bwMode="auto">
            <a:xfrm>
              <a:off x="5867401" y="3713163"/>
              <a:ext cx="187325" cy="23813"/>
            </a:xfrm>
            <a:custGeom>
              <a:avLst/>
              <a:gdLst>
                <a:gd name="T0" fmla="*/ 0 w 45"/>
                <a:gd name="T1" fmla="*/ 0 h 6"/>
                <a:gd name="T2" fmla="*/ 23 w 45"/>
                <a:gd name="T3" fmla="*/ 6 h 6"/>
                <a:gd name="T4" fmla="*/ 45 w 45"/>
                <a:gd name="T5" fmla="*/ 0 h 6"/>
                <a:gd name="T6" fmla="*/ 0 w 45"/>
                <a:gd name="T7" fmla="*/ 0 h 6"/>
              </a:gdLst>
              <a:ahLst/>
              <a:cxnLst>
                <a:cxn ang="0">
                  <a:pos x="T0" y="T1"/>
                </a:cxn>
                <a:cxn ang="0">
                  <a:pos x="T2" y="T3"/>
                </a:cxn>
                <a:cxn ang="0">
                  <a:pos x="T4" y="T5"/>
                </a:cxn>
                <a:cxn ang="0">
                  <a:pos x="T6" y="T7"/>
                </a:cxn>
              </a:cxnLst>
              <a:rect l="0" t="0" r="r" b="b"/>
              <a:pathLst>
                <a:path w="45" h="6">
                  <a:moveTo>
                    <a:pt x="0" y="0"/>
                  </a:moveTo>
                  <a:cubicBezTo>
                    <a:pt x="7" y="4"/>
                    <a:pt x="14" y="6"/>
                    <a:pt x="23" y="6"/>
                  </a:cubicBezTo>
                  <a:cubicBezTo>
                    <a:pt x="31" y="6"/>
                    <a:pt x="38" y="4"/>
                    <a:pt x="45" y="0"/>
                  </a:cubicBezTo>
                  <a:lnTo>
                    <a:pt x="0" y="0"/>
                  </a:lnTo>
                  <a:close/>
                </a:path>
              </a:pathLst>
            </a:custGeom>
            <a:solidFill>
              <a:srgbClr val="D959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5" name="Freeform 18"/>
            <p:cNvSpPr/>
            <p:nvPr/>
          </p:nvSpPr>
          <p:spPr bwMode="auto">
            <a:xfrm>
              <a:off x="6054726" y="3641725"/>
              <a:ext cx="7938" cy="7938"/>
            </a:xfrm>
            <a:custGeom>
              <a:avLst/>
              <a:gdLst>
                <a:gd name="T0" fmla="*/ 0 w 2"/>
                <a:gd name="T1" fmla="*/ 2 h 2"/>
                <a:gd name="T2" fmla="*/ 2 w 2"/>
                <a:gd name="T3" fmla="*/ 2 h 2"/>
                <a:gd name="T4" fmla="*/ 2 w 2"/>
                <a:gd name="T5" fmla="*/ 2 h 2"/>
                <a:gd name="T6" fmla="*/ 2 w 2"/>
                <a:gd name="T7" fmla="*/ 2 h 2"/>
                <a:gd name="T8" fmla="*/ 2 w 2"/>
                <a:gd name="T9" fmla="*/ 2 h 2"/>
                <a:gd name="T10" fmla="*/ 1 w 2"/>
                <a:gd name="T11" fmla="*/ 2 h 2"/>
                <a:gd name="T12" fmla="*/ 1 w 2"/>
                <a:gd name="T13" fmla="*/ 1 h 2"/>
                <a:gd name="T14" fmla="*/ 1 w 2"/>
                <a:gd name="T15" fmla="*/ 1 h 2"/>
                <a:gd name="T16" fmla="*/ 1 w 2"/>
                <a:gd name="T17" fmla="*/ 1 h 2"/>
                <a:gd name="T18" fmla="*/ 1 w 2"/>
                <a:gd name="T19" fmla="*/ 1 h 2"/>
                <a:gd name="T20" fmla="*/ 1 w 2"/>
                <a:gd name="T21" fmla="*/ 1 h 2"/>
                <a:gd name="T22" fmla="*/ 1 w 2"/>
                <a:gd name="T23" fmla="*/ 1 h 2"/>
                <a:gd name="T24" fmla="*/ 1 w 2"/>
                <a:gd name="T25" fmla="*/ 1 h 2"/>
                <a:gd name="T26" fmla="*/ 1 w 2"/>
                <a:gd name="T27" fmla="*/ 1 h 2"/>
                <a:gd name="T28" fmla="*/ 1 w 2"/>
                <a:gd name="T29" fmla="*/ 1 h 2"/>
                <a:gd name="T30" fmla="*/ 1 w 2"/>
                <a:gd name="T31" fmla="*/ 0 h 2"/>
                <a:gd name="T32" fmla="*/ 1 w 2"/>
                <a:gd name="T33" fmla="*/ 0 h 2"/>
                <a:gd name="T34" fmla="*/ 1 w 2"/>
                <a:gd name="T35" fmla="*/ 0 h 2"/>
                <a:gd name="T36" fmla="*/ 1 w 2"/>
                <a:gd name="T37" fmla="*/ 0 h 2"/>
                <a:gd name="T38" fmla="*/ 1 w 2"/>
                <a:gd name="T39" fmla="*/ 0 h 2"/>
                <a:gd name="T40" fmla="*/ 1 w 2"/>
                <a:gd name="T41" fmla="*/ 0 h 2"/>
                <a:gd name="T42" fmla="*/ 1 w 2"/>
                <a:gd name="T43" fmla="*/ 0 h 2"/>
                <a:gd name="T44" fmla="*/ 1 w 2"/>
                <a:gd name="T45" fmla="*/ 0 h 2"/>
                <a:gd name="T46" fmla="*/ 1 w 2"/>
                <a:gd name="T47" fmla="*/ 0 h 2"/>
                <a:gd name="T48" fmla="*/ 1 w 2"/>
                <a:gd name="T49" fmla="*/ 0 h 2"/>
                <a:gd name="T50" fmla="*/ 0 w 2"/>
                <a:gd name="T51" fmla="*/ 0 h 2"/>
                <a:gd name="T52" fmla="*/ 0 w 2"/>
                <a:gd name="T53" fmla="*/ 2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 h="2">
                  <a:moveTo>
                    <a:pt x="0" y="2"/>
                  </a:moveTo>
                  <a:cubicBezTo>
                    <a:pt x="2" y="2"/>
                    <a:pt x="2" y="2"/>
                    <a:pt x="2" y="2"/>
                  </a:cubicBezTo>
                  <a:cubicBezTo>
                    <a:pt x="2" y="2"/>
                    <a:pt x="2" y="2"/>
                    <a:pt x="2" y="2"/>
                  </a:cubicBezTo>
                  <a:cubicBezTo>
                    <a:pt x="2" y="2"/>
                    <a:pt x="2" y="2"/>
                    <a:pt x="2" y="2"/>
                  </a:cubicBezTo>
                  <a:cubicBezTo>
                    <a:pt x="2" y="2"/>
                    <a:pt x="2" y="2"/>
                    <a:pt x="2" y="2"/>
                  </a:cubicBezTo>
                  <a:cubicBezTo>
                    <a:pt x="2" y="2"/>
                    <a:pt x="2"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lnTo>
                    <a:pt x="0" y="2"/>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6" name="Freeform 19"/>
            <p:cNvSpPr/>
            <p:nvPr/>
          </p:nvSpPr>
          <p:spPr bwMode="auto">
            <a:xfrm>
              <a:off x="6054726" y="3670300"/>
              <a:ext cx="25400" cy="25400"/>
            </a:xfrm>
            <a:custGeom>
              <a:avLst/>
              <a:gdLst>
                <a:gd name="T0" fmla="*/ 16 w 16"/>
                <a:gd name="T1" fmla="*/ 16 h 16"/>
                <a:gd name="T2" fmla="*/ 16 w 16"/>
                <a:gd name="T3" fmla="*/ 16 h 16"/>
                <a:gd name="T4" fmla="*/ 16 w 16"/>
                <a:gd name="T5" fmla="*/ 16 h 16"/>
                <a:gd name="T6" fmla="*/ 16 w 16"/>
                <a:gd name="T7" fmla="*/ 14 h 16"/>
                <a:gd name="T8" fmla="*/ 16 w 16"/>
                <a:gd name="T9" fmla="*/ 14 h 16"/>
                <a:gd name="T10" fmla="*/ 16 w 16"/>
                <a:gd name="T11" fmla="*/ 14 h 16"/>
                <a:gd name="T12" fmla="*/ 16 w 16"/>
                <a:gd name="T13" fmla="*/ 14 h 16"/>
                <a:gd name="T14" fmla="*/ 13 w 16"/>
                <a:gd name="T15" fmla="*/ 14 h 16"/>
                <a:gd name="T16" fmla="*/ 13 w 16"/>
                <a:gd name="T17" fmla="*/ 11 h 16"/>
                <a:gd name="T18" fmla="*/ 13 w 16"/>
                <a:gd name="T19" fmla="*/ 11 h 16"/>
                <a:gd name="T20" fmla="*/ 13 w 16"/>
                <a:gd name="T21" fmla="*/ 11 h 16"/>
                <a:gd name="T22" fmla="*/ 13 w 16"/>
                <a:gd name="T23" fmla="*/ 8 h 16"/>
                <a:gd name="T24" fmla="*/ 13 w 16"/>
                <a:gd name="T25" fmla="*/ 8 h 16"/>
                <a:gd name="T26" fmla="*/ 13 w 16"/>
                <a:gd name="T27" fmla="*/ 8 h 16"/>
                <a:gd name="T28" fmla="*/ 13 w 16"/>
                <a:gd name="T29" fmla="*/ 8 h 16"/>
                <a:gd name="T30" fmla="*/ 13 w 16"/>
                <a:gd name="T31" fmla="*/ 8 h 16"/>
                <a:gd name="T32" fmla="*/ 13 w 16"/>
                <a:gd name="T33" fmla="*/ 6 h 16"/>
                <a:gd name="T34" fmla="*/ 13 w 16"/>
                <a:gd name="T35" fmla="*/ 6 h 16"/>
                <a:gd name="T36" fmla="*/ 13 w 16"/>
                <a:gd name="T37" fmla="*/ 6 h 16"/>
                <a:gd name="T38" fmla="*/ 11 w 16"/>
                <a:gd name="T39" fmla="*/ 6 h 16"/>
                <a:gd name="T40" fmla="*/ 11 w 16"/>
                <a:gd name="T41" fmla="*/ 6 h 16"/>
                <a:gd name="T42" fmla="*/ 11 w 16"/>
                <a:gd name="T43" fmla="*/ 6 h 16"/>
                <a:gd name="T44" fmla="*/ 11 w 16"/>
                <a:gd name="T45" fmla="*/ 6 h 16"/>
                <a:gd name="T46" fmla="*/ 11 w 16"/>
                <a:gd name="T47" fmla="*/ 3 h 16"/>
                <a:gd name="T48" fmla="*/ 11 w 16"/>
                <a:gd name="T49" fmla="*/ 3 h 16"/>
                <a:gd name="T50" fmla="*/ 11 w 16"/>
                <a:gd name="T51" fmla="*/ 3 h 16"/>
                <a:gd name="T52" fmla="*/ 11 w 16"/>
                <a:gd name="T53" fmla="*/ 3 h 16"/>
                <a:gd name="T54" fmla="*/ 11 w 16"/>
                <a:gd name="T55" fmla="*/ 3 h 16"/>
                <a:gd name="T56" fmla="*/ 11 w 16"/>
                <a:gd name="T57" fmla="*/ 3 h 16"/>
                <a:gd name="T58" fmla="*/ 11 w 16"/>
                <a:gd name="T59" fmla="*/ 0 h 16"/>
                <a:gd name="T60" fmla="*/ 11 w 16"/>
                <a:gd name="T61" fmla="*/ 0 h 16"/>
                <a:gd name="T62" fmla="*/ 11 w 16"/>
                <a:gd name="T63" fmla="*/ 0 h 16"/>
                <a:gd name="T64" fmla="*/ 11 w 16"/>
                <a:gd name="T65" fmla="*/ 0 h 16"/>
                <a:gd name="T66" fmla="*/ 0 w 16"/>
                <a:gd name="T6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 h="16">
                  <a:moveTo>
                    <a:pt x="0" y="16"/>
                  </a:moveTo>
                  <a:lnTo>
                    <a:pt x="16" y="16"/>
                  </a:lnTo>
                  <a:lnTo>
                    <a:pt x="16" y="16"/>
                  </a:lnTo>
                  <a:lnTo>
                    <a:pt x="16" y="16"/>
                  </a:lnTo>
                  <a:lnTo>
                    <a:pt x="16" y="16"/>
                  </a:lnTo>
                  <a:lnTo>
                    <a:pt x="16" y="16"/>
                  </a:lnTo>
                  <a:lnTo>
                    <a:pt x="16" y="16"/>
                  </a:lnTo>
                  <a:lnTo>
                    <a:pt x="16" y="14"/>
                  </a:lnTo>
                  <a:lnTo>
                    <a:pt x="16" y="14"/>
                  </a:lnTo>
                  <a:lnTo>
                    <a:pt x="16" y="14"/>
                  </a:lnTo>
                  <a:lnTo>
                    <a:pt x="16" y="14"/>
                  </a:lnTo>
                  <a:lnTo>
                    <a:pt x="16" y="14"/>
                  </a:lnTo>
                  <a:lnTo>
                    <a:pt x="16" y="14"/>
                  </a:lnTo>
                  <a:lnTo>
                    <a:pt x="16" y="14"/>
                  </a:lnTo>
                  <a:lnTo>
                    <a:pt x="16" y="14"/>
                  </a:lnTo>
                  <a:lnTo>
                    <a:pt x="13" y="14"/>
                  </a:lnTo>
                  <a:lnTo>
                    <a:pt x="13" y="14"/>
                  </a:lnTo>
                  <a:lnTo>
                    <a:pt x="13" y="11"/>
                  </a:lnTo>
                  <a:lnTo>
                    <a:pt x="13" y="11"/>
                  </a:lnTo>
                  <a:lnTo>
                    <a:pt x="13" y="11"/>
                  </a:lnTo>
                  <a:lnTo>
                    <a:pt x="13" y="11"/>
                  </a:lnTo>
                  <a:lnTo>
                    <a:pt x="13" y="11"/>
                  </a:lnTo>
                  <a:lnTo>
                    <a:pt x="13" y="11"/>
                  </a:lnTo>
                  <a:lnTo>
                    <a:pt x="13" y="8"/>
                  </a:lnTo>
                  <a:lnTo>
                    <a:pt x="13" y="8"/>
                  </a:lnTo>
                  <a:lnTo>
                    <a:pt x="13" y="8"/>
                  </a:lnTo>
                  <a:lnTo>
                    <a:pt x="13" y="8"/>
                  </a:lnTo>
                  <a:lnTo>
                    <a:pt x="13" y="8"/>
                  </a:lnTo>
                  <a:lnTo>
                    <a:pt x="13" y="8"/>
                  </a:lnTo>
                  <a:lnTo>
                    <a:pt x="13" y="8"/>
                  </a:lnTo>
                  <a:lnTo>
                    <a:pt x="13" y="8"/>
                  </a:lnTo>
                  <a:lnTo>
                    <a:pt x="13" y="8"/>
                  </a:lnTo>
                  <a:lnTo>
                    <a:pt x="13" y="8"/>
                  </a:lnTo>
                  <a:lnTo>
                    <a:pt x="13" y="6"/>
                  </a:lnTo>
                  <a:lnTo>
                    <a:pt x="13" y="6"/>
                  </a:lnTo>
                  <a:lnTo>
                    <a:pt x="13" y="6"/>
                  </a:lnTo>
                  <a:lnTo>
                    <a:pt x="13" y="6"/>
                  </a:lnTo>
                  <a:lnTo>
                    <a:pt x="13" y="6"/>
                  </a:lnTo>
                  <a:lnTo>
                    <a:pt x="13" y="6"/>
                  </a:lnTo>
                  <a:lnTo>
                    <a:pt x="11" y="6"/>
                  </a:lnTo>
                  <a:lnTo>
                    <a:pt x="11" y="6"/>
                  </a:lnTo>
                  <a:lnTo>
                    <a:pt x="11" y="6"/>
                  </a:lnTo>
                  <a:lnTo>
                    <a:pt x="11" y="6"/>
                  </a:lnTo>
                  <a:lnTo>
                    <a:pt x="11" y="6"/>
                  </a:lnTo>
                  <a:lnTo>
                    <a:pt x="11" y="6"/>
                  </a:lnTo>
                  <a:lnTo>
                    <a:pt x="11" y="6"/>
                  </a:lnTo>
                  <a:lnTo>
                    <a:pt x="11" y="3"/>
                  </a:lnTo>
                  <a:lnTo>
                    <a:pt x="11" y="3"/>
                  </a:lnTo>
                  <a:lnTo>
                    <a:pt x="11" y="3"/>
                  </a:lnTo>
                  <a:lnTo>
                    <a:pt x="11" y="3"/>
                  </a:lnTo>
                  <a:lnTo>
                    <a:pt x="11" y="3"/>
                  </a:lnTo>
                  <a:lnTo>
                    <a:pt x="11" y="3"/>
                  </a:lnTo>
                  <a:lnTo>
                    <a:pt x="11" y="3"/>
                  </a:lnTo>
                  <a:lnTo>
                    <a:pt x="11" y="3"/>
                  </a:lnTo>
                  <a:lnTo>
                    <a:pt x="11" y="3"/>
                  </a:lnTo>
                  <a:lnTo>
                    <a:pt x="11" y="3"/>
                  </a:lnTo>
                  <a:lnTo>
                    <a:pt x="11" y="3"/>
                  </a:lnTo>
                  <a:lnTo>
                    <a:pt x="11" y="3"/>
                  </a:lnTo>
                  <a:lnTo>
                    <a:pt x="11" y="3"/>
                  </a:lnTo>
                  <a:lnTo>
                    <a:pt x="11" y="0"/>
                  </a:lnTo>
                  <a:lnTo>
                    <a:pt x="11" y="0"/>
                  </a:lnTo>
                  <a:lnTo>
                    <a:pt x="11" y="0"/>
                  </a:lnTo>
                  <a:lnTo>
                    <a:pt x="11" y="0"/>
                  </a:lnTo>
                  <a:lnTo>
                    <a:pt x="11" y="0"/>
                  </a:lnTo>
                  <a:lnTo>
                    <a:pt x="11" y="0"/>
                  </a:lnTo>
                  <a:lnTo>
                    <a:pt x="11" y="0"/>
                  </a:lnTo>
                  <a:lnTo>
                    <a:pt x="11" y="0"/>
                  </a:lnTo>
                  <a:lnTo>
                    <a:pt x="0" y="0"/>
                  </a:lnTo>
                  <a:lnTo>
                    <a:pt x="0" y="16"/>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 name="Rectangle 20"/>
            <p:cNvSpPr>
              <a:spLocks noChangeArrowheads="1"/>
            </p:cNvSpPr>
            <p:nvPr/>
          </p:nvSpPr>
          <p:spPr bwMode="auto">
            <a:xfrm>
              <a:off x="6013451" y="3624263"/>
              <a:ext cx="25400"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18" name="Rectangle 21"/>
            <p:cNvSpPr>
              <a:spLocks noChangeArrowheads="1"/>
            </p:cNvSpPr>
            <p:nvPr/>
          </p:nvSpPr>
          <p:spPr bwMode="auto">
            <a:xfrm>
              <a:off x="6013451" y="3670300"/>
              <a:ext cx="25400"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19" name="Freeform 22"/>
            <p:cNvSpPr/>
            <p:nvPr/>
          </p:nvSpPr>
          <p:spPr bwMode="auto">
            <a:xfrm>
              <a:off x="6013451" y="3713163"/>
              <a:ext cx="25400" cy="15875"/>
            </a:xfrm>
            <a:custGeom>
              <a:avLst/>
              <a:gdLst>
                <a:gd name="T0" fmla="*/ 0 w 16"/>
                <a:gd name="T1" fmla="*/ 10 h 10"/>
                <a:gd name="T2" fmla="*/ 0 w 16"/>
                <a:gd name="T3" fmla="*/ 10 h 10"/>
                <a:gd name="T4" fmla="*/ 0 w 16"/>
                <a:gd name="T5" fmla="*/ 10 h 10"/>
                <a:gd name="T6" fmla="*/ 0 w 16"/>
                <a:gd name="T7" fmla="*/ 10 h 10"/>
                <a:gd name="T8" fmla="*/ 0 w 16"/>
                <a:gd name="T9" fmla="*/ 10 h 10"/>
                <a:gd name="T10" fmla="*/ 3 w 16"/>
                <a:gd name="T11" fmla="*/ 10 h 10"/>
                <a:gd name="T12" fmla="*/ 3 w 16"/>
                <a:gd name="T13" fmla="*/ 10 h 10"/>
                <a:gd name="T14" fmla="*/ 3 w 16"/>
                <a:gd name="T15" fmla="*/ 10 h 10"/>
                <a:gd name="T16" fmla="*/ 3 w 16"/>
                <a:gd name="T17" fmla="*/ 10 h 10"/>
                <a:gd name="T18" fmla="*/ 3 w 16"/>
                <a:gd name="T19" fmla="*/ 10 h 10"/>
                <a:gd name="T20" fmla="*/ 3 w 16"/>
                <a:gd name="T21" fmla="*/ 10 h 10"/>
                <a:gd name="T22" fmla="*/ 3 w 16"/>
                <a:gd name="T23" fmla="*/ 10 h 10"/>
                <a:gd name="T24" fmla="*/ 5 w 16"/>
                <a:gd name="T25" fmla="*/ 10 h 10"/>
                <a:gd name="T26" fmla="*/ 5 w 16"/>
                <a:gd name="T27" fmla="*/ 10 h 10"/>
                <a:gd name="T28" fmla="*/ 5 w 16"/>
                <a:gd name="T29" fmla="*/ 10 h 10"/>
                <a:gd name="T30" fmla="*/ 5 w 16"/>
                <a:gd name="T31" fmla="*/ 10 h 10"/>
                <a:gd name="T32" fmla="*/ 5 w 16"/>
                <a:gd name="T33" fmla="*/ 8 h 10"/>
                <a:gd name="T34" fmla="*/ 5 w 16"/>
                <a:gd name="T35" fmla="*/ 8 h 10"/>
                <a:gd name="T36" fmla="*/ 5 w 16"/>
                <a:gd name="T37" fmla="*/ 8 h 10"/>
                <a:gd name="T38" fmla="*/ 5 w 16"/>
                <a:gd name="T39" fmla="*/ 8 h 10"/>
                <a:gd name="T40" fmla="*/ 5 w 16"/>
                <a:gd name="T41" fmla="*/ 8 h 10"/>
                <a:gd name="T42" fmla="*/ 5 w 16"/>
                <a:gd name="T43" fmla="*/ 8 h 10"/>
                <a:gd name="T44" fmla="*/ 8 w 16"/>
                <a:gd name="T45" fmla="*/ 8 h 10"/>
                <a:gd name="T46" fmla="*/ 8 w 16"/>
                <a:gd name="T47" fmla="*/ 8 h 10"/>
                <a:gd name="T48" fmla="*/ 8 w 16"/>
                <a:gd name="T49" fmla="*/ 8 h 10"/>
                <a:gd name="T50" fmla="*/ 8 w 16"/>
                <a:gd name="T51" fmla="*/ 8 h 10"/>
                <a:gd name="T52" fmla="*/ 8 w 16"/>
                <a:gd name="T53" fmla="*/ 8 h 10"/>
                <a:gd name="T54" fmla="*/ 8 w 16"/>
                <a:gd name="T55" fmla="*/ 8 h 10"/>
                <a:gd name="T56" fmla="*/ 8 w 16"/>
                <a:gd name="T57" fmla="*/ 8 h 10"/>
                <a:gd name="T58" fmla="*/ 8 w 16"/>
                <a:gd name="T59" fmla="*/ 8 h 10"/>
                <a:gd name="T60" fmla="*/ 8 w 16"/>
                <a:gd name="T61" fmla="*/ 8 h 10"/>
                <a:gd name="T62" fmla="*/ 8 w 16"/>
                <a:gd name="T63" fmla="*/ 8 h 10"/>
                <a:gd name="T64" fmla="*/ 10 w 16"/>
                <a:gd name="T65" fmla="*/ 8 h 10"/>
                <a:gd name="T66" fmla="*/ 10 w 16"/>
                <a:gd name="T67" fmla="*/ 8 h 10"/>
                <a:gd name="T68" fmla="*/ 10 w 16"/>
                <a:gd name="T69" fmla="*/ 8 h 10"/>
                <a:gd name="T70" fmla="*/ 10 w 16"/>
                <a:gd name="T71" fmla="*/ 8 h 10"/>
                <a:gd name="T72" fmla="*/ 10 w 16"/>
                <a:gd name="T73" fmla="*/ 8 h 10"/>
                <a:gd name="T74" fmla="*/ 13 w 16"/>
                <a:gd name="T75" fmla="*/ 8 h 10"/>
                <a:gd name="T76" fmla="*/ 13 w 16"/>
                <a:gd name="T77" fmla="*/ 8 h 10"/>
                <a:gd name="T78" fmla="*/ 13 w 16"/>
                <a:gd name="T79" fmla="*/ 8 h 10"/>
                <a:gd name="T80" fmla="*/ 13 w 16"/>
                <a:gd name="T81" fmla="*/ 8 h 10"/>
                <a:gd name="T82" fmla="*/ 13 w 16"/>
                <a:gd name="T83" fmla="*/ 5 h 10"/>
                <a:gd name="T84" fmla="*/ 13 w 16"/>
                <a:gd name="T85" fmla="*/ 5 h 10"/>
                <a:gd name="T86" fmla="*/ 13 w 16"/>
                <a:gd name="T87" fmla="*/ 5 h 10"/>
                <a:gd name="T88" fmla="*/ 13 w 16"/>
                <a:gd name="T89" fmla="*/ 5 h 10"/>
                <a:gd name="T90" fmla="*/ 13 w 16"/>
                <a:gd name="T91" fmla="*/ 5 h 10"/>
                <a:gd name="T92" fmla="*/ 13 w 16"/>
                <a:gd name="T93" fmla="*/ 5 h 10"/>
                <a:gd name="T94" fmla="*/ 13 w 16"/>
                <a:gd name="T95" fmla="*/ 5 h 10"/>
                <a:gd name="T96" fmla="*/ 16 w 16"/>
                <a:gd name="T97" fmla="*/ 5 h 10"/>
                <a:gd name="T98" fmla="*/ 16 w 16"/>
                <a:gd name="T99" fmla="*/ 5 h 10"/>
                <a:gd name="T100" fmla="*/ 16 w 16"/>
                <a:gd name="T101" fmla="*/ 5 h 10"/>
                <a:gd name="T102" fmla="*/ 16 w 16"/>
                <a:gd name="T103" fmla="*/ 5 h 10"/>
                <a:gd name="T104" fmla="*/ 16 w 16"/>
                <a:gd name="T105" fmla="*/ 5 h 10"/>
                <a:gd name="T106" fmla="*/ 16 w 16"/>
                <a:gd name="T107" fmla="*/ 5 h 10"/>
                <a:gd name="T108" fmla="*/ 16 w 16"/>
                <a:gd name="T109" fmla="*/ 5 h 10"/>
                <a:gd name="T110" fmla="*/ 16 w 16"/>
                <a:gd name="T111" fmla="*/ 5 h 10"/>
                <a:gd name="T112" fmla="*/ 16 w 16"/>
                <a:gd name="T113" fmla="*/ 5 h 10"/>
                <a:gd name="T114" fmla="*/ 16 w 16"/>
                <a:gd name="T115" fmla="*/ 0 h 10"/>
                <a:gd name="T116" fmla="*/ 0 w 16"/>
                <a:gd name="T117" fmla="*/ 0 h 10"/>
                <a:gd name="T118" fmla="*/ 0 w 16"/>
                <a:gd name="T119" fmla="*/ 10 h 10"/>
                <a:gd name="T120" fmla="*/ 0 w 16"/>
                <a:gd name="T121"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 h="10">
                  <a:moveTo>
                    <a:pt x="0" y="10"/>
                  </a:moveTo>
                  <a:lnTo>
                    <a:pt x="0" y="10"/>
                  </a:lnTo>
                  <a:lnTo>
                    <a:pt x="0" y="10"/>
                  </a:lnTo>
                  <a:lnTo>
                    <a:pt x="0" y="10"/>
                  </a:lnTo>
                  <a:lnTo>
                    <a:pt x="0" y="10"/>
                  </a:lnTo>
                  <a:lnTo>
                    <a:pt x="3" y="10"/>
                  </a:lnTo>
                  <a:lnTo>
                    <a:pt x="3" y="10"/>
                  </a:lnTo>
                  <a:lnTo>
                    <a:pt x="3" y="10"/>
                  </a:lnTo>
                  <a:lnTo>
                    <a:pt x="3" y="10"/>
                  </a:lnTo>
                  <a:lnTo>
                    <a:pt x="3" y="10"/>
                  </a:lnTo>
                  <a:lnTo>
                    <a:pt x="3" y="10"/>
                  </a:lnTo>
                  <a:lnTo>
                    <a:pt x="3" y="10"/>
                  </a:lnTo>
                  <a:lnTo>
                    <a:pt x="5" y="10"/>
                  </a:lnTo>
                  <a:lnTo>
                    <a:pt x="5" y="10"/>
                  </a:lnTo>
                  <a:lnTo>
                    <a:pt x="5" y="10"/>
                  </a:lnTo>
                  <a:lnTo>
                    <a:pt x="5" y="10"/>
                  </a:lnTo>
                  <a:lnTo>
                    <a:pt x="5" y="8"/>
                  </a:lnTo>
                  <a:lnTo>
                    <a:pt x="5" y="8"/>
                  </a:lnTo>
                  <a:lnTo>
                    <a:pt x="5" y="8"/>
                  </a:lnTo>
                  <a:lnTo>
                    <a:pt x="5" y="8"/>
                  </a:lnTo>
                  <a:lnTo>
                    <a:pt x="5" y="8"/>
                  </a:lnTo>
                  <a:lnTo>
                    <a:pt x="5" y="8"/>
                  </a:lnTo>
                  <a:lnTo>
                    <a:pt x="8" y="8"/>
                  </a:lnTo>
                  <a:lnTo>
                    <a:pt x="8" y="8"/>
                  </a:lnTo>
                  <a:lnTo>
                    <a:pt x="8" y="8"/>
                  </a:lnTo>
                  <a:lnTo>
                    <a:pt x="8" y="8"/>
                  </a:lnTo>
                  <a:lnTo>
                    <a:pt x="8" y="8"/>
                  </a:lnTo>
                  <a:lnTo>
                    <a:pt x="8" y="8"/>
                  </a:lnTo>
                  <a:lnTo>
                    <a:pt x="8" y="8"/>
                  </a:lnTo>
                  <a:lnTo>
                    <a:pt x="8" y="8"/>
                  </a:lnTo>
                  <a:lnTo>
                    <a:pt x="8" y="8"/>
                  </a:lnTo>
                  <a:lnTo>
                    <a:pt x="8" y="8"/>
                  </a:lnTo>
                  <a:lnTo>
                    <a:pt x="10" y="8"/>
                  </a:lnTo>
                  <a:lnTo>
                    <a:pt x="10" y="8"/>
                  </a:lnTo>
                  <a:lnTo>
                    <a:pt x="10" y="8"/>
                  </a:lnTo>
                  <a:lnTo>
                    <a:pt x="10" y="8"/>
                  </a:lnTo>
                  <a:lnTo>
                    <a:pt x="10" y="8"/>
                  </a:lnTo>
                  <a:lnTo>
                    <a:pt x="13" y="8"/>
                  </a:lnTo>
                  <a:lnTo>
                    <a:pt x="13" y="8"/>
                  </a:lnTo>
                  <a:lnTo>
                    <a:pt x="13" y="8"/>
                  </a:lnTo>
                  <a:lnTo>
                    <a:pt x="13" y="8"/>
                  </a:lnTo>
                  <a:lnTo>
                    <a:pt x="13" y="5"/>
                  </a:lnTo>
                  <a:lnTo>
                    <a:pt x="13" y="5"/>
                  </a:lnTo>
                  <a:lnTo>
                    <a:pt x="13" y="5"/>
                  </a:lnTo>
                  <a:lnTo>
                    <a:pt x="13" y="5"/>
                  </a:lnTo>
                  <a:lnTo>
                    <a:pt x="13" y="5"/>
                  </a:lnTo>
                  <a:lnTo>
                    <a:pt x="13" y="5"/>
                  </a:lnTo>
                  <a:lnTo>
                    <a:pt x="13" y="5"/>
                  </a:lnTo>
                  <a:lnTo>
                    <a:pt x="16" y="5"/>
                  </a:lnTo>
                  <a:lnTo>
                    <a:pt x="16" y="5"/>
                  </a:lnTo>
                  <a:lnTo>
                    <a:pt x="16" y="5"/>
                  </a:lnTo>
                  <a:lnTo>
                    <a:pt x="16" y="5"/>
                  </a:lnTo>
                  <a:lnTo>
                    <a:pt x="16" y="5"/>
                  </a:lnTo>
                  <a:lnTo>
                    <a:pt x="16" y="5"/>
                  </a:lnTo>
                  <a:lnTo>
                    <a:pt x="16" y="5"/>
                  </a:lnTo>
                  <a:lnTo>
                    <a:pt x="16" y="5"/>
                  </a:lnTo>
                  <a:lnTo>
                    <a:pt x="16" y="5"/>
                  </a:lnTo>
                  <a:lnTo>
                    <a:pt x="16" y="0"/>
                  </a:lnTo>
                  <a:lnTo>
                    <a:pt x="0" y="0"/>
                  </a:lnTo>
                  <a:lnTo>
                    <a:pt x="0" y="10"/>
                  </a:lnTo>
                  <a:lnTo>
                    <a:pt x="0" y="10"/>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 name="Rectangle 23"/>
            <p:cNvSpPr>
              <a:spLocks noChangeArrowheads="1"/>
            </p:cNvSpPr>
            <p:nvPr/>
          </p:nvSpPr>
          <p:spPr bwMode="auto">
            <a:xfrm>
              <a:off x="5972176" y="3624263"/>
              <a:ext cx="23813"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1" name="Rectangle 24"/>
            <p:cNvSpPr>
              <a:spLocks noChangeArrowheads="1"/>
            </p:cNvSpPr>
            <p:nvPr/>
          </p:nvSpPr>
          <p:spPr bwMode="auto">
            <a:xfrm>
              <a:off x="5972176" y="3670300"/>
              <a:ext cx="23813"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2" name="Freeform 25"/>
            <p:cNvSpPr/>
            <p:nvPr/>
          </p:nvSpPr>
          <p:spPr bwMode="auto">
            <a:xfrm>
              <a:off x="5972176" y="3713163"/>
              <a:ext cx="23813" cy="23813"/>
            </a:xfrm>
            <a:custGeom>
              <a:avLst/>
              <a:gdLst>
                <a:gd name="T0" fmla="*/ 0 w 6"/>
                <a:gd name="T1" fmla="*/ 5 h 6"/>
                <a:gd name="T2" fmla="*/ 0 w 6"/>
                <a:gd name="T3" fmla="*/ 5 h 6"/>
                <a:gd name="T4" fmla="*/ 0 w 6"/>
                <a:gd name="T5" fmla="*/ 5 h 6"/>
                <a:gd name="T6" fmla="*/ 0 w 6"/>
                <a:gd name="T7" fmla="*/ 5 h 6"/>
                <a:gd name="T8" fmla="*/ 1 w 6"/>
                <a:gd name="T9" fmla="*/ 5 h 6"/>
                <a:gd name="T10" fmla="*/ 1 w 6"/>
                <a:gd name="T11" fmla="*/ 5 h 6"/>
                <a:gd name="T12" fmla="*/ 1 w 6"/>
                <a:gd name="T13" fmla="*/ 5 h 6"/>
                <a:gd name="T14" fmla="*/ 1 w 6"/>
                <a:gd name="T15" fmla="*/ 5 h 6"/>
                <a:gd name="T16" fmla="*/ 1 w 6"/>
                <a:gd name="T17" fmla="*/ 5 h 6"/>
                <a:gd name="T18" fmla="*/ 1 w 6"/>
                <a:gd name="T19" fmla="*/ 5 h 6"/>
                <a:gd name="T20" fmla="*/ 2 w 6"/>
                <a:gd name="T21" fmla="*/ 5 h 6"/>
                <a:gd name="T22" fmla="*/ 2 w 6"/>
                <a:gd name="T23" fmla="*/ 5 h 6"/>
                <a:gd name="T24" fmla="*/ 2 w 6"/>
                <a:gd name="T25" fmla="*/ 5 h 6"/>
                <a:gd name="T26" fmla="*/ 2 w 6"/>
                <a:gd name="T27" fmla="*/ 5 h 6"/>
                <a:gd name="T28" fmla="*/ 2 w 6"/>
                <a:gd name="T29" fmla="*/ 5 h 6"/>
                <a:gd name="T30" fmla="*/ 2 w 6"/>
                <a:gd name="T31" fmla="*/ 5 h 6"/>
                <a:gd name="T32" fmla="*/ 2 w 6"/>
                <a:gd name="T33" fmla="*/ 5 h 6"/>
                <a:gd name="T34" fmla="*/ 2 w 6"/>
                <a:gd name="T35" fmla="*/ 5 h 6"/>
                <a:gd name="T36" fmla="*/ 2 w 6"/>
                <a:gd name="T37" fmla="*/ 5 h 6"/>
                <a:gd name="T38" fmla="*/ 3 w 6"/>
                <a:gd name="T39" fmla="*/ 5 h 6"/>
                <a:gd name="T40" fmla="*/ 3 w 6"/>
                <a:gd name="T41" fmla="*/ 5 h 6"/>
                <a:gd name="T42" fmla="*/ 3 w 6"/>
                <a:gd name="T43" fmla="*/ 5 h 6"/>
                <a:gd name="T44" fmla="*/ 3 w 6"/>
                <a:gd name="T45" fmla="*/ 5 h 6"/>
                <a:gd name="T46" fmla="*/ 3 w 6"/>
                <a:gd name="T47" fmla="*/ 5 h 6"/>
                <a:gd name="T48" fmla="*/ 3 w 6"/>
                <a:gd name="T49" fmla="*/ 5 h 6"/>
                <a:gd name="T50" fmla="*/ 3 w 6"/>
                <a:gd name="T51" fmla="*/ 5 h 6"/>
                <a:gd name="T52" fmla="*/ 4 w 6"/>
                <a:gd name="T53" fmla="*/ 5 h 6"/>
                <a:gd name="T54" fmla="*/ 4 w 6"/>
                <a:gd name="T55" fmla="*/ 5 h 6"/>
                <a:gd name="T56" fmla="*/ 4 w 6"/>
                <a:gd name="T57" fmla="*/ 5 h 6"/>
                <a:gd name="T58" fmla="*/ 4 w 6"/>
                <a:gd name="T59" fmla="*/ 5 h 6"/>
                <a:gd name="T60" fmla="*/ 4 w 6"/>
                <a:gd name="T61" fmla="*/ 5 h 6"/>
                <a:gd name="T62" fmla="*/ 4 w 6"/>
                <a:gd name="T63" fmla="*/ 5 h 6"/>
                <a:gd name="T64" fmla="*/ 4 w 6"/>
                <a:gd name="T65" fmla="*/ 5 h 6"/>
                <a:gd name="T66" fmla="*/ 4 w 6"/>
                <a:gd name="T67" fmla="*/ 5 h 6"/>
                <a:gd name="T68" fmla="*/ 5 w 6"/>
                <a:gd name="T69" fmla="*/ 5 h 6"/>
                <a:gd name="T70" fmla="*/ 5 w 6"/>
                <a:gd name="T71" fmla="*/ 5 h 6"/>
                <a:gd name="T72" fmla="*/ 6 w 6"/>
                <a:gd name="T73" fmla="*/ 5 h 6"/>
                <a:gd name="T74" fmla="*/ 6 w 6"/>
                <a:gd name="T75" fmla="*/ 0 h 6"/>
                <a:gd name="T76" fmla="*/ 0 w 6"/>
                <a:gd name="T77" fmla="*/ 0 h 6"/>
                <a:gd name="T78" fmla="*/ 0 w 6"/>
                <a:gd name="T79" fmla="*/ 6 h 6"/>
                <a:gd name="T80" fmla="*/ 0 w 6"/>
                <a:gd name="T81"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 h="6">
                  <a:moveTo>
                    <a:pt x="0" y="5"/>
                  </a:moveTo>
                  <a:cubicBezTo>
                    <a:pt x="0" y="5"/>
                    <a:pt x="0" y="5"/>
                    <a:pt x="0" y="5"/>
                  </a:cubicBezTo>
                  <a:cubicBezTo>
                    <a:pt x="0" y="5"/>
                    <a:pt x="0" y="5"/>
                    <a:pt x="0" y="5"/>
                  </a:cubicBezTo>
                  <a:cubicBezTo>
                    <a:pt x="0" y="5"/>
                    <a:pt x="0" y="5"/>
                    <a:pt x="0"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5" y="5"/>
                    <a:pt x="5" y="5"/>
                  </a:cubicBezTo>
                  <a:cubicBezTo>
                    <a:pt x="5" y="5"/>
                    <a:pt x="5" y="5"/>
                    <a:pt x="5" y="5"/>
                  </a:cubicBezTo>
                  <a:cubicBezTo>
                    <a:pt x="5" y="5"/>
                    <a:pt x="5" y="5"/>
                    <a:pt x="6" y="5"/>
                  </a:cubicBezTo>
                  <a:cubicBezTo>
                    <a:pt x="6" y="0"/>
                    <a:pt x="6" y="0"/>
                    <a:pt x="6" y="0"/>
                  </a:cubicBezTo>
                  <a:cubicBezTo>
                    <a:pt x="0" y="0"/>
                    <a:pt x="0" y="0"/>
                    <a:pt x="0" y="0"/>
                  </a:cubicBezTo>
                  <a:cubicBezTo>
                    <a:pt x="0" y="6"/>
                    <a:pt x="0" y="6"/>
                    <a:pt x="0" y="6"/>
                  </a:cubicBezTo>
                  <a:lnTo>
                    <a:pt x="0" y="5"/>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 name="Rectangle 26"/>
            <p:cNvSpPr>
              <a:spLocks noChangeArrowheads="1"/>
            </p:cNvSpPr>
            <p:nvPr/>
          </p:nvSpPr>
          <p:spPr bwMode="auto">
            <a:xfrm>
              <a:off x="5926138" y="3624263"/>
              <a:ext cx="25400"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4" name="Rectangle 27"/>
            <p:cNvSpPr>
              <a:spLocks noChangeArrowheads="1"/>
            </p:cNvSpPr>
            <p:nvPr/>
          </p:nvSpPr>
          <p:spPr bwMode="auto">
            <a:xfrm>
              <a:off x="5926138" y="3670300"/>
              <a:ext cx="25400"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5" name="Freeform 28"/>
            <p:cNvSpPr/>
            <p:nvPr/>
          </p:nvSpPr>
          <p:spPr bwMode="auto">
            <a:xfrm>
              <a:off x="5926138" y="3713163"/>
              <a:ext cx="25400" cy="23813"/>
            </a:xfrm>
            <a:custGeom>
              <a:avLst/>
              <a:gdLst>
                <a:gd name="T0" fmla="*/ 0 w 6"/>
                <a:gd name="T1" fmla="*/ 5 h 6"/>
                <a:gd name="T2" fmla="*/ 0 w 6"/>
                <a:gd name="T3" fmla="*/ 5 h 6"/>
                <a:gd name="T4" fmla="*/ 0 w 6"/>
                <a:gd name="T5" fmla="*/ 5 h 6"/>
                <a:gd name="T6" fmla="*/ 0 w 6"/>
                <a:gd name="T7" fmla="*/ 5 h 6"/>
                <a:gd name="T8" fmla="*/ 0 w 6"/>
                <a:gd name="T9" fmla="*/ 5 h 6"/>
                <a:gd name="T10" fmla="*/ 1 w 6"/>
                <a:gd name="T11" fmla="*/ 5 h 6"/>
                <a:gd name="T12" fmla="*/ 1 w 6"/>
                <a:gd name="T13" fmla="*/ 5 h 6"/>
                <a:gd name="T14" fmla="*/ 1 w 6"/>
                <a:gd name="T15" fmla="*/ 5 h 6"/>
                <a:gd name="T16" fmla="*/ 1 w 6"/>
                <a:gd name="T17" fmla="*/ 5 h 6"/>
                <a:gd name="T18" fmla="*/ 1 w 6"/>
                <a:gd name="T19" fmla="*/ 5 h 6"/>
                <a:gd name="T20" fmla="*/ 1 w 6"/>
                <a:gd name="T21" fmla="*/ 5 h 6"/>
                <a:gd name="T22" fmla="*/ 1 w 6"/>
                <a:gd name="T23" fmla="*/ 5 h 6"/>
                <a:gd name="T24" fmla="*/ 1 w 6"/>
                <a:gd name="T25" fmla="*/ 5 h 6"/>
                <a:gd name="T26" fmla="*/ 1 w 6"/>
                <a:gd name="T27" fmla="*/ 5 h 6"/>
                <a:gd name="T28" fmla="*/ 2 w 6"/>
                <a:gd name="T29" fmla="*/ 5 h 6"/>
                <a:gd name="T30" fmla="*/ 2 w 6"/>
                <a:gd name="T31" fmla="*/ 5 h 6"/>
                <a:gd name="T32" fmla="*/ 2 w 6"/>
                <a:gd name="T33" fmla="*/ 5 h 6"/>
                <a:gd name="T34" fmla="*/ 2 w 6"/>
                <a:gd name="T35" fmla="*/ 5 h 6"/>
                <a:gd name="T36" fmla="*/ 2 w 6"/>
                <a:gd name="T37" fmla="*/ 5 h 6"/>
                <a:gd name="T38" fmla="*/ 2 w 6"/>
                <a:gd name="T39" fmla="*/ 5 h 6"/>
                <a:gd name="T40" fmla="*/ 3 w 6"/>
                <a:gd name="T41" fmla="*/ 5 h 6"/>
                <a:gd name="T42" fmla="*/ 3 w 6"/>
                <a:gd name="T43" fmla="*/ 5 h 6"/>
                <a:gd name="T44" fmla="*/ 3 w 6"/>
                <a:gd name="T45" fmla="*/ 5 h 6"/>
                <a:gd name="T46" fmla="*/ 3 w 6"/>
                <a:gd name="T47" fmla="*/ 5 h 6"/>
                <a:gd name="T48" fmla="*/ 3 w 6"/>
                <a:gd name="T49" fmla="*/ 5 h 6"/>
                <a:gd name="T50" fmla="*/ 3 w 6"/>
                <a:gd name="T51" fmla="*/ 5 h 6"/>
                <a:gd name="T52" fmla="*/ 3 w 6"/>
                <a:gd name="T53" fmla="*/ 5 h 6"/>
                <a:gd name="T54" fmla="*/ 3 w 6"/>
                <a:gd name="T55" fmla="*/ 5 h 6"/>
                <a:gd name="T56" fmla="*/ 3 w 6"/>
                <a:gd name="T57" fmla="*/ 5 h 6"/>
                <a:gd name="T58" fmla="*/ 3 w 6"/>
                <a:gd name="T59" fmla="*/ 5 h 6"/>
                <a:gd name="T60" fmla="*/ 3 w 6"/>
                <a:gd name="T61" fmla="*/ 5 h 6"/>
                <a:gd name="T62" fmla="*/ 4 w 6"/>
                <a:gd name="T63" fmla="*/ 5 h 6"/>
                <a:gd name="T64" fmla="*/ 4 w 6"/>
                <a:gd name="T65" fmla="*/ 5 h 6"/>
                <a:gd name="T66" fmla="*/ 4 w 6"/>
                <a:gd name="T67" fmla="*/ 5 h 6"/>
                <a:gd name="T68" fmla="*/ 6 w 6"/>
                <a:gd name="T69" fmla="*/ 6 h 6"/>
                <a:gd name="T70" fmla="*/ 6 w 6"/>
                <a:gd name="T71" fmla="*/ 0 h 6"/>
                <a:gd name="T72" fmla="*/ 0 w 6"/>
                <a:gd name="T73" fmla="*/ 0 h 6"/>
                <a:gd name="T74" fmla="*/ 0 w 6"/>
                <a:gd name="T75" fmla="*/ 5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 h="6">
                  <a:moveTo>
                    <a:pt x="0" y="5"/>
                  </a:moveTo>
                  <a:cubicBezTo>
                    <a:pt x="0" y="5"/>
                    <a:pt x="0" y="5"/>
                    <a:pt x="0" y="5"/>
                  </a:cubicBezTo>
                  <a:cubicBezTo>
                    <a:pt x="0" y="5"/>
                    <a:pt x="0" y="5"/>
                    <a:pt x="0" y="5"/>
                  </a:cubicBezTo>
                  <a:cubicBezTo>
                    <a:pt x="0" y="5"/>
                    <a:pt x="0" y="5"/>
                    <a:pt x="0" y="5"/>
                  </a:cubicBezTo>
                  <a:cubicBezTo>
                    <a:pt x="0" y="5"/>
                    <a:pt x="0" y="5"/>
                    <a:pt x="0"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4" y="5"/>
                    <a:pt x="4" y="5"/>
                    <a:pt x="4" y="5"/>
                  </a:cubicBezTo>
                  <a:cubicBezTo>
                    <a:pt x="4" y="5"/>
                    <a:pt x="4" y="5"/>
                    <a:pt x="4" y="5"/>
                  </a:cubicBezTo>
                  <a:cubicBezTo>
                    <a:pt x="4" y="5"/>
                    <a:pt x="4" y="5"/>
                    <a:pt x="4" y="5"/>
                  </a:cubicBezTo>
                  <a:cubicBezTo>
                    <a:pt x="5" y="5"/>
                    <a:pt x="6" y="5"/>
                    <a:pt x="6" y="6"/>
                  </a:cubicBezTo>
                  <a:cubicBezTo>
                    <a:pt x="6" y="0"/>
                    <a:pt x="6" y="0"/>
                    <a:pt x="6" y="0"/>
                  </a:cubicBezTo>
                  <a:cubicBezTo>
                    <a:pt x="0" y="0"/>
                    <a:pt x="0" y="0"/>
                    <a:pt x="0" y="0"/>
                  </a:cubicBezTo>
                  <a:lnTo>
                    <a:pt x="0" y="5"/>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 name="Rectangle 29"/>
            <p:cNvSpPr>
              <a:spLocks noChangeArrowheads="1"/>
            </p:cNvSpPr>
            <p:nvPr/>
          </p:nvSpPr>
          <p:spPr bwMode="auto">
            <a:xfrm>
              <a:off x="5883276" y="3624263"/>
              <a:ext cx="25400"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7" name="Rectangle 30"/>
            <p:cNvSpPr>
              <a:spLocks noChangeArrowheads="1"/>
            </p:cNvSpPr>
            <p:nvPr/>
          </p:nvSpPr>
          <p:spPr bwMode="auto">
            <a:xfrm>
              <a:off x="5883276" y="3670300"/>
              <a:ext cx="25400" cy="25400"/>
            </a:xfrm>
            <a:prstGeom prst="rect">
              <a:avLst/>
            </a:prstGeom>
            <a:solidFill>
              <a:srgbClr val="F0817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en-US" sz="2400"/>
            </a:p>
          </p:txBody>
        </p:sp>
        <p:sp>
          <p:nvSpPr>
            <p:cNvPr id="28" name="Freeform 31"/>
            <p:cNvSpPr/>
            <p:nvPr/>
          </p:nvSpPr>
          <p:spPr bwMode="auto">
            <a:xfrm>
              <a:off x="5883276" y="3713163"/>
              <a:ext cx="25400" cy="15875"/>
            </a:xfrm>
            <a:custGeom>
              <a:avLst/>
              <a:gdLst>
                <a:gd name="T0" fmla="*/ 0 w 16"/>
                <a:gd name="T1" fmla="*/ 5 h 10"/>
                <a:gd name="T2" fmla="*/ 0 w 16"/>
                <a:gd name="T3" fmla="*/ 5 h 10"/>
                <a:gd name="T4" fmla="*/ 0 w 16"/>
                <a:gd name="T5" fmla="*/ 5 h 10"/>
                <a:gd name="T6" fmla="*/ 3 w 16"/>
                <a:gd name="T7" fmla="*/ 5 h 10"/>
                <a:gd name="T8" fmla="*/ 3 w 16"/>
                <a:gd name="T9" fmla="*/ 5 h 10"/>
                <a:gd name="T10" fmla="*/ 3 w 16"/>
                <a:gd name="T11" fmla="*/ 5 h 10"/>
                <a:gd name="T12" fmla="*/ 3 w 16"/>
                <a:gd name="T13" fmla="*/ 5 h 10"/>
                <a:gd name="T14" fmla="*/ 3 w 16"/>
                <a:gd name="T15" fmla="*/ 8 h 10"/>
                <a:gd name="T16" fmla="*/ 6 w 16"/>
                <a:gd name="T17" fmla="*/ 8 h 10"/>
                <a:gd name="T18" fmla="*/ 6 w 16"/>
                <a:gd name="T19" fmla="*/ 8 h 10"/>
                <a:gd name="T20" fmla="*/ 6 w 16"/>
                <a:gd name="T21" fmla="*/ 8 h 10"/>
                <a:gd name="T22" fmla="*/ 6 w 16"/>
                <a:gd name="T23" fmla="*/ 8 h 10"/>
                <a:gd name="T24" fmla="*/ 6 w 16"/>
                <a:gd name="T25" fmla="*/ 8 h 10"/>
                <a:gd name="T26" fmla="*/ 8 w 16"/>
                <a:gd name="T27" fmla="*/ 8 h 10"/>
                <a:gd name="T28" fmla="*/ 8 w 16"/>
                <a:gd name="T29" fmla="*/ 8 h 10"/>
                <a:gd name="T30" fmla="*/ 8 w 16"/>
                <a:gd name="T31" fmla="*/ 8 h 10"/>
                <a:gd name="T32" fmla="*/ 8 w 16"/>
                <a:gd name="T33" fmla="*/ 8 h 10"/>
                <a:gd name="T34" fmla="*/ 8 w 16"/>
                <a:gd name="T35" fmla="*/ 8 h 10"/>
                <a:gd name="T36" fmla="*/ 11 w 16"/>
                <a:gd name="T37" fmla="*/ 8 h 10"/>
                <a:gd name="T38" fmla="*/ 11 w 16"/>
                <a:gd name="T39" fmla="*/ 8 h 10"/>
                <a:gd name="T40" fmla="*/ 11 w 16"/>
                <a:gd name="T41" fmla="*/ 8 h 10"/>
                <a:gd name="T42" fmla="*/ 11 w 16"/>
                <a:gd name="T43" fmla="*/ 8 h 10"/>
                <a:gd name="T44" fmla="*/ 11 w 16"/>
                <a:gd name="T45" fmla="*/ 8 h 10"/>
                <a:gd name="T46" fmla="*/ 14 w 16"/>
                <a:gd name="T47" fmla="*/ 10 h 10"/>
                <a:gd name="T48" fmla="*/ 14 w 16"/>
                <a:gd name="T49" fmla="*/ 10 h 10"/>
                <a:gd name="T50" fmla="*/ 14 w 16"/>
                <a:gd name="T51" fmla="*/ 10 h 10"/>
                <a:gd name="T52" fmla="*/ 14 w 16"/>
                <a:gd name="T53" fmla="*/ 10 h 10"/>
                <a:gd name="T54" fmla="*/ 14 w 16"/>
                <a:gd name="T55" fmla="*/ 10 h 10"/>
                <a:gd name="T56" fmla="*/ 14 w 16"/>
                <a:gd name="T57" fmla="*/ 10 h 10"/>
                <a:gd name="T58" fmla="*/ 16 w 16"/>
                <a:gd name="T59" fmla="*/ 10 h 10"/>
                <a:gd name="T60" fmla="*/ 16 w 16"/>
                <a:gd name="T61" fmla="*/ 10 h 10"/>
                <a:gd name="T62" fmla="*/ 16 w 16"/>
                <a:gd name="T63" fmla="*/ 0 h 10"/>
                <a:gd name="T64" fmla="*/ 0 w 16"/>
                <a:gd name="T65"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 h="10">
                  <a:moveTo>
                    <a:pt x="0" y="5"/>
                  </a:moveTo>
                  <a:lnTo>
                    <a:pt x="0" y="5"/>
                  </a:lnTo>
                  <a:lnTo>
                    <a:pt x="0" y="5"/>
                  </a:lnTo>
                  <a:lnTo>
                    <a:pt x="0" y="5"/>
                  </a:lnTo>
                  <a:lnTo>
                    <a:pt x="0" y="5"/>
                  </a:lnTo>
                  <a:lnTo>
                    <a:pt x="0" y="5"/>
                  </a:lnTo>
                  <a:lnTo>
                    <a:pt x="3" y="5"/>
                  </a:lnTo>
                  <a:lnTo>
                    <a:pt x="3" y="5"/>
                  </a:lnTo>
                  <a:lnTo>
                    <a:pt x="3" y="5"/>
                  </a:lnTo>
                  <a:lnTo>
                    <a:pt x="3" y="5"/>
                  </a:lnTo>
                  <a:lnTo>
                    <a:pt x="3" y="5"/>
                  </a:lnTo>
                  <a:lnTo>
                    <a:pt x="3" y="5"/>
                  </a:lnTo>
                  <a:lnTo>
                    <a:pt x="3" y="5"/>
                  </a:lnTo>
                  <a:lnTo>
                    <a:pt x="3" y="5"/>
                  </a:lnTo>
                  <a:lnTo>
                    <a:pt x="3" y="8"/>
                  </a:lnTo>
                  <a:lnTo>
                    <a:pt x="3" y="8"/>
                  </a:lnTo>
                  <a:lnTo>
                    <a:pt x="3" y="8"/>
                  </a:lnTo>
                  <a:lnTo>
                    <a:pt x="6" y="8"/>
                  </a:lnTo>
                  <a:lnTo>
                    <a:pt x="6" y="8"/>
                  </a:lnTo>
                  <a:lnTo>
                    <a:pt x="6" y="8"/>
                  </a:lnTo>
                  <a:lnTo>
                    <a:pt x="6" y="8"/>
                  </a:lnTo>
                  <a:lnTo>
                    <a:pt x="6" y="8"/>
                  </a:lnTo>
                  <a:lnTo>
                    <a:pt x="6" y="8"/>
                  </a:lnTo>
                  <a:lnTo>
                    <a:pt x="6" y="8"/>
                  </a:lnTo>
                  <a:lnTo>
                    <a:pt x="6" y="8"/>
                  </a:lnTo>
                  <a:lnTo>
                    <a:pt x="6" y="8"/>
                  </a:lnTo>
                  <a:lnTo>
                    <a:pt x="8" y="8"/>
                  </a:lnTo>
                  <a:lnTo>
                    <a:pt x="8" y="8"/>
                  </a:lnTo>
                  <a:lnTo>
                    <a:pt x="8" y="8"/>
                  </a:lnTo>
                  <a:lnTo>
                    <a:pt x="8" y="8"/>
                  </a:lnTo>
                  <a:lnTo>
                    <a:pt x="8" y="8"/>
                  </a:lnTo>
                  <a:lnTo>
                    <a:pt x="8" y="8"/>
                  </a:lnTo>
                  <a:lnTo>
                    <a:pt x="8" y="8"/>
                  </a:lnTo>
                  <a:lnTo>
                    <a:pt x="8" y="8"/>
                  </a:lnTo>
                  <a:lnTo>
                    <a:pt x="8" y="8"/>
                  </a:lnTo>
                  <a:lnTo>
                    <a:pt x="8" y="8"/>
                  </a:lnTo>
                  <a:lnTo>
                    <a:pt x="8" y="8"/>
                  </a:lnTo>
                  <a:lnTo>
                    <a:pt x="11" y="8"/>
                  </a:lnTo>
                  <a:lnTo>
                    <a:pt x="11" y="8"/>
                  </a:lnTo>
                  <a:lnTo>
                    <a:pt x="11" y="8"/>
                  </a:lnTo>
                  <a:lnTo>
                    <a:pt x="11" y="8"/>
                  </a:lnTo>
                  <a:lnTo>
                    <a:pt x="11" y="8"/>
                  </a:lnTo>
                  <a:lnTo>
                    <a:pt x="11" y="8"/>
                  </a:lnTo>
                  <a:lnTo>
                    <a:pt x="11" y="8"/>
                  </a:lnTo>
                  <a:lnTo>
                    <a:pt x="11" y="8"/>
                  </a:lnTo>
                  <a:lnTo>
                    <a:pt x="11" y="8"/>
                  </a:lnTo>
                  <a:lnTo>
                    <a:pt x="11" y="10"/>
                  </a:lnTo>
                  <a:lnTo>
                    <a:pt x="14" y="10"/>
                  </a:lnTo>
                  <a:lnTo>
                    <a:pt x="14" y="10"/>
                  </a:lnTo>
                  <a:lnTo>
                    <a:pt x="14" y="10"/>
                  </a:lnTo>
                  <a:lnTo>
                    <a:pt x="14" y="10"/>
                  </a:lnTo>
                  <a:lnTo>
                    <a:pt x="14" y="10"/>
                  </a:lnTo>
                  <a:lnTo>
                    <a:pt x="14" y="10"/>
                  </a:lnTo>
                  <a:lnTo>
                    <a:pt x="14" y="10"/>
                  </a:lnTo>
                  <a:lnTo>
                    <a:pt x="14" y="10"/>
                  </a:lnTo>
                  <a:lnTo>
                    <a:pt x="14" y="10"/>
                  </a:lnTo>
                  <a:lnTo>
                    <a:pt x="14" y="10"/>
                  </a:lnTo>
                  <a:lnTo>
                    <a:pt x="14" y="10"/>
                  </a:lnTo>
                  <a:lnTo>
                    <a:pt x="16" y="10"/>
                  </a:lnTo>
                  <a:lnTo>
                    <a:pt x="16" y="10"/>
                  </a:lnTo>
                  <a:lnTo>
                    <a:pt x="16" y="10"/>
                  </a:lnTo>
                  <a:lnTo>
                    <a:pt x="16" y="10"/>
                  </a:lnTo>
                  <a:lnTo>
                    <a:pt x="16" y="10"/>
                  </a:lnTo>
                  <a:lnTo>
                    <a:pt x="16" y="0"/>
                  </a:lnTo>
                  <a:lnTo>
                    <a:pt x="0" y="0"/>
                  </a:lnTo>
                  <a:lnTo>
                    <a:pt x="0" y="5"/>
                  </a:lnTo>
                  <a:lnTo>
                    <a:pt x="0" y="5"/>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 name="Freeform 32"/>
            <p:cNvSpPr/>
            <p:nvPr/>
          </p:nvSpPr>
          <p:spPr bwMode="auto">
            <a:xfrm>
              <a:off x="5859463" y="3641725"/>
              <a:ext cx="7938" cy="7938"/>
            </a:xfrm>
            <a:custGeom>
              <a:avLst/>
              <a:gdLst>
                <a:gd name="T0" fmla="*/ 5 w 5"/>
                <a:gd name="T1" fmla="*/ 0 h 5"/>
                <a:gd name="T2" fmla="*/ 5 w 5"/>
                <a:gd name="T3" fmla="*/ 0 h 5"/>
                <a:gd name="T4" fmla="*/ 5 w 5"/>
                <a:gd name="T5" fmla="*/ 0 h 5"/>
                <a:gd name="T6" fmla="*/ 2 w 5"/>
                <a:gd name="T7" fmla="*/ 0 h 5"/>
                <a:gd name="T8" fmla="*/ 2 w 5"/>
                <a:gd name="T9" fmla="*/ 0 h 5"/>
                <a:gd name="T10" fmla="*/ 2 w 5"/>
                <a:gd name="T11" fmla="*/ 0 h 5"/>
                <a:gd name="T12" fmla="*/ 2 w 5"/>
                <a:gd name="T13" fmla="*/ 0 h 5"/>
                <a:gd name="T14" fmla="*/ 2 w 5"/>
                <a:gd name="T15" fmla="*/ 0 h 5"/>
                <a:gd name="T16" fmla="*/ 2 w 5"/>
                <a:gd name="T17" fmla="*/ 0 h 5"/>
                <a:gd name="T18" fmla="*/ 2 w 5"/>
                <a:gd name="T19" fmla="*/ 0 h 5"/>
                <a:gd name="T20" fmla="*/ 2 w 5"/>
                <a:gd name="T21" fmla="*/ 0 h 5"/>
                <a:gd name="T22" fmla="*/ 2 w 5"/>
                <a:gd name="T23" fmla="*/ 3 h 5"/>
                <a:gd name="T24" fmla="*/ 2 w 5"/>
                <a:gd name="T25" fmla="*/ 3 h 5"/>
                <a:gd name="T26" fmla="*/ 2 w 5"/>
                <a:gd name="T27" fmla="*/ 3 h 5"/>
                <a:gd name="T28" fmla="*/ 2 w 5"/>
                <a:gd name="T29" fmla="*/ 3 h 5"/>
                <a:gd name="T30" fmla="*/ 2 w 5"/>
                <a:gd name="T31" fmla="*/ 3 h 5"/>
                <a:gd name="T32" fmla="*/ 2 w 5"/>
                <a:gd name="T33" fmla="*/ 3 h 5"/>
                <a:gd name="T34" fmla="*/ 2 w 5"/>
                <a:gd name="T35" fmla="*/ 3 h 5"/>
                <a:gd name="T36" fmla="*/ 2 w 5"/>
                <a:gd name="T37" fmla="*/ 3 h 5"/>
                <a:gd name="T38" fmla="*/ 2 w 5"/>
                <a:gd name="T39" fmla="*/ 3 h 5"/>
                <a:gd name="T40" fmla="*/ 2 w 5"/>
                <a:gd name="T41" fmla="*/ 3 h 5"/>
                <a:gd name="T42" fmla="*/ 2 w 5"/>
                <a:gd name="T43" fmla="*/ 3 h 5"/>
                <a:gd name="T44" fmla="*/ 2 w 5"/>
                <a:gd name="T45" fmla="*/ 3 h 5"/>
                <a:gd name="T46" fmla="*/ 2 w 5"/>
                <a:gd name="T47" fmla="*/ 3 h 5"/>
                <a:gd name="T48" fmla="*/ 2 w 5"/>
                <a:gd name="T49" fmla="*/ 3 h 5"/>
                <a:gd name="T50" fmla="*/ 2 w 5"/>
                <a:gd name="T51" fmla="*/ 5 h 5"/>
                <a:gd name="T52" fmla="*/ 2 w 5"/>
                <a:gd name="T53" fmla="*/ 5 h 5"/>
                <a:gd name="T54" fmla="*/ 2 w 5"/>
                <a:gd name="T55" fmla="*/ 5 h 5"/>
                <a:gd name="T56" fmla="*/ 2 w 5"/>
                <a:gd name="T57" fmla="*/ 5 h 5"/>
                <a:gd name="T58" fmla="*/ 0 w 5"/>
                <a:gd name="T59" fmla="*/ 5 h 5"/>
                <a:gd name="T60" fmla="*/ 0 w 5"/>
                <a:gd name="T61" fmla="*/ 5 h 5"/>
                <a:gd name="T62" fmla="*/ 0 w 5"/>
                <a:gd name="T63" fmla="*/ 5 h 5"/>
                <a:gd name="T64" fmla="*/ 0 w 5"/>
                <a:gd name="T65" fmla="*/ 5 h 5"/>
                <a:gd name="T66" fmla="*/ 0 w 5"/>
                <a:gd name="T67" fmla="*/ 5 h 5"/>
                <a:gd name="T68" fmla="*/ 0 w 5"/>
                <a:gd name="T69" fmla="*/ 5 h 5"/>
                <a:gd name="T70" fmla="*/ 5 w 5"/>
                <a:gd name="T71" fmla="*/ 5 h 5"/>
                <a:gd name="T72" fmla="*/ 5 w 5"/>
                <a:gd name="T73"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 h="5">
                  <a:moveTo>
                    <a:pt x="5" y="0"/>
                  </a:moveTo>
                  <a:lnTo>
                    <a:pt x="5" y="0"/>
                  </a:lnTo>
                  <a:lnTo>
                    <a:pt x="5" y="0"/>
                  </a:lnTo>
                  <a:lnTo>
                    <a:pt x="2" y="0"/>
                  </a:lnTo>
                  <a:lnTo>
                    <a:pt x="2" y="0"/>
                  </a:lnTo>
                  <a:lnTo>
                    <a:pt x="2" y="0"/>
                  </a:lnTo>
                  <a:lnTo>
                    <a:pt x="2" y="0"/>
                  </a:lnTo>
                  <a:lnTo>
                    <a:pt x="2" y="0"/>
                  </a:lnTo>
                  <a:lnTo>
                    <a:pt x="2" y="0"/>
                  </a:lnTo>
                  <a:lnTo>
                    <a:pt x="2" y="0"/>
                  </a:lnTo>
                  <a:lnTo>
                    <a:pt x="2" y="0"/>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3"/>
                  </a:lnTo>
                  <a:lnTo>
                    <a:pt x="2" y="5"/>
                  </a:lnTo>
                  <a:lnTo>
                    <a:pt x="2" y="5"/>
                  </a:lnTo>
                  <a:lnTo>
                    <a:pt x="2" y="5"/>
                  </a:lnTo>
                  <a:lnTo>
                    <a:pt x="2" y="5"/>
                  </a:lnTo>
                  <a:lnTo>
                    <a:pt x="0" y="5"/>
                  </a:lnTo>
                  <a:lnTo>
                    <a:pt x="0" y="5"/>
                  </a:lnTo>
                  <a:lnTo>
                    <a:pt x="0" y="5"/>
                  </a:lnTo>
                  <a:lnTo>
                    <a:pt x="0" y="5"/>
                  </a:lnTo>
                  <a:lnTo>
                    <a:pt x="0" y="5"/>
                  </a:lnTo>
                  <a:lnTo>
                    <a:pt x="0" y="5"/>
                  </a:lnTo>
                  <a:lnTo>
                    <a:pt x="5" y="5"/>
                  </a:lnTo>
                  <a:lnTo>
                    <a:pt x="5" y="0"/>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 name="Freeform 33"/>
            <p:cNvSpPr/>
            <p:nvPr/>
          </p:nvSpPr>
          <p:spPr bwMode="auto">
            <a:xfrm>
              <a:off x="5842001" y="3670300"/>
              <a:ext cx="25400" cy="25400"/>
            </a:xfrm>
            <a:custGeom>
              <a:avLst/>
              <a:gdLst>
                <a:gd name="T0" fmla="*/ 5 w 16"/>
                <a:gd name="T1" fmla="*/ 0 h 16"/>
                <a:gd name="T2" fmla="*/ 5 w 16"/>
                <a:gd name="T3" fmla="*/ 0 h 16"/>
                <a:gd name="T4" fmla="*/ 5 w 16"/>
                <a:gd name="T5" fmla="*/ 0 h 16"/>
                <a:gd name="T6" fmla="*/ 5 w 16"/>
                <a:gd name="T7" fmla="*/ 0 h 16"/>
                <a:gd name="T8" fmla="*/ 5 w 16"/>
                <a:gd name="T9" fmla="*/ 0 h 16"/>
                <a:gd name="T10" fmla="*/ 5 w 16"/>
                <a:gd name="T11" fmla="*/ 0 h 16"/>
                <a:gd name="T12" fmla="*/ 5 w 16"/>
                <a:gd name="T13" fmla="*/ 3 h 16"/>
                <a:gd name="T14" fmla="*/ 5 w 16"/>
                <a:gd name="T15" fmla="*/ 3 h 16"/>
                <a:gd name="T16" fmla="*/ 5 w 16"/>
                <a:gd name="T17" fmla="*/ 3 h 16"/>
                <a:gd name="T18" fmla="*/ 5 w 16"/>
                <a:gd name="T19" fmla="*/ 3 h 16"/>
                <a:gd name="T20" fmla="*/ 5 w 16"/>
                <a:gd name="T21" fmla="*/ 3 h 16"/>
                <a:gd name="T22" fmla="*/ 5 w 16"/>
                <a:gd name="T23" fmla="*/ 3 h 16"/>
                <a:gd name="T24" fmla="*/ 5 w 16"/>
                <a:gd name="T25" fmla="*/ 3 h 16"/>
                <a:gd name="T26" fmla="*/ 5 w 16"/>
                <a:gd name="T27" fmla="*/ 6 h 16"/>
                <a:gd name="T28" fmla="*/ 5 w 16"/>
                <a:gd name="T29" fmla="*/ 6 h 16"/>
                <a:gd name="T30" fmla="*/ 5 w 16"/>
                <a:gd name="T31" fmla="*/ 6 h 16"/>
                <a:gd name="T32" fmla="*/ 5 w 16"/>
                <a:gd name="T33" fmla="*/ 6 h 16"/>
                <a:gd name="T34" fmla="*/ 5 w 16"/>
                <a:gd name="T35" fmla="*/ 6 h 16"/>
                <a:gd name="T36" fmla="*/ 3 w 16"/>
                <a:gd name="T37" fmla="*/ 6 h 16"/>
                <a:gd name="T38" fmla="*/ 3 w 16"/>
                <a:gd name="T39" fmla="*/ 6 h 16"/>
                <a:gd name="T40" fmla="*/ 3 w 16"/>
                <a:gd name="T41" fmla="*/ 8 h 16"/>
                <a:gd name="T42" fmla="*/ 3 w 16"/>
                <a:gd name="T43" fmla="*/ 8 h 16"/>
                <a:gd name="T44" fmla="*/ 3 w 16"/>
                <a:gd name="T45" fmla="*/ 8 h 16"/>
                <a:gd name="T46" fmla="*/ 3 w 16"/>
                <a:gd name="T47" fmla="*/ 8 h 16"/>
                <a:gd name="T48" fmla="*/ 3 w 16"/>
                <a:gd name="T49" fmla="*/ 8 h 16"/>
                <a:gd name="T50" fmla="*/ 3 w 16"/>
                <a:gd name="T51" fmla="*/ 8 h 16"/>
                <a:gd name="T52" fmla="*/ 3 w 16"/>
                <a:gd name="T53" fmla="*/ 8 h 16"/>
                <a:gd name="T54" fmla="*/ 3 w 16"/>
                <a:gd name="T55" fmla="*/ 11 h 16"/>
                <a:gd name="T56" fmla="*/ 3 w 16"/>
                <a:gd name="T57" fmla="*/ 11 h 16"/>
                <a:gd name="T58" fmla="*/ 3 w 16"/>
                <a:gd name="T59" fmla="*/ 11 h 16"/>
                <a:gd name="T60" fmla="*/ 3 w 16"/>
                <a:gd name="T61" fmla="*/ 11 h 16"/>
                <a:gd name="T62" fmla="*/ 3 w 16"/>
                <a:gd name="T63" fmla="*/ 11 h 16"/>
                <a:gd name="T64" fmla="*/ 3 w 16"/>
                <a:gd name="T65" fmla="*/ 11 h 16"/>
                <a:gd name="T66" fmla="*/ 3 w 16"/>
                <a:gd name="T67" fmla="*/ 14 h 16"/>
                <a:gd name="T68" fmla="*/ 3 w 16"/>
                <a:gd name="T69" fmla="*/ 14 h 16"/>
                <a:gd name="T70" fmla="*/ 3 w 16"/>
                <a:gd name="T71" fmla="*/ 14 h 16"/>
                <a:gd name="T72" fmla="*/ 0 w 16"/>
                <a:gd name="T73" fmla="*/ 14 h 16"/>
                <a:gd name="T74" fmla="*/ 0 w 16"/>
                <a:gd name="T75" fmla="*/ 14 h 16"/>
                <a:gd name="T76" fmla="*/ 0 w 16"/>
                <a:gd name="T77" fmla="*/ 14 h 16"/>
                <a:gd name="T78" fmla="*/ 0 w 16"/>
                <a:gd name="T79" fmla="*/ 14 h 16"/>
                <a:gd name="T80" fmla="*/ 0 w 16"/>
                <a:gd name="T81" fmla="*/ 16 h 16"/>
                <a:gd name="T82" fmla="*/ 0 w 16"/>
                <a:gd name="T83" fmla="*/ 16 h 16"/>
                <a:gd name="T84" fmla="*/ 0 w 16"/>
                <a:gd name="T85" fmla="*/ 16 h 16"/>
                <a:gd name="T86" fmla="*/ 16 w 16"/>
                <a:gd name="T8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 h="16">
                  <a:moveTo>
                    <a:pt x="5" y="0"/>
                  </a:moveTo>
                  <a:lnTo>
                    <a:pt x="5" y="0"/>
                  </a:lnTo>
                  <a:lnTo>
                    <a:pt x="5" y="0"/>
                  </a:lnTo>
                  <a:lnTo>
                    <a:pt x="5" y="0"/>
                  </a:lnTo>
                  <a:lnTo>
                    <a:pt x="5" y="0"/>
                  </a:lnTo>
                  <a:lnTo>
                    <a:pt x="5" y="0"/>
                  </a:lnTo>
                  <a:lnTo>
                    <a:pt x="5" y="0"/>
                  </a:lnTo>
                  <a:lnTo>
                    <a:pt x="5" y="0"/>
                  </a:lnTo>
                  <a:lnTo>
                    <a:pt x="5" y="0"/>
                  </a:lnTo>
                  <a:lnTo>
                    <a:pt x="5" y="0"/>
                  </a:lnTo>
                  <a:lnTo>
                    <a:pt x="5" y="0"/>
                  </a:lnTo>
                  <a:lnTo>
                    <a:pt x="5" y="0"/>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3"/>
                  </a:lnTo>
                  <a:lnTo>
                    <a:pt x="5" y="6"/>
                  </a:lnTo>
                  <a:lnTo>
                    <a:pt x="5" y="6"/>
                  </a:lnTo>
                  <a:lnTo>
                    <a:pt x="5" y="6"/>
                  </a:lnTo>
                  <a:lnTo>
                    <a:pt x="5" y="6"/>
                  </a:lnTo>
                  <a:lnTo>
                    <a:pt x="5" y="6"/>
                  </a:lnTo>
                  <a:lnTo>
                    <a:pt x="5" y="6"/>
                  </a:lnTo>
                  <a:lnTo>
                    <a:pt x="5" y="6"/>
                  </a:lnTo>
                  <a:lnTo>
                    <a:pt x="5" y="6"/>
                  </a:lnTo>
                  <a:lnTo>
                    <a:pt x="5" y="6"/>
                  </a:lnTo>
                  <a:lnTo>
                    <a:pt x="5" y="6"/>
                  </a:lnTo>
                  <a:lnTo>
                    <a:pt x="3" y="6"/>
                  </a:lnTo>
                  <a:lnTo>
                    <a:pt x="3" y="6"/>
                  </a:lnTo>
                  <a:lnTo>
                    <a:pt x="3" y="6"/>
                  </a:lnTo>
                  <a:lnTo>
                    <a:pt x="3" y="6"/>
                  </a:lnTo>
                  <a:lnTo>
                    <a:pt x="3" y="6"/>
                  </a:lnTo>
                  <a:lnTo>
                    <a:pt x="3" y="8"/>
                  </a:lnTo>
                  <a:lnTo>
                    <a:pt x="3" y="8"/>
                  </a:lnTo>
                  <a:lnTo>
                    <a:pt x="3" y="8"/>
                  </a:lnTo>
                  <a:lnTo>
                    <a:pt x="3" y="8"/>
                  </a:lnTo>
                  <a:lnTo>
                    <a:pt x="3" y="8"/>
                  </a:lnTo>
                  <a:lnTo>
                    <a:pt x="3" y="8"/>
                  </a:lnTo>
                  <a:lnTo>
                    <a:pt x="3" y="8"/>
                  </a:lnTo>
                  <a:lnTo>
                    <a:pt x="3" y="8"/>
                  </a:lnTo>
                  <a:lnTo>
                    <a:pt x="3" y="8"/>
                  </a:lnTo>
                  <a:lnTo>
                    <a:pt x="3" y="8"/>
                  </a:lnTo>
                  <a:lnTo>
                    <a:pt x="3" y="8"/>
                  </a:lnTo>
                  <a:lnTo>
                    <a:pt x="3" y="8"/>
                  </a:lnTo>
                  <a:lnTo>
                    <a:pt x="3" y="8"/>
                  </a:lnTo>
                  <a:lnTo>
                    <a:pt x="3" y="8"/>
                  </a:lnTo>
                  <a:lnTo>
                    <a:pt x="3" y="11"/>
                  </a:lnTo>
                  <a:lnTo>
                    <a:pt x="3" y="11"/>
                  </a:lnTo>
                  <a:lnTo>
                    <a:pt x="3" y="11"/>
                  </a:lnTo>
                  <a:lnTo>
                    <a:pt x="3" y="11"/>
                  </a:lnTo>
                  <a:lnTo>
                    <a:pt x="3" y="11"/>
                  </a:lnTo>
                  <a:lnTo>
                    <a:pt x="3" y="11"/>
                  </a:lnTo>
                  <a:lnTo>
                    <a:pt x="3" y="11"/>
                  </a:lnTo>
                  <a:lnTo>
                    <a:pt x="3" y="11"/>
                  </a:lnTo>
                  <a:lnTo>
                    <a:pt x="3" y="11"/>
                  </a:lnTo>
                  <a:lnTo>
                    <a:pt x="3" y="11"/>
                  </a:lnTo>
                  <a:lnTo>
                    <a:pt x="3" y="11"/>
                  </a:lnTo>
                  <a:lnTo>
                    <a:pt x="3" y="14"/>
                  </a:lnTo>
                  <a:lnTo>
                    <a:pt x="3" y="14"/>
                  </a:lnTo>
                  <a:lnTo>
                    <a:pt x="3" y="14"/>
                  </a:lnTo>
                  <a:lnTo>
                    <a:pt x="3" y="14"/>
                  </a:lnTo>
                  <a:lnTo>
                    <a:pt x="3" y="14"/>
                  </a:lnTo>
                  <a:lnTo>
                    <a:pt x="3" y="14"/>
                  </a:lnTo>
                  <a:lnTo>
                    <a:pt x="3" y="14"/>
                  </a:lnTo>
                  <a:lnTo>
                    <a:pt x="0" y="14"/>
                  </a:lnTo>
                  <a:lnTo>
                    <a:pt x="0" y="14"/>
                  </a:lnTo>
                  <a:lnTo>
                    <a:pt x="0" y="14"/>
                  </a:lnTo>
                  <a:lnTo>
                    <a:pt x="0" y="14"/>
                  </a:lnTo>
                  <a:lnTo>
                    <a:pt x="0" y="14"/>
                  </a:lnTo>
                  <a:lnTo>
                    <a:pt x="0" y="14"/>
                  </a:lnTo>
                  <a:lnTo>
                    <a:pt x="0" y="14"/>
                  </a:lnTo>
                  <a:lnTo>
                    <a:pt x="0" y="16"/>
                  </a:lnTo>
                  <a:lnTo>
                    <a:pt x="0" y="16"/>
                  </a:lnTo>
                  <a:lnTo>
                    <a:pt x="0" y="16"/>
                  </a:lnTo>
                  <a:lnTo>
                    <a:pt x="0" y="16"/>
                  </a:lnTo>
                  <a:lnTo>
                    <a:pt x="0" y="16"/>
                  </a:lnTo>
                  <a:lnTo>
                    <a:pt x="0" y="16"/>
                  </a:lnTo>
                  <a:lnTo>
                    <a:pt x="16" y="16"/>
                  </a:lnTo>
                  <a:lnTo>
                    <a:pt x="16" y="0"/>
                  </a:lnTo>
                  <a:lnTo>
                    <a:pt x="5" y="0"/>
                  </a:lnTo>
                  <a:close/>
                </a:path>
              </a:pathLst>
            </a:custGeom>
            <a:solidFill>
              <a:srgbClr val="F0817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 name="Freeform 34"/>
            <p:cNvSpPr/>
            <p:nvPr/>
          </p:nvSpPr>
          <p:spPr bwMode="auto">
            <a:xfrm>
              <a:off x="5929313" y="3516313"/>
              <a:ext cx="63500" cy="117475"/>
            </a:xfrm>
            <a:custGeom>
              <a:avLst/>
              <a:gdLst>
                <a:gd name="T0" fmla="*/ 0 w 15"/>
                <a:gd name="T1" fmla="*/ 0 h 28"/>
                <a:gd name="T2" fmla="*/ 15 w 15"/>
                <a:gd name="T3" fmla="*/ 0 h 28"/>
                <a:gd name="T4" fmla="*/ 15 w 15"/>
                <a:gd name="T5" fmla="*/ 20 h 28"/>
                <a:gd name="T6" fmla="*/ 0 w 15"/>
                <a:gd name="T7" fmla="*/ 20 h 28"/>
                <a:gd name="T8" fmla="*/ 0 w 15"/>
                <a:gd name="T9" fmla="*/ 0 h 28"/>
              </a:gdLst>
              <a:ahLst/>
              <a:cxnLst>
                <a:cxn ang="0">
                  <a:pos x="T0" y="T1"/>
                </a:cxn>
                <a:cxn ang="0">
                  <a:pos x="T2" y="T3"/>
                </a:cxn>
                <a:cxn ang="0">
                  <a:pos x="T4" y="T5"/>
                </a:cxn>
                <a:cxn ang="0">
                  <a:pos x="T6" y="T7"/>
                </a:cxn>
                <a:cxn ang="0">
                  <a:pos x="T8" y="T9"/>
                </a:cxn>
              </a:cxnLst>
              <a:rect l="0" t="0" r="r" b="b"/>
              <a:pathLst>
                <a:path w="15" h="28">
                  <a:moveTo>
                    <a:pt x="0" y="0"/>
                  </a:moveTo>
                  <a:cubicBezTo>
                    <a:pt x="15" y="0"/>
                    <a:pt x="15" y="0"/>
                    <a:pt x="15" y="0"/>
                  </a:cubicBezTo>
                  <a:cubicBezTo>
                    <a:pt x="15" y="20"/>
                    <a:pt x="15" y="20"/>
                    <a:pt x="15" y="20"/>
                  </a:cubicBezTo>
                  <a:cubicBezTo>
                    <a:pt x="15" y="27"/>
                    <a:pt x="0" y="28"/>
                    <a:pt x="0" y="20"/>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 name="Freeform 35"/>
            <p:cNvSpPr/>
            <p:nvPr/>
          </p:nvSpPr>
          <p:spPr bwMode="auto">
            <a:xfrm>
              <a:off x="5929313" y="3557588"/>
              <a:ext cx="63500" cy="42863"/>
            </a:xfrm>
            <a:custGeom>
              <a:avLst/>
              <a:gdLst>
                <a:gd name="T0" fmla="*/ 40 w 40"/>
                <a:gd name="T1" fmla="*/ 8 h 27"/>
                <a:gd name="T2" fmla="*/ 40 w 40"/>
                <a:gd name="T3" fmla="*/ 0 h 27"/>
                <a:gd name="T4" fmla="*/ 0 w 40"/>
                <a:gd name="T5" fmla="*/ 0 h 27"/>
                <a:gd name="T6" fmla="*/ 0 w 40"/>
                <a:gd name="T7" fmla="*/ 27 h 27"/>
                <a:gd name="T8" fmla="*/ 40 w 40"/>
                <a:gd name="T9" fmla="*/ 8 h 27"/>
              </a:gdLst>
              <a:ahLst/>
              <a:cxnLst>
                <a:cxn ang="0">
                  <a:pos x="T0" y="T1"/>
                </a:cxn>
                <a:cxn ang="0">
                  <a:pos x="T2" y="T3"/>
                </a:cxn>
                <a:cxn ang="0">
                  <a:pos x="T4" y="T5"/>
                </a:cxn>
                <a:cxn ang="0">
                  <a:pos x="T6" y="T7"/>
                </a:cxn>
                <a:cxn ang="0">
                  <a:pos x="T8" y="T9"/>
                </a:cxn>
              </a:cxnLst>
              <a:rect l="0" t="0" r="r" b="b"/>
              <a:pathLst>
                <a:path w="40" h="27">
                  <a:moveTo>
                    <a:pt x="40" y="8"/>
                  </a:moveTo>
                  <a:lnTo>
                    <a:pt x="40" y="0"/>
                  </a:lnTo>
                  <a:lnTo>
                    <a:pt x="0" y="0"/>
                  </a:lnTo>
                  <a:lnTo>
                    <a:pt x="0" y="27"/>
                  </a:lnTo>
                  <a:lnTo>
                    <a:pt x="40" y="8"/>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 name="Freeform 36"/>
            <p:cNvSpPr/>
            <p:nvPr/>
          </p:nvSpPr>
          <p:spPr bwMode="auto">
            <a:xfrm>
              <a:off x="5872163" y="3378200"/>
              <a:ext cx="179388" cy="134938"/>
            </a:xfrm>
            <a:custGeom>
              <a:avLst/>
              <a:gdLst>
                <a:gd name="T0" fmla="*/ 21 w 43"/>
                <a:gd name="T1" fmla="*/ 12 h 32"/>
                <a:gd name="T2" fmla="*/ 37 w 43"/>
                <a:gd name="T3" fmla="*/ 24 h 32"/>
                <a:gd name="T4" fmla="*/ 41 w 43"/>
                <a:gd name="T5" fmla="*/ 24 h 32"/>
                <a:gd name="T6" fmla="*/ 22 w 43"/>
                <a:gd name="T7" fmla="*/ 0 h 32"/>
                <a:gd name="T8" fmla="*/ 2 w 43"/>
                <a:gd name="T9" fmla="*/ 23 h 32"/>
                <a:gd name="T10" fmla="*/ 6 w 43"/>
                <a:gd name="T11" fmla="*/ 23 h 32"/>
                <a:gd name="T12" fmla="*/ 21 w 43"/>
                <a:gd name="T13" fmla="*/ 12 h 32"/>
              </a:gdLst>
              <a:ahLst/>
              <a:cxnLst>
                <a:cxn ang="0">
                  <a:pos x="T0" y="T1"/>
                </a:cxn>
                <a:cxn ang="0">
                  <a:pos x="T2" y="T3"/>
                </a:cxn>
                <a:cxn ang="0">
                  <a:pos x="T4" y="T5"/>
                </a:cxn>
                <a:cxn ang="0">
                  <a:pos x="T6" y="T7"/>
                </a:cxn>
                <a:cxn ang="0">
                  <a:pos x="T8" y="T9"/>
                </a:cxn>
                <a:cxn ang="0">
                  <a:pos x="T10" y="T11"/>
                </a:cxn>
                <a:cxn ang="0">
                  <a:pos x="T12" y="T13"/>
                </a:cxn>
              </a:cxnLst>
              <a:rect l="0" t="0" r="r" b="b"/>
              <a:pathLst>
                <a:path w="43" h="32">
                  <a:moveTo>
                    <a:pt x="21" y="12"/>
                  </a:moveTo>
                  <a:cubicBezTo>
                    <a:pt x="31" y="12"/>
                    <a:pt x="37" y="17"/>
                    <a:pt x="37" y="24"/>
                  </a:cubicBezTo>
                  <a:cubicBezTo>
                    <a:pt x="38" y="30"/>
                    <a:pt x="39" y="29"/>
                    <a:pt x="41" y="24"/>
                  </a:cubicBezTo>
                  <a:cubicBezTo>
                    <a:pt x="43" y="20"/>
                    <a:pt x="38" y="0"/>
                    <a:pt x="22" y="0"/>
                  </a:cubicBezTo>
                  <a:cubicBezTo>
                    <a:pt x="6" y="0"/>
                    <a:pt x="0" y="15"/>
                    <a:pt x="2" y="23"/>
                  </a:cubicBezTo>
                  <a:cubicBezTo>
                    <a:pt x="4" y="32"/>
                    <a:pt x="4" y="30"/>
                    <a:pt x="6" y="23"/>
                  </a:cubicBezTo>
                  <a:cubicBezTo>
                    <a:pt x="7" y="17"/>
                    <a:pt x="10" y="12"/>
                    <a:pt x="21" y="12"/>
                  </a:cubicBezTo>
                  <a:close/>
                </a:path>
              </a:pathLst>
            </a:custGeom>
            <a:solidFill>
              <a:srgbClr val="7D5F5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4" name="Freeform 37"/>
            <p:cNvSpPr/>
            <p:nvPr/>
          </p:nvSpPr>
          <p:spPr bwMode="auto">
            <a:xfrm>
              <a:off x="5883276" y="3349625"/>
              <a:ext cx="155575" cy="141288"/>
            </a:xfrm>
            <a:custGeom>
              <a:avLst/>
              <a:gdLst>
                <a:gd name="T0" fmla="*/ 35 w 37"/>
                <a:gd name="T1" fmla="*/ 12 h 34"/>
                <a:gd name="T2" fmla="*/ 37 w 37"/>
                <a:gd name="T3" fmla="*/ 26 h 34"/>
                <a:gd name="T4" fmla="*/ 29 w 37"/>
                <a:gd name="T5" fmla="*/ 34 h 34"/>
                <a:gd name="T6" fmla="*/ 8 w 37"/>
                <a:gd name="T7" fmla="*/ 34 h 34"/>
                <a:gd name="T8" fmla="*/ 0 w 37"/>
                <a:gd name="T9" fmla="*/ 26 h 34"/>
                <a:gd name="T10" fmla="*/ 2 w 37"/>
                <a:gd name="T11" fmla="*/ 12 h 34"/>
                <a:gd name="T12" fmla="*/ 35 w 37"/>
                <a:gd name="T13" fmla="*/ 12 h 34"/>
              </a:gdLst>
              <a:ahLst/>
              <a:cxnLst>
                <a:cxn ang="0">
                  <a:pos x="T0" y="T1"/>
                </a:cxn>
                <a:cxn ang="0">
                  <a:pos x="T2" y="T3"/>
                </a:cxn>
                <a:cxn ang="0">
                  <a:pos x="T4" y="T5"/>
                </a:cxn>
                <a:cxn ang="0">
                  <a:pos x="T6" y="T7"/>
                </a:cxn>
                <a:cxn ang="0">
                  <a:pos x="T8" y="T9"/>
                </a:cxn>
                <a:cxn ang="0">
                  <a:pos x="T10" y="T11"/>
                </a:cxn>
                <a:cxn ang="0">
                  <a:pos x="T12" y="T13"/>
                </a:cxn>
              </a:cxnLst>
              <a:rect l="0" t="0" r="r" b="b"/>
              <a:pathLst>
                <a:path w="37" h="34">
                  <a:moveTo>
                    <a:pt x="35" y="12"/>
                  </a:moveTo>
                  <a:cubicBezTo>
                    <a:pt x="37" y="26"/>
                    <a:pt x="37" y="26"/>
                    <a:pt x="37" y="26"/>
                  </a:cubicBezTo>
                  <a:cubicBezTo>
                    <a:pt x="37" y="31"/>
                    <a:pt x="32" y="34"/>
                    <a:pt x="29" y="34"/>
                  </a:cubicBezTo>
                  <a:cubicBezTo>
                    <a:pt x="8" y="34"/>
                    <a:pt x="8" y="34"/>
                    <a:pt x="8" y="34"/>
                  </a:cubicBezTo>
                  <a:cubicBezTo>
                    <a:pt x="5" y="34"/>
                    <a:pt x="0" y="31"/>
                    <a:pt x="0" y="26"/>
                  </a:cubicBezTo>
                  <a:cubicBezTo>
                    <a:pt x="2" y="12"/>
                    <a:pt x="2" y="12"/>
                    <a:pt x="2" y="12"/>
                  </a:cubicBezTo>
                  <a:cubicBezTo>
                    <a:pt x="4" y="0"/>
                    <a:pt x="33" y="0"/>
                    <a:pt x="35" y="12"/>
                  </a:cubicBez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5" name="Oval 38"/>
            <p:cNvSpPr>
              <a:spLocks noChangeArrowheads="1"/>
            </p:cNvSpPr>
            <p:nvPr/>
          </p:nvSpPr>
          <p:spPr bwMode="auto">
            <a:xfrm>
              <a:off x="5854701" y="3421063"/>
              <a:ext cx="217488" cy="79375"/>
            </a:xfrm>
            <a:prstGeom prst="ellipse">
              <a:avLst/>
            </a:prstGeom>
            <a:solidFill>
              <a:srgbClr val="238DB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6" name="Freeform 39"/>
            <p:cNvSpPr/>
            <p:nvPr/>
          </p:nvSpPr>
          <p:spPr bwMode="auto">
            <a:xfrm>
              <a:off x="5875338" y="3411538"/>
              <a:ext cx="171450" cy="158750"/>
            </a:xfrm>
            <a:custGeom>
              <a:avLst/>
              <a:gdLst>
                <a:gd name="T0" fmla="*/ 38 w 41"/>
                <a:gd name="T1" fmla="*/ 10 h 38"/>
                <a:gd name="T2" fmla="*/ 21 w 41"/>
                <a:gd name="T3" fmla="*/ 38 h 38"/>
                <a:gd name="T4" fmla="*/ 3 w 41"/>
                <a:gd name="T5" fmla="*/ 10 h 38"/>
                <a:gd name="T6" fmla="*/ 38 w 41"/>
                <a:gd name="T7" fmla="*/ 10 h 38"/>
              </a:gdLst>
              <a:ahLst/>
              <a:cxnLst>
                <a:cxn ang="0">
                  <a:pos x="T0" y="T1"/>
                </a:cxn>
                <a:cxn ang="0">
                  <a:pos x="T2" y="T3"/>
                </a:cxn>
                <a:cxn ang="0">
                  <a:pos x="T4" y="T5"/>
                </a:cxn>
                <a:cxn ang="0">
                  <a:pos x="T6" y="T7"/>
                </a:cxn>
              </a:cxnLst>
              <a:rect l="0" t="0" r="r" b="b"/>
              <a:pathLst>
                <a:path w="41" h="38">
                  <a:moveTo>
                    <a:pt x="38" y="10"/>
                  </a:moveTo>
                  <a:cubicBezTo>
                    <a:pt x="41" y="22"/>
                    <a:pt x="32" y="38"/>
                    <a:pt x="21" y="38"/>
                  </a:cubicBezTo>
                  <a:cubicBezTo>
                    <a:pt x="9" y="38"/>
                    <a:pt x="0" y="22"/>
                    <a:pt x="3" y="10"/>
                  </a:cubicBezTo>
                  <a:cubicBezTo>
                    <a:pt x="12" y="6"/>
                    <a:pt x="27" y="0"/>
                    <a:pt x="38" y="1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7" name="Freeform 40"/>
            <p:cNvSpPr/>
            <p:nvPr/>
          </p:nvSpPr>
          <p:spPr bwMode="auto">
            <a:xfrm>
              <a:off x="5913438" y="3362325"/>
              <a:ext cx="95250" cy="53975"/>
            </a:xfrm>
            <a:custGeom>
              <a:avLst/>
              <a:gdLst>
                <a:gd name="T0" fmla="*/ 0 w 23"/>
                <a:gd name="T1" fmla="*/ 13 h 13"/>
                <a:gd name="T2" fmla="*/ 12 w 23"/>
                <a:gd name="T3" fmla="*/ 1 h 13"/>
                <a:gd name="T4" fmla="*/ 23 w 23"/>
                <a:gd name="T5" fmla="*/ 13 h 13"/>
                <a:gd name="T6" fmla="*/ 13 w 23"/>
                <a:gd name="T7" fmla="*/ 12 h 13"/>
                <a:gd name="T8" fmla="*/ 0 w 23"/>
                <a:gd name="T9" fmla="*/ 13 h 13"/>
              </a:gdLst>
              <a:ahLst/>
              <a:cxnLst>
                <a:cxn ang="0">
                  <a:pos x="T0" y="T1"/>
                </a:cxn>
                <a:cxn ang="0">
                  <a:pos x="T2" y="T3"/>
                </a:cxn>
                <a:cxn ang="0">
                  <a:pos x="T4" y="T5"/>
                </a:cxn>
                <a:cxn ang="0">
                  <a:pos x="T6" y="T7"/>
                </a:cxn>
                <a:cxn ang="0">
                  <a:pos x="T8" y="T9"/>
                </a:cxn>
              </a:cxnLst>
              <a:rect l="0" t="0" r="r" b="b"/>
              <a:pathLst>
                <a:path w="23" h="13">
                  <a:moveTo>
                    <a:pt x="0" y="13"/>
                  </a:moveTo>
                  <a:cubicBezTo>
                    <a:pt x="3" y="8"/>
                    <a:pt x="7" y="0"/>
                    <a:pt x="12" y="1"/>
                  </a:cubicBezTo>
                  <a:cubicBezTo>
                    <a:pt x="16" y="0"/>
                    <a:pt x="20" y="7"/>
                    <a:pt x="23" y="13"/>
                  </a:cubicBezTo>
                  <a:cubicBezTo>
                    <a:pt x="20" y="12"/>
                    <a:pt x="17" y="12"/>
                    <a:pt x="13" y="12"/>
                  </a:cubicBezTo>
                  <a:cubicBezTo>
                    <a:pt x="8" y="12"/>
                    <a:pt x="4" y="12"/>
                    <a:pt x="0" y="13"/>
                  </a:cubicBezTo>
                  <a:close/>
                </a:path>
              </a:pathLst>
            </a:custGeom>
            <a:solidFill>
              <a:srgbClr val="238DB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 name="Freeform 41"/>
            <p:cNvSpPr/>
            <p:nvPr/>
          </p:nvSpPr>
          <p:spPr bwMode="auto">
            <a:xfrm>
              <a:off x="5875338" y="3424238"/>
              <a:ext cx="166688" cy="79375"/>
            </a:xfrm>
            <a:custGeom>
              <a:avLst/>
              <a:gdLst>
                <a:gd name="T0" fmla="*/ 35 w 40"/>
                <a:gd name="T1" fmla="*/ 11 h 19"/>
                <a:gd name="T2" fmla="*/ 30 w 40"/>
                <a:gd name="T3" fmla="*/ 4 h 19"/>
                <a:gd name="T4" fmla="*/ 13 w 40"/>
                <a:gd name="T5" fmla="*/ 7 h 19"/>
                <a:gd name="T6" fmla="*/ 6 w 40"/>
                <a:gd name="T7" fmla="*/ 17 h 19"/>
                <a:gd name="T8" fmla="*/ 5 w 40"/>
                <a:gd name="T9" fmla="*/ 18 h 19"/>
                <a:gd name="T10" fmla="*/ 2 w 40"/>
                <a:gd name="T11" fmla="*/ 12 h 19"/>
                <a:gd name="T12" fmla="*/ 1 w 40"/>
                <a:gd name="T13" fmla="*/ 6 h 19"/>
                <a:gd name="T14" fmla="*/ 20 w 40"/>
                <a:gd name="T15" fmla="*/ 0 h 19"/>
                <a:gd name="T16" fmla="*/ 36 w 40"/>
                <a:gd name="T17" fmla="*/ 4 h 19"/>
                <a:gd name="T18" fmla="*/ 39 w 40"/>
                <a:gd name="T19" fmla="*/ 13 h 19"/>
                <a:gd name="T20" fmla="*/ 35 w 40"/>
                <a:gd name="T21" fmla="*/ 18 h 19"/>
                <a:gd name="T22" fmla="*/ 35 w 40"/>
                <a:gd name="T23"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19">
                  <a:moveTo>
                    <a:pt x="35" y="11"/>
                  </a:moveTo>
                  <a:cubicBezTo>
                    <a:pt x="35" y="8"/>
                    <a:pt x="32" y="5"/>
                    <a:pt x="30" y="4"/>
                  </a:cubicBezTo>
                  <a:cubicBezTo>
                    <a:pt x="28" y="3"/>
                    <a:pt x="18" y="4"/>
                    <a:pt x="13" y="7"/>
                  </a:cubicBezTo>
                  <a:cubicBezTo>
                    <a:pt x="8" y="11"/>
                    <a:pt x="6" y="13"/>
                    <a:pt x="6" y="17"/>
                  </a:cubicBezTo>
                  <a:cubicBezTo>
                    <a:pt x="6" y="18"/>
                    <a:pt x="6" y="19"/>
                    <a:pt x="5" y="18"/>
                  </a:cubicBezTo>
                  <a:cubicBezTo>
                    <a:pt x="3" y="18"/>
                    <a:pt x="3" y="13"/>
                    <a:pt x="2" y="12"/>
                  </a:cubicBezTo>
                  <a:cubicBezTo>
                    <a:pt x="0" y="11"/>
                    <a:pt x="0" y="9"/>
                    <a:pt x="1" y="6"/>
                  </a:cubicBezTo>
                  <a:cubicBezTo>
                    <a:pt x="2" y="2"/>
                    <a:pt x="12" y="0"/>
                    <a:pt x="20" y="0"/>
                  </a:cubicBezTo>
                  <a:cubicBezTo>
                    <a:pt x="28" y="0"/>
                    <a:pt x="34" y="2"/>
                    <a:pt x="36" y="4"/>
                  </a:cubicBezTo>
                  <a:cubicBezTo>
                    <a:pt x="39" y="6"/>
                    <a:pt x="40" y="10"/>
                    <a:pt x="39" y="13"/>
                  </a:cubicBezTo>
                  <a:cubicBezTo>
                    <a:pt x="38" y="15"/>
                    <a:pt x="37" y="18"/>
                    <a:pt x="35" y="18"/>
                  </a:cubicBezTo>
                  <a:cubicBezTo>
                    <a:pt x="35" y="17"/>
                    <a:pt x="35" y="13"/>
                    <a:pt x="35" y="11"/>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 name="Freeform 42"/>
            <p:cNvSpPr/>
            <p:nvPr/>
          </p:nvSpPr>
          <p:spPr bwMode="auto">
            <a:xfrm>
              <a:off x="6026151" y="3462338"/>
              <a:ext cx="20638" cy="41275"/>
            </a:xfrm>
            <a:custGeom>
              <a:avLst/>
              <a:gdLst>
                <a:gd name="T0" fmla="*/ 4 w 5"/>
                <a:gd name="T1" fmla="*/ 0 h 10"/>
                <a:gd name="T2" fmla="*/ 5 w 5"/>
                <a:gd name="T3" fmla="*/ 5 h 10"/>
                <a:gd name="T4" fmla="*/ 2 w 5"/>
                <a:gd name="T5" fmla="*/ 10 h 10"/>
                <a:gd name="T6" fmla="*/ 1 w 5"/>
                <a:gd name="T7" fmla="*/ 5 h 10"/>
                <a:gd name="T8" fmla="*/ 4 w 5"/>
                <a:gd name="T9" fmla="*/ 0 h 10"/>
              </a:gdLst>
              <a:ahLst/>
              <a:cxnLst>
                <a:cxn ang="0">
                  <a:pos x="T0" y="T1"/>
                </a:cxn>
                <a:cxn ang="0">
                  <a:pos x="T2" y="T3"/>
                </a:cxn>
                <a:cxn ang="0">
                  <a:pos x="T4" y="T5"/>
                </a:cxn>
                <a:cxn ang="0">
                  <a:pos x="T6" y="T7"/>
                </a:cxn>
                <a:cxn ang="0">
                  <a:pos x="T8" y="T9"/>
                </a:cxn>
              </a:cxnLst>
              <a:rect l="0" t="0" r="r" b="b"/>
              <a:pathLst>
                <a:path w="5" h="10">
                  <a:moveTo>
                    <a:pt x="4" y="0"/>
                  </a:moveTo>
                  <a:cubicBezTo>
                    <a:pt x="5" y="1"/>
                    <a:pt x="5" y="3"/>
                    <a:pt x="5" y="5"/>
                  </a:cubicBezTo>
                  <a:cubicBezTo>
                    <a:pt x="4" y="8"/>
                    <a:pt x="3" y="10"/>
                    <a:pt x="2" y="10"/>
                  </a:cubicBezTo>
                  <a:cubicBezTo>
                    <a:pt x="1" y="9"/>
                    <a:pt x="0" y="7"/>
                    <a:pt x="1" y="5"/>
                  </a:cubicBezTo>
                  <a:cubicBezTo>
                    <a:pt x="1" y="2"/>
                    <a:pt x="3" y="0"/>
                    <a:pt x="4"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 name="Freeform 43"/>
            <p:cNvSpPr/>
            <p:nvPr/>
          </p:nvSpPr>
          <p:spPr bwMode="auto">
            <a:xfrm>
              <a:off x="5875338" y="3462338"/>
              <a:ext cx="20638" cy="41275"/>
            </a:xfrm>
            <a:custGeom>
              <a:avLst/>
              <a:gdLst>
                <a:gd name="T0" fmla="*/ 1 w 5"/>
                <a:gd name="T1" fmla="*/ 0 h 10"/>
                <a:gd name="T2" fmla="*/ 0 w 5"/>
                <a:gd name="T3" fmla="*/ 5 h 10"/>
                <a:gd name="T4" fmla="*/ 3 w 5"/>
                <a:gd name="T5" fmla="*/ 10 h 10"/>
                <a:gd name="T6" fmla="*/ 4 w 5"/>
                <a:gd name="T7" fmla="*/ 5 h 10"/>
                <a:gd name="T8" fmla="*/ 1 w 5"/>
                <a:gd name="T9" fmla="*/ 0 h 10"/>
              </a:gdLst>
              <a:ahLst/>
              <a:cxnLst>
                <a:cxn ang="0">
                  <a:pos x="T0" y="T1"/>
                </a:cxn>
                <a:cxn ang="0">
                  <a:pos x="T2" y="T3"/>
                </a:cxn>
                <a:cxn ang="0">
                  <a:pos x="T4" y="T5"/>
                </a:cxn>
                <a:cxn ang="0">
                  <a:pos x="T6" y="T7"/>
                </a:cxn>
                <a:cxn ang="0">
                  <a:pos x="T8" y="T9"/>
                </a:cxn>
              </a:cxnLst>
              <a:rect l="0" t="0" r="r" b="b"/>
              <a:pathLst>
                <a:path w="5" h="10">
                  <a:moveTo>
                    <a:pt x="1" y="0"/>
                  </a:moveTo>
                  <a:cubicBezTo>
                    <a:pt x="0" y="1"/>
                    <a:pt x="0" y="3"/>
                    <a:pt x="0" y="5"/>
                  </a:cubicBezTo>
                  <a:cubicBezTo>
                    <a:pt x="1" y="8"/>
                    <a:pt x="2" y="10"/>
                    <a:pt x="3" y="10"/>
                  </a:cubicBezTo>
                  <a:cubicBezTo>
                    <a:pt x="4" y="9"/>
                    <a:pt x="5" y="7"/>
                    <a:pt x="4" y="5"/>
                  </a:cubicBezTo>
                  <a:cubicBezTo>
                    <a:pt x="4"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 name="Freeform 44"/>
            <p:cNvSpPr/>
            <p:nvPr/>
          </p:nvSpPr>
          <p:spPr bwMode="auto">
            <a:xfrm>
              <a:off x="5875338" y="3608388"/>
              <a:ext cx="46038" cy="117475"/>
            </a:xfrm>
            <a:custGeom>
              <a:avLst/>
              <a:gdLst>
                <a:gd name="T0" fmla="*/ 7 w 11"/>
                <a:gd name="T1" fmla="*/ 0 h 28"/>
                <a:gd name="T2" fmla="*/ 0 w 11"/>
                <a:gd name="T3" fmla="*/ 4 h 28"/>
                <a:gd name="T4" fmla="*/ 4 w 11"/>
                <a:gd name="T5" fmla="*/ 23 h 28"/>
                <a:gd name="T6" fmla="*/ 7 w 11"/>
                <a:gd name="T7" fmla="*/ 18 h 28"/>
                <a:gd name="T8" fmla="*/ 10 w 11"/>
                <a:gd name="T9" fmla="*/ 19 h 28"/>
                <a:gd name="T10" fmla="*/ 7 w 11"/>
                <a:gd name="T11" fmla="*/ 0 h 28"/>
              </a:gdLst>
              <a:ahLst/>
              <a:cxnLst>
                <a:cxn ang="0">
                  <a:pos x="T0" y="T1"/>
                </a:cxn>
                <a:cxn ang="0">
                  <a:pos x="T2" y="T3"/>
                </a:cxn>
                <a:cxn ang="0">
                  <a:pos x="T4" y="T5"/>
                </a:cxn>
                <a:cxn ang="0">
                  <a:pos x="T6" y="T7"/>
                </a:cxn>
                <a:cxn ang="0">
                  <a:pos x="T8" y="T9"/>
                </a:cxn>
                <a:cxn ang="0">
                  <a:pos x="T10" y="T11"/>
                </a:cxn>
              </a:cxnLst>
              <a:rect l="0" t="0" r="r" b="b"/>
              <a:pathLst>
                <a:path w="11" h="28">
                  <a:moveTo>
                    <a:pt x="7" y="0"/>
                  </a:moveTo>
                  <a:cubicBezTo>
                    <a:pt x="1" y="0"/>
                    <a:pt x="0" y="0"/>
                    <a:pt x="0" y="4"/>
                  </a:cubicBezTo>
                  <a:cubicBezTo>
                    <a:pt x="0" y="8"/>
                    <a:pt x="1" y="18"/>
                    <a:pt x="4" y="23"/>
                  </a:cubicBezTo>
                  <a:cubicBezTo>
                    <a:pt x="8" y="28"/>
                    <a:pt x="6" y="22"/>
                    <a:pt x="7" y="18"/>
                  </a:cubicBezTo>
                  <a:cubicBezTo>
                    <a:pt x="7" y="14"/>
                    <a:pt x="8" y="24"/>
                    <a:pt x="10" y="19"/>
                  </a:cubicBezTo>
                  <a:cubicBezTo>
                    <a:pt x="11" y="14"/>
                    <a:pt x="9" y="11"/>
                    <a:pt x="7" y="0"/>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2" name="Freeform 45"/>
            <p:cNvSpPr/>
            <p:nvPr/>
          </p:nvSpPr>
          <p:spPr bwMode="auto">
            <a:xfrm>
              <a:off x="5995988" y="3600450"/>
              <a:ext cx="58738" cy="128588"/>
            </a:xfrm>
            <a:custGeom>
              <a:avLst/>
              <a:gdLst>
                <a:gd name="T0" fmla="*/ 8 w 14"/>
                <a:gd name="T1" fmla="*/ 3 h 31"/>
                <a:gd name="T2" fmla="*/ 12 w 14"/>
                <a:gd name="T3" fmla="*/ 9 h 31"/>
                <a:gd name="T4" fmla="*/ 8 w 14"/>
                <a:gd name="T5" fmla="*/ 25 h 31"/>
                <a:gd name="T6" fmla="*/ 6 w 14"/>
                <a:gd name="T7" fmla="*/ 28 h 31"/>
                <a:gd name="T8" fmla="*/ 3 w 14"/>
                <a:gd name="T9" fmla="*/ 21 h 31"/>
                <a:gd name="T10" fmla="*/ 0 w 14"/>
                <a:gd name="T11" fmla="*/ 22 h 31"/>
                <a:gd name="T12" fmla="*/ 8 w 14"/>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4" h="31">
                  <a:moveTo>
                    <a:pt x="8" y="3"/>
                  </a:moveTo>
                  <a:cubicBezTo>
                    <a:pt x="11" y="3"/>
                    <a:pt x="14" y="5"/>
                    <a:pt x="12" y="9"/>
                  </a:cubicBezTo>
                  <a:cubicBezTo>
                    <a:pt x="9" y="13"/>
                    <a:pt x="8" y="22"/>
                    <a:pt x="8" y="25"/>
                  </a:cubicBezTo>
                  <a:cubicBezTo>
                    <a:pt x="8" y="29"/>
                    <a:pt x="6" y="31"/>
                    <a:pt x="6" y="28"/>
                  </a:cubicBezTo>
                  <a:cubicBezTo>
                    <a:pt x="6" y="25"/>
                    <a:pt x="4" y="18"/>
                    <a:pt x="3" y="21"/>
                  </a:cubicBezTo>
                  <a:cubicBezTo>
                    <a:pt x="2" y="24"/>
                    <a:pt x="0" y="28"/>
                    <a:pt x="0" y="22"/>
                  </a:cubicBezTo>
                  <a:cubicBezTo>
                    <a:pt x="1" y="16"/>
                    <a:pt x="2" y="0"/>
                    <a:pt x="8" y="3"/>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3" name="Freeform 46"/>
            <p:cNvSpPr/>
            <p:nvPr/>
          </p:nvSpPr>
          <p:spPr bwMode="auto">
            <a:xfrm>
              <a:off x="5892801" y="3579813"/>
              <a:ext cx="146050" cy="90488"/>
            </a:xfrm>
            <a:custGeom>
              <a:avLst/>
              <a:gdLst>
                <a:gd name="T0" fmla="*/ 33 w 35"/>
                <a:gd name="T1" fmla="*/ 9 h 22"/>
                <a:gd name="T2" fmla="*/ 1 w 35"/>
                <a:gd name="T3" fmla="*/ 9 h 22"/>
                <a:gd name="T4" fmla="*/ 4 w 35"/>
                <a:gd name="T5" fmla="*/ 4 h 22"/>
                <a:gd name="T6" fmla="*/ 9 w 35"/>
                <a:gd name="T7" fmla="*/ 2 h 22"/>
                <a:gd name="T8" fmla="*/ 24 w 35"/>
                <a:gd name="T9" fmla="*/ 1 h 22"/>
                <a:gd name="T10" fmla="*/ 28 w 35"/>
                <a:gd name="T11" fmla="*/ 5 h 22"/>
                <a:gd name="T12" fmla="*/ 33 w 35"/>
                <a:gd name="T13" fmla="*/ 9 h 22"/>
              </a:gdLst>
              <a:ahLst/>
              <a:cxnLst>
                <a:cxn ang="0">
                  <a:pos x="T0" y="T1"/>
                </a:cxn>
                <a:cxn ang="0">
                  <a:pos x="T2" y="T3"/>
                </a:cxn>
                <a:cxn ang="0">
                  <a:pos x="T4" y="T5"/>
                </a:cxn>
                <a:cxn ang="0">
                  <a:pos x="T6" y="T7"/>
                </a:cxn>
                <a:cxn ang="0">
                  <a:pos x="T8" y="T9"/>
                </a:cxn>
                <a:cxn ang="0">
                  <a:pos x="T10" y="T11"/>
                </a:cxn>
                <a:cxn ang="0">
                  <a:pos x="T12" y="T13"/>
                </a:cxn>
              </a:cxnLst>
              <a:rect l="0" t="0" r="r" b="b"/>
              <a:pathLst>
                <a:path w="35" h="22">
                  <a:moveTo>
                    <a:pt x="33" y="9"/>
                  </a:moveTo>
                  <a:cubicBezTo>
                    <a:pt x="28" y="15"/>
                    <a:pt x="12" y="22"/>
                    <a:pt x="1" y="9"/>
                  </a:cubicBezTo>
                  <a:cubicBezTo>
                    <a:pt x="0" y="5"/>
                    <a:pt x="1" y="4"/>
                    <a:pt x="4" y="4"/>
                  </a:cubicBezTo>
                  <a:cubicBezTo>
                    <a:pt x="3" y="1"/>
                    <a:pt x="6" y="0"/>
                    <a:pt x="9" y="2"/>
                  </a:cubicBezTo>
                  <a:cubicBezTo>
                    <a:pt x="13" y="6"/>
                    <a:pt x="22" y="4"/>
                    <a:pt x="24" y="1"/>
                  </a:cubicBezTo>
                  <a:cubicBezTo>
                    <a:pt x="27" y="0"/>
                    <a:pt x="28" y="1"/>
                    <a:pt x="28" y="5"/>
                  </a:cubicBezTo>
                  <a:cubicBezTo>
                    <a:pt x="34" y="2"/>
                    <a:pt x="35" y="6"/>
                    <a:pt x="33" y="9"/>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4" name="Freeform 47"/>
            <p:cNvSpPr>
              <a:spLocks noEditPoints="1"/>
            </p:cNvSpPr>
            <p:nvPr/>
          </p:nvSpPr>
          <p:spPr bwMode="auto">
            <a:xfrm>
              <a:off x="5883276" y="3600450"/>
              <a:ext cx="150813" cy="79375"/>
            </a:xfrm>
            <a:custGeom>
              <a:avLst/>
              <a:gdLst>
                <a:gd name="T0" fmla="*/ 33 w 36"/>
                <a:gd name="T1" fmla="*/ 11 h 19"/>
                <a:gd name="T2" fmla="*/ 33 w 36"/>
                <a:gd name="T3" fmla="*/ 9 h 19"/>
                <a:gd name="T4" fmla="*/ 36 w 36"/>
                <a:gd name="T5" fmla="*/ 5 h 19"/>
                <a:gd name="T6" fmla="*/ 33 w 36"/>
                <a:gd name="T7" fmla="*/ 11 h 19"/>
                <a:gd name="T8" fmla="*/ 33 w 36"/>
                <a:gd name="T9" fmla="*/ 7 h 19"/>
                <a:gd name="T10" fmla="*/ 35 w 36"/>
                <a:gd name="T11" fmla="*/ 4 h 19"/>
                <a:gd name="T12" fmla="*/ 35 w 36"/>
                <a:gd name="T13" fmla="*/ 4 h 19"/>
                <a:gd name="T14" fmla="*/ 33 w 36"/>
                <a:gd name="T15" fmla="*/ 6 h 19"/>
                <a:gd name="T16" fmla="*/ 33 w 36"/>
                <a:gd name="T17" fmla="*/ 7 h 19"/>
                <a:gd name="T18" fmla="*/ 33 w 36"/>
                <a:gd name="T19" fmla="*/ 6 h 19"/>
                <a:gd name="T20" fmla="*/ 33 w 36"/>
                <a:gd name="T21" fmla="*/ 7 h 19"/>
                <a:gd name="T22" fmla="*/ 30 w 36"/>
                <a:gd name="T23" fmla="*/ 8 h 19"/>
                <a:gd name="T24" fmla="*/ 30 w 36"/>
                <a:gd name="T25" fmla="*/ 8 h 19"/>
                <a:gd name="T26" fmla="*/ 33 w 36"/>
                <a:gd name="T27" fmla="*/ 6 h 19"/>
                <a:gd name="T28" fmla="*/ 33 w 36"/>
                <a:gd name="T29" fmla="*/ 9 h 19"/>
                <a:gd name="T30" fmla="*/ 33 w 36"/>
                <a:gd name="T31" fmla="*/ 11 h 19"/>
                <a:gd name="T32" fmla="*/ 30 w 36"/>
                <a:gd name="T33" fmla="*/ 19 h 19"/>
                <a:gd name="T34" fmla="*/ 33 w 36"/>
                <a:gd name="T35" fmla="*/ 9 h 19"/>
                <a:gd name="T36" fmla="*/ 30 w 36"/>
                <a:gd name="T37" fmla="*/ 0 h 19"/>
                <a:gd name="T38" fmla="*/ 30 w 36"/>
                <a:gd name="T39" fmla="*/ 0 h 19"/>
                <a:gd name="T40" fmla="*/ 30 w 36"/>
                <a:gd name="T41" fmla="*/ 0 h 19"/>
                <a:gd name="T42" fmla="*/ 30 w 36"/>
                <a:gd name="T43" fmla="*/ 0 h 19"/>
                <a:gd name="T44" fmla="*/ 30 w 36"/>
                <a:gd name="T45" fmla="*/ 0 h 19"/>
                <a:gd name="T46" fmla="*/ 4 w 36"/>
                <a:gd name="T47" fmla="*/ 17 h 19"/>
                <a:gd name="T48" fmla="*/ 4 w 36"/>
                <a:gd name="T49" fmla="*/ 16 h 19"/>
                <a:gd name="T50" fmla="*/ 4 w 36"/>
                <a:gd name="T51" fmla="*/ 16 h 19"/>
                <a:gd name="T52" fmla="*/ 4 w 36"/>
                <a:gd name="T53" fmla="*/ 17 h 19"/>
                <a:gd name="T54" fmla="*/ 30 w 36"/>
                <a:gd name="T55" fmla="*/ 0 h 19"/>
                <a:gd name="T56" fmla="*/ 30 w 36"/>
                <a:gd name="T57" fmla="*/ 0 h 19"/>
                <a:gd name="T58" fmla="*/ 7 w 36"/>
                <a:gd name="T59" fmla="*/ 0 h 19"/>
                <a:gd name="T60" fmla="*/ 30 w 36"/>
                <a:gd name="T61" fmla="*/ 0 h 19"/>
                <a:gd name="T62" fmla="*/ 30 w 36"/>
                <a:gd name="T63" fmla="*/ 8 h 19"/>
                <a:gd name="T64" fmla="*/ 30 w 36"/>
                <a:gd name="T65" fmla="*/ 8 h 19"/>
                <a:gd name="T66" fmla="*/ 30 w 36"/>
                <a:gd name="T67" fmla="*/ 8 h 19"/>
                <a:gd name="T68" fmla="*/ 30 w 36"/>
                <a:gd name="T69" fmla="*/ 8 h 19"/>
                <a:gd name="T70" fmla="*/ 4 w 36"/>
                <a:gd name="T71" fmla="*/ 6 h 19"/>
                <a:gd name="T72" fmla="*/ 4 w 36"/>
                <a:gd name="T73" fmla="*/ 4 h 19"/>
                <a:gd name="T74" fmla="*/ 6 w 36"/>
                <a:gd name="T75" fmla="*/ 7 h 19"/>
                <a:gd name="T76" fmla="*/ 4 w 36"/>
                <a:gd name="T77" fmla="*/ 6 h 19"/>
                <a:gd name="T78" fmla="*/ 4 w 36"/>
                <a:gd name="T79" fmla="*/ 16 h 19"/>
                <a:gd name="T80" fmla="*/ 2 w 36"/>
                <a:gd name="T81" fmla="*/ 4 h 19"/>
                <a:gd name="T82" fmla="*/ 4 w 36"/>
                <a:gd name="T83" fmla="*/ 16 h 19"/>
                <a:gd name="T84" fmla="*/ 4 w 36"/>
                <a:gd name="T85" fmla="*/ 16 h 19"/>
                <a:gd name="T86" fmla="*/ 4 w 36"/>
                <a:gd name="T87" fmla="*/ 4 h 19"/>
                <a:gd name="T88" fmla="*/ 4 w 36"/>
                <a:gd name="T89" fmla="*/ 6 h 19"/>
                <a:gd name="T90" fmla="*/ 3 w 36"/>
                <a:gd name="T91" fmla="*/ 3 h 19"/>
                <a:gd name="T92" fmla="*/ 4 w 36"/>
                <a:gd name="T93"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6" h="19">
                  <a:moveTo>
                    <a:pt x="33" y="11"/>
                  </a:moveTo>
                  <a:cubicBezTo>
                    <a:pt x="33" y="9"/>
                    <a:pt x="33" y="9"/>
                    <a:pt x="33" y="9"/>
                  </a:cubicBezTo>
                  <a:cubicBezTo>
                    <a:pt x="34" y="7"/>
                    <a:pt x="35" y="6"/>
                    <a:pt x="36" y="5"/>
                  </a:cubicBezTo>
                  <a:cubicBezTo>
                    <a:pt x="35" y="6"/>
                    <a:pt x="34" y="8"/>
                    <a:pt x="33" y="11"/>
                  </a:cubicBezTo>
                  <a:close/>
                  <a:moveTo>
                    <a:pt x="33" y="7"/>
                  </a:moveTo>
                  <a:cubicBezTo>
                    <a:pt x="34" y="6"/>
                    <a:pt x="35" y="5"/>
                    <a:pt x="35" y="4"/>
                  </a:cubicBezTo>
                  <a:cubicBezTo>
                    <a:pt x="35" y="4"/>
                    <a:pt x="35" y="4"/>
                    <a:pt x="35" y="4"/>
                  </a:cubicBezTo>
                  <a:cubicBezTo>
                    <a:pt x="35" y="4"/>
                    <a:pt x="34" y="5"/>
                    <a:pt x="33" y="6"/>
                  </a:cubicBezTo>
                  <a:lnTo>
                    <a:pt x="33" y="7"/>
                  </a:lnTo>
                  <a:close/>
                  <a:moveTo>
                    <a:pt x="33" y="6"/>
                  </a:moveTo>
                  <a:cubicBezTo>
                    <a:pt x="33" y="7"/>
                    <a:pt x="33" y="7"/>
                    <a:pt x="33" y="7"/>
                  </a:cubicBezTo>
                  <a:cubicBezTo>
                    <a:pt x="32" y="8"/>
                    <a:pt x="31" y="8"/>
                    <a:pt x="30" y="8"/>
                  </a:cubicBezTo>
                  <a:cubicBezTo>
                    <a:pt x="30" y="8"/>
                    <a:pt x="30" y="8"/>
                    <a:pt x="30" y="8"/>
                  </a:cubicBezTo>
                  <a:cubicBezTo>
                    <a:pt x="31" y="7"/>
                    <a:pt x="32" y="7"/>
                    <a:pt x="33" y="6"/>
                  </a:cubicBezTo>
                  <a:close/>
                  <a:moveTo>
                    <a:pt x="33" y="9"/>
                  </a:moveTo>
                  <a:cubicBezTo>
                    <a:pt x="33" y="11"/>
                    <a:pt x="33" y="11"/>
                    <a:pt x="33" y="11"/>
                  </a:cubicBezTo>
                  <a:cubicBezTo>
                    <a:pt x="31" y="14"/>
                    <a:pt x="30" y="17"/>
                    <a:pt x="30" y="19"/>
                  </a:cubicBezTo>
                  <a:cubicBezTo>
                    <a:pt x="30" y="16"/>
                    <a:pt x="31" y="12"/>
                    <a:pt x="33" y="9"/>
                  </a:cubicBezTo>
                  <a:close/>
                  <a:moveTo>
                    <a:pt x="30" y="0"/>
                  </a:moveTo>
                  <a:cubicBezTo>
                    <a:pt x="30" y="0"/>
                    <a:pt x="30" y="0"/>
                    <a:pt x="30" y="0"/>
                  </a:cubicBezTo>
                  <a:cubicBezTo>
                    <a:pt x="30" y="0"/>
                    <a:pt x="30" y="0"/>
                    <a:pt x="30" y="0"/>
                  </a:cubicBezTo>
                  <a:cubicBezTo>
                    <a:pt x="30" y="0"/>
                    <a:pt x="30" y="0"/>
                    <a:pt x="30" y="0"/>
                  </a:cubicBezTo>
                  <a:cubicBezTo>
                    <a:pt x="30" y="0"/>
                    <a:pt x="30" y="0"/>
                    <a:pt x="30" y="0"/>
                  </a:cubicBezTo>
                  <a:close/>
                  <a:moveTo>
                    <a:pt x="4" y="17"/>
                  </a:moveTo>
                  <a:cubicBezTo>
                    <a:pt x="4" y="17"/>
                    <a:pt x="4" y="16"/>
                    <a:pt x="4" y="16"/>
                  </a:cubicBezTo>
                  <a:cubicBezTo>
                    <a:pt x="4" y="16"/>
                    <a:pt x="4" y="16"/>
                    <a:pt x="4" y="16"/>
                  </a:cubicBezTo>
                  <a:cubicBezTo>
                    <a:pt x="4" y="17"/>
                    <a:pt x="4" y="17"/>
                    <a:pt x="4" y="17"/>
                  </a:cubicBezTo>
                  <a:close/>
                  <a:moveTo>
                    <a:pt x="30" y="0"/>
                  </a:moveTo>
                  <a:cubicBezTo>
                    <a:pt x="30" y="0"/>
                    <a:pt x="30" y="0"/>
                    <a:pt x="30" y="0"/>
                  </a:cubicBezTo>
                  <a:cubicBezTo>
                    <a:pt x="25" y="5"/>
                    <a:pt x="15" y="9"/>
                    <a:pt x="7" y="0"/>
                  </a:cubicBezTo>
                  <a:cubicBezTo>
                    <a:pt x="16" y="7"/>
                    <a:pt x="26" y="3"/>
                    <a:pt x="30" y="0"/>
                  </a:cubicBezTo>
                  <a:close/>
                  <a:moveTo>
                    <a:pt x="30" y="8"/>
                  </a:moveTo>
                  <a:cubicBezTo>
                    <a:pt x="30" y="8"/>
                    <a:pt x="30" y="8"/>
                    <a:pt x="30" y="8"/>
                  </a:cubicBezTo>
                  <a:cubicBezTo>
                    <a:pt x="30" y="8"/>
                    <a:pt x="30" y="8"/>
                    <a:pt x="30" y="8"/>
                  </a:cubicBezTo>
                  <a:cubicBezTo>
                    <a:pt x="30" y="8"/>
                    <a:pt x="30" y="8"/>
                    <a:pt x="30" y="8"/>
                  </a:cubicBezTo>
                  <a:close/>
                  <a:moveTo>
                    <a:pt x="4" y="6"/>
                  </a:moveTo>
                  <a:cubicBezTo>
                    <a:pt x="4" y="4"/>
                    <a:pt x="4" y="4"/>
                    <a:pt x="4" y="4"/>
                  </a:cubicBezTo>
                  <a:cubicBezTo>
                    <a:pt x="5" y="5"/>
                    <a:pt x="6" y="6"/>
                    <a:pt x="6" y="7"/>
                  </a:cubicBezTo>
                  <a:cubicBezTo>
                    <a:pt x="5" y="7"/>
                    <a:pt x="4" y="6"/>
                    <a:pt x="4" y="6"/>
                  </a:cubicBezTo>
                  <a:close/>
                  <a:moveTo>
                    <a:pt x="4" y="16"/>
                  </a:moveTo>
                  <a:cubicBezTo>
                    <a:pt x="2" y="12"/>
                    <a:pt x="1" y="5"/>
                    <a:pt x="2" y="4"/>
                  </a:cubicBezTo>
                  <a:cubicBezTo>
                    <a:pt x="0" y="5"/>
                    <a:pt x="1" y="13"/>
                    <a:pt x="4" y="16"/>
                  </a:cubicBezTo>
                  <a:cubicBezTo>
                    <a:pt x="4" y="16"/>
                    <a:pt x="4" y="16"/>
                    <a:pt x="4" y="16"/>
                  </a:cubicBezTo>
                  <a:close/>
                  <a:moveTo>
                    <a:pt x="4" y="4"/>
                  </a:moveTo>
                  <a:cubicBezTo>
                    <a:pt x="4" y="6"/>
                    <a:pt x="4" y="6"/>
                    <a:pt x="4" y="6"/>
                  </a:cubicBezTo>
                  <a:cubicBezTo>
                    <a:pt x="3" y="5"/>
                    <a:pt x="3" y="4"/>
                    <a:pt x="3" y="3"/>
                  </a:cubicBezTo>
                  <a:cubicBezTo>
                    <a:pt x="3" y="4"/>
                    <a:pt x="3" y="4"/>
                    <a:pt x="4" y="4"/>
                  </a:cubicBezTo>
                  <a:close/>
                </a:path>
              </a:pathLst>
            </a:custGeom>
            <a:solidFill>
              <a:srgbClr val="E09A0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5" name="Freeform 48"/>
            <p:cNvSpPr/>
            <p:nvPr/>
          </p:nvSpPr>
          <p:spPr bwMode="auto">
            <a:xfrm>
              <a:off x="5888038" y="3470275"/>
              <a:ext cx="146050" cy="120650"/>
            </a:xfrm>
            <a:custGeom>
              <a:avLst/>
              <a:gdLst>
                <a:gd name="T0" fmla="*/ 3 w 35"/>
                <a:gd name="T1" fmla="*/ 2 h 29"/>
                <a:gd name="T2" fmla="*/ 5 w 35"/>
                <a:gd name="T3" fmla="*/ 15 h 29"/>
                <a:gd name="T4" fmla="*/ 10 w 35"/>
                <a:gd name="T5" fmla="*/ 15 h 29"/>
                <a:gd name="T6" fmla="*/ 25 w 35"/>
                <a:gd name="T7" fmla="*/ 15 h 29"/>
                <a:gd name="T8" fmla="*/ 30 w 35"/>
                <a:gd name="T9" fmla="*/ 15 h 29"/>
                <a:gd name="T10" fmla="*/ 32 w 35"/>
                <a:gd name="T11" fmla="*/ 2 h 29"/>
                <a:gd name="T12" fmla="*/ 34 w 35"/>
                <a:gd name="T13" fmla="*/ 2 h 29"/>
                <a:gd name="T14" fmla="*/ 34 w 35"/>
                <a:gd name="T15" fmla="*/ 6 h 29"/>
                <a:gd name="T16" fmla="*/ 32 w 35"/>
                <a:gd name="T17" fmla="*/ 18 h 29"/>
                <a:gd name="T18" fmla="*/ 3 w 35"/>
                <a:gd name="T19" fmla="*/ 18 h 29"/>
                <a:gd name="T20" fmla="*/ 1 w 35"/>
                <a:gd name="T21" fmla="*/ 6 h 29"/>
                <a:gd name="T22" fmla="*/ 1 w 35"/>
                <a:gd name="T23" fmla="*/ 2 h 29"/>
                <a:gd name="T24" fmla="*/ 3 w 35"/>
                <a:gd name="T25" fmla="*/ 2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29">
                  <a:moveTo>
                    <a:pt x="3" y="2"/>
                  </a:moveTo>
                  <a:cubicBezTo>
                    <a:pt x="2" y="5"/>
                    <a:pt x="3" y="12"/>
                    <a:pt x="5" y="15"/>
                  </a:cubicBezTo>
                  <a:cubicBezTo>
                    <a:pt x="8" y="17"/>
                    <a:pt x="10" y="17"/>
                    <a:pt x="10" y="15"/>
                  </a:cubicBezTo>
                  <a:cubicBezTo>
                    <a:pt x="11" y="10"/>
                    <a:pt x="24" y="10"/>
                    <a:pt x="25" y="15"/>
                  </a:cubicBezTo>
                  <a:cubicBezTo>
                    <a:pt x="25" y="17"/>
                    <a:pt x="27" y="17"/>
                    <a:pt x="30" y="15"/>
                  </a:cubicBezTo>
                  <a:cubicBezTo>
                    <a:pt x="32" y="12"/>
                    <a:pt x="33" y="5"/>
                    <a:pt x="32" y="2"/>
                  </a:cubicBezTo>
                  <a:cubicBezTo>
                    <a:pt x="32" y="0"/>
                    <a:pt x="34" y="0"/>
                    <a:pt x="34" y="2"/>
                  </a:cubicBezTo>
                  <a:cubicBezTo>
                    <a:pt x="33" y="3"/>
                    <a:pt x="34" y="5"/>
                    <a:pt x="34" y="6"/>
                  </a:cubicBezTo>
                  <a:cubicBezTo>
                    <a:pt x="35" y="9"/>
                    <a:pt x="35" y="13"/>
                    <a:pt x="32" y="18"/>
                  </a:cubicBezTo>
                  <a:cubicBezTo>
                    <a:pt x="26" y="29"/>
                    <a:pt x="9" y="29"/>
                    <a:pt x="3" y="18"/>
                  </a:cubicBezTo>
                  <a:cubicBezTo>
                    <a:pt x="0" y="13"/>
                    <a:pt x="0" y="9"/>
                    <a:pt x="1" y="6"/>
                  </a:cubicBezTo>
                  <a:cubicBezTo>
                    <a:pt x="1" y="5"/>
                    <a:pt x="2" y="3"/>
                    <a:pt x="1" y="2"/>
                  </a:cubicBezTo>
                  <a:cubicBezTo>
                    <a:pt x="1" y="0"/>
                    <a:pt x="3" y="0"/>
                    <a:pt x="3" y="2"/>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6" name="Freeform 49"/>
            <p:cNvSpPr/>
            <p:nvPr/>
          </p:nvSpPr>
          <p:spPr bwMode="auto">
            <a:xfrm>
              <a:off x="5934076" y="3521075"/>
              <a:ext cx="53975" cy="36513"/>
            </a:xfrm>
            <a:custGeom>
              <a:avLst/>
              <a:gdLst>
                <a:gd name="T0" fmla="*/ 7 w 13"/>
                <a:gd name="T1" fmla="*/ 0 h 9"/>
                <a:gd name="T2" fmla="*/ 13 w 13"/>
                <a:gd name="T3" fmla="*/ 5 h 9"/>
                <a:gd name="T4" fmla="*/ 10 w 13"/>
                <a:gd name="T5" fmla="*/ 9 h 9"/>
                <a:gd name="T6" fmla="*/ 7 w 13"/>
                <a:gd name="T7" fmla="*/ 6 h 9"/>
                <a:gd name="T8" fmla="*/ 3 w 13"/>
                <a:gd name="T9" fmla="*/ 9 h 9"/>
                <a:gd name="T10" fmla="*/ 0 w 13"/>
                <a:gd name="T11" fmla="*/ 5 h 9"/>
                <a:gd name="T12" fmla="*/ 7 w 13"/>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3" h="9">
                  <a:moveTo>
                    <a:pt x="7" y="0"/>
                  </a:moveTo>
                  <a:cubicBezTo>
                    <a:pt x="10" y="0"/>
                    <a:pt x="13" y="2"/>
                    <a:pt x="13" y="5"/>
                  </a:cubicBezTo>
                  <a:cubicBezTo>
                    <a:pt x="13" y="6"/>
                    <a:pt x="13" y="9"/>
                    <a:pt x="10" y="9"/>
                  </a:cubicBezTo>
                  <a:cubicBezTo>
                    <a:pt x="8" y="9"/>
                    <a:pt x="8" y="6"/>
                    <a:pt x="7" y="6"/>
                  </a:cubicBezTo>
                  <a:cubicBezTo>
                    <a:pt x="5" y="6"/>
                    <a:pt x="5" y="9"/>
                    <a:pt x="3" y="9"/>
                  </a:cubicBezTo>
                  <a:cubicBezTo>
                    <a:pt x="0" y="9"/>
                    <a:pt x="0" y="6"/>
                    <a:pt x="0" y="5"/>
                  </a:cubicBezTo>
                  <a:cubicBezTo>
                    <a:pt x="0" y="2"/>
                    <a:pt x="3" y="0"/>
                    <a:pt x="7"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7" name="Freeform 50"/>
            <p:cNvSpPr>
              <a:spLocks noEditPoints="1"/>
            </p:cNvSpPr>
            <p:nvPr/>
          </p:nvSpPr>
          <p:spPr bwMode="auto">
            <a:xfrm>
              <a:off x="5905501" y="3467100"/>
              <a:ext cx="112713" cy="36513"/>
            </a:xfrm>
            <a:custGeom>
              <a:avLst/>
              <a:gdLst>
                <a:gd name="T0" fmla="*/ 20 w 27"/>
                <a:gd name="T1" fmla="*/ 9 h 9"/>
                <a:gd name="T2" fmla="*/ 21 w 27"/>
                <a:gd name="T3" fmla="*/ 9 h 9"/>
                <a:gd name="T4" fmla="*/ 26 w 27"/>
                <a:gd name="T5" fmla="*/ 5 h 9"/>
                <a:gd name="T6" fmla="*/ 27 w 27"/>
                <a:gd name="T7" fmla="*/ 2 h 9"/>
                <a:gd name="T8" fmla="*/ 27 w 27"/>
                <a:gd name="T9" fmla="*/ 1 h 9"/>
                <a:gd name="T10" fmla="*/ 26 w 27"/>
                <a:gd name="T11" fmla="*/ 0 h 9"/>
                <a:gd name="T12" fmla="*/ 20 w 27"/>
                <a:gd name="T13" fmla="*/ 0 h 9"/>
                <a:gd name="T14" fmla="*/ 20 w 27"/>
                <a:gd name="T15" fmla="*/ 1 h 9"/>
                <a:gd name="T16" fmla="*/ 25 w 27"/>
                <a:gd name="T17" fmla="*/ 1 h 9"/>
                <a:gd name="T18" fmla="*/ 25 w 27"/>
                <a:gd name="T19" fmla="*/ 7 h 9"/>
                <a:gd name="T20" fmla="*/ 20 w 27"/>
                <a:gd name="T21" fmla="*/ 9 h 9"/>
                <a:gd name="T22" fmla="*/ 13 w 27"/>
                <a:gd name="T23" fmla="*/ 1 h 9"/>
                <a:gd name="T24" fmla="*/ 7 w 27"/>
                <a:gd name="T25" fmla="*/ 0 h 9"/>
                <a:gd name="T26" fmla="*/ 6 w 27"/>
                <a:gd name="T27" fmla="*/ 0 h 9"/>
                <a:gd name="T28" fmla="*/ 6 w 27"/>
                <a:gd name="T29" fmla="*/ 1 h 9"/>
                <a:gd name="T30" fmla="*/ 11 w 27"/>
                <a:gd name="T31" fmla="*/ 2 h 9"/>
                <a:gd name="T32" fmla="*/ 9 w 27"/>
                <a:gd name="T33" fmla="*/ 8 h 9"/>
                <a:gd name="T34" fmla="*/ 6 w 27"/>
                <a:gd name="T35" fmla="*/ 9 h 9"/>
                <a:gd name="T36" fmla="*/ 6 w 27"/>
                <a:gd name="T37" fmla="*/ 9 h 9"/>
                <a:gd name="T38" fmla="*/ 11 w 27"/>
                <a:gd name="T39" fmla="*/ 6 h 9"/>
                <a:gd name="T40" fmla="*/ 13 w 27"/>
                <a:gd name="T41" fmla="*/ 3 h 9"/>
                <a:gd name="T42" fmla="*/ 16 w 27"/>
                <a:gd name="T43" fmla="*/ 6 h 9"/>
                <a:gd name="T44" fmla="*/ 20 w 27"/>
                <a:gd name="T45" fmla="*/ 9 h 9"/>
                <a:gd name="T46" fmla="*/ 20 w 27"/>
                <a:gd name="T47" fmla="*/ 9 h 9"/>
                <a:gd name="T48" fmla="*/ 18 w 27"/>
                <a:gd name="T49" fmla="*/ 8 h 9"/>
                <a:gd name="T50" fmla="*/ 16 w 27"/>
                <a:gd name="T51" fmla="*/ 2 h 9"/>
                <a:gd name="T52" fmla="*/ 20 w 27"/>
                <a:gd name="T53" fmla="*/ 1 h 9"/>
                <a:gd name="T54" fmla="*/ 20 w 27"/>
                <a:gd name="T55" fmla="*/ 0 h 9"/>
                <a:gd name="T56" fmla="*/ 20 w 27"/>
                <a:gd name="T57" fmla="*/ 0 h 9"/>
                <a:gd name="T58" fmla="*/ 13 w 27"/>
                <a:gd name="T59" fmla="*/ 1 h 9"/>
                <a:gd name="T60" fmla="*/ 6 w 27"/>
                <a:gd name="T61" fmla="*/ 0 h 9"/>
                <a:gd name="T62" fmla="*/ 1 w 27"/>
                <a:gd name="T63" fmla="*/ 0 h 9"/>
                <a:gd name="T64" fmla="*/ 0 w 27"/>
                <a:gd name="T65" fmla="*/ 1 h 9"/>
                <a:gd name="T66" fmla="*/ 0 w 27"/>
                <a:gd name="T67" fmla="*/ 2 h 9"/>
                <a:gd name="T68" fmla="*/ 1 w 27"/>
                <a:gd name="T69" fmla="*/ 5 h 9"/>
                <a:gd name="T70" fmla="*/ 6 w 27"/>
                <a:gd name="T71" fmla="*/ 9 h 9"/>
                <a:gd name="T72" fmla="*/ 6 w 27"/>
                <a:gd name="T73" fmla="*/ 9 h 9"/>
                <a:gd name="T74" fmla="*/ 6 w 27"/>
                <a:gd name="T75" fmla="*/ 9 h 9"/>
                <a:gd name="T76" fmla="*/ 2 w 27"/>
                <a:gd name="T77" fmla="*/ 7 h 9"/>
                <a:gd name="T78" fmla="*/ 2 w 27"/>
                <a:gd name="T79" fmla="*/ 1 h 9"/>
                <a:gd name="T80" fmla="*/ 6 w 27"/>
                <a:gd name="T81" fmla="*/ 1 h 9"/>
                <a:gd name="T82" fmla="*/ 6 w 27"/>
                <a:gd name="T83"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 h="9">
                  <a:moveTo>
                    <a:pt x="20" y="9"/>
                  </a:moveTo>
                  <a:cubicBezTo>
                    <a:pt x="21" y="9"/>
                    <a:pt x="21" y="9"/>
                    <a:pt x="21" y="9"/>
                  </a:cubicBezTo>
                  <a:cubicBezTo>
                    <a:pt x="25" y="9"/>
                    <a:pt x="25" y="7"/>
                    <a:pt x="26" y="5"/>
                  </a:cubicBezTo>
                  <a:cubicBezTo>
                    <a:pt x="26" y="3"/>
                    <a:pt x="26" y="3"/>
                    <a:pt x="27" y="2"/>
                  </a:cubicBezTo>
                  <a:cubicBezTo>
                    <a:pt x="27" y="2"/>
                    <a:pt x="27" y="2"/>
                    <a:pt x="27" y="1"/>
                  </a:cubicBezTo>
                  <a:cubicBezTo>
                    <a:pt x="27" y="1"/>
                    <a:pt x="27" y="1"/>
                    <a:pt x="26" y="0"/>
                  </a:cubicBezTo>
                  <a:cubicBezTo>
                    <a:pt x="26" y="0"/>
                    <a:pt x="23" y="0"/>
                    <a:pt x="20" y="0"/>
                  </a:cubicBezTo>
                  <a:cubicBezTo>
                    <a:pt x="20" y="1"/>
                    <a:pt x="20" y="1"/>
                    <a:pt x="20" y="1"/>
                  </a:cubicBezTo>
                  <a:cubicBezTo>
                    <a:pt x="22" y="1"/>
                    <a:pt x="24" y="1"/>
                    <a:pt x="25" y="1"/>
                  </a:cubicBezTo>
                  <a:cubicBezTo>
                    <a:pt x="26" y="2"/>
                    <a:pt x="26" y="5"/>
                    <a:pt x="25" y="7"/>
                  </a:cubicBezTo>
                  <a:cubicBezTo>
                    <a:pt x="24" y="8"/>
                    <a:pt x="22" y="9"/>
                    <a:pt x="20" y="9"/>
                  </a:cubicBezTo>
                  <a:close/>
                  <a:moveTo>
                    <a:pt x="13" y="1"/>
                  </a:moveTo>
                  <a:cubicBezTo>
                    <a:pt x="13" y="1"/>
                    <a:pt x="9" y="0"/>
                    <a:pt x="7" y="0"/>
                  </a:cubicBezTo>
                  <a:cubicBezTo>
                    <a:pt x="7" y="0"/>
                    <a:pt x="7" y="0"/>
                    <a:pt x="6" y="0"/>
                  </a:cubicBezTo>
                  <a:cubicBezTo>
                    <a:pt x="6" y="1"/>
                    <a:pt x="6" y="1"/>
                    <a:pt x="6" y="1"/>
                  </a:cubicBezTo>
                  <a:cubicBezTo>
                    <a:pt x="8" y="1"/>
                    <a:pt x="10" y="1"/>
                    <a:pt x="11" y="2"/>
                  </a:cubicBezTo>
                  <a:cubicBezTo>
                    <a:pt x="12" y="4"/>
                    <a:pt x="10" y="7"/>
                    <a:pt x="9" y="8"/>
                  </a:cubicBezTo>
                  <a:cubicBezTo>
                    <a:pt x="8" y="9"/>
                    <a:pt x="7" y="9"/>
                    <a:pt x="6" y="9"/>
                  </a:cubicBezTo>
                  <a:cubicBezTo>
                    <a:pt x="6" y="9"/>
                    <a:pt x="6" y="9"/>
                    <a:pt x="6" y="9"/>
                  </a:cubicBezTo>
                  <a:cubicBezTo>
                    <a:pt x="10" y="9"/>
                    <a:pt x="11" y="7"/>
                    <a:pt x="11" y="6"/>
                  </a:cubicBezTo>
                  <a:cubicBezTo>
                    <a:pt x="12" y="5"/>
                    <a:pt x="12" y="3"/>
                    <a:pt x="13" y="3"/>
                  </a:cubicBezTo>
                  <a:cubicBezTo>
                    <a:pt x="15" y="3"/>
                    <a:pt x="15" y="5"/>
                    <a:pt x="16" y="6"/>
                  </a:cubicBezTo>
                  <a:cubicBezTo>
                    <a:pt x="16" y="7"/>
                    <a:pt x="17" y="9"/>
                    <a:pt x="20" y="9"/>
                  </a:cubicBezTo>
                  <a:cubicBezTo>
                    <a:pt x="20" y="9"/>
                    <a:pt x="20" y="9"/>
                    <a:pt x="20" y="9"/>
                  </a:cubicBezTo>
                  <a:cubicBezTo>
                    <a:pt x="20" y="9"/>
                    <a:pt x="19" y="9"/>
                    <a:pt x="18" y="8"/>
                  </a:cubicBezTo>
                  <a:cubicBezTo>
                    <a:pt x="17" y="7"/>
                    <a:pt x="15" y="4"/>
                    <a:pt x="16" y="2"/>
                  </a:cubicBezTo>
                  <a:cubicBezTo>
                    <a:pt x="17" y="1"/>
                    <a:pt x="19" y="1"/>
                    <a:pt x="20" y="1"/>
                  </a:cubicBezTo>
                  <a:cubicBezTo>
                    <a:pt x="20" y="0"/>
                    <a:pt x="20" y="0"/>
                    <a:pt x="20" y="0"/>
                  </a:cubicBezTo>
                  <a:cubicBezTo>
                    <a:pt x="20" y="0"/>
                    <a:pt x="20" y="0"/>
                    <a:pt x="20" y="0"/>
                  </a:cubicBezTo>
                  <a:cubicBezTo>
                    <a:pt x="18" y="0"/>
                    <a:pt x="15" y="1"/>
                    <a:pt x="13" y="1"/>
                  </a:cubicBezTo>
                  <a:close/>
                  <a:moveTo>
                    <a:pt x="6" y="0"/>
                  </a:moveTo>
                  <a:cubicBezTo>
                    <a:pt x="4" y="0"/>
                    <a:pt x="1" y="0"/>
                    <a:pt x="1" y="0"/>
                  </a:cubicBezTo>
                  <a:cubicBezTo>
                    <a:pt x="0" y="1"/>
                    <a:pt x="0" y="1"/>
                    <a:pt x="0" y="1"/>
                  </a:cubicBezTo>
                  <a:cubicBezTo>
                    <a:pt x="0" y="2"/>
                    <a:pt x="0" y="2"/>
                    <a:pt x="0" y="2"/>
                  </a:cubicBezTo>
                  <a:cubicBezTo>
                    <a:pt x="1" y="3"/>
                    <a:pt x="1" y="3"/>
                    <a:pt x="1" y="5"/>
                  </a:cubicBezTo>
                  <a:cubicBezTo>
                    <a:pt x="2" y="7"/>
                    <a:pt x="2" y="9"/>
                    <a:pt x="6" y="9"/>
                  </a:cubicBezTo>
                  <a:cubicBezTo>
                    <a:pt x="6" y="9"/>
                    <a:pt x="6" y="9"/>
                    <a:pt x="6" y="9"/>
                  </a:cubicBezTo>
                  <a:cubicBezTo>
                    <a:pt x="6" y="9"/>
                    <a:pt x="6" y="9"/>
                    <a:pt x="6" y="9"/>
                  </a:cubicBezTo>
                  <a:cubicBezTo>
                    <a:pt x="5" y="9"/>
                    <a:pt x="3" y="8"/>
                    <a:pt x="2" y="7"/>
                  </a:cubicBezTo>
                  <a:cubicBezTo>
                    <a:pt x="1" y="5"/>
                    <a:pt x="1" y="2"/>
                    <a:pt x="2" y="1"/>
                  </a:cubicBezTo>
                  <a:cubicBezTo>
                    <a:pt x="3" y="1"/>
                    <a:pt x="5" y="1"/>
                    <a:pt x="6" y="1"/>
                  </a:cubicBezTo>
                  <a:lnTo>
                    <a:pt x="6" y="0"/>
                  </a:lnTo>
                  <a:close/>
                </a:path>
              </a:pathLst>
            </a:custGeom>
            <a:solidFill>
              <a:srgbClr val="238DB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48" name="Group 572"/>
          <p:cNvGrpSpPr/>
          <p:nvPr/>
        </p:nvGrpSpPr>
        <p:grpSpPr>
          <a:xfrm>
            <a:off x="7521129" y="2804530"/>
            <a:ext cx="765759" cy="769495"/>
            <a:chOff x="5849938" y="1965325"/>
            <a:chExt cx="650875" cy="654050"/>
          </a:xfrm>
        </p:grpSpPr>
        <p:sp>
          <p:nvSpPr>
            <p:cNvPr id="49" name="Oval 51"/>
            <p:cNvSpPr>
              <a:spLocks noChangeArrowheads="1"/>
            </p:cNvSpPr>
            <p:nvPr/>
          </p:nvSpPr>
          <p:spPr bwMode="auto">
            <a:xfrm>
              <a:off x="5849938" y="1965325"/>
              <a:ext cx="650875" cy="6540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0" name="Oval 52"/>
            <p:cNvSpPr>
              <a:spLocks noChangeArrowheads="1"/>
            </p:cNvSpPr>
            <p:nvPr/>
          </p:nvSpPr>
          <p:spPr bwMode="auto">
            <a:xfrm>
              <a:off x="5888038" y="2001838"/>
              <a:ext cx="576263" cy="576263"/>
            </a:xfrm>
            <a:prstGeom prst="ellipse">
              <a:avLst/>
            </a:prstGeom>
            <a:solidFill>
              <a:schemeClr val="tx2">
                <a:lumMod val="60000"/>
                <a:lumOff val="40000"/>
              </a:schemeClr>
            </a:solidFill>
            <a:ln>
              <a:noFill/>
            </a:ln>
          </p:spPr>
          <p:txBody>
            <a:bodyPr vert="horz" wrap="square" lIns="121920" tIns="60960" rIns="121920" bIns="60960" numCol="1" anchor="t" anchorCtr="0" compatLnSpc="1"/>
            <a:lstStyle/>
            <a:p>
              <a:endParaRPr lang="en-US" sz="2400" dirty="0"/>
            </a:p>
          </p:txBody>
        </p:sp>
        <p:sp>
          <p:nvSpPr>
            <p:cNvPr id="51" name="Freeform 53"/>
            <p:cNvSpPr/>
            <p:nvPr/>
          </p:nvSpPr>
          <p:spPr bwMode="auto">
            <a:xfrm>
              <a:off x="6013451" y="2381250"/>
              <a:ext cx="330200" cy="196850"/>
            </a:xfrm>
            <a:custGeom>
              <a:avLst/>
              <a:gdLst>
                <a:gd name="T0" fmla="*/ 13 w 79"/>
                <a:gd name="T1" fmla="*/ 10 h 47"/>
                <a:gd name="T2" fmla="*/ 0 w 79"/>
                <a:gd name="T3" fmla="*/ 35 h 47"/>
                <a:gd name="T4" fmla="*/ 39 w 79"/>
                <a:gd name="T5" fmla="*/ 47 h 47"/>
                <a:gd name="T6" fmla="*/ 79 w 79"/>
                <a:gd name="T7" fmla="*/ 35 h 47"/>
                <a:gd name="T8" fmla="*/ 65 w 79"/>
                <a:gd name="T9" fmla="*/ 10 h 47"/>
                <a:gd name="T10" fmla="*/ 39 w 79"/>
                <a:gd name="T11" fmla="*/ 1 h 47"/>
                <a:gd name="T12" fmla="*/ 13 w 79"/>
                <a:gd name="T13" fmla="*/ 10 h 47"/>
              </a:gdLst>
              <a:ahLst/>
              <a:cxnLst>
                <a:cxn ang="0">
                  <a:pos x="T0" y="T1"/>
                </a:cxn>
                <a:cxn ang="0">
                  <a:pos x="T2" y="T3"/>
                </a:cxn>
                <a:cxn ang="0">
                  <a:pos x="T4" y="T5"/>
                </a:cxn>
                <a:cxn ang="0">
                  <a:pos x="T6" y="T7"/>
                </a:cxn>
                <a:cxn ang="0">
                  <a:pos x="T8" y="T9"/>
                </a:cxn>
                <a:cxn ang="0">
                  <a:pos x="T10" y="T11"/>
                </a:cxn>
                <a:cxn ang="0">
                  <a:pos x="T12" y="T13"/>
                </a:cxn>
              </a:cxnLst>
              <a:rect l="0" t="0" r="r" b="b"/>
              <a:pathLst>
                <a:path w="79" h="47">
                  <a:moveTo>
                    <a:pt x="13" y="10"/>
                  </a:moveTo>
                  <a:cubicBezTo>
                    <a:pt x="7" y="14"/>
                    <a:pt x="4" y="24"/>
                    <a:pt x="0" y="35"/>
                  </a:cubicBezTo>
                  <a:cubicBezTo>
                    <a:pt x="11" y="43"/>
                    <a:pt x="25" y="47"/>
                    <a:pt x="39" y="47"/>
                  </a:cubicBezTo>
                  <a:cubicBezTo>
                    <a:pt x="54" y="47"/>
                    <a:pt x="67" y="43"/>
                    <a:pt x="79" y="35"/>
                  </a:cubicBezTo>
                  <a:cubicBezTo>
                    <a:pt x="75" y="24"/>
                    <a:pt x="72" y="14"/>
                    <a:pt x="65" y="10"/>
                  </a:cubicBezTo>
                  <a:cubicBezTo>
                    <a:pt x="53" y="2"/>
                    <a:pt x="46" y="1"/>
                    <a:pt x="39" y="1"/>
                  </a:cubicBezTo>
                  <a:cubicBezTo>
                    <a:pt x="32" y="0"/>
                    <a:pt x="25" y="2"/>
                    <a:pt x="13" y="1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2" name="Freeform 54"/>
            <p:cNvSpPr/>
            <p:nvPr/>
          </p:nvSpPr>
          <p:spPr bwMode="auto">
            <a:xfrm>
              <a:off x="6134101" y="2265363"/>
              <a:ext cx="84138" cy="161925"/>
            </a:xfrm>
            <a:custGeom>
              <a:avLst/>
              <a:gdLst>
                <a:gd name="T0" fmla="*/ 0 w 20"/>
                <a:gd name="T1" fmla="*/ 0 h 39"/>
                <a:gd name="T2" fmla="*/ 20 w 20"/>
                <a:gd name="T3" fmla="*/ 0 h 39"/>
                <a:gd name="T4" fmla="*/ 20 w 20"/>
                <a:gd name="T5" fmla="*/ 29 h 39"/>
                <a:gd name="T6" fmla="*/ 0 w 20"/>
                <a:gd name="T7" fmla="*/ 29 h 39"/>
                <a:gd name="T8" fmla="*/ 0 w 20"/>
                <a:gd name="T9" fmla="*/ 0 h 39"/>
              </a:gdLst>
              <a:ahLst/>
              <a:cxnLst>
                <a:cxn ang="0">
                  <a:pos x="T0" y="T1"/>
                </a:cxn>
                <a:cxn ang="0">
                  <a:pos x="T2" y="T3"/>
                </a:cxn>
                <a:cxn ang="0">
                  <a:pos x="T4" y="T5"/>
                </a:cxn>
                <a:cxn ang="0">
                  <a:pos x="T6" y="T7"/>
                </a:cxn>
                <a:cxn ang="0">
                  <a:pos x="T8" y="T9"/>
                </a:cxn>
              </a:cxnLst>
              <a:rect l="0" t="0" r="r" b="b"/>
              <a:pathLst>
                <a:path w="20" h="39">
                  <a:moveTo>
                    <a:pt x="0" y="0"/>
                  </a:moveTo>
                  <a:cubicBezTo>
                    <a:pt x="20" y="0"/>
                    <a:pt x="20" y="0"/>
                    <a:pt x="20" y="0"/>
                  </a:cubicBezTo>
                  <a:cubicBezTo>
                    <a:pt x="20" y="29"/>
                    <a:pt x="20" y="29"/>
                    <a:pt x="20" y="29"/>
                  </a:cubicBezTo>
                  <a:cubicBezTo>
                    <a:pt x="20" y="38"/>
                    <a:pt x="0" y="39"/>
                    <a:pt x="0" y="29"/>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3" name="Freeform 55"/>
            <p:cNvSpPr/>
            <p:nvPr/>
          </p:nvSpPr>
          <p:spPr bwMode="auto">
            <a:xfrm>
              <a:off x="6134101" y="2335213"/>
              <a:ext cx="84138" cy="55563"/>
            </a:xfrm>
            <a:custGeom>
              <a:avLst/>
              <a:gdLst>
                <a:gd name="T0" fmla="*/ 53 w 53"/>
                <a:gd name="T1" fmla="*/ 8 h 35"/>
                <a:gd name="T2" fmla="*/ 53 w 53"/>
                <a:gd name="T3" fmla="*/ 0 h 35"/>
                <a:gd name="T4" fmla="*/ 0 w 53"/>
                <a:gd name="T5" fmla="*/ 0 h 35"/>
                <a:gd name="T6" fmla="*/ 0 w 53"/>
                <a:gd name="T7" fmla="*/ 35 h 35"/>
                <a:gd name="T8" fmla="*/ 53 w 53"/>
                <a:gd name="T9" fmla="*/ 8 h 35"/>
              </a:gdLst>
              <a:ahLst/>
              <a:cxnLst>
                <a:cxn ang="0">
                  <a:pos x="T0" y="T1"/>
                </a:cxn>
                <a:cxn ang="0">
                  <a:pos x="T2" y="T3"/>
                </a:cxn>
                <a:cxn ang="0">
                  <a:pos x="T4" y="T5"/>
                </a:cxn>
                <a:cxn ang="0">
                  <a:pos x="T6" y="T7"/>
                </a:cxn>
                <a:cxn ang="0">
                  <a:pos x="T8" y="T9"/>
                </a:cxn>
              </a:cxnLst>
              <a:rect l="0" t="0" r="r" b="b"/>
              <a:pathLst>
                <a:path w="53" h="35">
                  <a:moveTo>
                    <a:pt x="53" y="8"/>
                  </a:moveTo>
                  <a:lnTo>
                    <a:pt x="53" y="0"/>
                  </a:lnTo>
                  <a:lnTo>
                    <a:pt x="0" y="0"/>
                  </a:lnTo>
                  <a:lnTo>
                    <a:pt x="0" y="35"/>
                  </a:lnTo>
                  <a:lnTo>
                    <a:pt x="53" y="8"/>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4" name="Freeform 56"/>
            <p:cNvSpPr/>
            <p:nvPr/>
          </p:nvSpPr>
          <p:spPr bwMode="auto">
            <a:xfrm>
              <a:off x="6005513" y="2127250"/>
              <a:ext cx="341313" cy="225425"/>
            </a:xfrm>
            <a:custGeom>
              <a:avLst/>
              <a:gdLst>
                <a:gd name="T0" fmla="*/ 41 w 82"/>
                <a:gd name="T1" fmla="*/ 0 h 54"/>
                <a:gd name="T2" fmla="*/ 41 w 82"/>
                <a:gd name="T3" fmla="*/ 54 h 54"/>
                <a:gd name="T4" fmla="*/ 41 w 82"/>
                <a:gd name="T5" fmla="*/ 0 h 54"/>
              </a:gdLst>
              <a:ahLst/>
              <a:cxnLst>
                <a:cxn ang="0">
                  <a:pos x="T0" y="T1"/>
                </a:cxn>
                <a:cxn ang="0">
                  <a:pos x="T2" y="T3"/>
                </a:cxn>
                <a:cxn ang="0">
                  <a:pos x="T4" y="T5"/>
                </a:cxn>
              </a:cxnLst>
              <a:rect l="0" t="0" r="r" b="b"/>
              <a:pathLst>
                <a:path w="82" h="54">
                  <a:moveTo>
                    <a:pt x="41" y="0"/>
                  </a:moveTo>
                  <a:cubicBezTo>
                    <a:pt x="82" y="0"/>
                    <a:pt x="66" y="54"/>
                    <a:pt x="41" y="54"/>
                  </a:cubicBezTo>
                  <a:cubicBezTo>
                    <a:pt x="17" y="54"/>
                    <a:pt x="0" y="0"/>
                    <a:pt x="41"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5" name="Freeform 57"/>
            <p:cNvSpPr/>
            <p:nvPr/>
          </p:nvSpPr>
          <p:spPr bwMode="auto">
            <a:xfrm>
              <a:off x="6054726" y="2085975"/>
              <a:ext cx="246063" cy="182563"/>
            </a:xfrm>
            <a:custGeom>
              <a:avLst/>
              <a:gdLst>
                <a:gd name="T0" fmla="*/ 41 w 59"/>
                <a:gd name="T1" fmla="*/ 15 h 44"/>
                <a:gd name="T2" fmla="*/ 52 w 59"/>
                <a:gd name="T3" fmla="*/ 33 h 44"/>
                <a:gd name="T4" fmla="*/ 56 w 59"/>
                <a:gd name="T5" fmla="*/ 34 h 44"/>
                <a:gd name="T6" fmla="*/ 30 w 59"/>
                <a:gd name="T7" fmla="*/ 0 h 44"/>
                <a:gd name="T8" fmla="*/ 3 w 59"/>
                <a:gd name="T9" fmla="*/ 33 h 44"/>
                <a:gd name="T10" fmla="*/ 8 w 59"/>
                <a:gd name="T11" fmla="*/ 33 h 44"/>
                <a:gd name="T12" fmla="*/ 41 w 59"/>
                <a:gd name="T13" fmla="*/ 15 h 44"/>
              </a:gdLst>
              <a:ahLst/>
              <a:cxnLst>
                <a:cxn ang="0">
                  <a:pos x="T0" y="T1"/>
                </a:cxn>
                <a:cxn ang="0">
                  <a:pos x="T2" y="T3"/>
                </a:cxn>
                <a:cxn ang="0">
                  <a:pos x="T4" y="T5"/>
                </a:cxn>
                <a:cxn ang="0">
                  <a:pos x="T6" y="T7"/>
                </a:cxn>
                <a:cxn ang="0">
                  <a:pos x="T8" y="T9"/>
                </a:cxn>
                <a:cxn ang="0">
                  <a:pos x="T10" y="T11"/>
                </a:cxn>
                <a:cxn ang="0">
                  <a:pos x="T12" y="T13"/>
                </a:cxn>
              </a:cxnLst>
              <a:rect l="0" t="0" r="r" b="b"/>
              <a:pathLst>
                <a:path w="59" h="44">
                  <a:moveTo>
                    <a:pt x="41" y="15"/>
                  </a:moveTo>
                  <a:cubicBezTo>
                    <a:pt x="47" y="18"/>
                    <a:pt x="50" y="27"/>
                    <a:pt x="52" y="33"/>
                  </a:cubicBezTo>
                  <a:cubicBezTo>
                    <a:pt x="54" y="41"/>
                    <a:pt x="53" y="40"/>
                    <a:pt x="56" y="34"/>
                  </a:cubicBezTo>
                  <a:cubicBezTo>
                    <a:pt x="59" y="27"/>
                    <a:pt x="51" y="0"/>
                    <a:pt x="30" y="0"/>
                  </a:cubicBezTo>
                  <a:cubicBezTo>
                    <a:pt x="8" y="0"/>
                    <a:pt x="0" y="21"/>
                    <a:pt x="3" y="33"/>
                  </a:cubicBezTo>
                  <a:cubicBezTo>
                    <a:pt x="6" y="44"/>
                    <a:pt x="6" y="41"/>
                    <a:pt x="8" y="33"/>
                  </a:cubicBezTo>
                  <a:cubicBezTo>
                    <a:pt x="12" y="10"/>
                    <a:pt x="29" y="20"/>
                    <a:pt x="41" y="15"/>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6" name="Freeform 58"/>
            <p:cNvSpPr/>
            <p:nvPr/>
          </p:nvSpPr>
          <p:spPr bwMode="auto">
            <a:xfrm>
              <a:off x="6267451" y="2201863"/>
              <a:ext cx="30163" cy="58738"/>
            </a:xfrm>
            <a:custGeom>
              <a:avLst/>
              <a:gdLst>
                <a:gd name="T0" fmla="*/ 5 w 7"/>
                <a:gd name="T1" fmla="*/ 1 h 14"/>
                <a:gd name="T2" fmla="*/ 6 w 7"/>
                <a:gd name="T3" fmla="*/ 8 h 14"/>
                <a:gd name="T4" fmla="*/ 2 w 7"/>
                <a:gd name="T5" fmla="*/ 13 h 14"/>
                <a:gd name="T6" fmla="*/ 1 w 7"/>
                <a:gd name="T7" fmla="*/ 6 h 14"/>
                <a:gd name="T8" fmla="*/ 5 w 7"/>
                <a:gd name="T9" fmla="*/ 1 h 14"/>
              </a:gdLst>
              <a:ahLst/>
              <a:cxnLst>
                <a:cxn ang="0">
                  <a:pos x="T0" y="T1"/>
                </a:cxn>
                <a:cxn ang="0">
                  <a:pos x="T2" y="T3"/>
                </a:cxn>
                <a:cxn ang="0">
                  <a:pos x="T4" y="T5"/>
                </a:cxn>
                <a:cxn ang="0">
                  <a:pos x="T6" y="T7"/>
                </a:cxn>
                <a:cxn ang="0">
                  <a:pos x="T8" y="T9"/>
                </a:cxn>
              </a:cxnLst>
              <a:rect l="0" t="0" r="r" b="b"/>
              <a:pathLst>
                <a:path w="7" h="14">
                  <a:moveTo>
                    <a:pt x="5" y="1"/>
                  </a:moveTo>
                  <a:cubicBezTo>
                    <a:pt x="6" y="1"/>
                    <a:pt x="7" y="4"/>
                    <a:pt x="6" y="8"/>
                  </a:cubicBezTo>
                  <a:cubicBezTo>
                    <a:pt x="5" y="11"/>
                    <a:pt x="3" y="14"/>
                    <a:pt x="2" y="13"/>
                  </a:cubicBezTo>
                  <a:cubicBezTo>
                    <a:pt x="0" y="13"/>
                    <a:pt x="0" y="10"/>
                    <a:pt x="1" y="6"/>
                  </a:cubicBezTo>
                  <a:cubicBezTo>
                    <a:pt x="1" y="3"/>
                    <a:pt x="3" y="0"/>
                    <a:pt x="5" y="1"/>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7" name="Freeform 59"/>
            <p:cNvSpPr/>
            <p:nvPr/>
          </p:nvSpPr>
          <p:spPr bwMode="auto">
            <a:xfrm>
              <a:off x="6059488" y="2201863"/>
              <a:ext cx="28575" cy="58738"/>
            </a:xfrm>
            <a:custGeom>
              <a:avLst/>
              <a:gdLst>
                <a:gd name="T0" fmla="*/ 2 w 7"/>
                <a:gd name="T1" fmla="*/ 1 h 14"/>
                <a:gd name="T2" fmla="*/ 0 w 7"/>
                <a:gd name="T3" fmla="*/ 8 h 14"/>
                <a:gd name="T4" fmla="*/ 4 w 7"/>
                <a:gd name="T5" fmla="*/ 13 h 14"/>
                <a:gd name="T6" fmla="*/ 6 w 7"/>
                <a:gd name="T7" fmla="*/ 6 h 14"/>
                <a:gd name="T8" fmla="*/ 2 w 7"/>
                <a:gd name="T9" fmla="*/ 1 h 14"/>
              </a:gdLst>
              <a:ahLst/>
              <a:cxnLst>
                <a:cxn ang="0">
                  <a:pos x="T0" y="T1"/>
                </a:cxn>
                <a:cxn ang="0">
                  <a:pos x="T2" y="T3"/>
                </a:cxn>
                <a:cxn ang="0">
                  <a:pos x="T4" y="T5"/>
                </a:cxn>
                <a:cxn ang="0">
                  <a:pos x="T6" y="T7"/>
                </a:cxn>
                <a:cxn ang="0">
                  <a:pos x="T8" y="T9"/>
                </a:cxn>
              </a:cxnLst>
              <a:rect l="0" t="0" r="r" b="b"/>
              <a:pathLst>
                <a:path w="7" h="14">
                  <a:moveTo>
                    <a:pt x="2" y="1"/>
                  </a:moveTo>
                  <a:cubicBezTo>
                    <a:pt x="0" y="1"/>
                    <a:pt x="0" y="4"/>
                    <a:pt x="0" y="8"/>
                  </a:cubicBezTo>
                  <a:cubicBezTo>
                    <a:pt x="1" y="11"/>
                    <a:pt x="3" y="14"/>
                    <a:pt x="4" y="13"/>
                  </a:cubicBezTo>
                  <a:cubicBezTo>
                    <a:pt x="6" y="13"/>
                    <a:pt x="7" y="10"/>
                    <a:pt x="6" y="6"/>
                  </a:cubicBezTo>
                  <a:cubicBezTo>
                    <a:pt x="5" y="3"/>
                    <a:pt x="3" y="0"/>
                    <a:pt x="2" y="1"/>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8" name="Freeform 60"/>
            <p:cNvSpPr/>
            <p:nvPr/>
          </p:nvSpPr>
          <p:spPr bwMode="auto">
            <a:xfrm>
              <a:off x="6138863" y="2386013"/>
              <a:ext cx="74613" cy="192088"/>
            </a:xfrm>
            <a:custGeom>
              <a:avLst/>
              <a:gdLst>
                <a:gd name="T0" fmla="*/ 7 w 18"/>
                <a:gd name="T1" fmla="*/ 17 h 46"/>
                <a:gd name="T2" fmla="*/ 5 w 18"/>
                <a:gd name="T3" fmla="*/ 46 h 46"/>
                <a:gd name="T4" fmla="*/ 9 w 18"/>
                <a:gd name="T5" fmla="*/ 46 h 46"/>
                <a:gd name="T6" fmla="*/ 13 w 18"/>
                <a:gd name="T7" fmla="*/ 46 h 46"/>
                <a:gd name="T8" fmla="*/ 11 w 18"/>
                <a:gd name="T9" fmla="*/ 17 h 46"/>
                <a:gd name="T10" fmla="*/ 18 w 18"/>
                <a:gd name="T11" fmla="*/ 0 h 46"/>
                <a:gd name="T12" fmla="*/ 0 w 18"/>
                <a:gd name="T13" fmla="*/ 0 h 46"/>
                <a:gd name="T14" fmla="*/ 7 w 18"/>
                <a:gd name="T15" fmla="*/ 17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46">
                  <a:moveTo>
                    <a:pt x="7" y="17"/>
                  </a:moveTo>
                  <a:cubicBezTo>
                    <a:pt x="5" y="46"/>
                    <a:pt x="5" y="46"/>
                    <a:pt x="5" y="46"/>
                  </a:cubicBezTo>
                  <a:cubicBezTo>
                    <a:pt x="6" y="46"/>
                    <a:pt x="8" y="46"/>
                    <a:pt x="9" y="46"/>
                  </a:cubicBezTo>
                  <a:cubicBezTo>
                    <a:pt x="11" y="46"/>
                    <a:pt x="12" y="46"/>
                    <a:pt x="13" y="46"/>
                  </a:cubicBezTo>
                  <a:cubicBezTo>
                    <a:pt x="11" y="17"/>
                    <a:pt x="11" y="17"/>
                    <a:pt x="11" y="17"/>
                  </a:cubicBezTo>
                  <a:cubicBezTo>
                    <a:pt x="18" y="0"/>
                    <a:pt x="18" y="0"/>
                    <a:pt x="18" y="0"/>
                  </a:cubicBezTo>
                  <a:cubicBezTo>
                    <a:pt x="12" y="0"/>
                    <a:pt x="7" y="0"/>
                    <a:pt x="0" y="0"/>
                  </a:cubicBezTo>
                  <a:lnTo>
                    <a:pt x="7" y="17"/>
                  </a:ln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59" name="Freeform 61"/>
            <p:cNvSpPr/>
            <p:nvPr/>
          </p:nvSpPr>
          <p:spPr bwMode="auto">
            <a:xfrm>
              <a:off x="6100763" y="2360613"/>
              <a:ext cx="74613" cy="92075"/>
            </a:xfrm>
            <a:custGeom>
              <a:avLst/>
              <a:gdLst>
                <a:gd name="T0" fmla="*/ 21 w 47"/>
                <a:gd name="T1" fmla="*/ 0 h 58"/>
                <a:gd name="T2" fmla="*/ 5 w 47"/>
                <a:gd name="T3" fmla="*/ 21 h 58"/>
                <a:gd name="T4" fmla="*/ 0 w 47"/>
                <a:gd name="T5" fmla="*/ 58 h 58"/>
                <a:gd name="T6" fmla="*/ 47 w 47"/>
                <a:gd name="T7" fmla="*/ 16 h 58"/>
                <a:gd name="T8" fmla="*/ 21 w 47"/>
                <a:gd name="T9" fmla="*/ 0 h 58"/>
              </a:gdLst>
              <a:ahLst/>
              <a:cxnLst>
                <a:cxn ang="0">
                  <a:pos x="T0" y="T1"/>
                </a:cxn>
                <a:cxn ang="0">
                  <a:pos x="T2" y="T3"/>
                </a:cxn>
                <a:cxn ang="0">
                  <a:pos x="T4" y="T5"/>
                </a:cxn>
                <a:cxn ang="0">
                  <a:pos x="T6" y="T7"/>
                </a:cxn>
                <a:cxn ang="0">
                  <a:pos x="T8" y="T9"/>
                </a:cxn>
              </a:cxnLst>
              <a:rect l="0" t="0" r="r" b="b"/>
              <a:pathLst>
                <a:path w="47" h="58">
                  <a:moveTo>
                    <a:pt x="21" y="0"/>
                  </a:moveTo>
                  <a:lnTo>
                    <a:pt x="5" y="21"/>
                  </a:lnTo>
                  <a:lnTo>
                    <a:pt x="0" y="58"/>
                  </a:lnTo>
                  <a:lnTo>
                    <a:pt x="47" y="16"/>
                  </a:lnTo>
                  <a:lnTo>
                    <a:pt x="21"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0" name="Freeform 62"/>
            <p:cNvSpPr/>
            <p:nvPr/>
          </p:nvSpPr>
          <p:spPr bwMode="auto">
            <a:xfrm>
              <a:off x="6175376" y="2360613"/>
              <a:ext cx="76200" cy="92075"/>
            </a:xfrm>
            <a:custGeom>
              <a:avLst/>
              <a:gdLst>
                <a:gd name="T0" fmla="*/ 27 w 48"/>
                <a:gd name="T1" fmla="*/ 0 h 58"/>
                <a:gd name="T2" fmla="*/ 42 w 48"/>
                <a:gd name="T3" fmla="*/ 21 h 58"/>
                <a:gd name="T4" fmla="*/ 48 w 48"/>
                <a:gd name="T5" fmla="*/ 58 h 58"/>
                <a:gd name="T6" fmla="*/ 0 w 48"/>
                <a:gd name="T7" fmla="*/ 16 h 58"/>
                <a:gd name="T8" fmla="*/ 27 w 48"/>
                <a:gd name="T9" fmla="*/ 0 h 58"/>
              </a:gdLst>
              <a:ahLst/>
              <a:cxnLst>
                <a:cxn ang="0">
                  <a:pos x="T0" y="T1"/>
                </a:cxn>
                <a:cxn ang="0">
                  <a:pos x="T2" y="T3"/>
                </a:cxn>
                <a:cxn ang="0">
                  <a:pos x="T4" y="T5"/>
                </a:cxn>
                <a:cxn ang="0">
                  <a:pos x="T6" y="T7"/>
                </a:cxn>
                <a:cxn ang="0">
                  <a:pos x="T8" y="T9"/>
                </a:cxn>
              </a:cxnLst>
              <a:rect l="0" t="0" r="r" b="b"/>
              <a:pathLst>
                <a:path w="48" h="58">
                  <a:moveTo>
                    <a:pt x="27" y="0"/>
                  </a:moveTo>
                  <a:lnTo>
                    <a:pt x="42" y="21"/>
                  </a:lnTo>
                  <a:lnTo>
                    <a:pt x="48" y="58"/>
                  </a:lnTo>
                  <a:lnTo>
                    <a:pt x="0" y="16"/>
                  </a:lnTo>
                  <a:lnTo>
                    <a:pt x="27"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1" name="Freeform 63"/>
            <p:cNvSpPr/>
            <p:nvPr/>
          </p:nvSpPr>
          <p:spPr bwMode="auto">
            <a:xfrm>
              <a:off x="6105526" y="2360613"/>
              <a:ext cx="69850" cy="79375"/>
            </a:xfrm>
            <a:custGeom>
              <a:avLst/>
              <a:gdLst>
                <a:gd name="T0" fmla="*/ 18 w 44"/>
                <a:gd name="T1" fmla="*/ 0 h 50"/>
                <a:gd name="T2" fmla="*/ 2 w 44"/>
                <a:gd name="T3" fmla="*/ 21 h 50"/>
                <a:gd name="T4" fmla="*/ 0 w 44"/>
                <a:gd name="T5" fmla="*/ 50 h 50"/>
                <a:gd name="T6" fmla="*/ 44 w 44"/>
                <a:gd name="T7" fmla="*/ 16 h 50"/>
                <a:gd name="T8" fmla="*/ 18 w 44"/>
                <a:gd name="T9" fmla="*/ 0 h 50"/>
              </a:gdLst>
              <a:ahLst/>
              <a:cxnLst>
                <a:cxn ang="0">
                  <a:pos x="T0" y="T1"/>
                </a:cxn>
                <a:cxn ang="0">
                  <a:pos x="T2" y="T3"/>
                </a:cxn>
                <a:cxn ang="0">
                  <a:pos x="T4" y="T5"/>
                </a:cxn>
                <a:cxn ang="0">
                  <a:pos x="T6" y="T7"/>
                </a:cxn>
                <a:cxn ang="0">
                  <a:pos x="T8" y="T9"/>
                </a:cxn>
              </a:cxnLst>
              <a:rect l="0" t="0" r="r" b="b"/>
              <a:pathLst>
                <a:path w="44" h="50">
                  <a:moveTo>
                    <a:pt x="18" y="0"/>
                  </a:moveTo>
                  <a:lnTo>
                    <a:pt x="2" y="21"/>
                  </a:lnTo>
                  <a:lnTo>
                    <a:pt x="0" y="50"/>
                  </a:lnTo>
                  <a:lnTo>
                    <a:pt x="44" y="16"/>
                  </a:lnTo>
                  <a:lnTo>
                    <a:pt x="1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2" name="Freeform 64"/>
            <p:cNvSpPr/>
            <p:nvPr/>
          </p:nvSpPr>
          <p:spPr bwMode="auto">
            <a:xfrm>
              <a:off x="6175376" y="2360613"/>
              <a:ext cx="71438" cy="79375"/>
            </a:xfrm>
            <a:custGeom>
              <a:avLst/>
              <a:gdLst>
                <a:gd name="T0" fmla="*/ 27 w 45"/>
                <a:gd name="T1" fmla="*/ 0 h 50"/>
                <a:gd name="T2" fmla="*/ 42 w 45"/>
                <a:gd name="T3" fmla="*/ 21 h 50"/>
                <a:gd name="T4" fmla="*/ 45 w 45"/>
                <a:gd name="T5" fmla="*/ 50 h 50"/>
                <a:gd name="T6" fmla="*/ 0 w 45"/>
                <a:gd name="T7" fmla="*/ 16 h 50"/>
                <a:gd name="T8" fmla="*/ 27 w 45"/>
                <a:gd name="T9" fmla="*/ 0 h 50"/>
              </a:gdLst>
              <a:ahLst/>
              <a:cxnLst>
                <a:cxn ang="0">
                  <a:pos x="T0" y="T1"/>
                </a:cxn>
                <a:cxn ang="0">
                  <a:pos x="T2" y="T3"/>
                </a:cxn>
                <a:cxn ang="0">
                  <a:pos x="T4" y="T5"/>
                </a:cxn>
                <a:cxn ang="0">
                  <a:pos x="T6" y="T7"/>
                </a:cxn>
                <a:cxn ang="0">
                  <a:pos x="T8" y="T9"/>
                </a:cxn>
              </a:cxnLst>
              <a:rect l="0" t="0" r="r" b="b"/>
              <a:pathLst>
                <a:path w="45" h="50">
                  <a:moveTo>
                    <a:pt x="27" y="0"/>
                  </a:moveTo>
                  <a:lnTo>
                    <a:pt x="42" y="21"/>
                  </a:lnTo>
                  <a:lnTo>
                    <a:pt x="45" y="50"/>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63" name="Group 567"/>
          <p:cNvGrpSpPr/>
          <p:nvPr/>
        </p:nvGrpSpPr>
        <p:grpSpPr>
          <a:xfrm>
            <a:off x="4915680" y="1447644"/>
            <a:ext cx="560311" cy="554709"/>
            <a:chOff x="3468688" y="971550"/>
            <a:chExt cx="476250" cy="471488"/>
          </a:xfrm>
        </p:grpSpPr>
        <p:sp>
          <p:nvSpPr>
            <p:cNvPr id="64" name="Oval 65"/>
            <p:cNvSpPr>
              <a:spLocks noChangeArrowheads="1"/>
            </p:cNvSpPr>
            <p:nvPr/>
          </p:nvSpPr>
          <p:spPr bwMode="auto">
            <a:xfrm>
              <a:off x="3468688" y="971550"/>
              <a:ext cx="476250" cy="471488"/>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5" name="Oval 66"/>
            <p:cNvSpPr>
              <a:spLocks noChangeArrowheads="1"/>
            </p:cNvSpPr>
            <p:nvPr/>
          </p:nvSpPr>
          <p:spPr bwMode="auto">
            <a:xfrm>
              <a:off x="3497263" y="996950"/>
              <a:ext cx="417513" cy="417513"/>
            </a:xfrm>
            <a:prstGeom prst="ellipse">
              <a:avLst/>
            </a:prstGeom>
            <a:solidFill>
              <a:srgbClr val="DAB971"/>
            </a:solidFill>
            <a:ln>
              <a:noFill/>
            </a:ln>
          </p:spPr>
          <p:txBody>
            <a:bodyPr vert="horz" wrap="square" lIns="121920" tIns="60960" rIns="121920" bIns="60960" numCol="1" anchor="t" anchorCtr="0" compatLnSpc="1"/>
            <a:lstStyle/>
            <a:p>
              <a:endParaRPr lang="en-US" sz="2400"/>
            </a:p>
          </p:txBody>
        </p:sp>
        <p:sp>
          <p:nvSpPr>
            <p:cNvPr id="66" name="Freeform 67"/>
            <p:cNvSpPr/>
            <p:nvPr/>
          </p:nvSpPr>
          <p:spPr bwMode="auto">
            <a:xfrm>
              <a:off x="3619501" y="1009650"/>
              <a:ext cx="182563" cy="200025"/>
            </a:xfrm>
            <a:custGeom>
              <a:avLst/>
              <a:gdLst>
                <a:gd name="T0" fmla="*/ 21 w 44"/>
                <a:gd name="T1" fmla="*/ 43 h 48"/>
                <a:gd name="T2" fmla="*/ 2 w 44"/>
                <a:gd name="T3" fmla="*/ 36 h 48"/>
                <a:gd name="T4" fmla="*/ 7 w 44"/>
                <a:gd name="T5" fmla="*/ 10 h 48"/>
                <a:gd name="T6" fmla="*/ 8 w 44"/>
                <a:gd name="T7" fmla="*/ 16 h 48"/>
                <a:gd name="T8" fmla="*/ 15 w 44"/>
                <a:gd name="T9" fmla="*/ 4 h 48"/>
                <a:gd name="T10" fmla="*/ 14 w 44"/>
                <a:gd name="T11" fmla="*/ 13 h 48"/>
                <a:gd name="T12" fmla="*/ 23 w 44"/>
                <a:gd name="T13" fmla="*/ 0 h 48"/>
                <a:gd name="T14" fmla="*/ 29 w 44"/>
                <a:gd name="T15" fmla="*/ 13 h 48"/>
                <a:gd name="T16" fmla="*/ 26 w 44"/>
                <a:gd name="T17" fmla="*/ 4 h 48"/>
                <a:gd name="T18" fmla="*/ 36 w 44"/>
                <a:gd name="T19" fmla="*/ 16 h 48"/>
                <a:gd name="T20" fmla="*/ 35 w 44"/>
                <a:gd name="T21" fmla="*/ 9 h 48"/>
                <a:gd name="T22" fmla="*/ 40 w 44"/>
                <a:gd name="T23" fmla="*/ 36 h 48"/>
                <a:gd name="T24" fmla="*/ 21 w 44"/>
                <a:gd name="T25" fmla="*/ 4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48">
                  <a:moveTo>
                    <a:pt x="21" y="43"/>
                  </a:moveTo>
                  <a:cubicBezTo>
                    <a:pt x="19" y="48"/>
                    <a:pt x="2" y="37"/>
                    <a:pt x="2" y="36"/>
                  </a:cubicBezTo>
                  <a:cubicBezTo>
                    <a:pt x="0" y="31"/>
                    <a:pt x="1" y="16"/>
                    <a:pt x="7" y="10"/>
                  </a:cubicBezTo>
                  <a:cubicBezTo>
                    <a:pt x="7" y="12"/>
                    <a:pt x="6" y="15"/>
                    <a:pt x="8" y="16"/>
                  </a:cubicBezTo>
                  <a:cubicBezTo>
                    <a:pt x="8" y="12"/>
                    <a:pt x="9" y="6"/>
                    <a:pt x="15" y="4"/>
                  </a:cubicBezTo>
                  <a:cubicBezTo>
                    <a:pt x="13" y="6"/>
                    <a:pt x="12" y="9"/>
                    <a:pt x="14" y="13"/>
                  </a:cubicBezTo>
                  <a:cubicBezTo>
                    <a:pt x="19" y="10"/>
                    <a:pt x="16" y="1"/>
                    <a:pt x="23" y="0"/>
                  </a:cubicBezTo>
                  <a:cubicBezTo>
                    <a:pt x="19" y="8"/>
                    <a:pt x="25" y="13"/>
                    <a:pt x="29" y="13"/>
                  </a:cubicBezTo>
                  <a:cubicBezTo>
                    <a:pt x="31" y="9"/>
                    <a:pt x="28" y="6"/>
                    <a:pt x="26" y="4"/>
                  </a:cubicBezTo>
                  <a:cubicBezTo>
                    <a:pt x="30" y="3"/>
                    <a:pt x="36" y="12"/>
                    <a:pt x="36" y="16"/>
                  </a:cubicBezTo>
                  <a:cubicBezTo>
                    <a:pt x="38" y="14"/>
                    <a:pt x="37" y="12"/>
                    <a:pt x="35" y="9"/>
                  </a:cubicBezTo>
                  <a:cubicBezTo>
                    <a:pt x="44" y="15"/>
                    <a:pt x="41" y="30"/>
                    <a:pt x="40" y="36"/>
                  </a:cubicBezTo>
                  <a:cubicBezTo>
                    <a:pt x="40" y="37"/>
                    <a:pt x="23" y="48"/>
                    <a:pt x="21" y="4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7" name="Freeform 68"/>
            <p:cNvSpPr/>
            <p:nvPr/>
          </p:nvSpPr>
          <p:spPr bwMode="auto">
            <a:xfrm>
              <a:off x="3586163" y="1271588"/>
              <a:ext cx="241300" cy="142875"/>
            </a:xfrm>
            <a:custGeom>
              <a:avLst/>
              <a:gdLst>
                <a:gd name="T0" fmla="*/ 10 w 58"/>
                <a:gd name="T1" fmla="*/ 7 h 34"/>
                <a:gd name="T2" fmla="*/ 0 w 58"/>
                <a:gd name="T3" fmla="*/ 25 h 34"/>
                <a:gd name="T4" fmla="*/ 29 w 58"/>
                <a:gd name="T5" fmla="*/ 34 h 34"/>
                <a:gd name="T6" fmla="*/ 58 w 58"/>
                <a:gd name="T7" fmla="*/ 25 h 34"/>
                <a:gd name="T8" fmla="*/ 48 w 58"/>
                <a:gd name="T9" fmla="*/ 7 h 34"/>
                <a:gd name="T10" fmla="*/ 29 w 58"/>
                <a:gd name="T11" fmla="*/ 0 h 34"/>
                <a:gd name="T12" fmla="*/ 10 w 58"/>
                <a:gd name="T13" fmla="*/ 7 h 34"/>
              </a:gdLst>
              <a:ahLst/>
              <a:cxnLst>
                <a:cxn ang="0">
                  <a:pos x="T0" y="T1"/>
                </a:cxn>
                <a:cxn ang="0">
                  <a:pos x="T2" y="T3"/>
                </a:cxn>
                <a:cxn ang="0">
                  <a:pos x="T4" y="T5"/>
                </a:cxn>
                <a:cxn ang="0">
                  <a:pos x="T6" y="T7"/>
                </a:cxn>
                <a:cxn ang="0">
                  <a:pos x="T8" y="T9"/>
                </a:cxn>
                <a:cxn ang="0">
                  <a:pos x="T10" y="T11"/>
                </a:cxn>
                <a:cxn ang="0">
                  <a:pos x="T12" y="T13"/>
                </a:cxn>
              </a:cxnLst>
              <a:rect l="0" t="0" r="r" b="b"/>
              <a:pathLst>
                <a:path w="58" h="34">
                  <a:moveTo>
                    <a:pt x="10" y="7"/>
                  </a:moveTo>
                  <a:cubicBezTo>
                    <a:pt x="5" y="10"/>
                    <a:pt x="3" y="17"/>
                    <a:pt x="0" y="25"/>
                  </a:cubicBezTo>
                  <a:cubicBezTo>
                    <a:pt x="9" y="31"/>
                    <a:pt x="18" y="34"/>
                    <a:pt x="29" y="34"/>
                  </a:cubicBezTo>
                  <a:cubicBezTo>
                    <a:pt x="40" y="34"/>
                    <a:pt x="49" y="31"/>
                    <a:pt x="58" y="25"/>
                  </a:cubicBezTo>
                  <a:cubicBezTo>
                    <a:pt x="55" y="17"/>
                    <a:pt x="53" y="10"/>
                    <a:pt x="48" y="7"/>
                  </a:cubicBezTo>
                  <a:cubicBezTo>
                    <a:pt x="39" y="2"/>
                    <a:pt x="34" y="1"/>
                    <a:pt x="29" y="0"/>
                  </a:cubicBezTo>
                  <a:cubicBezTo>
                    <a:pt x="24" y="0"/>
                    <a:pt x="19" y="2"/>
                    <a:pt x="10" y="7"/>
                  </a:cubicBezTo>
                  <a:close/>
                </a:path>
              </a:pathLst>
            </a:custGeom>
            <a:solidFill>
              <a:srgbClr val="CAE5F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8" name="Freeform 69"/>
            <p:cNvSpPr/>
            <p:nvPr/>
          </p:nvSpPr>
          <p:spPr bwMode="auto">
            <a:xfrm>
              <a:off x="3676651" y="1196975"/>
              <a:ext cx="58738" cy="196850"/>
            </a:xfrm>
            <a:custGeom>
              <a:avLst/>
              <a:gdLst>
                <a:gd name="T0" fmla="*/ 0 w 14"/>
                <a:gd name="T1" fmla="*/ 0 h 47"/>
                <a:gd name="T2" fmla="*/ 14 w 14"/>
                <a:gd name="T3" fmla="*/ 0 h 47"/>
                <a:gd name="T4" fmla="*/ 14 w 14"/>
                <a:gd name="T5" fmla="*/ 20 h 47"/>
                <a:gd name="T6" fmla="*/ 7 w 14"/>
                <a:gd name="T7" fmla="*/ 47 h 47"/>
                <a:gd name="T8" fmla="*/ 0 w 14"/>
                <a:gd name="T9" fmla="*/ 20 h 47"/>
                <a:gd name="T10" fmla="*/ 0 w 14"/>
                <a:gd name="T11" fmla="*/ 0 h 47"/>
              </a:gdLst>
              <a:ahLst/>
              <a:cxnLst>
                <a:cxn ang="0">
                  <a:pos x="T0" y="T1"/>
                </a:cxn>
                <a:cxn ang="0">
                  <a:pos x="T2" y="T3"/>
                </a:cxn>
                <a:cxn ang="0">
                  <a:pos x="T4" y="T5"/>
                </a:cxn>
                <a:cxn ang="0">
                  <a:pos x="T6" y="T7"/>
                </a:cxn>
                <a:cxn ang="0">
                  <a:pos x="T8" y="T9"/>
                </a:cxn>
                <a:cxn ang="0">
                  <a:pos x="T10" y="T11"/>
                </a:cxn>
              </a:cxnLst>
              <a:rect l="0" t="0" r="r" b="b"/>
              <a:pathLst>
                <a:path w="14" h="47">
                  <a:moveTo>
                    <a:pt x="0" y="0"/>
                  </a:moveTo>
                  <a:cubicBezTo>
                    <a:pt x="14" y="0"/>
                    <a:pt x="14" y="0"/>
                    <a:pt x="14" y="0"/>
                  </a:cubicBezTo>
                  <a:cubicBezTo>
                    <a:pt x="14" y="20"/>
                    <a:pt x="14" y="20"/>
                    <a:pt x="14" y="20"/>
                  </a:cubicBezTo>
                  <a:cubicBezTo>
                    <a:pt x="14" y="24"/>
                    <a:pt x="9" y="36"/>
                    <a:pt x="7" y="47"/>
                  </a:cubicBezTo>
                  <a:cubicBezTo>
                    <a:pt x="6" y="40"/>
                    <a:pt x="0" y="24"/>
                    <a:pt x="0" y="20"/>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69" name="Freeform 70"/>
            <p:cNvSpPr/>
            <p:nvPr/>
          </p:nvSpPr>
          <p:spPr bwMode="auto">
            <a:xfrm>
              <a:off x="3689351" y="1330325"/>
              <a:ext cx="33338" cy="63500"/>
            </a:xfrm>
            <a:custGeom>
              <a:avLst/>
              <a:gdLst>
                <a:gd name="T0" fmla="*/ 8 w 8"/>
                <a:gd name="T1" fmla="*/ 0 h 15"/>
                <a:gd name="T2" fmla="*/ 4 w 8"/>
                <a:gd name="T3" fmla="*/ 15 h 15"/>
                <a:gd name="T4" fmla="*/ 0 w 8"/>
                <a:gd name="T5" fmla="*/ 0 h 15"/>
                <a:gd name="T6" fmla="*/ 4 w 8"/>
                <a:gd name="T7" fmla="*/ 1 h 15"/>
                <a:gd name="T8" fmla="*/ 8 w 8"/>
                <a:gd name="T9" fmla="*/ 0 h 15"/>
              </a:gdLst>
              <a:ahLst/>
              <a:cxnLst>
                <a:cxn ang="0">
                  <a:pos x="T0" y="T1"/>
                </a:cxn>
                <a:cxn ang="0">
                  <a:pos x="T2" y="T3"/>
                </a:cxn>
                <a:cxn ang="0">
                  <a:pos x="T4" y="T5"/>
                </a:cxn>
                <a:cxn ang="0">
                  <a:pos x="T6" y="T7"/>
                </a:cxn>
                <a:cxn ang="0">
                  <a:pos x="T8" y="T9"/>
                </a:cxn>
              </a:cxnLst>
              <a:rect l="0" t="0" r="r" b="b"/>
              <a:pathLst>
                <a:path w="8" h="15">
                  <a:moveTo>
                    <a:pt x="8" y="0"/>
                  </a:moveTo>
                  <a:cubicBezTo>
                    <a:pt x="6" y="5"/>
                    <a:pt x="5" y="10"/>
                    <a:pt x="4" y="15"/>
                  </a:cubicBezTo>
                  <a:cubicBezTo>
                    <a:pt x="3" y="12"/>
                    <a:pt x="2" y="6"/>
                    <a:pt x="0" y="0"/>
                  </a:cubicBezTo>
                  <a:cubicBezTo>
                    <a:pt x="1" y="1"/>
                    <a:pt x="3" y="1"/>
                    <a:pt x="4" y="1"/>
                  </a:cubicBezTo>
                  <a:cubicBezTo>
                    <a:pt x="5" y="1"/>
                    <a:pt x="6" y="1"/>
                    <a:pt x="8" y="0"/>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0" name="Freeform 71"/>
            <p:cNvSpPr/>
            <p:nvPr/>
          </p:nvSpPr>
          <p:spPr bwMode="auto">
            <a:xfrm>
              <a:off x="3676651" y="1238250"/>
              <a:ext cx="58738" cy="42863"/>
            </a:xfrm>
            <a:custGeom>
              <a:avLst/>
              <a:gdLst>
                <a:gd name="T0" fmla="*/ 37 w 37"/>
                <a:gd name="T1" fmla="*/ 8 h 27"/>
                <a:gd name="T2" fmla="*/ 37 w 37"/>
                <a:gd name="T3" fmla="*/ 0 h 27"/>
                <a:gd name="T4" fmla="*/ 0 w 37"/>
                <a:gd name="T5" fmla="*/ 0 h 27"/>
                <a:gd name="T6" fmla="*/ 0 w 37"/>
                <a:gd name="T7" fmla="*/ 27 h 27"/>
                <a:gd name="T8" fmla="*/ 37 w 37"/>
                <a:gd name="T9" fmla="*/ 8 h 27"/>
              </a:gdLst>
              <a:ahLst/>
              <a:cxnLst>
                <a:cxn ang="0">
                  <a:pos x="T0" y="T1"/>
                </a:cxn>
                <a:cxn ang="0">
                  <a:pos x="T2" y="T3"/>
                </a:cxn>
                <a:cxn ang="0">
                  <a:pos x="T4" y="T5"/>
                </a:cxn>
                <a:cxn ang="0">
                  <a:pos x="T6" y="T7"/>
                </a:cxn>
                <a:cxn ang="0">
                  <a:pos x="T8" y="T9"/>
                </a:cxn>
              </a:cxnLst>
              <a:rect l="0" t="0" r="r" b="b"/>
              <a:pathLst>
                <a:path w="37" h="27">
                  <a:moveTo>
                    <a:pt x="37" y="8"/>
                  </a:moveTo>
                  <a:lnTo>
                    <a:pt x="37" y="0"/>
                  </a:lnTo>
                  <a:lnTo>
                    <a:pt x="0" y="0"/>
                  </a:lnTo>
                  <a:lnTo>
                    <a:pt x="0" y="27"/>
                  </a:lnTo>
                  <a:lnTo>
                    <a:pt x="37" y="8"/>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1" name="Freeform 72"/>
            <p:cNvSpPr/>
            <p:nvPr/>
          </p:nvSpPr>
          <p:spPr bwMode="auto">
            <a:xfrm>
              <a:off x="3581401" y="1089025"/>
              <a:ext cx="250825" cy="161925"/>
            </a:xfrm>
            <a:custGeom>
              <a:avLst/>
              <a:gdLst>
                <a:gd name="T0" fmla="*/ 30 w 60"/>
                <a:gd name="T1" fmla="*/ 0 h 39"/>
                <a:gd name="T2" fmla="*/ 30 w 60"/>
                <a:gd name="T3" fmla="*/ 39 h 39"/>
                <a:gd name="T4" fmla="*/ 30 w 60"/>
                <a:gd name="T5" fmla="*/ 0 h 39"/>
              </a:gdLst>
              <a:ahLst/>
              <a:cxnLst>
                <a:cxn ang="0">
                  <a:pos x="T0" y="T1"/>
                </a:cxn>
                <a:cxn ang="0">
                  <a:pos x="T2" y="T3"/>
                </a:cxn>
                <a:cxn ang="0">
                  <a:pos x="T4" y="T5"/>
                </a:cxn>
              </a:cxnLst>
              <a:rect l="0" t="0" r="r" b="b"/>
              <a:pathLst>
                <a:path w="60" h="39">
                  <a:moveTo>
                    <a:pt x="30" y="0"/>
                  </a:moveTo>
                  <a:cubicBezTo>
                    <a:pt x="60" y="0"/>
                    <a:pt x="48" y="39"/>
                    <a:pt x="30" y="39"/>
                  </a:cubicBezTo>
                  <a:cubicBezTo>
                    <a:pt x="12" y="39"/>
                    <a:pt x="0" y="0"/>
                    <a:pt x="30"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2" name="Freeform 73"/>
            <p:cNvSpPr/>
            <p:nvPr/>
          </p:nvSpPr>
          <p:spPr bwMode="auto">
            <a:xfrm>
              <a:off x="3619501" y="1055688"/>
              <a:ext cx="174625" cy="136525"/>
            </a:xfrm>
            <a:custGeom>
              <a:avLst/>
              <a:gdLst>
                <a:gd name="T0" fmla="*/ 21 w 42"/>
                <a:gd name="T1" fmla="*/ 12 h 33"/>
                <a:gd name="T2" fmla="*/ 37 w 42"/>
                <a:gd name="T3" fmla="*/ 24 h 33"/>
                <a:gd name="T4" fmla="*/ 40 w 42"/>
                <a:gd name="T5" fmla="*/ 25 h 33"/>
                <a:gd name="T6" fmla="*/ 21 w 42"/>
                <a:gd name="T7" fmla="*/ 0 h 33"/>
                <a:gd name="T8" fmla="*/ 2 w 42"/>
                <a:gd name="T9" fmla="*/ 24 h 33"/>
                <a:gd name="T10" fmla="*/ 5 w 42"/>
                <a:gd name="T11" fmla="*/ 24 h 33"/>
                <a:gd name="T12" fmla="*/ 21 w 42"/>
                <a:gd name="T13" fmla="*/ 12 h 33"/>
              </a:gdLst>
              <a:ahLst/>
              <a:cxnLst>
                <a:cxn ang="0">
                  <a:pos x="T0" y="T1"/>
                </a:cxn>
                <a:cxn ang="0">
                  <a:pos x="T2" y="T3"/>
                </a:cxn>
                <a:cxn ang="0">
                  <a:pos x="T4" y="T5"/>
                </a:cxn>
                <a:cxn ang="0">
                  <a:pos x="T6" y="T7"/>
                </a:cxn>
                <a:cxn ang="0">
                  <a:pos x="T8" y="T9"/>
                </a:cxn>
                <a:cxn ang="0">
                  <a:pos x="T10" y="T11"/>
                </a:cxn>
                <a:cxn ang="0">
                  <a:pos x="T12" y="T13"/>
                </a:cxn>
              </a:cxnLst>
              <a:rect l="0" t="0" r="r" b="b"/>
              <a:pathLst>
                <a:path w="42" h="33">
                  <a:moveTo>
                    <a:pt x="21" y="12"/>
                  </a:moveTo>
                  <a:cubicBezTo>
                    <a:pt x="31" y="12"/>
                    <a:pt x="36" y="18"/>
                    <a:pt x="37" y="24"/>
                  </a:cubicBezTo>
                  <a:cubicBezTo>
                    <a:pt x="39" y="30"/>
                    <a:pt x="38" y="30"/>
                    <a:pt x="40" y="25"/>
                  </a:cubicBezTo>
                  <a:cubicBezTo>
                    <a:pt x="42" y="20"/>
                    <a:pt x="37" y="0"/>
                    <a:pt x="21" y="0"/>
                  </a:cubicBezTo>
                  <a:cubicBezTo>
                    <a:pt x="6" y="0"/>
                    <a:pt x="0" y="16"/>
                    <a:pt x="2" y="24"/>
                  </a:cubicBezTo>
                  <a:cubicBezTo>
                    <a:pt x="4" y="33"/>
                    <a:pt x="4" y="31"/>
                    <a:pt x="5" y="24"/>
                  </a:cubicBezTo>
                  <a:cubicBezTo>
                    <a:pt x="7" y="18"/>
                    <a:pt x="10" y="13"/>
                    <a:pt x="21" y="12"/>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3" name="Freeform 74"/>
            <p:cNvSpPr/>
            <p:nvPr/>
          </p:nvSpPr>
          <p:spPr bwMode="auto">
            <a:xfrm>
              <a:off x="3622676" y="1055688"/>
              <a:ext cx="166688" cy="136525"/>
            </a:xfrm>
            <a:custGeom>
              <a:avLst/>
              <a:gdLst>
                <a:gd name="T0" fmla="*/ 20 w 40"/>
                <a:gd name="T1" fmla="*/ 12 h 33"/>
                <a:gd name="T2" fmla="*/ 6 w 40"/>
                <a:gd name="T3" fmla="*/ 30 h 33"/>
                <a:gd name="T4" fmla="*/ 4 w 40"/>
                <a:gd name="T5" fmla="*/ 30 h 33"/>
                <a:gd name="T6" fmla="*/ 0 w 40"/>
                <a:gd name="T7" fmla="*/ 24 h 33"/>
                <a:gd name="T8" fmla="*/ 9 w 40"/>
                <a:gd name="T9" fmla="*/ 7 h 33"/>
                <a:gd name="T10" fmla="*/ 10 w 40"/>
                <a:gd name="T11" fmla="*/ 12 h 33"/>
                <a:gd name="T12" fmla="*/ 15 w 40"/>
                <a:gd name="T13" fmla="*/ 3 h 33"/>
                <a:gd name="T14" fmla="*/ 14 w 40"/>
                <a:gd name="T15" fmla="*/ 10 h 33"/>
                <a:gd name="T16" fmla="*/ 22 w 40"/>
                <a:gd name="T17" fmla="*/ 0 h 33"/>
                <a:gd name="T18" fmla="*/ 27 w 40"/>
                <a:gd name="T19" fmla="*/ 10 h 33"/>
                <a:gd name="T20" fmla="*/ 24 w 40"/>
                <a:gd name="T21" fmla="*/ 3 h 33"/>
                <a:gd name="T22" fmla="*/ 32 w 40"/>
                <a:gd name="T23" fmla="*/ 12 h 33"/>
                <a:gd name="T24" fmla="*/ 32 w 40"/>
                <a:gd name="T25" fmla="*/ 7 h 33"/>
                <a:gd name="T26" fmla="*/ 40 w 40"/>
                <a:gd name="T27" fmla="*/ 23 h 33"/>
                <a:gd name="T28" fmla="*/ 36 w 40"/>
                <a:gd name="T29" fmla="*/ 30 h 33"/>
                <a:gd name="T30" fmla="*/ 34 w 40"/>
                <a:gd name="T31" fmla="*/ 30 h 33"/>
                <a:gd name="T32" fmla="*/ 20 w 40"/>
                <a:gd name="T33" fmla="*/ 1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33">
                  <a:moveTo>
                    <a:pt x="20" y="12"/>
                  </a:moveTo>
                  <a:cubicBezTo>
                    <a:pt x="8" y="12"/>
                    <a:pt x="4" y="21"/>
                    <a:pt x="6" y="30"/>
                  </a:cubicBezTo>
                  <a:cubicBezTo>
                    <a:pt x="6" y="33"/>
                    <a:pt x="4" y="32"/>
                    <a:pt x="4" y="30"/>
                  </a:cubicBezTo>
                  <a:cubicBezTo>
                    <a:pt x="4" y="28"/>
                    <a:pt x="3" y="24"/>
                    <a:pt x="0" y="24"/>
                  </a:cubicBezTo>
                  <a:cubicBezTo>
                    <a:pt x="0" y="19"/>
                    <a:pt x="5" y="11"/>
                    <a:pt x="9" y="7"/>
                  </a:cubicBezTo>
                  <a:cubicBezTo>
                    <a:pt x="8" y="9"/>
                    <a:pt x="8" y="11"/>
                    <a:pt x="10" y="12"/>
                  </a:cubicBezTo>
                  <a:cubicBezTo>
                    <a:pt x="10" y="9"/>
                    <a:pt x="10" y="5"/>
                    <a:pt x="15" y="3"/>
                  </a:cubicBezTo>
                  <a:cubicBezTo>
                    <a:pt x="14" y="5"/>
                    <a:pt x="13" y="7"/>
                    <a:pt x="14" y="10"/>
                  </a:cubicBezTo>
                  <a:cubicBezTo>
                    <a:pt x="18" y="7"/>
                    <a:pt x="16" y="1"/>
                    <a:pt x="22" y="0"/>
                  </a:cubicBezTo>
                  <a:cubicBezTo>
                    <a:pt x="19" y="6"/>
                    <a:pt x="24" y="10"/>
                    <a:pt x="27" y="10"/>
                  </a:cubicBezTo>
                  <a:cubicBezTo>
                    <a:pt x="29" y="7"/>
                    <a:pt x="26" y="5"/>
                    <a:pt x="24" y="3"/>
                  </a:cubicBezTo>
                  <a:cubicBezTo>
                    <a:pt x="28" y="3"/>
                    <a:pt x="32" y="9"/>
                    <a:pt x="32" y="12"/>
                  </a:cubicBezTo>
                  <a:cubicBezTo>
                    <a:pt x="34" y="10"/>
                    <a:pt x="33" y="9"/>
                    <a:pt x="32" y="7"/>
                  </a:cubicBezTo>
                  <a:cubicBezTo>
                    <a:pt x="37" y="10"/>
                    <a:pt x="40" y="18"/>
                    <a:pt x="40" y="23"/>
                  </a:cubicBezTo>
                  <a:cubicBezTo>
                    <a:pt x="39" y="22"/>
                    <a:pt x="37" y="22"/>
                    <a:pt x="36" y="30"/>
                  </a:cubicBezTo>
                  <a:cubicBezTo>
                    <a:pt x="35" y="33"/>
                    <a:pt x="34" y="32"/>
                    <a:pt x="34" y="30"/>
                  </a:cubicBezTo>
                  <a:cubicBezTo>
                    <a:pt x="37" y="18"/>
                    <a:pt x="30" y="12"/>
                    <a:pt x="20" y="12"/>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4" name="Freeform 75"/>
            <p:cNvSpPr/>
            <p:nvPr/>
          </p:nvSpPr>
          <p:spPr bwMode="auto">
            <a:xfrm>
              <a:off x="3773488" y="1143000"/>
              <a:ext cx="20638" cy="41275"/>
            </a:xfrm>
            <a:custGeom>
              <a:avLst/>
              <a:gdLst>
                <a:gd name="T0" fmla="*/ 3 w 5"/>
                <a:gd name="T1" fmla="*/ 0 h 10"/>
                <a:gd name="T2" fmla="*/ 4 w 5"/>
                <a:gd name="T3" fmla="*/ 5 h 10"/>
                <a:gd name="T4" fmla="*/ 1 w 5"/>
                <a:gd name="T5" fmla="*/ 9 h 10"/>
                <a:gd name="T6" fmla="*/ 0 w 5"/>
                <a:gd name="T7" fmla="*/ 4 h 10"/>
                <a:gd name="T8" fmla="*/ 3 w 5"/>
                <a:gd name="T9" fmla="*/ 0 h 10"/>
              </a:gdLst>
              <a:ahLst/>
              <a:cxnLst>
                <a:cxn ang="0">
                  <a:pos x="T0" y="T1"/>
                </a:cxn>
                <a:cxn ang="0">
                  <a:pos x="T2" y="T3"/>
                </a:cxn>
                <a:cxn ang="0">
                  <a:pos x="T4" y="T5"/>
                </a:cxn>
                <a:cxn ang="0">
                  <a:pos x="T6" y="T7"/>
                </a:cxn>
                <a:cxn ang="0">
                  <a:pos x="T8" y="T9"/>
                </a:cxn>
              </a:cxnLst>
              <a:rect l="0" t="0" r="r" b="b"/>
              <a:pathLst>
                <a:path w="5" h="10">
                  <a:moveTo>
                    <a:pt x="3" y="0"/>
                  </a:moveTo>
                  <a:cubicBezTo>
                    <a:pt x="4" y="1"/>
                    <a:pt x="5" y="3"/>
                    <a:pt x="4" y="5"/>
                  </a:cubicBezTo>
                  <a:cubicBezTo>
                    <a:pt x="4" y="8"/>
                    <a:pt x="2" y="10"/>
                    <a:pt x="1" y="9"/>
                  </a:cubicBezTo>
                  <a:cubicBezTo>
                    <a:pt x="0" y="9"/>
                    <a:pt x="0" y="7"/>
                    <a:pt x="0" y="4"/>
                  </a:cubicBezTo>
                  <a:cubicBezTo>
                    <a:pt x="1" y="2"/>
                    <a:pt x="2" y="0"/>
                    <a:pt x="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5" name="Freeform 76"/>
            <p:cNvSpPr/>
            <p:nvPr/>
          </p:nvSpPr>
          <p:spPr bwMode="auto">
            <a:xfrm>
              <a:off x="3619501" y="1143000"/>
              <a:ext cx="20638" cy="41275"/>
            </a:xfrm>
            <a:custGeom>
              <a:avLst/>
              <a:gdLst>
                <a:gd name="T0" fmla="*/ 2 w 5"/>
                <a:gd name="T1" fmla="*/ 0 h 10"/>
                <a:gd name="T2" fmla="*/ 1 w 5"/>
                <a:gd name="T3" fmla="*/ 5 h 10"/>
                <a:gd name="T4" fmla="*/ 4 w 5"/>
                <a:gd name="T5" fmla="*/ 9 h 10"/>
                <a:gd name="T6" fmla="*/ 5 w 5"/>
                <a:gd name="T7" fmla="*/ 4 h 10"/>
                <a:gd name="T8" fmla="*/ 2 w 5"/>
                <a:gd name="T9" fmla="*/ 0 h 10"/>
              </a:gdLst>
              <a:ahLst/>
              <a:cxnLst>
                <a:cxn ang="0">
                  <a:pos x="T0" y="T1"/>
                </a:cxn>
                <a:cxn ang="0">
                  <a:pos x="T2" y="T3"/>
                </a:cxn>
                <a:cxn ang="0">
                  <a:pos x="T4" y="T5"/>
                </a:cxn>
                <a:cxn ang="0">
                  <a:pos x="T6" y="T7"/>
                </a:cxn>
                <a:cxn ang="0">
                  <a:pos x="T8" y="T9"/>
                </a:cxn>
              </a:cxnLst>
              <a:rect l="0" t="0" r="r" b="b"/>
              <a:pathLst>
                <a:path w="5" h="10">
                  <a:moveTo>
                    <a:pt x="2" y="0"/>
                  </a:moveTo>
                  <a:cubicBezTo>
                    <a:pt x="1" y="1"/>
                    <a:pt x="0" y="3"/>
                    <a:pt x="1" y="5"/>
                  </a:cubicBezTo>
                  <a:cubicBezTo>
                    <a:pt x="1" y="8"/>
                    <a:pt x="3" y="10"/>
                    <a:pt x="4" y="9"/>
                  </a:cubicBezTo>
                  <a:cubicBezTo>
                    <a:pt x="5" y="9"/>
                    <a:pt x="5" y="7"/>
                    <a:pt x="5" y="4"/>
                  </a:cubicBezTo>
                  <a:cubicBezTo>
                    <a:pt x="4" y="2"/>
                    <a:pt x="3" y="0"/>
                    <a:pt x="2"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6" name="Freeform 77"/>
            <p:cNvSpPr>
              <a:spLocks noEditPoints="1"/>
            </p:cNvSpPr>
            <p:nvPr/>
          </p:nvSpPr>
          <p:spPr bwMode="auto">
            <a:xfrm>
              <a:off x="3648076" y="1146175"/>
              <a:ext cx="117475" cy="42863"/>
            </a:xfrm>
            <a:custGeom>
              <a:avLst/>
              <a:gdLst>
                <a:gd name="T0" fmla="*/ 14 w 28"/>
                <a:gd name="T1" fmla="*/ 4 h 10"/>
                <a:gd name="T2" fmla="*/ 15 w 28"/>
                <a:gd name="T3" fmla="*/ 4 h 10"/>
                <a:gd name="T4" fmla="*/ 16 w 28"/>
                <a:gd name="T5" fmla="*/ 6 h 10"/>
                <a:gd name="T6" fmla="*/ 22 w 28"/>
                <a:gd name="T7" fmla="*/ 10 h 10"/>
                <a:gd name="T8" fmla="*/ 27 w 28"/>
                <a:gd name="T9" fmla="*/ 6 h 10"/>
                <a:gd name="T10" fmla="*/ 25 w 28"/>
                <a:gd name="T11" fmla="*/ 0 h 10"/>
                <a:gd name="T12" fmla="*/ 22 w 28"/>
                <a:gd name="T13" fmla="*/ 0 h 10"/>
                <a:gd name="T14" fmla="*/ 22 w 28"/>
                <a:gd name="T15" fmla="*/ 0 h 10"/>
                <a:gd name="T16" fmla="*/ 14 w 28"/>
                <a:gd name="T17" fmla="*/ 0 h 10"/>
                <a:gd name="T18" fmla="*/ 14 w 28"/>
                <a:gd name="T19" fmla="*/ 0 h 10"/>
                <a:gd name="T20" fmla="*/ 14 w 28"/>
                <a:gd name="T21" fmla="*/ 0 h 10"/>
                <a:gd name="T22" fmla="*/ 14 w 28"/>
                <a:gd name="T23" fmla="*/ 0 h 10"/>
                <a:gd name="T24" fmla="*/ 18 w 28"/>
                <a:gd name="T25" fmla="*/ 0 h 10"/>
                <a:gd name="T26" fmla="*/ 17 w 28"/>
                <a:gd name="T27" fmla="*/ 1 h 10"/>
                <a:gd name="T28" fmla="*/ 15 w 28"/>
                <a:gd name="T29" fmla="*/ 3 h 10"/>
                <a:gd name="T30" fmla="*/ 14 w 28"/>
                <a:gd name="T31" fmla="*/ 3 h 10"/>
                <a:gd name="T32" fmla="*/ 14 w 28"/>
                <a:gd name="T33" fmla="*/ 4 h 10"/>
                <a:gd name="T34" fmla="*/ 3 w 28"/>
                <a:gd name="T35" fmla="*/ 0 h 10"/>
                <a:gd name="T36" fmla="*/ 1 w 28"/>
                <a:gd name="T37" fmla="*/ 6 h 10"/>
                <a:gd name="T38" fmla="*/ 6 w 28"/>
                <a:gd name="T39" fmla="*/ 10 h 10"/>
                <a:gd name="T40" fmla="*/ 12 w 28"/>
                <a:gd name="T41" fmla="*/ 6 h 10"/>
                <a:gd name="T42" fmla="*/ 13 w 28"/>
                <a:gd name="T43" fmla="*/ 4 h 10"/>
                <a:gd name="T44" fmla="*/ 14 w 28"/>
                <a:gd name="T45" fmla="*/ 4 h 10"/>
                <a:gd name="T46" fmla="*/ 14 w 28"/>
                <a:gd name="T47" fmla="*/ 3 h 10"/>
                <a:gd name="T48" fmla="*/ 13 w 28"/>
                <a:gd name="T49" fmla="*/ 3 h 10"/>
                <a:gd name="T50" fmla="*/ 11 w 28"/>
                <a:gd name="T51" fmla="*/ 1 h 10"/>
                <a:gd name="T52" fmla="*/ 10 w 28"/>
                <a:gd name="T53" fmla="*/ 0 h 10"/>
                <a:gd name="T54" fmla="*/ 14 w 28"/>
                <a:gd name="T55" fmla="*/ 0 h 10"/>
                <a:gd name="T56" fmla="*/ 14 w 28"/>
                <a:gd name="T57" fmla="*/ 0 h 10"/>
                <a:gd name="T58" fmla="*/ 14 w 28"/>
                <a:gd name="T59" fmla="*/ 0 h 10"/>
                <a:gd name="T60" fmla="*/ 14 w 28"/>
                <a:gd name="T61" fmla="*/ 0 h 10"/>
                <a:gd name="T62" fmla="*/ 6 w 28"/>
                <a:gd name="T63" fmla="*/ 0 h 10"/>
                <a:gd name="T64" fmla="*/ 6 w 28"/>
                <a:gd name="T65" fmla="*/ 0 h 10"/>
                <a:gd name="T66" fmla="*/ 3 w 28"/>
                <a:gd name="T67"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10">
                  <a:moveTo>
                    <a:pt x="14" y="4"/>
                  </a:moveTo>
                  <a:cubicBezTo>
                    <a:pt x="15" y="4"/>
                    <a:pt x="15" y="4"/>
                    <a:pt x="15" y="4"/>
                  </a:cubicBezTo>
                  <a:cubicBezTo>
                    <a:pt x="15" y="4"/>
                    <a:pt x="15" y="5"/>
                    <a:pt x="16" y="6"/>
                  </a:cubicBezTo>
                  <a:cubicBezTo>
                    <a:pt x="17" y="8"/>
                    <a:pt x="20" y="10"/>
                    <a:pt x="22" y="10"/>
                  </a:cubicBezTo>
                  <a:cubicBezTo>
                    <a:pt x="25" y="10"/>
                    <a:pt x="27" y="9"/>
                    <a:pt x="27" y="6"/>
                  </a:cubicBezTo>
                  <a:cubicBezTo>
                    <a:pt x="28" y="2"/>
                    <a:pt x="26" y="1"/>
                    <a:pt x="25" y="0"/>
                  </a:cubicBezTo>
                  <a:cubicBezTo>
                    <a:pt x="24" y="0"/>
                    <a:pt x="23" y="0"/>
                    <a:pt x="22" y="0"/>
                  </a:cubicBezTo>
                  <a:cubicBezTo>
                    <a:pt x="22" y="0"/>
                    <a:pt x="22" y="0"/>
                    <a:pt x="22" y="0"/>
                  </a:cubicBezTo>
                  <a:cubicBezTo>
                    <a:pt x="14" y="0"/>
                    <a:pt x="14" y="0"/>
                    <a:pt x="14" y="0"/>
                  </a:cubicBezTo>
                  <a:cubicBezTo>
                    <a:pt x="14" y="0"/>
                    <a:pt x="14" y="0"/>
                    <a:pt x="14" y="0"/>
                  </a:cubicBezTo>
                  <a:cubicBezTo>
                    <a:pt x="14" y="0"/>
                    <a:pt x="14" y="0"/>
                    <a:pt x="14" y="0"/>
                  </a:cubicBezTo>
                  <a:cubicBezTo>
                    <a:pt x="14" y="0"/>
                    <a:pt x="14" y="0"/>
                    <a:pt x="14" y="0"/>
                  </a:cubicBezTo>
                  <a:cubicBezTo>
                    <a:pt x="18" y="0"/>
                    <a:pt x="18" y="0"/>
                    <a:pt x="18" y="0"/>
                  </a:cubicBezTo>
                  <a:cubicBezTo>
                    <a:pt x="18" y="0"/>
                    <a:pt x="17" y="1"/>
                    <a:pt x="17" y="1"/>
                  </a:cubicBezTo>
                  <a:cubicBezTo>
                    <a:pt x="16" y="1"/>
                    <a:pt x="15" y="2"/>
                    <a:pt x="15" y="3"/>
                  </a:cubicBezTo>
                  <a:cubicBezTo>
                    <a:pt x="14" y="3"/>
                    <a:pt x="14" y="3"/>
                    <a:pt x="14" y="3"/>
                  </a:cubicBezTo>
                  <a:lnTo>
                    <a:pt x="14" y="4"/>
                  </a:lnTo>
                  <a:close/>
                  <a:moveTo>
                    <a:pt x="3" y="0"/>
                  </a:moveTo>
                  <a:cubicBezTo>
                    <a:pt x="2" y="1"/>
                    <a:pt x="0" y="2"/>
                    <a:pt x="1" y="6"/>
                  </a:cubicBezTo>
                  <a:cubicBezTo>
                    <a:pt x="1" y="9"/>
                    <a:pt x="3" y="10"/>
                    <a:pt x="6" y="10"/>
                  </a:cubicBezTo>
                  <a:cubicBezTo>
                    <a:pt x="8" y="10"/>
                    <a:pt x="11" y="8"/>
                    <a:pt x="12" y="6"/>
                  </a:cubicBezTo>
                  <a:cubicBezTo>
                    <a:pt x="13" y="5"/>
                    <a:pt x="13" y="4"/>
                    <a:pt x="13" y="4"/>
                  </a:cubicBezTo>
                  <a:cubicBezTo>
                    <a:pt x="14" y="4"/>
                    <a:pt x="14" y="4"/>
                    <a:pt x="14" y="4"/>
                  </a:cubicBezTo>
                  <a:cubicBezTo>
                    <a:pt x="14" y="3"/>
                    <a:pt x="14" y="3"/>
                    <a:pt x="14" y="3"/>
                  </a:cubicBezTo>
                  <a:cubicBezTo>
                    <a:pt x="13" y="3"/>
                    <a:pt x="13" y="3"/>
                    <a:pt x="13" y="3"/>
                  </a:cubicBezTo>
                  <a:cubicBezTo>
                    <a:pt x="13" y="2"/>
                    <a:pt x="12" y="1"/>
                    <a:pt x="11" y="1"/>
                  </a:cubicBezTo>
                  <a:cubicBezTo>
                    <a:pt x="11" y="1"/>
                    <a:pt x="10" y="0"/>
                    <a:pt x="10" y="0"/>
                  </a:cubicBezTo>
                  <a:cubicBezTo>
                    <a:pt x="14" y="0"/>
                    <a:pt x="14" y="0"/>
                    <a:pt x="14" y="0"/>
                  </a:cubicBezTo>
                  <a:cubicBezTo>
                    <a:pt x="14" y="0"/>
                    <a:pt x="14" y="0"/>
                    <a:pt x="14" y="0"/>
                  </a:cubicBezTo>
                  <a:cubicBezTo>
                    <a:pt x="14" y="0"/>
                    <a:pt x="14" y="0"/>
                    <a:pt x="14" y="0"/>
                  </a:cubicBezTo>
                  <a:cubicBezTo>
                    <a:pt x="14" y="0"/>
                    <a:pt x="14" y="0"/>
                    <a:pt x="14" y="0"/>
                  </a:cubicBezTo>
                  <a:cubicBezTo>
                    <a:pt x="6" y="0"/>
                    <a:pt x="6" y="0"/>
                    <a:pt x="6" y="0"/>
                  </a:cubicBezTo>
                  <a:cubicBezTo>
                    <a:pt x="6" y="0"/>
                    <a:pt x="6" y="0"/>
                    <a:pt x="6" y="0"/>
                  </a:cubicBezTo>
                  <a:cubicBezTo>
                    <a:pt x="5" y="0"/>
                    <a:pt x="4" y="0"/>
                    <a:pt x="3" y="0"/>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7" name="Freeform 78"/>
            <p:cNvSpPr/>
            <p:nvPr/>
          </p:nvSpPr>
          <p:spPr bwMode="auto">
            <a:xfrm>
              <a:off x="3652838" y="1146175"/>
              <a:ext cx="49213" cy="42863"/>
            </a:xfrm>
            <a:custGeom>
              <a:avLst/>
              <a:gdLst>
                <a:gd name="T0" fmla="*/ 2 w 12"/>
                <a:gd name="T1" fmla="*/ 1 h 10"/>
                <a:gd name="T2" fmla="*/ 1 w 12"/>
                <a:gd name="T3" fmla="*/ 2 h 10"/>
                <a:gd name="T4" fmla="*/ 0 w 12"/>
                <a:gd name="T5" fmla="*/ 5 h 10"/>
                <a:gd name="T6" fmla="*/ 3 w 12"/>
                <a:gd name="T7" fmla="*/ 9 h 10"/>
                <a:gd name="T8" fmla="*/ 5 w 12"/>
                <a:gd name="T9" fmla="*/ 10 h 10"/>
                <a:gd name="T10" fmla="*/ 11 w 12"/>
                <a:gd name="T11" fmla="*/ 6 h 10"/>
                <a:gd name="T12" fmla="*/ 11 w 12"/>
                <a:gd name="T13" fmla="*/ 2 h 10"/>
                <a:gd name="T14" fmla="*/ 10 w 12"/>
                <a:gd name="T15" fmla="*/ 1 h 10"/>
                <a:gd name="T16" fmla="*/ 6 w 12"/>
                <a:gd name="T17" fmla="*/ 0 h 10"/>
                <a:gd name="T18" fmla="*/ 2 w 12"/>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
                  <a:moveTo>
                    <a:pt x="2" y="1"/>
                  </a:moveTo>
                  <a:cubicBezTo>
                    <a:pt x="1" y="1"/>
                    <a:pt x="1" y="2"/>
                    <a:pt x="1" y="2"/>
                  </a:cubicBezTo>
                  <a:cubicBezTo>
                    <a:pt x="0" y="3"/>
                    <a:pt x="0" y="4"/>
                    <a:pt x="0" y="5"/>
                  </a:cubicBezTo>
                  <a:cubicBezTo>
                    <a:pt x="1" y="7"/>
                    <a:pt x="1" y="9"/>
                    <a:pt x="3" y="9"/>
                  </a:cubicBezTo>
                  <a:cubicBezTo>
                    <a:pt x="3" y="10"/>
                    <a:pt x="4" y="10"/>
                    <a:pt x="5" y="10"/>
                  </a:cubicBezTo>
                  <a:cubicBezTo>
                    <a:pt x="7" y="9"/>
                    <a:pt x="10" y="8"/>
                    <a:pt x="11" y="6"/>
                  </a:cubicBezTo>
                  <a:cubicBezTo>
                    <a:pt x="12" y="5"/>
                    <a:pt x="12" y="3"/>
                    <a:pt x="11" y="2"/>
                  </a:cubicBezTo>
                  <a:cubicBezTo>
                    <a:pt x="10" y="2"/>
                    <a:pt x="10" y="1"/>
                    <a:pt x="10" y="1"/>
                  </a:cubicBezTo>
                  <a:cubicBezTo>
                    <a:pt x="9" y="1"/>
                    <a:pt x="7" y="0"/>
                    <a:pt x="6" y="0"/>
                  </a:cubicBezTo>
                  <a:cubicBezTo>
                    <a:pt x="5" y="0"/>
                    <a:pt x="3" y="0"/>
                    <a:pt x="2" y="1"/>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8" name="Freeform 79"/>
            <p:cNvSpPr/>
            <p:nvPr/>
          </p:nvSpPr>
          <p:spPr bwMode="auto">
            <a:xfrm>
              <a:off x="3709988" y="1146175"/>
              <a:ext cx="50800" cy="42863"/>
            </a:xfrm>
            <a:custGeom>
              <a:avLst/>
              <a:gdLst>
                <a:gd name="T0" fmla="*/ 10 w 12"/>
                <a:gd name="T1" fmla="*/ 1 h 10"/>
                <a:gd name="T2" fmla="*/ 11 w 12"/>
                <a:gd name="T3" fmla="*/ 2 h 10"/>
                <a:gd name="T4" fmla="*/ 12 w 12"/>
                <a:gd name="T5" fmla="*/ 5 h 10"/>
                <a:gd name="T6" fmla="*/ 9 w 12"/>
                <a:gd name="T7" fmla="*/ 9 h 10"/>
                <a:gd name="T8" fmla="*/ 7 w 12"/>
                <a:gd name="T9" fmla="*/ 10 h 10"/>
                <a:gd name="T10" fmla="*/ 1 w 12"/>
                <a:gd name="T11" fmla="*/ 6 h 10"/>
                <a:gd name="T12" fmla="*/ 1 w 12"/>
                <a:gd name="T13" fmla="*/ 2 h 10"/>
                <a:gd name="T14" fmla="*/ 2 w 12"/>
                <a:gd name="T15" fmla="*/ 1 h 10"/>
                <a:gd name="T16" fmla="*/ 6 w 12"/>
                <a:gd name="T17" fmla="*/ 0 h 10"/>
                <a:gd name="T18" fmla="*/ 10 w 12"/>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
                  <a:moveTo>
                    <a:pt x="10" y="1"/>
                  </a:moveTo>
                  <a:cubicBezTo>
                    <a:pt x="11" y="1"/>
                    <a:pt x="11" y="2"/>
                    <a:pt x="11" y="2"/>
                  </a:cubicBezTo>
                  <a:cubicBezTo>
                    <a:pt x="12" y="3"/>
                    <a:pt x="12" y="4"/>
                    <a:pt x="12" y="5"/>
                  </a:cubicBezTo>
                  <a:cubicBezTo>
                    <a:pt x="11" y="7"/>
                    <a:pt x="11" y="9"/>
                    <a:pt x="9" y="9"/>
                  </a:cubicBezTo>
                  <a:cubicBezTo>
                    <a:pt x="9" y="10"/>
                    <a:pt x="8" y="10"/>
                    <a:pt x="7" y="10"/>
                  </a:cubicBezTo>
                  <a:cubicBezTo>
                    <a:pt x="5" y="9"/>
                    <a:pt x="2" y="8"/>
                    <a:pt x="1" y="6"/>
                  </a:cubicBezTo>
                  <a:cubicBezTo>
                    <a:pt x="1" y="5"/>
                    <a:pt x="0" y="3"/>
                    <a:pt x="1" y="2"/>
                  </a:cubicBezTo>
                  <a:cubicBezTo>
                    <a:pt x="2" y="2"/>
                    <a:pt x="2" y="1"/>
                    <a:pt x="2" y="1"/>
                  </a:cubicBezTo>
                  <a:cubicBezTo>
                    <a:pt x="3" y="1"/>
                    <a:pt x="5" y="0"/>
                    <a:pt x="6" y="0"/>
                  </a:cubicBezTo>
                  <a:cubicBezTo>
                    <a:pt x="7" y="0"/>
                    <a:pt x="9" y="0"/>
                    <a:pt x="10" y="1"/>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79" name="Freeform 80"/>
            <p:cNvSpPr/>
            <p:nvPr/>
          </p:nvSpPr>
          <p:spPr bwMode="auto">
            <a:xfrm>
              <a:off x="3627438" y="1235075"/>
              <a:ext cx="79375" cy="158750"/>
            </a:xfrm>
            <a:custGeom>
              <a:avLst/>
              <a:gdLst>
                <a:gd name="T0" fmla="*/ 19 w 19"/>
                <a:gd name="T1" fmla="*/ 38 h 38"/>
                <a:gd name="T2" fmla="*/ 12 w 19"/>
                <a:gd name="T3" fmla="*/ 2 h 38"/>
                <a:gd name="T4" fmla="*/ 10 w 19"/>
                <a:gd name="T5" fmla="*/ 0 h 38"/>
                <a:gd name="T6" fmla="*/ 0 w 19"/>
                <a:gd name="T7" fmla="*/ 12 h 38"/>
                <a:gd name="T8" fmla="*/ 19 w 19"/>
                <a:gd name="T9" fmla="*/ 38 h 38"/>
              </a:gdLst>
              <a:ahLst/>
              <a:cxnLst>
                <a:cxn ang="0">
                  <a:pos x="T0" y="T1"/>
                </a:cxn>
                <a:cxn ang="0">
                  <a:pos x="T2" y="T3"/>
                </a:cxn>
                <a:cxn ang="0">
                  <a:pos x="T4" y="T5"/>
                </a:cxn>
                <a:cxn ang="0">
                  <a:pos x="T6" y="T7"/>
                </a:cxn>
                <a:cxn ang="0">
                  <a:pos x="T8" y="T9"/>
                </a:cxn>
              </a:cxnLst>
              <a:rect l="0" t="0" r="r" b="b"/>
              <a:pathLst>
                <a:path w="19" h="38">
                  <a:moveTo>
                    <a:pt x="19" y="38"/>
                  </a:moveTo>
                  <a:cubicBezTo>
                    <a:pt x="19" y="27"/>
                    <a:pt x="11" y="14"/>
                    <a:pt x="12" y="2"/>
                  </a:cubicBezTo>
                  <a:cubicBezTo>
                    <a:pt x="11" y="2"/>
                    <a:pt x="10" y="1"/>
                    <a:pt x="10" y="0"/>
                  </a:cubicBezTo>
                  <a:cubicBezTo>
                    <a:pt x="5" y="3"/>
                    <a:pt x="1" y="9"/>
                    <a:pt x="0" y="12"/>
                  </a:cubicBezTo>
                  <a:cubicBezTo>
                    <a:pt x="14" y="12"/>
                    <a:pt x="15" y="29"/>
                    <a:pt x="19" y="38"/>
                  </a:cubicBezTo>
                  <a:close/>
                </a:path>
              </a:pathLst>
            </a:custGeom>
            <a:solidFill>
              <a:srgbClr val="70A7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80" name="Freeform 81"/>
            <p:cNvSpPr/>
            <p:nvPr/>
          </p:nvSpPr>
          <p:spPr bwMode="auto">
            <a:xfrm>
              <a:off x="3706813" y="1235075"/>
              <a:ext cx="79375" cy="158750"/>
            </a:xfrm>
            <a:custGeom>
              <a:avLst/>
              <a:gdLst>
                <a:gd name="T0" fmla="*/ 0 w 19"/>
                <a:gd name="T1" fmla="*/ 38 h 38"/>
                <a:gd name="T2" fmla="*/ 7 w 19"/>
                <a:gd name="T3" fmla="*/ 2 h 38"/>
                <a:gd name="T4" fmla="*/ 9 w 19"/>
                <a:gd name="T5" fmla="*/ 0 h 38"/>
                <a:gd name="T6" fmla="*/ 19 w 19"/>
                <a:gd name="T7" fmla="*/ 12 h 38"/>
                <a:gd name="T8" fmla="*/ 0 w 19"/>
                <a:gd name="T9" fmla="*/ 38 h 38"/>
              </a:gdLst>
              <a:ahLst/>
              <a:cxnLst>
                <a:cxn ang="0">
                  <a:pos x="T0" y="T1"/>
                </a:cxn>
                <a:cxn ang="0">
                  <a:pos x="T2" y="T3"/>
                </a:cxn>
                <a:cxn ang="0">
                  <a:pos x="T4" y="T5"/>
                </a:cxn>
                <a:cxn ang="0">
                  <a:pos x="T6" y="T7"/>
                </a:cxn>
                <a:cxn ang="0">
                  <a:pos x="T8" y="T9"/>
                </a:cxn>
              </a:cxnLst>
              <a:rect l="0" t="0" r="r" b="b"/>
              <a:pathLst>
                <a:path w="19" h="38">
                  <a:moveTo>
                    <a:pt x="0" y="38"/>
                  </a:moveTo>
                  <a:cubicBezTo>
                    <a:pt x="0" y="22"/>
                    <a:pt x="7" y="24"/>
                    <a:pt x="7" y="2"/>
                  </a:cubicBezTo>
                  <a:cubicBezTo>
                    <a:pt x="8" y="2"/>
                    <a:pt x="9" y="1"/>
                    <a:pt x="9" y="0"/>
                  </a:cubicBezTo>
                  <a:cubicBezTo>
                    <a:pt x="14" y="3"/>
                    <a:pt x="18" y="9"/>
                    <a:pt x="19" y="12"/>
                  </a:cubicBezTo>
                  <a:cubicBezTo>
                    <a:pt x="5" y="12"/>
                    <a:pt x="4" y="29"/>
                    <a:pt x="0" y="38"/>
                  </a:cubicBezTo>
                  <a:close/>
                </a:path>
              </a:pathLst>
            </a:custGeom>
            <a:solidFill>
              <a:srgbClr val="70A7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102" name="Group 569"/>
          <p:cNvGrpSpPr/>
          <p:nvPr/>
        </p:nvGrpSpPr>
        <p:grpSpPr>
          <a:xfrm>
            <a:off x="6962686" y="1493402"/>
            <a:ext cx="437043" cy="440778"/>
            <a:chOff x="5375276" y="850900"/>
            <a:chExt cx="371475" cy="374650"/>
          </a:xfrm>
        </p:grpSpPr>
        <p:sp>
          <p:nvSpPr>
            <p:cNvPr id="103" name="Oval 102"/>
            <p:cNvSpPr>
              <a:spLocks noChangeArrowheads="1"/>
            </p:cNvSpPr>
            <p:nvPr/>
          </p:nvSpPr>
          <p:spPr bwMode="auto">
            <a:xfrm>
              <a:off x="5375276" y="850900"/>
              <a:ext cx="371475" cy="3746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4" name="Oval 103"/>
            <p:cNvSpPr>
              <a:spLocks noChangeArrowheads="1"/>
            </p:cNvSpPr>
            <p:nvPr/>
          </p:nvSpPr>
          <p:spPr bwMode="auto">
            <a:xfrm>
              <a:off x="5403851" y="879475"/>
              <a:ext cx="312738" cy="317500"/>
            </a:xfrm>
            <a:prstGeom prst="ellipse">
              <a:avLst/>
            </a:prstGeom>
            <a:solidFill>
              <a:schemeClr val="tx2">
                <a:lumMod val="20000"/>
                <a:lumOff val="80000"/>
              </a:schemeClr>
            </a:solidFill>
            <a:ln>
              <a:noFill/>
            </a:ln>
          </p:spPr>
          <p:txBody>
            <a:bodyPr vert="horz" wrap="square" lIns="121920" tIns="60960" rIns="121920" bIns="60960" numCol="1" anchor="t" anchorCtr="0" compatLnSpc="1"/>
            <a:lstStyle/>
            <a:p>
              <a:endParaRPr lang="en-US" sz="2400" dirty="0"/>
            </a:p>
          </p:txBody>
        </p:sp>
        <p:sp>
          <p:nvSpPr>
            <p:cNvPr id="105" name="Freeform 104"/>
            <p:cNvSpPr/>
            <p:nvPr/>
          </p:nvSpPr>
          <p:spPr bwMode="auto">
            <a:xfrm>
              <a:off x="5480051" y="1117600"/>
              <a:ext cx="161925" cy="79375"/>
            </a:xfrm>
            <a:custGeom>
              <a:avLst/>
              <a:gdLst>
                <a:gd name="T0" fmla="*/ 5 w 39"/>
                <a:gd name="T1" fmla="*/ 5 h 19"/>
                <a:gd name="T2" fmla="*/ 0 w 39"/>
                <a:gd name="T3" fmla="*/ 14 h 19"/>
                <a:gd name="T4" fmla="*/ 19 w 39"/>
                <a:gd name="T5" fmla="*/ 19 h 19"/>
                <a:gd name="T6" fmla="*/ 39 w 39"/>
                <a:gd name="T7" fmla="*/ 14 h 19"/>
                <a:gd name="T8" fmla="*/ 34 w 39"/>
                <a:gd name="T9" fmla="*/ 5 h 19"/>
                <a:gd name="T10" fmla="*/ 19 w 39"/>
                <a:gd name="T11" fmla="*/ 0 h 19"/>
                <a:gd name="T12" fmla="*/ 5 w 39"/>
                <a:gd name="T13" fmla="*/ 5 h 19"/>
              </a:gdLst>
              <a:ahLst/>
              <a:cxnLst>
                <a:cxn ang="0">
                  <a:pos x="T0" y="T1"/>
                </a:cxn>
                <a:cxn ang="0">
                  <a:pos x="T2" y="T3"/>
                </a:cxn>
                <a:cxn ang="0">
                  <a:pos x="T4" y="T5"/>
                </a:cxn>
                <a:cxn ang="0">
                  <a:pos x="T6" y="T7"/>
                </a:cxn>
                <a:cxn ang="0">
                  <a:pos x="T8" y="T9"/>
                </a:cxn>
                <a:cxn ang="0">
                  <a:pos x="T10" y="T11"/>
                </a:cxn>
                <a:cxn ang="0">
                  <a:pos x="T12" y="T13"/>
                </a:cxn>
              </a:cxnLst>
              <a:rect l="0" t="0" r="r" b="b"/>
              <a:pathLst>
                <a:path w="39" h="19">
                  <a:moveTo>
                    <a:pt x="5" y="5"/>
                  </a:moveTo>
                  <a:cubicBezTo>
                    <a:pt x="3" y="7"/>
                    <a:pt x="1" y="10"/>
                    <a:pt x="0" y="14"/>
                  </a:cubicBezTo>
                  <a:cubicBezTo>
                    <a:pt x="6" y="17"/>
                    <a:pt x="12" y="19"/>
                    <a:pt x="19" y="19"/>
                  </a:cubicBezTo>
                  <a:cubicBezTo>
                    <a:pt x="27" y="19"/>
                    <a:pt x="33" y="17"/>
                    <a:pt x="39" y="14"/>
                  </a:cubicBezTo>
                  <a:cubicBezTo>
                    <a:pt x="38" y="10"/>
                    <a:pt x="36" y="7"/>
                    <a:pt x="34" y="5"/>
                  </a:cubicBezTo>
                  <a:cubicBezTo>
                    <a:pt x="27" y="1"/>
                    <a:pt x="23" y="0"/>
                    <a:pt x="19" y="0"/>
                  </a:cubicBezTo>
                  <a:cubicBezTo>
                    <a:pt x="16" y="0"/>
                    <a:pt x="12" y="1"/>
                    <a:pt x="5"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6" name="Freeform 105"/>
            <p:cNvSpPr/>
            <p:nvPr/>
          </p:nvSpPr>
          <p:spPr bwMode="auto">
            <a:xfrm>
              <a:off x="5537201" y="1058863"/>
              <a:ext cx="46038" cy="87313"/>
            </a:xfrm>
            <a:custGeom>
              <a:avLst/>
              <a:gdLst>
                <a:gd name="T0" fmla="*/ 0 w 11"/>
                <a:gd name="T1" fmla="*/ 0 h 21"/>
                <a:gd name="T2" fmla="*/ 11 w 11"/>
                <a:gd name="T3" fmla="*/ 0 h 21"/>
                <a:gd name="T4" fmla="*/ 11 w 11"/>
                <a:gd name="T5" fmla="*/ 15 h 21"/>
                <a:gd name="T6" fmla="*/ 0 w 11"/>
                <a:gd name="T7" fmla="*/ 15 h 21"/>
                <a:gd name="T8" fmla="*/ 0 w 11"/>
                <a:gd name="T9" fmla="*/ 0 h 21"/>
              </a:gdLst>
              <a:ahLst/>
              <a:cxnLst>
                <a:cxn ang="0">
                  <a:pos x="T0" y="T1"/>
                </a:cxn>
                <a:cxn ang="0">
                  <a:pos x="T2" y="T3"/>
                </a:cxn>
                <a:cxn ang="0">
                  <a:pos x="T4" y="T5"/>
                </a:cxn>
                <a:cxn ang="0">
                  <a:pos x="T6" y="T7"/>
                </a:cxn>
                <a:cxn ang="0">
                  <a:pos x="T8" y="T9"/>
                </a:cxn>
              </a:cxnLst>
              <a:rect l="0" t="0" r="r" b="b"/>
              <a:pathLst>
                <a:path w="11" h="21">
                  <a:moveTo>
                    <a:pt x="0" y="0"/>
                  </a:moveTo>
                  <a:cubicBezTo>
                    <a:pt x="11" y="0"/>
                    <a:pt x="11" y="0"/>
                    <a:pt x="11" y="0"/>
                  </a:cubicBezTo>
                  <a:cubicBezTo>
                    <a:pt x="11" y="15"/>
                    <a:pt x="11" y="15"/>
                    <a:pt x="11" y="15"/>
                  </a:cubicBezTo>
                  <a:cubicBezTo>
                    <a:pt x="11" y="21"/>
                    <a:pt x="0" y="21"/>
                    <a:pt x="0" y="15"/>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7" name="Freeform 106"/>
            <p:cNvSpPr/>
            <p:nvPr/>
          </p:nvSpPr>
          <p:spPr bwMode="auto">
            <a:xfrm>
              <a:off x="5537201" y="1092200"/>
              <a:ext cx="46038" cy="30163"/>
            </a:xfrm>
            <a:custGeom>
              <a:avLst/>
              <a:gdLst>
                <a:gd name="T0" fmla="*/ 29 w 29"/>
                <a:gd name="T1" fmla="*/ 6 h 19"/>
                <a:gd name="T2" fmla="*/ 29 w 29"/>
                <a:gd name="T3" fmla="*/ 0 h 19"/>
                <a:gd name="T4" fmla="*/ 0 w 29"/>
                <a:gd name="T5" fmla="*/ 0 h 19"/>
                <a:gd name="T6" fmla="*/ 0 w 29"/>
                <a:gd name="T7" fmla="*/ 19 h 19"/>
                <a:gd name="T8" fmla="*/ 29 w 29"/>
                <a:gd name="T9" fmla="*/ 6 h 19"/>
              </a:gdLst>
              <a:ahLst/>
              <a:cxnLst>
                <a:cxn ang="0">
                  <a:pos x="T0" y="T1"/>
                </a:cxn>
                <a:cxn ang="0">
                  <a:pos x="T2" y="T3"/>
                </a:cxn>
                <a:cxn ang="0">
                  <a:pos x="T4" y="T5"/>
                </a:cxn>
                <a:cxn ang="0">
                  <a:pos x="T6" y="T7"/>
                </a:cxn>
                <a:cxn ang="0">
                  <a:pos x="T8" y="T9"/>
                </a:cxn>
              </a:cxnLst>
              <a:rect l="0" t="0" r="r" b="b"/>
              <a:pathLst>
                <a:path w="29" h="19">
                  <a:moveTo>
                    <a:pt x="29" y="6"/>
                  </a:moveTo>
                  <a:lnTo>
                    <a:pt x="29" y="0"/>
                  </a:lnTo>
                  <a:lnTo>
                    <a:pt x="0" y="0"/>
                  </a:lnTo>
                  <a:lnTo>
                    <a:pt x="0" y="19"/>
                  </a:lnTo>
                  <a:lnTo>
                    <a:pt x="29" y="6"/>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8" name="Freeform 107"/>
            <p:cNvSpPr/>
            <p:nvPr/>
          </p:nvSpPr>
          <p:spPr bwMode="auto">
            <a:xfrm>
              <a:off x="5467351" y="976313"/>
              <a:ext cx="187325" cy="125413"/>
            </a:xfrm>
            <a:custGeom>
              <a:avLst/>
              <a:gdLst>
                <a:gd name="T0" fmla="*/ 22 w 45"/>
                <a:gd name="T1" fmla="*/ 0 h 30"/>
                <a:gd name="T2" fmla="*/ 22 w 45"/>
                <a:gd name="T3" fmla="*/ 30 h 30"/>
                <a:gd name="T4" fmla="*/ 22 w 45"/>
                <a:gd name="T5" fmla="*/ 0 h 30"/>
              </a:gdLst>
              <a:ahLst/>
              <a:cxnLst>
                <a:cxn ang="0">
                  <a:pos x="T0" y="T1"/>
                </a:cxn>
                <a:cxn ang="0">
                  <a:pos x="T2" y="T3"/>
                </a:cxn>
                <a:cxn ang="0">
                  <a:pos x="T4" y="T5"/>
                </a:cxn>
              </a:cxnLst>
              <a:rect l="0" t="0" r="r" b="b"/>
              <a:pathLst>
                <a:path w="45" h="30">
                  <a:moveTo>
                    <a:pt x="22" y="0"/>
                  </a:moveTo>
                  <a:cubicBezTo>
                    <a:pt x="45" y="0"/>
                    <a:pt x="36" y="30"/>
                    <a:pt x="22" y="30"/>
                  </a:cubicBezTo>
                  <a:cubicBezTo>
                    <a:pt x="9" y="30"/>
                    <a:pt x="0" y="0"/>
                    <a:pt x="22"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09" name="Freeform 108"/>
            <p:cNvSpPr/>
            <p:nvPr/>
          </p:nvSpPr>
          <p:spPr bwMode="auto">
            <a:xfrm>
              <a:off x="5491163" y="955675"/>
              <a:ext cx="138113" cy="100013"/>
            </a:xfrm>
            <a:custGeom>
              <a:avLst/>
              <a:gdLst>
                <a:gd name="T0" fmla="*/ 16 w 33"/>
                <a:gd name="T1" fmla="*/ 9 h 24"/>
                <a:gd name="T2" fmla="*/ 22 w 33"/>
                <a:gd name="T3" fmla="*/ 8 h 24"/>
                <a:gd name="T4" fmla="*/ 29 w 33"/>
                <a:gd name="T5" fmla="*/ 18 h 24"/>
                <a:gd name="T6" fmla="*/ 31 w 33"/>
                <a:gd name="T7" fmla="*/ 18 h 24"/>
                <a:gd name="T8" fmla="*/ 17 w 33"/>
                <a:gd name="T9" fmla="*/ 0 h 24"/>
                <a:gd name="T10" fmla="*/ 2 w 33"/>
                <a:gd name="T11" fmla="*/ 18 h 24"/>
                <a:gd name="T12" fmla="*/ 5 w 33"/>
                <a:gd name="T13" fmla="*/ 18 h 24"/>
                <a:gd name="T14" fmla="*/ 16 w 33"/>
                <a:gd name="T15" fmla="*/ 9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4">
                  <a:moveTo>
                    <a:pt x="16" y="9"/>
                  </a:moveTo>
                  <a:cubicBezTo>
                    <a:pt x="19" y="9"/>
                    <a:pt x="20" y="8"/>
                    <a:pt x="22" y="8"/>
                  </a:cubicBezTo>
                  <a:cubicBezTo>
                    <a:pt x="25" y="10"/>
                    <a:pt x="28" y="15"/>
                    <a:pt x="29" y="18"/>
                  </a:cubicBezTo>
                  <a:cubicBezTo>
                    <a:pt x="30" y="22"/>
                    <a:pt x="29" y="22"/>
                    <a:pt x="31" y="18"/>
                  </a:cubicBezTo>
                  <a:cubicBezTo>
                    <a:pt x="33" y="15"/>
                    <a:pt x="29" y="0"/>
                    <a:pt x="17" y="0"/>
                  </a:cubicBezTo>
                  <a:cubicBezTo>
                    <a:pt x="5" y="0"/>
                    <a:pt x="0" y="11"/>
                    <a:pt x="2" y="18"/>
                  </a:cubicBezTo>
                  <a:cubicBezTo>
                    <a:pt x="4" y="24"/>
                    <a:pt x="4" y="23"/>
                    <a:pt x="5" y="18"/>
                  </a:cubicBezTo>
                  <a:cubicBezTo>
                    <a:pt x="6" y="13"/>
                    <a:pt x="8" y="9"/>
                    <a:pt x="16" y="9"/>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0" name="Freeform 109"/>
            <p:cNvSpPr/>
            <p:nvPr/>
          </p:nvSpPr>
          <p:spPr bwMode="auto">
            <a:xfrm>
              <a:off x="5500688" y="976313"/>
              <a:ext cx="120650" cy="74613"/>
            </a:xfrm>
            <a:custGeom>
              <a:avLst/>
              <a:gdLst>
                <a:gd name="T0" fmla="*/ 20 w 29"/>
                <a:gd name="T1" fmla="*/ 4 h 18"/>
                <a:gd name="T2" fmla="*/ 6 w 29"/>
                <a:gd name="T3" fmla="*/ 13 h 18"/>
                <a:gd name="T4" fmla="*/ 3 w 29"/>
                <a:gd name="T5" fmla="*/ 15 h 18"/>
                <a:gd name="T6" fmla="*/ 2 w 29"/>
                <a:gd name="T7" fmla="*/ 14 h 18"/>
                <a:gd name="T8" fmla="*/ 1 w 29"/>
                <a:gd name="T9" fmla="*/ 5 h 18"/>
                <a:gd name="T10" fmla="*/ 19 w 29"/>
                <a:gd name="T11" fmla="*/ 0 h 18"/>
                <a:gd name="T12" fmla="*/ 28 w 29"/>
                <a:gd name="T13" fmla="*/ 6 h 18"/>
                <a:gd name="T14" fmla="*/ 27 w 29"/>
                <a:gd name="T15" fmla="*/ 14 h 18"/>
                <a:gd name="T16" fmla="*/ 26 w 29"/>
                <a:gd name="T17" fmla="*/ 14 h 18"/>
                <a:gd name="T18" fmla="*/ 20 w 29"/>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18">
                  <a:moveTo>
                    <a:pt x="20" y="4"/>
                  </a:moveTo>
                  <a:cubicBezTo>
                    <a:pt x="20" y="4"/>
                    <a:pt x="15" y="12"/>
                    <a:pt x="6" y="13"/>
                  </a:cubicBezTo>
                  <a:cubicBezTo>
                    <a:pt x="9" y="8"/>
                    <a:pt x="4" y="10"/>
                    <a:pt x="3" y="15"/>
                  </a:cubicBezTo>
                  <a:cubicBezTo>
                    <a:pt x="3" y="18"/>
                    <a:pt x="2" y="17"/>
                    <a:pt x="2" y="14"/>
                  </a:cubicBezTo>
                  <a:cubicBezTo>
                    <a:pt x="2" y="11"/>
                    <a:pt x="0" y="8"/>
                    <a:pt x="1" y="5"/>
                  </a:cubicBezTo>
                  <a:cubicBezTo>
                    <a:pt x="2" y="3"/>
                    <a:pt x="15" y="0"/>
                    <a:pt x="19" y="0"/>
                  </a:cubicBezTo>
                  <a:cubicBezTo>
                    <a:pt x="23" y="0"/>
                    <a:pt x="27" y="4"/>
                    <a:pt x="28" y="6"/>
                  </a:cubicBezTo>
                  <a:cubicBezTo>
                    <a:pt x="29" y="7"/>
                    <a:pt x="27" y="12"/>
                    <a:pt x="27" y="14"/>
                  </a:cubicBezTo>
                  <a:cubicBezTo>
                    <a:pt x="27" y="16"/>
                    <a:pt x="26" y="17"/>
                    <a:pt x="26" y="14"/>
                  </a:cubicBezTo>
                  <a:cubicBezTo>
                    <a:pt x="26" y="10"/>
                    <a:pt x="24" y="7"/>
                    <a:pt x="20" y="4"/>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1" name="Freeform 110"/>
            <p:cNvSpPr/>
            <p:nvPr/>
          </p:nvSpPr>
          <p:spPr bwMode="auto">
            <a:xfrm>
              <a:off x="5608638" y="1017588"/>
              <a:ext cx="17463" cy="33338"/>
            </a:xfrm>
            <a:custGeom>
              <a:avLst/>
              <a:gdLst>
                <a:gd name="T0" fmla="*/ 3 w 4"/>
                <a:gd name="T1" fmla="*/ 1 h 8"/>
                <a:gd name="T2" fmla="*/ 4 w 4"/>
                <a:gd name="T3" fmla="*/ 4 h 8"/>
                <a:gd name="T4" fmla="*/ 1 w 4"/>
                <a:gd name="T5" fmla="*/ 7 h 8"/>
                <a:gd name="T6" fmla="*/ 1 w 4"/>
                <a:gd name="T7" fmla="*/ 4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4" y="1"/>
                    <a:pt x="4" y="2"/>
                    <a:pt x="4" y="4"/>
                  </a:cubicBezTo>
                  <a:cubicBezTo>
                    <a:pt x="3" y="6"/>
                    <a:pt x="2" y="8"/>
                    <a:pt x="1" y="7"/>
                  </a:cubicBezTo>
                  <a:cubicBezTo>
                    <a:pt x="1" y="7"/>
                    <a:pt x="0" y="6"/>
                    <a:pt x="1" y="4"/>
                  </a:cubicBezTo>
                  <a:cubicBezTo>
                    <a:pt x="1" y="2"/>
                    <a:pt x="2" y="0"/>
                    <a:pt x="3" y="1"/>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2" name="Freeform 111"/>
            <p:cNvSpPr/>
            <p:nvPr/>
          </p:nvSpPr>
          <p:spPr bwMode="auto">
            <a:xfrm>
              <a:off x="5495926" y="1017588"/>
              <a:ext cx="17463" cy="33338"/>
            </a:xfrm>
            <a:custGeom>
              <a:avLst/>
              <a:gdLst>
                <a:gd name="T0" fmla="*/ 1 w 4"/>
                <a:gd name="T1" fmla="*/ 1 h 8"/>
                <a:gd name="T2" fmla="*/ 0 w 4"/>
                <a:gd name="T3" fmla="*/ 4 h 8"/>
                <a:gd name="T4" fmla="*/ 2 w 4"/>
                <a:gd name="T5" fmla="*/ 7 h 8"/>
                <a:gd name="T6" fmla="*/ 3 w 4"/>
                <a:gd name="T7" fmla="*/ 4 h 8"/>
                <a:gd name="T8" fmla="*/ 1 w 4"/>
                <a:gd name="T9" fmla="*/ 1 h 8"/>
              </a:gdLst>
              <a:ahLst/>
              <a:cxnLst>
                <a:cxn ang="0">
                  <a:pos x="T0" y="T1"/>
                </a:cxn>
                <a:cxn ang="0">
                  <a:pos x="T2" y="T3"/>
                </a:cxn>
                <a:cxn ang="0">
                  <a:pos x="T4" y="T5"/>
                </a:cxn>
                <a:cxn ang="0">
                  <a:pos x="T6" y="T7"/>
                </a:cxn>
                <a:cxn ang="0">
                  <a:pos x="T8" y="T9"/>
                </a:cxn>
              </a:cxnLst>
              <a:rect l="0" t="0" r="r" b="b"/>
              <a:pathLst>
                <a:path w="4" h="8">
                  <a:moveTo>
                    <a:pt x="1" y="1"/>
                  </a:moveTo>
                  <a:cubicBezTo>
                    <a:pt x="0" y="1"/>
                    <a:pt x="0" y="2"/>
                    <a:pt x="0" y="4"/>
                  </a:cubicBezTo>
                  <a:cubicBezTo>
                    <a:pt x="1" y="6"/>
                    <a:pt x="2" y="8"/>
                    <a:pt x="2" y="7"/>
                  </a:cubicBezTo>
                  <a:cubicBezTo>
                    <a:pt x="3" y="7"/>
                    <a:pt x="4" y="6"/>
                    <a:pt x="3" y="4"/>
                  </a:cubicBezTo>
                  <a:cubicBezTo>
                    <a:pt x="3" y="2"/>
                    <a:pt x="2" y="0"/>
                    <a:pt x="1" y="1"/>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3" name="Freeform 112"/>
            <p:cNvSpPr/>
            <p:nvPr/>
          </p:nvSpPr>
          <p:spPr bwMode="auto">
            <a:xfrm>
              <a:off x="5537201" y="1117600"/>
              <a:ext cx="42863" cy="79375"/>
            </a:xfrm>
            <a:custGeom>
              <a:avLst/>
              <a:gdLst>
                <a:gd name="T0" fmla="*/ 4 w 10"/>
                <a:gd name="T1" fmla="*/ 10 h 19"/>
                <a:gd name="T2" fmla="*/ 4 w 10"/>
                <a:gd name="T3" fmla="*/ 19 h 19"/>
                <a:gd name="T4" fmla="*/ 5 w 10"/>
                <a:gd name="T5" fmla="*/ 19 h 19"/>
                <a:gd name="T6" fmla="*/ 7 w 10"/>
                <a:gd name="T7" fmla="*/ 19 h 19"/>
                <a:gd name="T8" fmla="*/ 7 w 10"/>
                <a:gd name="T9" fmla="*/ 10 h 19"/>
                <a:gd name="T10" fmla="*/ 10 w 10"/>
                <a:gd name="T11" fmla="*/ 1 h 19"/>
                <a:gd name="T12" fmla="*/ 0 w 10"/>
                <a:gd name="T13" fmla="*/ 1 h 19"/>
                <a:gd name="T14" fmla="*/ 4 w 10"/>
                <a:gd name="T15" fmla="*/ 1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4" y="10"/>
                  </a:moveTo>
                  <a:cubicBezTo>
                    <a:pt x="4" y="19"/>
                    <a:pt x="4" y="19"/>
                    <a:pt x="4" y="19"/>
                  </a:cubicBezTo>
                  <a:cubicBezTo>
                    <a:pt x="4" y="19"/>
                    <a:pt x="5" y="19"/>
                    <a:pt x="5" y="19"/>
                  </a:cubicBezTo>
                  <a:cubicBezTo>
                    <a:pt x="6" y="19"/>
                    <a:pt x="7" y="19"/>
                    <a:pt x="7" y="19"/>
                  </a:cubicBezTo>
                  <a:cubicBezTo>
                    <a:pt x="7" y="10"/>
                    <a:pt x="7" y="10"/>
                    <a:pt x="7" y="10"/>
                  </a:cubicBezTo>
                  <a:cubicBezTo>
                    <a:pt x="10" y="1"/>
                    <a:pt x="10" y="1"/>
                    <a:pt x="10" y="1"/>
                  </a:cubicBezTo>
                  <a:cubicBezTo>
                    <a:pt x="7" y="0"/>
                    <a:pt x="4" y="0"/>
                    <a:pt x="0" y="1"/>
                  </a:cubicBezTo>
                  <a:lnTo>
                    <a:pt x="4" y="10"/>
                  </a:lnTo>
                  <a:close/>
                </a:path>
              </a:pathLst>
            </a:custGeom>
            <a:solidFill>
              <a:srgbClr val="245E8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4" name="Freeform 113"/>
            <p:cNvSpPr/>
            <p:nvPr/>
          </p:nvSpPr>
          <p:spPr bwMode="auto">
            <a:xfrm>
              <a:off x="5521326" y="1104900"/>
              <a:ext cx="38100" cy="50800"/>
            </a:xfrm>
            <a:custGeom>
              <a:avLst/>
              <a:gdLst>
                <a:gd name="T0" fmla="*/ 10 w 24"/>
                <a:gd name="T1" fmla="*/ 0 h 32"/>
                <a:gd name="T2" fmla="*/ 0 w 24"/>
                <a:gd name="T3" fmla="*/ 16 h 32"/>
                <a:gd name="T4" fmla="*/ 5 w 24"/>
                <a:gd name="T5" fmla="*/ 32 h 32"/>
                <a:gd name="T6" fmla="*/ 24 w 24"/>
                <a:gd name="T7" fmla="*/ 11 h 32"/>
                <a:gd name="T8" fmla="*/ 10 w 24"/>
                <a:gd name="T9" fmla="*/ 0 h 32"/>
              </a:gdLst>
              <a:ahLst/>
              <a:cxnLst>
                <a:cxn ang="0">
                  <a:pos x="T0" y="T1"/>
                </a:cxn>
                <a:cxn ang="0">
                  <a:pos x="T2" y="T3"/>
                </a:cxn>
                <a:cxn ang="0">
                  <a:pos x="T4" y="T5"/>
                </a:cxn>
                <a:cxn ang="0">
                  <a:pos x="T6" y="T7"/>
                </a:cxn>
                <a:cxn ang="0">
                  <a:pos x="T8" y="T9"/>
                </a:cxn>
              </a:cxnLst>
              <a:rect l="0" t="0" r="r" b="b"/>
              <a:pathLst>
                <a:path w="24" h="32">
                  <a:moveTo>
                    <a:pt x="10" y="0"/>
                  </a:moveTo>
                  <a:lnTo>
                    <a:pt x="0" y="16"/>
                  </a:lnTo>
                  <a:lnTo>
                    <a:pt x="5" y="32"/>
                  </a:lnTo>
                  <a:lnTo>
                    <a:pt x="24" y="11"/>
                  </a:lnTo>
                  <a:lnTo>
                    <a:pt x="10" y="0"/>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5" name="Freeform 114"/>
            <p:cNvSpPr/>
            <p:nvPr/>
          </p:nvSpPr>
          <p:spPr bwMode="auto">
            <a:xfrm>
              <a:off x="5521326" y="1104900"/>
              <a:ext cx="38100" cy="41275"/>
            </a:xfrm>
            <a:custGeom>
              <a:avLst/>
              <a:gdLst>
                <a:gd name="T0" fmla="*/ 10 w 24"/>
                <a:gd name="T1" fmla="*/ 0 h 26"/>
                <a:gd name="T2" fmla="*/ 0 w 24"/>
                <a:gd name="T3" fmla="*/ 16 h 26"/>
                <a:gd name="T4" fmla="*/ 5 w 24"/>
                <a:gd name="T5" fmla="*/ 26 h 26"/>
                <a:gd name="T6" fmla="*/ 24 w 24"/>
                <a:gd name="T7" fmla="*/ 11 h 26"/>
                <a:gd name="T8" fmla="*/ 10 w 24"/>
                <a:gd name="T9" fmla="*/ 0 h 26"/>
              </a:gdLst>
              <a:ahLst/>
              <a:cxnLst>
                <a:cxn ang="0">
                  <a:pos x="T0" y="T1"/>
                </a:cxn>
                <a:cxn ang="0">
                  <a:pos x="T2" y="T3"/>
                </a:cxn>
                <a:cxn ang="0">
                  <a:pos x="T4" y="T5"/>
                </a:cxn>
                <a:cxn ang="0">
                  <a:pos x="T6" y="T7"/>
                </a:cxn>
                <a:cxn ang="0">
                  <a:pos x="T8" y="T9"/>
                </a:cxn>
              </a:cxnLst>
              <a:rect l="0" t="0" r="r" b="b"/>
              <a:pathLst>
                <a:path w="24" h="26">
                  <a:moveTo>
                    <a:pt x="10" y="0"/>
                  </a:moveTo>
                  <a:lnTo>
                    <a:pt x="0" y="16"/>
                  </a:lnTo>
                  <a:lnTo>
                    <a:pt x="5" y="26"/>
                  </a:lnTo>
                  <a:lnTo>
                    <a:pt x="24" y="11"/>
                  </a:lnTo>
                  <a:lnTo>
                    <a:pt x="1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6" name="Freeform 115"/>
            <p:cNvSpPr/>
            <p:nvPr/>
          </p:nvSpPr>
          <p:spPr bwMode="auto">
            <a:xfrm>
              <a:off x="5559426" y="1104900"/>
              <a:ext cx="41275" cy="50800"/>
            </a:xfrm>
            <a:custGeom>
              <a:avLst/>
              <a:gdLst>
                <a:gd name="T0" fmla="*/ 15 w 26"/>
                <a:gd name="T1" fmla="*/ 0 h 32"/>
                <a:gd name="T2" fmla="*/ 26 w 26"/>
                <a:gd name="T3" fmla="*/ 16 h 32"/>
                <a:gd name="T4" fmla="*/ 18 w 26"/>
                <a:gd name="T5" fmla="*/ 32 h 32"/>
                <a:gd name="T6" fmla="*/ 0 w 26"/>
                <a:gd name="T7" fmla="*/ 11 h 32"/>
                <a:gd name="T8" fmla="*/ 15 w 26"/>
                <a:gd name="T9" fmla="*/ 0 h 32"/>
              </a:gdLst>
              <a:ahLst/>
              <a:cxnLst>
                <a:cxn ang="0">
                  <a:pos x="T0" y="T1"/>
                </a:cxn>
                <a:cxn ang="0">
                  <a:pos x="T2" y="T3"/>
                </a:cxn>
                <a:cxn ang="0">
                  <a:pos x="T4" y="T5"/>
                </a:cxn>
                <a:cxn ang="0">
                  <a:pos x="T6" y="T7"/>
                </a:cxn>
                <a:cxn ang="0">
                  <a:pos x="T8" y="T9"/>
                </a:cxn>
              </a:cxnLst>
              <a:rect l="0" t="0" r="r" b="b"/>
              <a:pathLst>
                <a:path w="26" h="32">
                  <a:moveTo>
                    <a:pt x="15" y="0"/>
                  </a:moveTo>
                  <a:lnTo>
                    <a:pt x="26" y="16"/>
                  </a:lnTo>
                  <a:lnTo>
                    <a:pt x="18" y="32"/>
                  </a:lnTo>
                  <a:lnTo>
                    <a:pt x="0" y="11"/>
                  </a:lnTo>
                  <a:lnTo>
                    <a:pt x="15" y="0"/>
                  </a:lnTo>
                  <a:close/>
                </a:path>
              </a:pathLst>
            </a:custGeom>
            <a:solidFill>
              <a:srgbClr val="CCCC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17" name="Freeform 116"/>
            <p:cNvSpPr/>
            <p:nvPr/>
          </p:nvSpPr>
          <p:spPr bwMode="auto">
            <a:xfrm>
              <a:off x="5559426" y="1104900"/>
              <a:ext cx="41275" cy="41275"/>
            </a:xfrm>
            <a:custGeom>
              <a:avLst/>
              <a:gdLst>
                <a:gd name="T0" fmla="*/ 15 w 26"/>
                <a:gd name="T1" fmla="*/ 0 h 26"/>
                <a:gd name="T2" fmla="*/ 26 w 26"/>
                <a:gd name="T3" fmla="*/ 16 h 26"/>
                <a:gd name="T4" fmla="*/ 18 w 26"/>
                <a:gd name="T5" fmla="*/ 26 h 26"/>
                <a:gd name="T6" fmla="*/ 0 w 26"/>
                <a:gd name="T7" fmla="*/ 11 h 26"/>
                <a:gd name="T8" fmla="*/ 15 w 26"/>
                <a:gd name="T9" fmla="*/ 0 h 26"/>
              </a:gdLst>
              <a:ahLst/>
              <a:cxnLst>
                <a:cxn ang="0">
                  <a:pos x="T0" y="T1"/>
                </a:cxn>
                <a:cxn ang="0">
                  <a:pos x="T2" y="T3"/>
                </a:cxn>
                <a:cxn ang="0">
                  <a:pos x="T4" y="T5"/>
                </a:cxn>
                <a:cxn ang="0">
                  <a:pos x="T6" y="T7"/>
                </a:cxn>
                <a:cxn ang="0">
                  <a:pos x="T8" y="T9"/>
                </a:cxn>
              </a:cxnLst>
              <a:rect l="0" t="0" r="r" b="b"/>
              <a:pathLst>
                <a:path w="26" h="26">
                  <a:moveTo>
                    <a:pt x="15" y="0"/>
                  </a:moveTo>
                  <a:lnTo>
                    <a:pt x="26" y="16"/>
                  </a:lnTo>
                  <a:lnTo>
                    <a:pt x="18" y="26"/>
                  </a:lnTo>
                  <a:lnTo>
                    <a:pt x="0" y="11"/>
                  </a:ln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118" name="Group 573"/>
          <p:cNvGrpSpPr/>
          <p:nvPr/>
        </p:nvGrpSpPr>
        <p:grpSpPr>
          <a:xfrm>
            <a:off x="7782607" y="3820562"/>
            <a:ext cx="352997" cy="352997"/>
            <a:chOff x="6072188" y="2828925"/>
            <a:chExt cx="300038" cy="300038"/>
          </a:xfrm>
        </p:grpSpPr>
        <p:sp>
          <p:nvSpPr>
            <p:cNvPr id="119" name="Oval 117"/>
            <p:cNvSpPr>
              <a:spLocks noChangeArrowheads="1"/>
            </p:cNvSpPr>
            <p:nvPr/>
          </p:nvSpPr>
          <p:spPr bwMode="auto">
            <a:xfrm>
              <a:off x="6072188" y="2828925"/>
              <a:ext cx="300038" cy="300038"/>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0" name="Oval 118"/>
            <p:cNvSpPr>
              <a:spLocks noChangeArrowheads="1"/>
            </p:cNvSpPr>
            <p:nvPr/>
          </p:nvSpPr>
          <p:spPr bwMode="auto">
            <a:xfrm>
              <a:off x="6097588" y="2849563"/>
              <a:ext cx="254000" cy="258763"/>
            </a:xfrm>
            <a:prstGeom prst="ellipse">
              <a:avLst/>
            </a:prstGeom>
            <a:solidFill>
              <a:schemeClr val="tx2">
                <a:lumMod val="20000"/>
                <a:lumOff val="80000"/>
              </a:schemeClr>
            </a:solidFill>
            <a:ln>
              <a:noFill/>
            </a:ln>
          </p:spPr>
          <p:txBody>
            <a:bodyPr vert="horz" wrap="square" lIns="121920" tIns="60960" rIns="121920" bIns="60960" numCol="1" anchor="t" anchorCtr="0" compatLnSpc="1"/>
            <a:lstStyle/>
            <a:p>
              <a:endParaRPr lang="en-US" sz="2400"/>
            </a:p>
          </p:txBody>
        </p:sp>
        <p:sp>
          <p:nvSpPr>
            <p:cNvPr id="121" name="Freeform 119"/>
            <p:cNvSpPr/>
            <p:nvPr/>
          </p:nvSpPr>
          <p:spPr bwMode="auto">
            <a:xfrm>
              <a:off x="6154738" y="3041650"/>
              <a:ext cx="133350" cy="66675"/>
            </a:xfrm>
            <a:custGeom>
              <a:avLst/>
              <a:gdLst>
                <a:gd name="T0" fmla="*/ 5 w 32"/>
                <a:gd name="T1" fmla="*/ 5 h 16"/>
                <a:gd name="T2" fmla="*/ 0 w 32"/>
                <a:gd name="T3" fmla="*/ 11 h 16"/>
                <a:gd name="T4" fmla="*/ 16 w 32"/>
                <a:gd name="T5" fmla="*/ 16 h 16"/>
                <a:gd name="T6" fmla="*/ 32 w 32"/>
                <a:gd name="T7" fmla="*/ 11 h 16"/>
                <a:gd name="T8" fmla="*/ 28 w 32"/>
                <a:gd name="T9" fmla="*/ 5 h 16"/>
                <a:gd name="T10" fmla="*/ 16 w 32"/>
                <a:gd name="T11" fmla="*/ 0 h 16"/>
                <a:gd name="T12" fmla="*/ 5 w 32"/>
                <a:gd name="T13" fmla="*/ 5 h 16"/>
              </a:gdLst>
              <a:ahLst/>
              <a:cxnLst>
                <a:cxn ang="0">
                  <a:pos x="T0" y="T1"/>
                </a:cxn>
                <a:cxn ang="0">
                  <a:pos x="T2" y="T3"/>
                </a:cxn>
                <a:cxn ang="0">
                  <a:pos x="T4" y="T5"/>
                </a:cxn>
                <a:cxn ang="0">
                  <a:pos x="T6" y="T7"/>
                </a:cxn>
                <a:cxn ang="0">
                  <a:pos x="T8" y="T9"/>
                </a:cxn>
                <a:cxn ang="0">
                  <a:pos x="T10" y="T11"/>
                </a:cxn>
                <a:cxn ang="0">
                  <a:pos x="T12" y="T13"/>
                </a:cxn>
              </a:cxnLst>
              <a:rect l="0" t="0" r="r" b="b"/>
              <a:pathLst>
                <a:path w="32" h="16">
                  <a:moveTo>
                    <a:pt x="5" y="5"/>
                  </a:moveTo>
                  <a:cubicBezTo>
                    <a:pt x="3" y="6"/>
                    <a:pt x="1" y="8"/>
                    <a:pt x="0" y="11"/>
                  </a:cubicBezTo>
                  <a:cubicBezTo>
                    <a:pt x="5" y="14"/>
                    <a:pt x="10" y="16"/>
                    <a:pt x="16" y="16"/>
                  </a:cubicBezTo>
                  <a:cubicBezTo>
                    <a:pt x="22" y="16"/>
                    <a:pt x="27" y="14"/>
                    <a:pt x="32" y="11"/>
                  </a:cubicBezTo>
                  <a:cubicBezTo>
                    <a:pt x="31" y="8"/>
                    <a:pt x="30" y="6"/>
                    <a:pt x="28" y="5"/>
                  </a:cubicBezTo>
                  <a:cubicBezTo>
                    <a:pt x="22" y="1"/>
                    <a:pt x="19" y="1"/>
                    <a:pt x="16" y="0"/>
                  </a:cubicBezTo>
                  <a:cubicBezTo>
                    <a:pt x="13" y="0"/>
                    <a:pt x="10" y="1"/>
                    <a:pt x="5"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2" name="Freeform 120"/>
            <p:cNvSpPr/>
            <p:nvPr/>
          </p:nvSpPr>
          <p:spPr bwMode="auto">
            <a:xfrm>
              <a:off x="6205538" y="2995613"/>
              <a:ext cx="36513" cy="66675"/>
            </a:xfrm>
            <a:custGeom>
              <a:avLst/>
              <a:gdLst>
                <a:gd name="T0" fmla="*/ 0 w 9"/>
                <a:gd name="T1" fmla="*/ 0 h 16"/>
                <a:gd name="T2" fmla="*/ 9 w 9"/>
                <a:gd name="T3" fmla="*/ 0 h 16"/>
                <a:gd name="T4" fmla="*/ 9 w 9"/>
                <a:gd name="T5" fmla="*/ 11 h 16"/>
                <a:gd name="T6" fmla="*/ 0 w 9"/>
                <a:gd name="T7" fmla="*/ 11 h 16"/>
                <a:gd name="T8" fmla="*/ 0 w 9"/>
                <a:gd name="T9" fmla="*/ 0 h 16"/>
              </a:gdLst>
              <a:ahLst/>
              <a:cxnLst>
                <a:cxn ang="0">
                  <a:pos x="T0" y="T1"/>
                </a:cxn>
                <a:cxn ang="0">
                  <a:pos x="T2" y="T3"/>
                </a:cxn>
                <a:cxn ang="0">
                  <a:pos x="T4" y="T5"/>
                </a:cxn>
                <a:cxn ang="0">
                  <a:pos x="T6" y="T7"/>
                </a:cxn>
                <a:cxn ang="0">
                  <a:pos x="T8" y="T9"/>
                </a:cxn>
              </a:cxnLst>
              <a:rect l="0" t="0" r="r" b="b"/>
              <a:pathLst>
                <a:path w="9" h="16">
                  <a:moveTo>
                    <a:pt x="0" y="0"/>
                  </a:moveTo>
                  <a:cubicBezTo>
                    <a:pt x="9" y="0"/>
                    <a:pt x="9" y="0"/>
                    <a:pt x="9" y="0"/>
                  </a:cubicBezTo>
                  <a:cubicBezTo>
                    <a:pt x="9" y="11"/>
                    <a:pt x="9" y="11"/>
                    <a:pt x="9" y="11"/>
                  </a:cubicBezTo>
                  <a:cubicBezTo>
                    <a:pt x="9" y="15"/>
                    <a:pt x="0" y="16"/>
                    <a:pt x="0" y="11"/>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3" name="Freeform 121"/>
            <p:cNvSpPr/>
            <p:nvPr/>
          </p:nvSpPr>
          <p:spPr bwMode="auto">
            <a:xfrm>
              <a:off x="6205538" y="3019425"/>
              <a:ext cx="36513" cy="25400"/>
            </a:xfrm>
            <a:custGeom>
              <a:avLst/>
              <a:gdLst>
                <a:gd name="T0" fmla="*/ 23 w 23"/>
                <a:gd name="T1" fmla="*/ 6 h 16"/>
                <a:gd name="T2" fmla="*/ 23 w 23"/>
                <a:gd name="T3" fmla="*/ 0 h 16"/>
                <a:gd name="T4" fmla="*/ 0 w 23"/>
                <a:gd name="T5" fmla="*/ 0 h 16"/>
                <a:gd name="T6" fmla="*/ 0 w 23"/>
                <a:gd name="T7" fmla="*/ 16 h 16"/>
                <a:gd name="T8" fmla="*/ 23 w 23"/>
                <a:gd name="T9" fmla="*/ 6 h 16"/>
              </a:gdLst>
              <a:ahLst/>
              <a:cxnLst>
                <a:cxn ang="0">
                  <a:pos x="T0" y="T1"/>
                </a:cxn>
                <a:cxn ang="0">
                  <a:pos x="T2" y="T3"/>
                </a:cxn>
                <a:cxn ang="0">
                  <a:pos x="T4" y="T5"/>
                </a:cxn>
                <a:cxn ang="0">
                  <a:pos x="T6" y="T7"/>
                </a:cxn>
                <a:cxn ang="0">
                  <a:pos x="T8" y="T9"/>
                </a:cxn>
              </a:cxnLst>
              <a:rect l="0" t="0" r="r" b="b"/>
              <a:pathLst>
                <a:path w="23" h="16">
                  <a:moveTo>
                    <a:pt x="23" y="6"/>
                  </a:moveTo>
                  <a:lnTo>
                    <a:pt x="23" y="0"/>
                  </a:lnTo>
                  <a:lnTo>
                    <a:pt x="0" y="0"/>
                  </a:lnTo>
                  <a:lnTo>
                    <a:pt x="0" y="16"/>
                  </a:lnTo>
                  <a:lnTo>
                    <a:pt x="23" y="6"/>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4" name="Freeform 122"/>
            <p:cNvSpPr/>
            <p:nvPr/>
          </p:nvSpPr>
          <p:spPr bwMode="auto">
            <a:xfrm>
              <a:off x="6146801" y="2928938"/>
              <a:ext cx="153988" cy="100013"/>
            </a:xfrm>
            <a:custGeom>
              <a:avLst/>
              <a:gdLst>
                <a:gd name="T0" fmla="*/ 18 w 37"/>
                <a:gd name="T1" fmla="*/ 0 h 24"/>
                <a:gd name="T2" fmla="*/ 18 w 37"/>
                <a:gd name="T3" fmla="*/ 24 h 24"/>
                <a:gd name="T4" fmla="*/ 18 w 37"/>
                <a:gd name="T5" fmla="*/ 0 h 24"/>
              </a:gdLst>
              <a:ahLst/>
              <a:cxnLst>
                <a:cxn ang="0">
                  <a:pos x="T0" y="T1"/>
                </a:cxn>
                <a:cxn ang="0">
                  <a:pos x="T2" y="T3"/>
                </a:cxn>
                <a:cxn ang="0">
                  <a:pos x="T4" y="T5"/>
                </a:cxn>
              </a:cxnLst>
              <a:rect l="0" t="0" r="r" b="b"/>
              <a:pathLst>
                <a:path w="37" h="24">
                  <a:moveTo>
                    <a:pt x="18" y="0"/>
                  </a:moveTo>
                  <a:cubicBezTo>
                    <a:pt x="37" y="0"/>
                    <a:pt x="29" y="24"/>
                    <a:pt x="18" y="24"/>
                  </a:cubicBezTo>
                  <a:cubicBezTo>
                    <a:pt x="7" y="24"/>
                    <a:pt x="0" y="0"/>
                    <a:pt x="18"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5" name="Freeform 123"/>
            <p:cNvSpPr/>
            <p:nvPr/>
          </p:nvSpPr>
          <p:spPr bwMode="auto">
            <a:xfrm>
              <a:off x="6167438" y="2906713"/>
              <a:ext cx="109538" cy="84138"/>
            </a:xfrm>
            <a:custGeom>
              <a:avLst/>
              <a:gdLst>
                <a:gd name="T0" fmla="*/ 13 w 26"/>
                <a:gd name="T1" fmla="*/ 6 h 20"/>
                <a:gd name="T2" fmla="*/ 22 w 26"/>
                <a:gd name="T3" fmla="*/ 15 h 20"/>
                <a:gd name="T4" fmla="*/ 25 w 26"/>
                <a:gd name="T5" fmla="*/ 15 h 20"/>
                <a:gd name="T6" fmla="*/ 13 w 26"/>
                <a:gd name="T7" fmla="*/ 0 h 20"/>
                <a:gd name="T8" fmla="*/ 1 w 26"/>
                <a:gd name="T9" fmla="*/ 15 h 20"/>
                <a:gd name="T10" fmla="*/ 4 w 26"/>
                <a:gd name="T11" fmla="*/ 15 h 20"/>
                <a:gd name="T12" fmla="*/ 13 w 26"/>
                <a:gd name="T13" fmla="*/ 6 h 20"/>
              </a:gdLst>
              <a:ahLst/>
              <a:cxnLst>
                <a:cxn ang="0">
                  <a:pos x="T0" y="T1"/>
                </a:cxn>
                <a:cxn ang="0">
                  <a:pos x="T2" y="T3"/>
                </a:cxn>
                <a:cxn ang="0">
                  <a:pos x="T4" y="T5"/>
                </a:cxn>
                <a:cxn ang="0">
                  <a:pos x="T6" y="T7"/>
                </a:cxn>
                <a:cxn ang="0">
                  <a:pos x="T8" y="T9"/>
                </a:cxn>
                <a:cxn ang="0">
                  <a:pos x="T10" y="T11"/>
                </a:cxn>
                <a:cxn ang="0">
                  <a:pos x="T12" y="T13"/>
                </a:cxn>
              </a:cxnLst>
              <a:rect l="0" t="0" r="r" b="b"/>
              <a:pathLst>
                <a:path w="26" h="20">
                  <a:moveTo>
                    <a:pt x="13" y="6"/>
                  </a:moveTo>
                  <a:cubicBezTo>
                    <a:pt x="19" y="6"/>
                    <a:pt x="22" y="12"/>
                    <a:pt x="22" y="15"/>
                  </a:cubicBezTo>
                  <a:cubicBezTo>
                    <a:pt x="22" y="18"/>
                    <a:pt x="24" y="18"/>
                    <a:pt x="25" y="15"/>
                  </a:cubicBezTo>
                  <a:cubicBezTo>
                    <a:pt x="26" y="13"/>
                    <a:pt x="23" y="0"/>
                    <a:pt x="13" y="0"/>
                  </a:cubicBezTo>
                  <a:cubicBezTo>
                    <a:pt x="4" y="0"/>
                    <a:pt x="0" y="10"/>
                    <a:pt x="1" y="15"/>
                  </a:cubicBezTo>
                  <a:cubicBezTo>
                    <a:pt x="3" y="20"/>
                    <a:pt x="4" y="17"/>
                    <a:pt x="4" y="15"/>
                  </a:cubicBezTo>
                  <a:cubicBezTo>
                    <a:pt x="4" y="13"/>
                    <a:pt x="6" y="6"/>
                    <a:pt x="13" y="6"/>
                  </a:cubicBezTo>
                  <a:close/>
                </a:path>
              </a:pathLst>
            </a:custGeom>
            <a:solidFill>
              <a:srgbClr val="7D5F5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6" name="Freeform 124"/>
            <p:cNvSpPr/>
            <p:nvPr/>
          </p:nvSpPr>
          <p:spPr bwMode="auto">
            <a:xfrm>
              <a:off x="6172201" y="2903538"/>
              <a:ext cx="69850" cy="61913"/>
            </a:xfrm>
            <a:custGeom>
              <a:avLst/>
              <a:gdLst>
                <a:gd name="T0" fmla="*/ 17 w 17"/>
                <a:gd name="T1" fmla="*/ 3 h 15"/>
                <a:gd name="T2" fmla="*/ 2 w 17"/>
                <a:gd name="T3" fmla="*/ 15 h 15"/>
                <a:gd name="T4" fmla="*/ 17 w 17"/>
                <a:gd name="T5" fmla="*/ 3 h 15"/>
              </a:gdLst>
              <a:ahLst/>
              <a:cxnLst>
                <a:cxn ang="0">
                  <a:pos x="T0" y="T1"/>
                </a:cxn>
                <a:cxn ang="0">
                  <a:pos x="T2" y="T3"/>
                </a:cxn>
                <a:cxn ang="0">
                  <a:pos x="T4" y="T5"/>
                </a:cxn>
              </a:cxnLst>
              <a:rect l="0" t="0" r="r" b="b"/>
              <a:pathLst>
                <a:path w="17" h="15">
                  <a:moveTo>
                    <a:pt x="17" y="3"/>
                  </a:moveTo>
                  <a:cubicBezTo>
                    <a:pt x="15" y="7"/>
                    <a:pt x="8" y="14"/>
                    <a:pt x="2" y="15"/>
                  </a:cubicBezTo>
                  <a:cubicBezTo>
                    <a:pt x="0" y="5"/>
                    <a:pt x="11" y="0"/>
                    <a:pt x="17" y="3"/>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7" name="Freeform 125"/>
            <p:cNvSpPr/>
            <p:nvPr/>
          </p:nvSpPr>
          <p:spPr bwMode="auto">
            <a:xfrm>
              <a:off x="6264276" y="2962275"/>
              <a:ext cx="12700" cy="23813"/>
            </a:xfrm>
            <a:custGeom>
              <a:avLst/>
              <a:gdLst>
                <a:gd name="T0" fmla="*/ 2 w 3"/>
                <a:gd name="T1" fmla="*/ 0 h 6"/>
                <a:gd name="T2" fmla="*/ 3 w 3"/>
                <a:gd name="T3" fmla="*/ 3 h 6"/>
                <a:gd name="T4" fmla="*/ 1 w 3"/>
                <a:gd name="T5" fmla="*/ 6 h 6"/>
                <a:gd name="T6" fmla="*/ 0 w 3"/>
                <a:gd name="T7" fmla="*/ 3 h 6"/>
                <a:gd name="T8" fmla="*/ 2 w 3"/>
                <a:gd name="T9" fmla="*/ 0 h 6"/>
              </a:gdLst>
              <a:ahLst/>
              <a:cxnLst>
                <a:cxn ang="0">
                  <a:pos x="T0" y="T1"/>
                </a:cxn>
                <a:cxn ang="0">
                  <a:pos x="T2" y="T3"/>
                </a:cxn>
                <a:cxn ang="0">
                  <a:pos x="T4" y="T5"/>
                </a:cxn>
                <a:cxn ang="0">
                  <a:pos x="T6" y="T7"/>
                </a:cxn>
                <a:cxn ang="0">
                  <a:pos x="T8" y="T9"/>
                </a:cxn>
              </a:cxnLst>
              <a:rect l="0" t="0" r="r" b="b"/>
              <a:pathLst>
                <a:path w="3" h="6">
                  <a:moveTo>
                    <a:pt x="2" y="0"/>
                  </a:moveTo>
                  <a:cubicBezTo>
                    <a:pt x="3" y="1"/>
                    <a:pt x="3" y="2"/>
                    <a:pt x="3" y="3"/>
                  </a:cubicBezTo>
                  <a:cubicBezTo>
                    <a:pt x="2" y="5"/>
                    <a:pt x="1" y="6"/>
                    <a:pt x="1" y="6"/>
                  </a:cubicBezTo>
                  <a:cubicBezTo>
                    <a:pt x="0" y="6"/>
                    <a:pt x="0" y="4"/>
                    <a:pt x="0" y="3"/>
                  </a:cubicBezTo>
                  <a:cubicBezTo>
                    <a:pt x="1" y="1"/>
                    <a:pt x="1" y="0"/>
                    <a:pt x="2"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8" name="Freeform 126"/>
            <p:cNvSpPr/>
            <p:nvPr/>
          </p:nvSpPr>
          <p:spPr bwMode="auto">
            <a:xfrm>
              <a:off x="6172201" y="2962275"/>
              <a:ext cx="12700" cy="23813"/>
            </a:xfrm>
            <a:custGeom>
              <a:avLst/>
              <a:gdLst>
                <a:gd name="T0" fmla="*/ 0 w 3"/>
                <a:gd name="T1" fmla="*/ 0 h 6"/>
                <a:gd name="T2" fmla="*/ 0 w 3"/>
                <a:gd name="T3" fmla="*/ 3 h 6"/>
                <a:gd name="T4" fmla="*/ 2 w 3"/>
                <a:gd name="T5" fmla="*/ 6 h 6"/>
                <a:gd name="T6" fmla="*/ 2 w 3"/>
                <a:gd name="T7" fmla="*/ 3 h 6"/>
                <a:gd name="T8" fmla="*/ 0 w 3"/>
                <a:gd name="T9" fmla="*/ 0 h 6"/>
              </a:gdLst>
              <a:ahLst/>
              <a:cxnLst>
                <a:cxn ang="0">
                  <a:pos x="T0" y="T1"/>
                </a:cxn>
                <a:cxn ang="0">
                  <a:pos x="T2" y="T3"/>
                </a:cxn>
                <a:cxn ang="0">
                  <a:pos x="T4" y="T5"/>
                </a:cxn>
                <a:cxn ang="0">
                  <a:pos x="T6" y="T7"/>
                </a:cxn>
                <a:cxn ang="0">
                  <a:pos x="T8" y="T9"/>
                </a:cxn>
              </a:cxnLst>
              <a:rect l="0" t="0" r="r" b="b"/>
              <a:pathLst>
                <a:path w="3" h="6">
                  <a:moveTo>
                    <a:pt x="0" y="0"/>
                  </a:moveTo>
                  <a:cubicBezTo>
                    <a:pt x="0" y="1"/>
                    <a:pt x="0" y="2"/>
                    <a:pt x="0" y="3"/>
                  </a:cubicBezTo>
                  <a:cubicBezTo>
                    <a:pt x="0" y="5"/>
                    <a:pt x="1" y="6"/>
                    <a:pt x="2" y="6"/>
                  </a:cubicBezTo>
                  <a:cubicBezTo>
                    <a:pt x="2" y="6"/>
                    <a:pt x="3" y="4"/>
                    <a:pt x="2" y="3"/>
                  </a:cubicBezTo>
                  <a:cubicBezTo>
                    <a:pt x="2" y="1"/>
                    <a:pt x="1" y="0"/>
                    <a:pt x="0"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29" name="Freeform 127"/>
            <p:cNvSpPr/>
            <p:nvPr/>
          </p:nvSpPr>
          <p:spPr bwMode="auto">
            <a:xfrm>
              <a:off x="6208713" y="2911475"/>
              <a:ext cx="63500" cy="53975"/>
            </a:xfrm>
            <a:custGeom>
              <a:avLst/>
              <a:gdLst>
                <a:gd name="T0" fmla="*/ 1 w 15"/>
                <a:gd name="T1" fmla="*/ 2 h 13"/>
                <a:gd name="T2" fmla="*/ 13 w 15"/>
                <a:gd name="T3" fmla="*/ 13 h 13"/>
                <a:gd name="T4" fmla="*/ 1 w 15"/>
                <a:gd name="T5" fmla="*/ 2 h 13"/>
              </a:gdLst>
              <a:ahLst/>
              <a:cxnLst>
                <a:cxn ang="0">
                  <a:pos x="T0" y="T1"/>
                </a:cxn>
                <a:cxn ang="0">
                  <a:pos x="T2" y="T3"/>
                </a:cxn>
                <a:cxn ang="0">
                  <a:pos x="T4" y="T5"/>
                </a:cxn>
              </a:cxnLst>
              <a:rect l="0" t="0" r="r" b="b"/>
              <a:pathLst>
                <a:path w="15" h="13">
                  <a:moveTo>
                    <a:pt x="1" y="2"/>
                  </a:moveTo>
                  <a:cubicBezTo>
                    <a:pt x="0" y="4"/>
                    <a:pt x="5" y="11"/>
                    <a:pt x="13" y="13"/>
                  </a:cubicBezTo>
                  <a:cubicBezTo>
                    <a:pt x="15" y="6"/>
                    <a:pt x="8" y="0"/>
                    <a:pt x="1" y="2"/>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0" name="Freeform 128"/>
            <p:cNvSpPr/>
            <p:nvPr/>
          </p:nvSpPr>
          <p:spPr bwMode="auto">
            <a:xfrm>
              <a:off x="6205538" y="3041650"/>
              <a:ext cx="33338" cy="66675"/>
            </a:xfrm>
            <a:custGeom>
              <a:avLst/>
              <a:gdLst>
                <a:gd name="T0" fmla="*/ 3 w 8"/>
                <a:gd name="T1" fmla="*/ 8 h 16"/>
                <a:gd name="T2" fmla="*/ 3 w 8"/>
                <a:gd name="T3" fmla="*/ 16 h 16"/>
                <a:gd name="T4" fmla="*/ 4 w 8"/>
                <a:gd name="T5" fmla="*/ 16 h 16"/>
                <a:gd name="T6" fmla="*/ 6 w 8"/>
                <a:gd name="T7" fmla="*/ 16 h 16"/>
                <a:gd name="T8" fmla="*/ 5 w 8"/>
                <a:gd name="T9" fmla="*/ 8 h 16"/>
                <a:gd name="T10" fmla="*/ 8 w 8"/>
                <a:gd name="T11" fmla="*/ 1 h 16"/>
                <a:gd name="T12" fmla="*/ 0 w 8"/>
                <a:gd name="T13" fmla="*/ 1 h 16"/>
                <a:gd name="T14" fmla="*/ 3 w 8"/>
                <a:gd name="T15" fmla="*/ 8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16">
                  <a:moveTo>
                    <a:pt x="3" y="8"/>
                  </a:moveTo>
                  <a:cubicBezTo>
                    <a:pt x="3" y="16"/>
                    <a:pt x="3" y="16"/>
                    <a:pt x="3" y="16"/>
                  </a:cubicBezTo>
                  <a:cubicBezTo>
                    <a:pt x="3" y="16"/>
                    <a:pt x="4" y="16"/>
                    <a:pt x="4" y="16"/>
                  </a:cubicBezTo>
                  <a:cubicBezTo>
                    <a:pt x="5" y="16"/>
                    <a:pt x="5" y="16"/>
                    <a:pt x="6" y="16"/>
                  </a:cubicBezTo>
                  <a:cubicBezTo>
                    <a:pt x="5" y="8"/>
                    <a:pt x="5" y="8"/>
                    <a:pt x="5" y="8"/>
                  </a:cubicBezTo>
                  <a:cubicBezTo>
                    <a:pt x="8" y="1"/>
                    <a:pt x="8" y="1"/>
                    <a:pt x="8" y="1"/>
                  </a:cubicBezTo>
                  <a:cubicBezTo>
                    <a:pt x="5" y="0"/>
                    <a:pt x="3" y="0"/>
                    <a:pt x="0" y="1"/>
                  </a:cubicBezTo>
                  <a:lnTo>
                    <a:pt x="3" y="8"/>
                  </a:ln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1" name="Freeform 129"/>
            <p:cNvSpPr/>
            <p:nvPr/>
          </p:nvSpPr>
          <p:spPr bwMode="auto">
            <a:xfrm>
              <a:off x="6192838" y="3032125"/>
              <a:ext cx="28575" cy="38100"/>
            </a:xfrm>
            <a:custGeom>
              <a:avLst/>
              <a:gdLst>
                <a:gd name="T0" fmla="*/ 8 w 18"/>
                <a:gd name="T1" fmla="*/ 0 h 24"/>
                <a:gd name="T2" fmla="*/ 0 w 18"/>
                <a:gd name="T3" fmla="*/ 11 h 24"/>
                <a:gd name="T4" fmla="*/ 5 w 18"/>
                <a:gd name="T5" fmla="*/ 24 h 24"/>
                <a:gd name="T6" fmla="*/ 18 w 18"/>
                <a:gd name="T7" fmla="*/ 6 h 24"/>
                <a:gd name="T8" fmla="*/ 8 w 18"/>
                <a:gd name="T9" fmla="*/ 0 h 24"/>
              </a:gdLst>
              <a:ahLst/>
              <a:cxnLst>
                <a:cxn ang="0">
                  <a:pos x="T0" y="T1"/>
                </a:cxn>
                <a:cxn ang="0">
                  <a:pos x="T2" y="T3"/>
                </a:cxn>
                <a:cxn ang="0">
                  <a:pos x="T4" y="T5"/>
                </a:cxn>
                <a:cxn ang="0">
                  <a:pos x="T6" y="T7"/>
                </a:cxn>
                <a:cxn ang="0">
                  <a:pos x="T8" y="T9"/>
                </a:cxn>
              </a:cxnLst>
              <a:rect l="0" t="0" r="r" b="b"/>
              <a:pathLst>
                <a:path w="18" h="24">
                  <a:moveTo>
                    <a:pt x="8" y="0"/>
                  </a:moveTo>
                  <a:lnTo>
                    <a:pt x="0" y="11"/>
                  </a:lnTo>
                  <a:lnTo>
                    <a:pt x="5" y="24"/>
                  </a:lnTo>
                  <a:lnTo>
                    <a:pt x="18" y="6"/>
                  </a:lnTo>
                  <a:lnTo>
                    <a:pt x="8" y="0"/>
                  </a:lnTo>
                  <a:close/>
                </a:path>
              </a:pathLst>
            </a:custGeom>
            <a:solidFill>
              <a:srgbClr val="BCC2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2" name="Freeform 130"/>
            <p:cNvSpPr/>
            <p:nvPr/>
          </p:nvSpPr>
          <p:spPr bwMode="auto">
            <a:xfrm>
              <a:off x="6192838" y="3032125"/>
              <a:ext cx="28575" cy="33338"/>
            </a:xfrm>
            <a:custGeom>
              <a:avLst/>
              <a:gdLst>
                <a:gd name="T0" fmla="*/ 8 w 18"/>
                <a:gd name="T1" fmla="*/ 0 h 21"/>
                <a:gd name="T2" fmla="*/ 0 w 18"/>
                <a:gd name="T3" fmla="*/ 11 h 21"/>
                <a:gd name="T4" fmla="*/ 5 w 18"/>
                <a:gd name="T5" fmla="*/ 21 h 21"/>
                <a:gd name="T6" fmla="*/ 18 w 18"/>
                <a:gd name="T7" fmla="*/ 6 h 21"/>
                <a:gd name="T8" fmla="*/ 8 w 18"/>
                <a:gd name="T9" fmla="*/ 0 h 21"/>
              </a:gdLst>
              <a:ahLst/>
              <a:cxnLst>
                <a:cxn ang="0">
                  <a:pos x="T0" y="T1"/>
                </a:cxn>
                <a:cxn ang="0">
                  <a:pos x="T2" y="T3"/>
                </a:cxn>
                <a:cxn ang="0">
                  <a:pos x="T4" y="T5"/>
                </a:cxn>
                <a:cxn ang="0">
                  <a:pos x="T6" y="T7"/>
                </a:cxn>
                <a:cxn ang="0">
                  <a:pos x="T8" y="T9"/>
                </a:cxn>
              </a:cxnLst>
              <a:rect l="0" t="0" r="r" b="b"/>
              <a:pathLst>
                <a:path w="18" h="21">
                  <a:moveTo>
                    <a:pt x="8" y="0"/>
                  </a:moveTo>
                  <a:lnTo>
                    <a:pt x="0" y="11"/>
                  </a:lnTo>
                  <a:lnTo>
                    <a:pt x="5" y="21"/>
                  </a:lnTo>
                  <a:lnTo>
                    <a:pt x="18" y="6"/>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3" name="Freeform 131"/>
            <p:cNvSpPr/>
            <p:nvPr/>
          </p:nvSpPr>
          <p:spPr bwMode="auto">
            <a:xfrm>
              <a:off x="6221413" y="3032125"/>
              <a:ext cx="33338" cy="38100"/>
            </a:xfrm>
            <a:custGeom>
              <a:avLst/>
              <a:gdLst>
                <a:gd name="T0" fmla="*/ 13 w 21"/>
                <a:gd name="T1" fmla="*/ 0 h 24"/>
                <a:gd name="T2" fmla="*/ 21 w 21"/>
                <a:gd name="T3" fmla="*/ 11 h 24"/>
                <a:gd name="T4" fmla="*/ 16 w 21"/>
                <a:gd name="T5" fmla="*/ 24 h 24"/>
                <a:gd name="T6" fmla="*/ 0 w 21"/>
                <a:gd name="T7" fmla="*/ 6 h 24"/>
                <a:gd name="T8" fmla="*/ 13 w 21"/>
                <a:gd name="T9" fmla="*/ 0 h 24"/>
              </a:gdLst>
              <a:ahLst/>
              <a:cxnLst>
                <a:cxn ang="0">
                  <a:pos x="T0" y="T1"/>
                </a:cxn>
                <a:cxn ang="0">
                  <a:pos x="T2" y="T3"/>
                </a:cxn>
                <a:cxn ang="0">
                  <a:pos x="T4" y="T5"/>
                </a:cxn>
                <a:cxn ang="0">
                  <a:pos x="T6" y="T7"/>
                </a:cxn>
                <a:cxn ang="0">
                  <a:pos x="T8" y="T9"/>
                </a:cxn>
              </a:cxnLst>
              <a:rect l="0" t="0" r="r" b="b"/>
              <a:pathLst>
                <a:path w="21" h="24">
                  <a:moveTo>
                    <a:pt x="13" y="0"/>
                  </a:moveTo>
                  <a:lnTo>
                    <a:pt x="21" y="11"/>
                  </a:lnTo>
                  <a:lnTo>
                    <a:pt x="16" y="24"/>
                  </a:lnTo>
                  <a:lnTo>
                    <a:pt x="0" y="6"/>
                  </a:lnTo>
                  <a:lnTo>
                    <a:pt x="13" y="0"/>
                  </a:lnTo>
                  <a:close/>
                </a:path>
              </a:pathLst>
            </a:custGeom>
            <a:solidFill>
              <a:srgbClr val="E1E6F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4" name="Freeform 132"/>
            <p:cNvSpPr/>
            <p:nvPr/>
          </p:nvSpPr>
          <p:spPr bwMode="auto">
            <a:xfrm>
              <a:off x="6221413" y="3032125"/>
              <a:ext cx="33338" cy="33338"/>
            </a:xfrm>
            <a:custGeom>
              <a:avLst/>
              <a:gdLst>
                <a:gd name="T0" fmla="*/ 13 w 21"/>
                <a:gd name="T1" fmla="*/ 0 h 21"/>
                <a:gd name="T2" fmla="*/ 21 w 21"/>
                <a:gd name="T3" fmla="*/ 11 h 21"/>
                <a:gd name="T4" fmla="*/ 16 w 21"/>
                <a:gd name="T5" fmla="*/ 21 h 21"/>
                <a:gd name="T6" fmla="*/ 0 w 21"/>
                <a:gd name="T7" fmla="*/ 6 h 21"/>
                <a:gd name="T8" fmla="*/ 13 w 21"/>
                <a:gd name="T9" fmla="*/ 0 h 21"/>
              </a:gdLst>
              <a:ahLst/>
              <a:cxnLst>
                <a:cxn ang="0">
                  <a:pos x="T0" y="T1"/>
                </a:cxn>
                <a:cxn ang="0">
                  <a:pos x="T2" y="T3"/>
                </a:cxn>
                <a:cxn ang="0">
                  <a:pos x="T4" y="T5"/>
                </a:cxn>
                <a:cxn ang="0">
                  <a:pos x="T6" y="T7"/>
                </a:cxn>
                <a:cxn ang="0">
                  <a:pos x="T8" y="T9"/>
                </a:cxn>
              </a:cxnLst>
              <a:rect l="0" t="0" r="r" b="b"/>
              <a:pathLst>
                <a:path w="21" h="21">
                  <a:moveTo>
                    <a:pt x="13" y="0"/>
                  </a:moveTo>
                  <a:lnTo>
                    <a:pt x="21" y="11"/>
                  </a:lnTo>
                  <a:lnTo>
                    <a:pt x="16" y="21"/>
                  </a:lnTo>
                  <a:lnTo>
                    <a:pt x="0" y="6"/>
                  </a:lnTo>
                  <a:lnTo>
                    <a:pt x="1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sp>
        <p:nvSpPr>
          <p:cNvPr id="135" name="Freeform 133"/>
          <p:cNvSpPr/>
          <p:nvPr/>
        </p:nvSpPr>
        <p:spPr bwMode="auto">
          <a:xfrm>
            <a:off x="5358326" y="3151923"/>
            <a:ext cx="1354086" cy="1354086"/>
          </a:xfrm>
          <a:custGeom>
            <a:avLst/>
            <a:gdLst>
              <a:gd name="T0" fmla="*/ 2 w 276"/>
              <a:gd name="T1" fmla="*/ 117 h 276"/>
              <a:gd name="T2" fmla="*/ 0 w 276"/>
              <a:gd name="T3" fmla="*/ 138 h 276"/>
              <a:gd name="T4" fmla="*/ 2 w 276"/>
              <a:gd name="T5" fmla="*/ 159 h 276"/>
              <a:gd name="T6" fmla="*/ 4 w 276"/>
              <a:gd name="T7" fmla="*/ 173 h 276"/>
              <a:gd name="T8" fmla="*/ 11 w 276"/>
              <a:gd name="T9" fmla="*/ 192 h 276"/>
              <a:gd name="T10" fmla="*/ 15 w 276"/>
              <a:gd name="T11" fmla="*/ 201 h 276"/>
              <a:gd name="T12" fmla="*/ 29 w 276"/>
              <a:gd name="T13" fmla="*/ 223 h 276"/>
              <a:gd name="T14" fmla="*/ 40 w 276"/>
              <a:gd name="T15" fmla="*/ 236 h 276"/>
              <a:gd name="T16" fmla="*/ 69 w 276"/>
              <a:gd name="T17" fmla="*/ 258 h 276"/>
              <a:gd name="T18" fmla="*/ 87 w 276"/>
              <a:gd name="T19" fmla="*/ 267 h 276"/>
              <a:gd name="T20" fmla="*/ 138 w 276"/>
              <a:gd name="T21" fmla="*/ 276 h 276"/>
              <a:gd name="T22" fmla="*/ 182 w 276"/>
              <a:gd name="T23" fmla="*/ 269 h 276"/>
              <a:gd name="T24" fmla="*/ 201 w 276"/>
              <a:gd name="T25" fmla="*/ 261 h 276"/>
              <a:gd name="T26" fmla="*/ 231 w 276"/>
              <a:gd name="T27" fmla="*/ 240 h 276"/>
              <a:gd name="T28" fmla="*/ 240 w 276"/>
              <a:gd name="T29" fmla="*/ 231 h 276"/>
              <a:gd name="T30" fmla="*/ 255 w 276"/>
              <a:gd name="T31" fmla="*/ 210 h 276"/>
              <a:gd name="T32" fmla="*/ 261 w 276"/>
              <a:gd name="T33" fmla="*/ 201 h 276"/>
              <a:gd name="T34" fmla="*/ 265 w 276"/>
              <a:gd name="T35" fmla="*/ 192 h 276"/>
              <a:gd name="T36" fmla="*/ 271 w 276"/>
              <a:gd name="T37" fmla="*/ 173 h 276"/>
              <a:gd name="T38" fmla="*/ 274 w 276"/>
              <a:gd name="T39" fmla="*/ 159 h 276"/>
              <a:gd name="T40" fmla="*/ 276 w 276"/>
              <a:gd name="T41" fmla="*/ 138 h 276"/>
              <a:gd name="T42" fmla="*/ 274 w 276"/>
              <a:gd name="T43" fmla="*/ 117 h 276"/>
              <a:gd name="T44" fmla="*/ 271 w 276"/>
              <a:gd name="T45" fmla="*/ 104 h 276"/>
              <a:gd name="T46" fmla="*/ 266 w 276"/>
              <a:gd name="T47" fmla="*/ 88 h 276"/>
              <a:gd name="T48" fmla="*/ 261 w 276"/>
              <a:gd name="T49" fmla="*/ 75 h 276"/>
              <a:gd name="T50" fmla="*/ 246 w 276"/>
              <a:gd name="T51" fmla="*/ 53 h 276"/>
              <a:gd name="T52" fmla="*/ 235 w 276"/>
              <a:gd name="T53" fmla="*/ 41 h 276"/>
              <a:gd name="T54" fmla="*/ 221 w 276"/>
              <a:gd name="T55" fmla="*/ 28 h 276"/>
              <a:gd name="T56" fmla="*/ 201 w 276"/>
              <a:gd name="T57" fmla="*/ 15 h 276"/>
              <a:gd name="T58" fmla="*/ 195 w 276"/>
              <a:gd name="T59" fmla="*/ 13 h 276"/>
              <a:gd name="T60" fmla="*/ 188 w 276"/>
              <a:gd name="T61" fmla="*/ 10 h 276"/>
              <a:gd name="T62" fmla="*/ 183 w 276"/>
              <a:gd name="T63" fmla="*/ 8 h 276"/>
              <a:gd name="T64" fmla="*/ 170 w 276"/>
              <a:gd name="T65" fmla="*/ 4 h 276"/>
              <a:gd name="T66" fmla="*/ 163 w 276"/>
              <a:gd name="T67" fmla="*/ 3 h 276"/>
              <a:gd name="T68" fmla="*/ 138 w 276"/>
              <a:gd name="T69" fmla="*/ 0 h 276"/>
              <a:gd name="T70" fmla="*/ 94 w 276"/>
              <a:gd name="T71" fmla="*/ 8 h 276"/>
              <a:gd name="T72" fmla="*/ 85 w 276"/>
              <a:gd name="T73" fmla="*/ 11 h 276"/>
              <a:gd name="T74" fmla="*/ 75 w 276"/>
              <a:gd name="T75" fmla="*/ 15 h 276"/>
              <a:gd name="T76" fmla="*/ 48 w 276"/>
              <a:gd name="T77" fmla="*/ 34 h 276"/>
              <a:gd name="T78" fmla="*/ 40 w 276"/>
              <a:gd name="T79" fmla="*/ 41 h 276"/>
              <a:gd name="T80" fmla="*/ 29 w 276"/>
              <a:gd name="T81" fmla="*/ 53 h 276"/>
              <a:gd name="T82" fmla="*/ 15 w 276"/>
              <a:gd name="T83" fmla="*/ 75 h 276"/>
              <a:gd name="T84" fmla="*/ 10 w 276"/>
              <a:gd name="T85" fmla="*/ 88 h 276"/>
              <a:gd name="T86" fmla="*/ 4 w 276"/>
              <a:gd name="T87" fmla="*/ 104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76" h="276">
                <a:moveTo>
                  <a:pt x="3" y="110"/>
                </a:moveTo>
                <a:cubicBezTo>
                  <a:pt x="2" y="113"/>
                  <a:pt x="2" y="115"/>
                  <a:pt x="2" y="117"/>
                </a:cubicBezTo>
                <a:cubicBezTo>
                  <a:pt x="1" y="120"/>
                  <a:pt x="1" y="122"/>
                  <a:pt x="1" y="124"/>
                </a:cubicBezTo>
                <a:cubicBezTo>
                  <a:pt x="0" y="129"/>
                  <a:pt x="0" y="133"/>
                  <a:pt x="0" y="138"/>
                </a:cubicBezTo>
                <a:cubicBezTo>
                  <a:pt x="0" y="143"/>
                  <a:pt x="0" y="148"/>
                  <a:pt x="1" y="152"/>
                </a:cubicBezTo>
                <a:cubicBezTo>
                  <a:pt x="1" y="155"/>
                  <a:pt x="1" y="157"/>
                  <a:pt x="2" y="159"/>
                </a:cubicBezTo>
                <a:cubicBezTo>
                  <a:pt x="2" y="162"/>
                  <a:pt x="2" y="164"/>
                  <a:pt x="3" y="166"/>
                </a:cubicBezTo>
                <a:cubicBezTo>
                  <a:pt x="3" y="168"/>
                  <a:pt x="4" y="170"/>
                  <a:pt x="4" y="173"/>
                </a:cubicBezTo>
                <a:cubicBezTo>
                  <a:pt x="5" y="177"/>
                  <a:pt x="7" y="181"/>
                  <a:pt x="8" y="186"/>
                </a:cubicBezTo>
                <a:cubicBezTo>
                  <a:pt x="9" y="188"/>
                  <a:pt x="10" y="190"/>
                  <a:pt x="11" y="192"/>
                </a:cubicBezTo>
                <a:cubicBezTo>
                  <a:pt x="12" y="194"/>
                  <a:pt x="13" y="196"/>
                  <a:pt x="14" y="198"/>
                </a:cubicBezTo>
                <a:cubicBezTo>
                  <a:pt x="14" y="199"/>
                  <a:pt x="15" y="200"/>
                  <a:pt x="15" y="201"/>
                </a:cubicBezTo>
                <a:cubicBezTo>
                  <a:pt x="16" y="203"/>
                  <a:pt x="17" y="205"/>
                  <a:pt x="18" y="207"/>
                </a:cubicBezTo>
                <a:cubicBezTo>
                  <a:pt x="22" y="213"/>
                  <a:pt x="25" y="218"/>
                  <a:pt x="29" y="223"/>
                </a:cubicBezTo>
                <a:cubicBezTo>
                  <a:pt x="31" y="226"/>
                  <a:pt x="34" y="228"/>
                  <a:pt x="36" y="231"/>
                </a:cubicBezTo>
                <a:cubicBezTo>
                  <a:pt x="37" y="233"/>
                  <a:pt x="39" y="234"/>
                  <a:pt x="40" y="236"/>
                </a:cubicBezTo>
                <a:cubicBezTo>
                  <a:pt x="42" y="237"/>
                  <a:pt x="44" y="239"/>
                  <a:pt x="45" y="240"/>
                </a:cubicBezTo>
                <a:cubicBezTo>
                  <a:pt x="52" y="247"/>
                  <a:pt x="61" y="253"/>
                  <a:pt x="69" y="258"/>
                </a:cubicBezTo>
                <a:cubicBezTo>
                  <a:pt x="71" y="259"/>
                  <a:pt x="73" y="260"/>
                  <a:pt x="75" y="261"/>
                </a:cubicBezTo>
                <a:cubicBezTo>
                  <a:pt x="79" y="263"/>
                  <a:pt x="83" y="265"/>
                  <a:pt x="87" y="267"/>
                </a:cubicBezTo>
                <a:cubicBezTo>
                  <a:pt x="89" y="267"/>
                  <a:pt x="91" y="268"/>
                  <a:pt x="94" y="269"/>
                </a:cubicBezTo>
                <a:cubicBezTo>
                  <a:pt x="108" y="274"/>
                  <a:pt x="122" y="276"/>
                  <a:pt x="138" y="276"/>
                </a:cubicBezTo>
                <a:cubicBezTo>
                  <a:pt x="148" y="276"/>
                  <a:pt x="159" y="275"/>
                  <a:pt x="169" y="273"/>
                </a:cubicBezTo>
                <a:cubicBezTo>
                  <a:pt x="173" y="272"/>
                  <a:pt x="178" y="270"/>
                  <a:pt x="182" y="269"/>
                </a:cubicBezTo>
                <a:cubicBezTo>
                  <a:pt x="184" y="268"/>
                  <a:pt x="186" y="267"/>
                  <a:pt x="188" y="267"/>
                </a:cubicBezTo>
                <a:cubicBezTo>
                  <a:pt x="193" y="265"/>
                  <a:pt x="197" y="263"/>
                  <a:pt x="201" y="261"/>
                </a:cubicBezTo>
                <a:cubicBezTo>
                  <a:pt x="203" y="260"/>
                  <a:pt x="205" y="259"/>
                  <a:pt x="206" y="258"/>
                </a:cubicBezTo>
                <a:cubicBezTo>
                  <a:pt x="215" y="253"/>
                  <a:pt x="223" y="247"/>
                  <a:pt x="231" y="240"/>
                </a:cubicBezTo>
                <a:cubicBezTo>
                  <a:pt x="232" y="239"/>
                  <a:pt x="234" y="237"/>
                  <a:pt x="235" y="236"/>
                </a:cubicBezTo>
                <a:cubicBezTo>
                  <a:pt x="237" y="234"/>
                  <a:pt x="238" y="233"/>
                  <a:pt x="240" y="231"/>
                </a:cubicBezTo>
                <a:cubicBezTo>
                  <a:pt x="242" y="228"/>
                  <a:pt x="244" y="226"/>
                  <a:pt x="246" y="223"/>
                </a:cubicBezTo>
                <a:cubicBezTo>
                  <a:pt x="250" y="219"/>
                  <a:pt x="253" y="215"/>
                  <a:pt x="255" y="210"/>
                </a:cubicBezTo>
                <a:cubicBezTo>
                  <a:pt x="256" y="209"/>
                  <a:pt x="257" y="208"/>
                  <a:pt x="257" y="207"/>
                </a:cubicBezTo>
                <a:cubicBezTo>
                  <a:pt x="259" y="205"/>
                  <a:pt x="260" y="203"/>
                  <a:pt x="261" y="201"/>
                </a:cubicBezTo>
                <a:cubicBezTo>
                  <a:pt x="261" y="200"/>
                  <a:pt x="262" y="199"/>
                  <a:pt x="262" y="198"/>
                </a:cubicBezTo>
                <a:cubicBezTo>
                  <a:pt x="263" y="196"/>
                  <a:pt x="264" y="194"/>
                  <a:pt x="265" y="192"/>
                </a:cubicBezTo>
                <a:cubicBezTo>
                  <a:pt x="266" y="190"/>
                  <a:pt x="267" y="188"/>
                  <a:pt x="267" y="186"/>
                </a:cubicBezTo>
                <a:cubicBezTo>
                  <a:pt x="269" y="181"/>
                  <a:pt x="270" y="177"/>
                  <a:pt x="271" y="173"/>
                </a:cubicBezTo>
                <a:cubicBezTo>
                  <a:pt x="272" y="170"/>
                  <a:pt x="272" y="168"/>
                  <a:pt x="273" y="166"/>
                </a:cubicBezTo>
                <a:cubicBezTo>
                  <a:pt x="273" y="164"/>
                  <a:pt x="274" y="162"/>
                  <a:pt x="274" y="159"/>
                </a:cubicBezTo>
                <a:cubicBezTo>
                  <a:pt x="274" y="157"/>
                  <a:pt x="275" y="155"/>
                  <a:pt x="275" y="152"/>
                </a:cubicBezTo>
                <a:cubicBezTo>
                  <a:pt x="275" y="148"/>
                  <a:pt x="276" y="143"/>
                  <a:pt x="276" y="138"/>
                </a:cubicBezTo>
                <a:cubicBezTo>
                  <a:pt x="276" y="133"/>
                  <a:pt x="275" y="129"/>
                  <a:pt x="275" y="124"/>
                </a:cubicBezTo>
                <a:cubicBezTo>
                  <a:pt x="275" y="122"/>
                  <a:pt x="274" y="120"/>
                  <a:pt x="274" y="117"/>
                </a:cubicBezTo>
                <a:cubicBezTo>
                  <a:pt x="274" y="115"/>
                  <a:pt x="273" y="113"/>
                  <a:pt x="273" y="110"/>
                </a:cubicBezTo>
                <a:cubicBezTo>
                  <a:pt x="272" y="108"/>
                  <a:pt x="272" y="106"/>
                  <a:pt x="271" y="104"/>
                </a:cubicBezTo>
                <a:cubicBezTo>
                  <a:pt x="270" y="99"/>
                  <a:pt x="269" y="95"/>
                  <a:pt x="267" y="91"/>
                </a:cubicBezTo>
                <a:cubicBezTo>
                  <a:pt x="267" y="90"/>
                  <a:pt x="267" y="89"/>
                  <a:pt x="266" y="88"/>
                </a:cubicBezTo>
                <a:cubicBezTo>
                  <a:pt x="265" y="85"/>
                  <a:pt x="264" y="81"/>
                  <a:pt x="262" y="78"/>
                </a:cubicBezTo>
                <a:cubicBezTo>
                  <a:pt x="262" y="77"/>
                  <a:pt x="261" y="76"/>
                  <a:pt x="261" y="75"/>
                </a:cubicBezTo>
                <a:cubicBezTo>
                  <a:pt x="260" y="73"/>
                  <a:pt x="259" y="72"/>
                  <a:pt x="257" y="70"/>
                </a:cubicBezTo>
                <a:cubicBezTo>
                  <a:pt x="254" y="64"/>
                  <a:pt x="250" y="58"/>
                  <a:pt x="246" y="53"/>
                </a:cubicBezTo>
                <a:cubicBezTo>
                  <a:pt x="244" y="51"/>
                  <a:pt x="242" y="48"/>
                  <a:pt x="240" y="46"/>
                </a:cubicBezTo>
                <a:cubicBezTo>
                  <a:pt x="238" y="44"/>
                  <a:pt x="237" y="42"/>
                  <a:pt x="235" y="41"/>
                </a:cubicBezTo>
                <a:cubicBezTo>
                  <a:pt x="234" y="39"/>
                  <a:pt x="232" y="38"/>
                  <a:pt x="231" y="36"/>
                </a:cubicBezTo>
                <a:cubicBezTo>
                  <a:pt x="227" y="33"/>
                  <a:pt x="224" y="31"/>
                  <a:pt x="221" y="28"/>
                </a:cubicBezTo>
                <a:cubicBezTo>
                  <a:pt x="216" y="25"/>
                  <a:pt x="211" y="21"/>
                  <a:pt x="206" y="19"/>
                </a:cubicBezTo>
                <a:cubicBezTo>
                  <a:pt x="205" y="18"/>
                  <a:pt x="203" y="16"/>
                  <a:pt x="201" y="15"/>
                </a:cubicBezTo>
                <a:cubicBezTo>
                  <a:pt x="200" y="15"/>
                  <a:pt x="199" y="15"/>
                  <a:pt x="198" y="14"/>
                </a:cubicBezTo>
                <a:cubicBezTo>
                  <a:pt x="197" y="14"/>
                  <a:pt x="196" y="13"/>
                  <a:pt x="195" y="13"/>
                </a:cubicBezTo>
                <a:cubicBezTo>
                  <a:pt x="194" y="12"/>
                  <a:pt x="194" y="12"/>
                  <a:pt x="193" y="12"/>
                </a:cubicBezTo>
                <a:cubicBezTo>
                  <a:pt x="192" y="11"/>
                  <a:pt x="190" y="11"/>
                  <a:pt x="188" y="10"/>
                </a:cubicBezTo>
                <a:cubicBezTo>
                  <a:pt x="188" y="10"/>
                  <a:pt x="188" y="10"/>
                  <a:pt x="188" y="10"/>
                </a:cubicBezTo>
                <a:cubicBezTo>
                  <a:pt x="187" y="9"/>
                  <a:pt x="185" y="9"/>
                  <a:pt x="183" y="8"/>
                </a:cubicBezTo>
                <a:cubicBezTo>
                  <a:pt x="183" y="8"/>
                  <a:pt x="182" y="8"/>
                  <a:pt x="182" y="8"/>
                </a:cubicBezTo>
                <a:cubicBezTo>
                  <a:pt x="178" y="6"/>
                  <a:pt x="174" y="5"/>
                  <a:pt x="170" y="4"/>
                </a:cubicBezTo>
                <a:cubicBezTo>
                  <a:pt x="168" y="4"/>
                  <a:pt x="167" y="3"/>
                  <a:pt x="166" y="3"/>
                </a:cubicBezTo>
                <a:cubicBezTo>
                  <a:pt x="165" y="3"/>
                  <a:pt x="164" y="3"/>
                  <a:pt x="163" y="3"/>
                </a:cubicBezTo>
                <a:cubicBezTo>
                  <a:pt x="155" y="1"/>
                  <a:pt x="148" y="1"/>
                  <a:pt x="140" y="0"/>
                </a:cubicBezTo>
                <a:cubicBezTo>
                  <a:pt x="140" y="0"/>
                  <a:pt x="139" y="0"/>
                  <a:pt x="138" y="0"/>
                </a:cubicBezTo>
                <a:cubicBezTo>
                  <a:pt x="136" y="0"/>
                  <a:pt x="135" y="0"/>
                  <a:pt x="134" y="0"/>
                </a:cubicBezTo>
                <a:cubicBezTo>
                  <a:pt x="120" y="1"/>
                  <a:pt x="106" y="3"/>
                  <a:pt x="94" y="8"/>
                </a:cubicBezTo>
                <a:cubicBezTo>
                  <a:pt x="91" y="8"/>
                  <a:pt x="89" y="9"/>
                  <a:pt x="87" y="10"/>
                </a:cubicBezTo>
                <a:cubicBezTo>
                  <a:pt x="87" y="10"/>
                  <a:pt x="86" y="10"/>
                  <a:pt x="85" y="11"/>
                </a:cubicBezTo>
                <a:cubicBezTo>
                  <a:pt x="84" y="11"/>
                  <a:pt x="83" y="12"/>
                  <a:pt x="81" y="13"/>
                </a:cubicBezTo>
                <a:cubicBezTo>
                  <a:pt x="79" y="13"/>
                  <a:pt x="77" y="14"/>
                  <a:pt x="75" y="15"/>
                </a:cubicBezTo>
                <a:cubicBezTo>
                  <a:pt x="73" y="16"/>
                  <a:pt x="71" y="18"/>
                  <a:pt x="69" y="19"/>
                </a:cubicBezTo>
                <a:cubicBezTo>
                  <a:pt x="61" y="23"/>
                  <a:pt x="54" y="28"/>
                  <a:pt x="48" y="34"/>
                </a:cubicBezTo>
                <a:cubicBezTo>
                  <a:pt x="47" y="35"/>
                  <a:pt x="46" y="35"/>
                  <a:pt x="45" y="36"/>
                </a:cubicBezTo>
                <a:cubicBezTo>
                  <a:pt x="44" y="38"/>
                  <a:pt x="42" y="39"/>
                  <a:pt x="40" y="41"/>
                </a:cubicBezTo>
                <a:cubicBezTo>
                  <a:pt x="39" y="42"/>
                  <a:pt x="37" y="44"/>
                  <a:pt x="36" y="46"/>
                </a:cubicBezTo>
                <a:cubicBezTo>
                  <a:pt x="34" y="48"/>
                  <a:pt x="31" y="51"/>
                  <a:pt x="29" y="53"/>
                </a:cubicBezTo>
                <a:cubicBezTo>
                  <a:pt x="25" y="58"/>
                  <a:pt x="22" y="64"/>
                  <a:pt x="18" y="70"/>
                </a:cubicBezTo>
                <a:cubicBezTo>
                  <a:pt x="17" y="72"/>
                  <a:pt x="16" y="73"/>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0"/>
                </a:cubicBezTo>
                <a:close/>
              </a:path>
            </a:pathLst>
          </a:custGeom>
          <a:solidFill>
            <a:schemeClr val="bg1">
              <a:lumMod val="85000"/>
            </a:schemeClr>
          </a:solidFill>
          <a:ln>
            <a:noFill/>
          </a:ln>
        </p:spPr>
        <p:txBody>
          <a:bodyPr vert="horz" wrap="square" lIns="121920" tIns="60960" rIns="121920" bIns="60960" numCol="1" anchor="t" anchorCtr="0" compatLnSpc="1"/>
          <a:lstStyle/>
          <a:p>
            <a:endParaRPr lang="en-US" sz="2400"/>
          </a:p>
        </p:txBody>
      </p:sp>
      <p:sp>
        <p:nvSpPr>
          <p:cNvPr id="136" name="Freeform 134"/>
          <p:cNvSpPr>
            <a:spLocks noEditPoints="1"/>
          </p:cNvSpPr>
          <p:nvPr/>
        </p:nvSpPr>
        <p:spPr bwMode="auto">
          <a:xfrm>
            <a:off x="5358326" y="3151924"/>
            <a:ext cx="1354086" cy="1301790"/>
          </a:xfrm>
          <a:custGeom>
            <a:avLst/>
            <a:gdLst>
              <a:gd name="T0" fmla="*/ 239 w 276"/>
              <a:gd name="T1" fmla="*/ 115 h 265"/>
              <a:gd name="T2" fmla="*/ 241 w 276"/>
              <a:gd name="T3" fmla="*/ 108 h 265"/>
              <a:gd name="T4" fmla="*/ 226 w 276"/>
              <a:gd name="T5" fmla="*/ 71 h 265"/>
              <a:gd name="T6" fmla="*/ 240 w 276"/>
              <a:gd name="T7" fmla="*/ 46 h 265"/>
              <a:gd name="T8" fmla="*/ 274 w 276"/>
              <a:gd name="T9" fmla="*/ 117 h 265"/>
              <a:gd name="T10" fmla="*/ 252 w 276"/>
              <a:gd name="T11" fmla="*/ 136 h 265"/>
              <a:gd name="T12" fmla="*/ 255 w 276"/>
              <a:gd name="T13" fmla="*/ 210 h 265"/>
              <a:gd name="T14" fmla="*/ 219 w 276"/>
              <a:gd name="T15" fmla="*/ 112 h 265"/>
              <a:gd name="T16" fmla="*/ 233 w 276"/>
              <a:gd name="T17" fmla="*/ 38 h 265"/>
              <a:gd name="T18" fmla="*/ 204 w 276"/>
              <a:gd name="T19" fmla="*/ 62 h 265"/>
              <a:gd name="T20" fmla="*/ 188 w 276"/>
              <a:gd name="T21" fmla="*/ 83 h 265"/>
              <a:gd name="T22" fmla="*/ 214 w 276"/>
              <a:gd name="T23" fmla="*/ 70 h 265"/>
              <a:gd name="T24" fmla="*/ 188 w 276"/>
              <a:gd name="T25" fmla="*/ 186 h 265"/>
              <a:gd name="T26" fmla="*/ 188 w 276"/>
              <a:gd name="T27" fmla="*/ 77 h 265"/>
              <a:gd name="T28" fmla="*/ 185 w 276"/>
              <a:gd name="T29" fmla="*/ 83 h 265"/>
              <a:gd name="T30" fmla="*/ 185 w 276"/>
              <a:gd name="T31" fmla="*/ 65 h 265"/>
              <a:gd name="T32" fmla="*/ 185 w 276"/>
              <a:gd name="T33" fmla="*/ 111 h 265"/>
              <a:gd name="T34" fmla="*/ 185 w 276"/>
              <a:gd name="T35" fmla="*/ 186 h 265"/>
              <a:gd name="T36" fmla="*/ 177 w 276"/>
              <a:gd name="T37" fmla="*/ 62 h 265"/>
              <a:gd name="T38" fmla="*/ 177 w 276"/>
              <a:gd name="T39" fmla="*/ 119 h 265"/>
              <a:gd name="T40" fmla="*/ 168 w 276"/>
              <a:gd name="T41" fmla="*/ 188 h 265"/>
              <a:gd name="T42" fmla="*/ 168 w 276"/>
              <a:gd name="T43" fmla="*/ 21 h 265"/>
              <a:gd name="T44" fmla="*/ 168 w 276"/>
              <a:gd name="T45" fmla="*/ 82 h 265"/>
              <a:gd name="T46" fmla="*/ 168 w 276"/>
              <a:gd name="T47" fmla="*/ 124 h 265"/>
              <a:gd name="T48" fmla="*/ 153 w 276"/>
              <a:gd name="T49" fmla="*/ 127 h 265"/>
              <a:gd name="T50" fmla="*/ 150 w 276"/>
              <a:gd name="T51" fmla="*/ 47 h 265"/>
              <a:gd name="T52" fmla="*/ 152 w 276"/>
              <a:gd name="T53" fmla="*/ 173 h 265"/>
              <a:gd name="T54" fmla="*/ 151 w 276"/>
              <a:gd name="T55" fmla="*/ 135 h 265"/>
              <a:gd name="T56" fmla="*/ 150 w 276"/>
              <a:gd name="T57" fmla="*/ 37 h 265"/>
              <a:gd name="T58" fmla="*/ 150 w 276"/>
              <a:gd name="T59" fmla="*/ 152 h 265"/>
              <a:gd name="T60" fmla="*/ 142 w 276"/>
              <a:gd name="T61" fmla="*/ 3 h 265"/>
              <a:gd name="T62" fmla="*/ 70 w 276"/>
              <a:gd name="T63" fmla="*/ 81 h 265"/>
              <a:gd name="T64" fmla="*/ 93 w 276"/>
              <a:gd name="T65" fmla="*/ 58 h 265"/>
              <a:gd name="T66" fmla="*/ 85 w 276"/>
              <a:gd name="T67" fmla="*/ 11 h 265"/>
              <a:gd name="T68" fmla="*/ 70 w 276"/>
              <a:gd name="T69" fmla="*/ 258 h 265"/>
              <a:gd name="T70" fmla="*/ 87 w 276"/>
              <a:gd name="T71" fmla="*/ 254 h 265"/>
              <a:gd name="T72" fmla="*/ 73 w 276"/>
              <a:gd name="T73" fmla="*/ 94 h 265"/>
              <a:gd name="T74" fmla="*/ 58 w 276"/>
              <a:gd name="T75" fmla="*/ 86 h 265"/>
              <a:gd name="T76" fmla="*/ 58 w 276"/>
              <a:gd name="T77" fmla="*/ 176 h 265"/>
              <a:gd name="T78" fmla="*/ 58 w 276"/>
              <a:gd name="T79" fmla="*/ 39 h 265"/>
              <a:gd name="T80" fmla="*/ 56 w 276"/>
              <a:gd name="T81" fmla="*/ 56 h 265"/>
              <a:gd name="T82" fmla="*/ 58 w 276"/>
              <a:gd name="T83" fmla="*/ 34 h 265"/>
              <a:gd name="T84" fmla="*/ 58 w 276"/>
              <a:gd name="T85" fmla="*/ 176 h 265"/>
              <a:gd name="T86" fmla="*/ 54 w 276"/>
              <a:gd name="T87" fmla="*/ 44 h 265"/>
              <a:gd name="T88" fmla="*/ 48 w 276"/>
              <a:gd name="T89" fmla="*/ 60 h 265"/>
              <a:gd name="T90" fmla="*/ 48 w 276"/>
              <a:gd name="T91" fmla="*/ 34 h 265"/>
              <a:gd name="T92" fmla="*/ 52 w 276"/>
              <a:gd name="T93" fmla="*/ 162 h 265"/>
              <a:gd name="T94" fmla="*/ 42 w 276"/>
              <a:gd name="T95" fmla="*/ 107 h 265"/>
              <a:gd name="T96" fmla="*/ 42 w 276"/>
              <a:gd name="T97" fmla="*/ 47 h 265"/>
              <a:gd name="T98" fmla="*/ 42 w 276"/>
              <a:gd name="T99" fmla="*/ 176 h 265"/>
              <a:gd name="T100" fmla="*/ 38 w 276"/>
              <a:gd name="T101" fmla="*/ 110 h 265"/>
              <a:gd name="T102" fmla="*/ 40 w 276"/>
              <a:gd name="T103" fmla="*/ 41 h 265"/>
              <a:gd name="T104" fmla="*/ 36 w 276"/>
              <a:gd name="T105" fmla="*/ 231 h 265"/>
              <a:gd name="T106" fmla="*/ 31 w 276"/>
              <a:gd name="T107" fmla="*/ 156 h 265"/>
              <a:gd name="T108" fmla="*/ 31 w 276"/>
              <a:gd name="T109" fmla="*/ 51 h 265"/>
              <a:gd name="T110" fmla="*/ 31 w 276"/>
              <a:gd name="T111" fmla="*/ 147 h 265"/>
              <a:gd name="T112" fmla="*/ 31 w 276"/>
              <a:gd name="T113" fmla="*/ 225 h 265"/>
              <a:gd name="T114" fmla="*/ 22 w 276"/>
              <a:gd name="T115" fmla="*/ 177 h 265"/>
              <a:gd name="T116" fmla="*/ 1 w 276"/>
              <a:gd name="T117" fmla="*/ 124 h 265"/>
              <a:gd name="T118" fmla="*/ 14 w 276"/>
              <a:gd name="T119" fmla="*/ 78 h 265"/>
              <a:gd name="T120" fmla="*/ 22 w 276"/>
              <a:gd name="T121" fmla="*/ 177 h 265"/>
              <a:gd name="T122" fmla="*/ 17 w 276"/>
              <a:gd name="T123" fmla="*/ 181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6" h="265">
                <a:moveTo>
                  <a:pt x="214" y="250"/>
                </a:moveTo>
                <a:cubicBezTo>
                  <a:pt x="214" y="128"/>
                  <a:pt x="214" y="128"/>
                  <a:pt x="214" y="128"/>
                </a:cubicBezTo>
                <a:cubicBezTo>
                  <a:pt x="215" y="128"/>
                  <a:pt x="215" y="128"/>
                  <a:pt x="216" y="128"/>
                </a:cubicBezTo>
                <a:cubicBezTo>
                  <a:pt x="219" y="131"/>
                  <a:pt x="224" y="133"/>
                  <a:pt x="225" y="130"/>
                </a:cubicBezTo>
                <a:cubicBezTo>
                  <a:pt x="227" y="127"/>
                  <a:pt x="231" y="128"/>
                  <a:pt x="235" y="129"/>
                </a:cubicBezTo>
                <a:cubicBezTo>
                  <a:pt x="239" y="130"/>
                  <a:pt x="246" y="131"/>
                  <a:pt x="249" y="131"/>
                </a:cubicBezTo>
                <a:cubicBezTo>
                  <a:pt x="253" y="130"/>
                  <a:pt x="256" y="127"/>
                  <a:pt x="257" y="124"/>
                </a:cubicBezTo>
                <a:cubicBezTo>
                  <a:pt x="257" y="121"/>
                  <a:pt x="252" y="120"/>
                  <a:pt x="246" y="120"/>
                </a:cubicBezTo>
                <a:cubicBezTo>
                  <a:pt x="240" y="120"/>
                  <a:pt x="238" y="119"/>
                  <a:pt x="239" y="115"/>
                </a:cubicBezTo>
                <a:cubicBezTo>
                  <a:pt x="240" y="112"/>
                  <a:pt x="242" y="109"/>
                  <a:pt x="245" y="107"/>
                </a:cubicBezTo>
                <a:cubicBezTo>
                  <a:pt x="248" y="106"/>
                  <a:pt x="251" y="105"/>
                  <a:pt x="254" y="105"/>
                </a:cubicBezTo>
                <a:cubicBezTo>
                  <a:pt x="257" y="105"/>
                  <a:pt x="261" y="108"/>
                  <a:pt x="265" y="107"/>
                </a:cubicBezTo>
                <a:cubicBezTo>
                  <a:pt x="269" y="107"/>
                  <a:pt x="268" y="104"/>
                  <a:pt x="264" y="101"/>
                </a:cubicBezTo>
                <a:cubicBezTo>
                  <a:pt x="260" y="99"/>
                  <a:pt x="259" y="96"/>
                  <a:pt x="261" y="94"/>
                </a:cubicBezTo>
                <a:cubicBezTo>
                  <a:pt x="263" y="93"/>
                  <a:pt x="262" y="91"/>
                  <a:pt x="258" y="93"/>
                </a:cubicBezTo>
                <a:cubicBezTo>
                  <a:pt x="255" y="94"/>
                  <a:pt x="251" y="99"/>
                  <a:pt x="250" y="96"/>
                </a:cubicBezTo>
                <a:cubicBezTo>
                  <a:pt x="249" y="93"/>
                  <a:pt x="241" y="96"/>
                  <a:pt x="241" y="100"/>
                </a:cubicBezTo>
                <a:cubicBezTo>
                  <a:pt x="241" y="104"/>
                  <a:pt x="242" y="105"/>
                  <a:pt x="241" y="108"/>
                </a:cubicBezTo>
                <a:cubicBezTo>
                  <a:pt x="239" y="111"/>
                  <a:pt x="236" y="113"/>
                  <a:pt x="233" y="112"/>
                </a:cubicBezTo>
                <a:cubicBezTo>
                  <a:pt x="230" y="112"/>
                  <a:pt x="234" y="117"/>
                  <a:pt x="231" y="119"/>
                </a:cubicBezTo>
                <a:cubicBezTo>
                  <a:pt x="228" y="120"/>
                  <a:pt x="226" y="117"/>
                  <a:pt x="225" y="113"/>
                </a:cubicBezTo>
                <a:cubicBezTo>
                  <a:pt x="223" y="109"/>
                  <a:pt x="222" y="107"/>
                  <a:pt x="220" y="105"/>
                </a:cubicBezTo>
                <a:cubicBezTo>
                  <a:pt x="218" y="103"/>
                  <a:pt x="217" y="102"/>
                  <a:pt x="215" y="100"/>
                </a:cubicBezTo>
                <a:cubicBezTo>
                  <a:pt x="214" y="100"/>
                  <a:pt x="214" y="100"/>
                  <a:pt x="214" y="100"/>
                </a:cubicBezTo>
                <a:cubicBezTo>
                  <a:pt x="214" y="70"/>
                  <a:pt x="214" y="70"/>
                  <a:pt x="214" y="70"/>
                </a:cubicBezTo>
                <a:cubicBezTo>
                  <a:pt x="215" y="70"/>
                  <a:pt x="216" y="70"/>
                  <a:pt x="217" y="70"/>
                </a:cubicBezTo>
                <a:cubicBezTo>
                  <a:pt x="221" y="70"/>
                  <a:pt x="223" y="73"/>
                  <a:pt x="226" y="71"/>
                </a:cubicBezTo>
                <a:cubicBezTo>
                  <a:pt x="229" y="68"/>
                  <a:pt x="224" y="64"/>
                  <a:pt x="228" y="64"/>
                </a:cubicBezTo>
                <a:cubicBezTo>
                  <a:pt x="232" y="64"/>
                  <a:pt x="236" y="65"/>
                  <a:pt x="233" y="61"/>
                </a:cubicBezTo>
                <a:cubicBezTo>
                  <a:pt x="230" y="58"/>
                  <a:pt x="234" y="60"/>
                  <a:pt x="237" y="58"/>
                </a:cubicBezTo>
                <a:cubicBezTo>
                  <a:pt x="241" y="56"/>
                  <a:pt x="241" y="54"/>
                  <a:pt x="236" y="54"/>
                </a:cubicBezTo>
                <a:cubicBezTo>
                  <a:pt x="232" y="55"/>
                  <a:pt x="229" y="57"/>
                  <a:pt x="227" y="53"/>
                </a:cubicBezTo>
                <a:cubicBezTo>
                  <a:pt x="225" y="49"/>
                  <a:pt x="230" y="44"/>
                  <a:pt x="233" y="41"/>
                </a:cubicBezTo>
                <a:cubicBezTo>
                  <a:pt x="234" y="40"/>
                  <a:pt x="234" y="40"/>
                  <a:pt x="234" y="39"/>
                </a:cubicBezTo>
                <a:cubicBezTo>
                  <a:pt x="234" y="40"/>
                  <a:pt x="235" y="40"/>
                  <a:pt x="235" y="41"/>
                </a:cubicBezTo>
                <a:cubicBezTo>
                  <a:pt x="237" y="42"/>
                  <a:pt x="238" y="44"/>
                  <a:pt x="240" y="46"/>
                </a:cubicBezTo>
                <a:cubicBezTo>
                  <a:pt x="242" y="48"/>
                  <a:pt x="244" y="51"/>
                  <a:pt x="246" y="53"/>
                </a:cubicBezTo>
                <a:cubicBezTo>
                  <a:pt x="250" y="58"/>
                  <a:pt x="254" y="64"/>
                  <a:pt x="257" y="70"/>
                </a:cubicBezTo>
                <a:cubicBezTo>
                  <a:pt x="259" y="72"/>
                  <a:pt x="260" y="73"/>
                  <a:pt x="261" y="75"/>
                </a:cubicBezTo>
                <a:cubicBezTo>
                  <a:pt x="261" y="76"/>
                  <a:pt x="262" y="77"/>
                  <a:pt x="262" y="78"/>
                </a:cubicBezTo>
                <a:cubicBezTo>
                  <a:pt x="264" y="81"/>
                  <a:pt x="265" y="85"/>
                  <a:pt x="266" y="88"/>
                </a:cubicBezTo>
                <a:cubicBezTo>
                  <a:pt x="267" y="89"/>
                  <a:pt x="267" y="90"/>
                  <a:pt x="267" y="91"/>
                </a:cubicBezTo>
                <a:cubicBezTo>
                  <a:pt x="269" y="95"/>
                  <a:pt x="270" y="99"/>
                  <a:pt x="271" y="104"/>
                </a:cubicBezTo>
                <a:cubicBezTo>
                  <a:pt x="272" y="106"/>
                  <a:pt x="272" y="108"/>
                  <a:pt x="273" y="110"/>
                </a:cubicBezTo>
                <a:cubicBezTo>
                  <a:pt x="273" y="113"/>
                  <a:pt x="274" y="115"/>
                  <a:pt x="274" y="117"/>
                </a:cubicBezTo>
                <a:cubicBezTo>
                  <a:pt x="274" y="120"/>
                  <a:pt x="275" y="122"/>
                  <a:pt x="275" y="124"/>
                </a:cubicBezTo>
                <a:cubicBezTo>
                  <a:pt x="275" y="129"/>
                  <a:pt x="276" y="133"/>
                  <a:pt x="276" y="138"/>
                </a:cubicBezTo>
                <a:cubicBezTo>
                  <a:pt x="276" y="143"/>
                  <a:pt x="275" y="148"/>
                  <a:pt x="275" y="152"/>
                </a:cubicBezTo>
                <a:cubicBezTo>
                  <a:pt x="275" y="155"/>
                  <a:pt x="274" y="157"/>
                  <a:pt x="274" y="159"/>
                </a:cubicBezTo>
                <a:cubicBezTo>
                  <a:pt x="274" y="162"/>
                  <a:pt x="273" y="164"/>
                  <a:pt x="273" y="166"/>
                </a:cubicBezTo>
                <a:cubicBezTo>
                  <a:pt x="273" y="167"/>
                  <a:pt x="273" y="168"/>
                  <a:pt x="272" y="169"/>
                </a:cubicBezTo>
                <a:cubicBezTo>
                  <a:pt x="272" y="169"/>
                  <a:pt x="272" y="169"/>
                  <a:pt x="272" y="169"/>
                </a:cubicBezTo>
                <a:cubicBezTo>
                  <a:pt x="269" y="161"/>
                  <a:pt x="262" y="153"/>
                  <a:pt x="260" y="146"/>
                </a:cubicBezTo>
                <a:cubicBezTo>
                  <a:pt x="257" y="140"/>
                  <a:pt x="255" y="135"/>
                  <a:pt x="252" y="136"/>
                </a:cubicBezTo>
                <a:cubicBezTo>
                  <a:pt x="250" y="136"/>
                  <a:pt x="255" y="149"/>
                  <a:pt x="258" y="153"/>
                </a:cubicBezTo>
                <a:cubicBezTo>
                  <a:pt x="260" y="158"/>
                  <a:pt x="263" y="165"/>
                  <a:pt x="267" y="170"/>
                </a:cubicBezTo>
                <a:cubicBezTo>
                  <a:pt x="269" y="171"/>
                  <a:pt x="270" y="172"/>
                  <a:pt x="271" y="173"/>
                </a:cubicBezTo>
                <a:cubicBezTo>
                  <a:pt x="270" y="177"/>
                  <a:pt x="269" y="181"/>
                  <a:pt x="267" y="186"/>
                </a:cubicBezTo>
                <a:cubicBezTo>
                  <a:pt x="267" y="188"/>
                  <a:pt x="266" y="190"/>
                  <a:pt x="265" y="192"/>
                </a:cubicBezTo>
                <a:cubicBezTo>
                  <a:pt x="264" y="194"/>
                  <a:pt x="263" y="196"/>
                  <a:pt x="262" y="198"/>
                </a:cubicBezTo>
                <a:cubicBezTo>
                  <a:pt x="262" y="199"/>
                  <a:pt x="261" y="200"/>
                  <a:pt x="261" y="201"/>
                </a:cubicBezTo>
                <a:cubicBezTo>
                  <a:pt x="260" y="203"/>
                  <a:pt x="259" y="205"/>
                  <a:pt x="257" y="207"/>
                </a:cubicBezTo>
                <a:cubicBezTo>
                  <a:pt x="257" y="208"/>
                  <a:pt x="256" y="209"/>
                  <a:pt x="255" y="210"/>
                </a:cubicBezTo>
                <a:cubicBezTo>
                  <a:pt x="253" y="215"/>
                  <a:pt x="250" y="219"/>
                  <a:pt x="246" y="223"/>
                </a:cubicBezTo>
                <a:cubicBezTo>
                  <a:pt x="244" y="226"/>
                  <a:pt x="242" y="228"/>
                  <a:pt x="240" y="231"/>
                </a:cubicBezTo>
                <a:cubicBezTo>
                  <a:pt x="238" y="233"/>
                  <a:pt x="237" y="234"/>
                  <a:pt x="235" y="236"/>
                </a:cubicBezTo>
                <a:cubicBezTo>
                  <a:pt x="234" y="237"/>
                  <a:pt x="232" y="239"/>
                  <a:pt x="231" y="240"/>
                </a:cubicBezTo>
                <a:cubicBezTo>
                  <a:pt x="226" y="245"/>
                  <a:pt x="220" y="249"/>
                  <a:pt x="215" y="253"/>
                </a:cubicBezTo>
                <a:cubicBezTo>
                  <a:pt x="214" y="252"/>
                  <a:pt x="214" y="251"/>
                  <a:pt x="214" y="250"/>
                </a:cubicBezTo>
                <a:close/>
                <a:moveTo>
                  <a:pt x="214" y="110"/>
                </a:moveTo>
                <a:cubicBezTo>
                  <a:pt x="214" y="112"/>
                  <a:pt x="215" y="114"/>
                  <a:pt x="215" y="116"/>
                </a:cubicBezTo>
                <a:cubicBezTo>
                  <a:pt x="215" y="121"/>
                  <a:pt x="218" y="114"/>
                  <a:pt x="219" y="112"/>
                </a:cubicBezTo>
                <a:cubicBezTo>
                  <a:pt x="220" y="110"/>
                  <a:pt x="221" y="105"/>
                  <a:pt x="218" y="105"/>
                </a:cubicBezTo>
                <a:cubicBezTo>
                  <a:pt x="216" y="105"/>
                  <a:pt x="215" y="105"/>
                  <a:pt x="214" y="103"/>
                </a:cubicBezTo>
                <a:cubicBezTo>
                  <a:pt x="214" y="110"/>
                  <a:pt x="214" y="110"/>
                  <a:pt x="214" y="110"/>
                </a:cubicBezTo>
                <a:close/>
                <a:moveTo>
                  <a:pt x="214" y="67"/>
                </a:moveTo>
                <a:cubicBezTo>
                  <a:pt x="214" y="66"/>
                  <a:pt x="215" y="66"/>
                  <a:pt x="216" y="66"/>
                </a:cubicBezTo>
                <a:cubicBezTo>
                  <a:pt x="218" y="66"/>
                  <a:pt x="219" y="63"/>
                  <a:pt x="222" y="60"/>
                </a:cubicBezTo>
                <a:cubicBezTo>
                  <a:pt x="225" y="57"/>
                  <a:pt x="219" y="54"/>
                  <a:pt x="221" y="50"/>
                </a:cubicBezTo>
                <a:cubicBezTo>
                  <a:pt x="222" y="46"/>
                  <a:pt x="226" y="44"/>
                  <a:pt x="228" y="40"/>
                </a:cubicBezTo>
                <a:cubicBezTo>
                  <a:pt x="228" y="38"/>
                  <a:pt x="231" y="38"/>
                  <a:pt x="233" y="38"/>
                </a:cubicBezTo>
                <a:cubicBezTo>
                  <a:pt x="232" y="38"/>
                  <a:pt x="231" y="37"/>
                  <a:pt x="231" y="36"/>
                </a:cubicBezTo>
                <a:cubicBezTo>
                  <a:pt x="227" y="33"/>
                  <a:pt x="224" y="31"/>
                  <a:pt x="221" y="28"/>
                </a:cubicBezTo>
                <a:cubicBezTo>
                  <a:pt x="220" y="27"/>
                  <a:pt x="219" y="27"/>
                  <a:pt x="218" y="26"/>
                </a:cubicBezTo>
                <a:cubicBezTo>
                  <a:pt x="217" y="27"/>
                  <a:pt x="215" y="29"/>
                  <a:pt x="214" y="31"/>
                </a:cubicBezTo>
                <a:lnTo>
                  <a:pt x="214" y="67"/>
                </a:lnTo>
                <a:close/>
                <a:moveTo>
                  <a:pt x="214" y="31"/>
                </a:moveTo>
                <a:cubicBezTo>
                  <a:pt x="214" y="67"/>
                  <a:pt x="214" y="67"/>
                  <a:pt x="214" y="67"/>
                </a:cubicBezTo>
                <a:cubicBezTo>
                  <a:pt x="212" y="68"/>
                  <a:pt x="211" y="70"/>
                  <a:pt x="210" y="68"/>
                </a:cubicBezTo>
                <a:cubicBezTo>
                  <a:pt x="209" y="64"/>
                  <a:pt x="207" y="60"/>
                  <a:pt x="204" y="62"/>
                </a:cubicBezTo>
                <a:cubicBezTo>
                  <a:pt x="202" y="64"/>
                  <a:pt x="202" y="70"/>
                  <a:pt x="199" y="65"/>
                </a:cubicBezTo>
                <a:cubicBezTo>
                  <a:pt x="196" y="60"/>
                  <a:pt x="193" y="53"/>
                  <a:pt x="197" y="49"/>
                </a:cubicBezTo>
                <a:cubicBezTo>
                  <a:pt x="200" y="45"/>
                  <a:pt x="205" y="42"/>
                  <a:pt x="208" y="38"/>
                </a:cubicBezTo>
                <a:cubicBezTo>
                  <a:pt x="209" y="36"/>
                  <a:pt x="211" y="33"/>
                  <a:pt x="214" y="31"/>
                </a:cubicBezTo>
                <a:close/>
                <a:moveTo>
                  <a:pt x="214" y="70"/>
                </a:moveTo>
                <a:cubicBezTo>
                  <a:pt x="212" y="71"/>
                  <a:pt x="210" y="72"/>
                  <a:pt x="207" y="72"/>
                </a:cubicBezTo>
                <a:cubicBezTo>
                  <a:pt x="203" y="72"/>
                  <a:pt x="204" y="69"/>
                  <a:pt x="202" y="69"/>
                </a:cubicBezTo>
                <a:cubicBezTo>
                  <a:pt x="199" y="69"/>
                  <a:pt x="199" y="74"/>
                  <a:pt x="197" y="76"/>
                </a:cubicBezTo>
                <a:cubicBezTo>
                  <a:pt x="195" y="79"/>
                  <a:pt x="191" y="81"/>
                  <a:pt x="188" y="83"/>
                </a:cubicBezTo>
                <a:cubicBezTo>
                  <a:pt x="188" y="111"/>
                  <a:pt x="188" y="111"/>
                  <a:pt x="188" y="111"/>
                </a:cubicBezTo>
                <a:cubicBezTo>
                  <a:pt x="189" y="110"/>
                  <a:pt x="190" y="107"/>
                  <a:pt x="189" y="104"/>
                </a:cubicBezTo>
                <a:cubicBezTo>
                  <a:pt x="188" y="100"/>
                  <a:pt x="195" y="101"/>
                  <a:pt x="200" y="101"/>
                </a:cubicBezTo>
                <a:cubicBezTo>
                  <a:pt x="206" y="101"/>
                  <a:pt x="206" y="105"/>
                  <a:pt x="210" y="106"/>
                </a:cubicBezTo>
                <a:cubicBezTo>
                  <a:pt x="212" y="107"/>
                  <a:pt x="213" y="108"/>
                  <a:pt x="214" y="110"/>
                </a:cubicBezTo>
                <a:cubicBezTo>
                  <a:pt x="214" y="103"/>
                  <a:pt x="214" y="103"/>
                  <a:pt x="214" y="103"/>
                </a:cubicBezTo>
                <a:cubicBezTo>
                  <a:pt x="213" y="103"/>
                  <a:pt x="213" y="102"/>
                  <a:pt x="212" y="102"/>
                </a:cubicBezTo>
                <a:cubicBezTo>
                  <a:pt x="210" y="100"/>
                  <a:pt x="212" y="98"/>
                  <a:pt x="214" y="100"/>
                </a:cubicBezTo>
                <a:cubicBezTo>
                  <a:pt x="214" y="70"/>
                  <a:pt x="214" y="70"/>
                  <a:pt x="214" y="70"/>
                </a:cubicBezTo>
                <a:close/>
                <a:moveTo>
                  <a:pt x="214" y="128"/>
                </a:moveTo>
                <a:cubicBezTo>
                  <a:pt x="214" y="250"/>
                  <a:pt x="214" y="250"/>
                  <a:pt x="214" y="250"/>
                </a:cubicBezTo>
                <a:cubicBezTo>
                  <a:pt x="214" y="248"/>
                  <a:pt x="213" y="245"/>
                  <a:pt x="212" y="243"/>
                </a:cubicBezTo>
                <a:cubicBezTo>
                  <a:pt x="209" y="238"/>
                  <a:pt x="205" y="230"/>
                  <a:pt x="209" y="226"/>
                </a:cubicBezTo>
                <a:cubicBezTo>
                  <a:pt x="212" y="222"/>
                  <a:pt x="213" y="218"/>
                  <a:pt x="210" y="217"/>
                </a:cubicBezTo>
                <a:cubicBezTo>
                  <a:pt x="208" y="216"/>
                  <a:pt x="212" y="211"/>
                  <a:pt x="208" y="209"/>
                </a:cubicBezTo>
                <a:cubicBezTo>
                  <a:pt x="204" y="206"/>
                  <a:pt x="202" y="200"/>
                  <a:pt x="203" y="197"/>
                </a:cubicBezTo>
                <a:cubicBezTo>
                  <a:pt x="204" y="193"/>
                  <a:pt x="205" y="188"/>
                  <a:pt x="200" y="188"/>
                </a:cubicBezTo>
                <a:cubicBezTo>
                  <a:pt x="197" y="188"/>
                  <a:pt x="192" y="186"/>
                  <a:pt x="188" y="186"/>
                </a:cubicBezTo>
                <a:cubicBezTo>
                  <a:pt x="188" y="119"/>
                  <a:pt x="188" y="119"/>
                  <a:pt x="188" y="119"/>
                </a:cubicBezTo>
                <a:cubicBezTo>
                  <a:pt x="190" y="118"/>
                  <a:pt x="192" y="117"/>
                  <a:pt x="195" y="117"/>
                </a:cubicBezTo>
                <a:cubicBezTo>
                  <a:pt x="202" y="117"/>
                  <a:pt x="207" y="115"/>
                  <a:pt x="206" y="120"/>
                </a:cubicBezTo>
                <a:cubicBezTo>
                  <a:pt x="206" y="125"/>
                  <a:pt x="210" y="126"/>
                  <a:pt x="214" y="128"/>
                </a:cubicBezTo>
                <a:close/>
                <a:moveTo>
                  <a:pt x="188" y="80"/>
                </a:moveTo>
                <a:cubicBezTo>
                  <a:pt x="188" y="77"/>
                  <a:pt x="188" y="77"/>
                  <a:pt x="188" y="77"/>
                </a:cubicBezTo>
                <a:cubicBezTo>
                  <a:pt x="189" y="77"/>
                  <a:pt x="189" y="77"/>
                  <a:pt x="189" y="78"/>
                </a:cubicBezTo>
                <a:cubicBezTo>
                  <a:pt x="189" y="79"/>
                  <a:pt x="188" y="80"/>
                  <a:pt x="188" y="80"/>
                </a:cubicBezTo>
                <a:close/>
                <a:moveTo>
                  <a:pt x="188" y="77"/>
                </a:moveTo>
                <a:cubicBezTo>
                  <a:pt x="188" y="80"/>
                  <a:pt x="188" y="80"/>
                  <a:pt x="188" y="80"/>
                </a:cubicBezTo>
                <a:cubicBezTo>
                  <a:pt x="187" y="80"/>
                  <a:pt x="187" y="80"/>
                  <a:pt x="187" y="79"/>
                </a:cubicBezTo>
                <a:cubicBezTo>
                  <a:pt x="186" y="78"/>
                  <a:pt x="186" y="77"/>
                  <a:pt x="187" y="77"/>
                </a:cubicBezTo>
                <a:cubicBezTo>
                  <a:pt x="187" y="77"/>
                  <a:pt x="188" y="77"/>
                  <a:pt x="188" y="77"/>
                </a:cubicBezTo>
                <a:close/>
                <a:moveTo>
                  <a:pt x="188" y="83"/>
                </a:moveTo>
                <a:cubicBezTo>
                  <a:pt x="188" y="111"/>
                  <a:pt x="188" y="111"/>
                  <a:pt x="188" y="111"/>
                </a:cubicBezTo>
                <a:cubicBezTo>
                  <a:pt x="188" y="111"/>
                  <a:pt x="187" y="111"/>
                  <a:pt x="187" y="111"/>
                </a:cubicBezTo>
                <a:cubicBezTo>
                  <a:pt x="187" y="111"/>
                  <a:pt x="186" y="111"/>
                  <a:pt x="185" y="111"/>
                </a:cubicBezTo>
                <a:cubicBezTo>
                  <a:pt x="185" y="83"/>
                  <a:pt x="185" y="83"/>
                  <a:pt x="185" y="83"/>
                </a:cubicBezTo>
                <a:cubicBezTo>
                  <a:pt x="186" y="83"/>
                  <a:pt x="186" y="83"/>
                  <a:pt x="186" y="83"/>
                </a:cubicBezTo>
                <a:cubicBezTo>
                  <a:pt x="187" y="83"/>
                  <a:pt x="187" y="83"/>
                  <a:pt x="188" y="83"/>
                </a:cubicBezTo>
                <a:close/>
                <a:moveTo>
                  <a:pt x="188" y="119"/>
                </a:moveTo>
                <a:cubicBezTo>
                  <a:pt x="188" y="186"/>
                  <a:pt x="188" y="186"/>
                  <a:pt x="188" y="186"/>
                </a:cubicBezTo>
                <a:cubicBezTo>
                  <a:pt x="187" y="186"/>
                  <a:pt x="186" y="186"/>
                  <a:pt x="185" y="186"/>
                </a:cubicBezTo>
                <a:cubicBezTo>
                  <a:pt x="185" y="120"/>
                  <a:pt x="185" y="120"/>
                  <a:pt x="185" y="120"/>
                </a:cubicBezTo>
                <a:cubicBezTo>
                  <a:pt x="186" y="119"/>
                  <a:pt x="187" y="119"/>
                  <a:pt x="188" y="119"/>
                </a:cubicBezTo>
                <a:close/>
                <a:moveTo>
                  <a:pt x="185" y="68"/>
                </a:moveTo>
                <a:cubicBezTo>
                  <a:pt x="185" y="65"/>
                  <a:pt x="185" y="65"/>
                  <a:pt x="185" y="65"/>
                </a:cubicBezTo>
                <a:cubicBezTo>
                  <a:pt x="186" y="65"/>
                  <a:pt x="187" y="65"/>
                  <a:pt x="187" y="66"/>
                </a:cubicBezTo>
                <a:cubicBezTo>
                  <a:pt x="187" y="67"/>
                  <a:pt x="186" y="68"/>
                  <a:pt x="185" y="68"/>
                </a:cubicBezTo>
                <a:close/>
                <a:moveTo>
                  <a:pt x="185" y="65"/>
                </a:moveTo>
                <a:cubicBezTo>
                  <a:pt x="185" y="68"/>
                  <a:pt x="185" y="68"/>
                  <a:pt x="185" y="68"/>
                </a:cubicBezTo>
                <a:cubicBezTo>
                  <a:pt x="185" y="68"/>
                  <a:pt x="185" y="68"/>
                  <a:pt x="185" y="68"/>
                </a:cubicBezTo>
                <a:cubicBezTo>
                  <a:pt x="184" y="66"/>
                  <a:pt x="184" y="66"/>
                  <a:pt x="185" y="65"/>
                </a:cubicBezTo>
                <a:cubicBezTo>
                  <a:pt x="185" y="65"/>
                  <a:pt x="185" y="65"/>
                  <a:pt x="185" y="65"/>
                </a:cubicBezTo>
                <a:close/>
                <a:moveTo>
                  <a:pt x="185" y="83"/>
                </a:moveTo>
                <a:cubicBezTo>
                  <a:pt x="185" y="111"/>
                  <a:pt x="185" y="111"/>
                  <a:pt x="185" y="111"/>
                </a:cubicBezTo>
                <a:cubicBezTo>
                  <a:pt x="184" y="111"/>
                  <a:pt x="183" y="112"/>
                  <a:pt x="183" y="114"/>
                </a:cubicBezTo>
                <a:cubicBezTo>
                  <a:pt x="183" y="116"/>
                  <a:pt x="182" y="116"/>
                  <a:pt x="180" y="117"/>
                </a:cubicBezTo>
                <a:cubicBezTo>
                  <a:pt x="180" y="118"/>
                  <a:pt x="179" y="119"/>
                  <a:pt x="177" y="119"/>
                </a:cubicBezTo>
                <a:cubicBezTo>
                  <a:pt x="177" y="102"/>
                  <a:pt x="177" y="102"/>
                  <a:pt x="177" y="102"/>
                </a:cubicBezTo>
                <a:cubicBezTo>
                  <a:pt x="180" y="101"/>
                  <a:pt x="182" y="98"/>
                  <a:pt x="179" y="96"/>
                </a:cubicBezTo>
                <a:cubicBezTo>
                  <a:pt x="176" y="93"/>
                  <a:pt x="177" y="89"/>
                  <a:pt x="179" y="86"/>
                </a:cubicBezTo>
                <a:cubicBezTo>
                  <a:pt x="181" y="83"/>
                  <a:pt x="182" y="84"/>
                  <a:pt x="185" y="83"/>
                </a:cubicBezTo>
                <a:close/>
                <a:moveTo>
                  <a:pt x="185" y="120"/>
                </a:moveTo>
                <a:cubicBezTo>
                  <a:pt x="185" y="186"/>
                  <a:pt x="185" y="186"/>
                  <a:pt x="185" y="186"/>
                </a:cubicBezTo>
                <a:cubicBezTo>
                  <a:pt x="185" y="186"/>
                  <a:pt x="184" y="186"/>
                  <a:pt x="184" y="186"/>
                </a:cubicBezTo>
                <a:cubicBezTo>
                  <a:pt x="181" y="187"/>
                  <a:pt x="179" y="187"/>
                  <a:pt x="177" y="188"/>
                </a:cubicBezTo>
                <a:cubicBezTo>
                  <a:pt x="177" y="121"/>
                  <a:pt x="177" y="121"/>
                  <a:pt x="177" y="121"/>
                </a:cubicBezTo>
                <a:cubicBezTo>
                  <a:pt x="178" y="120"/>
                  <a:pt x="179" y="120"/>
                  <a:pt x="180" y="120"/>
                </a:cubicBezTo>
                <a:cubicBezTo>
                  <a:pt x="182" y="120"/>
                  <a:pt x="184" y="120"/>
                  <a:pt x="185" y="120"/>
                </a:cubicBezTo>
                <a:close/>
                <a:moveTo>
                  <a:pt x="177" y="83"/>
                </a:moveTo>
                <a:cubicBezTo>
                  <a:pt x="179" y="83"/>
                  <a:pt x="180" y="82"/>
                  <a:pt x="181" y="82"/>
                </a:cubicBezTo>
                <a:cubicBezTo>
                  <a:pt x="187" y="82"/>
                  <a:pt x="181" y="74"/>
                  <a:pt x="182" y="71"/>
                </a:cubicBezTo>
                <a:cubicBezTo>
                  <a:pt x="183" y="68"/>
                  <a:pt x="182" y="62"/>
                  <a:pt x="177" y="62"/>
                </a:cubicBezTo>
                <a:lnTo>
                  <a:pt x="177" y="83"/>
                </a:lnTo>
                <a:close/>
                <a:moveTo>
                  <a:pt x="177" y="62"/>
                </a:moveTo>
                <a:cubicBezTo>
                  <a:pt x="177" y="83"/>
                  <a:pt x="177" y="83"/>
                  <a:pt x="177" y="83"/>
                </a:cubicBezTo>
                <a:cubicBezTo>
                  <a:pt x="174" y="85"/>
                  <a:pt x="172" y="86"/>
                  <a:pt x="172" y="83"/>
                </a:cubicBezTo>
                <a:cubicBezTo>
                  <a:pt x="171" y="78"/>
                  <a:pt x="170" y="78"/>
                  <a:pt x="175" y="76"/>
                </a:cubicBezTo>
                <a:cubicBezTo>
                  <a:pt x="180" y="74"/>
                  <a:pt x="173" y="61"/>
                  <a:pt x="177" y="62"/>
                </a:cubicBezTo>
                <a:cubicBezTo>
                  <a:pt x="177" y="62"/>
                  <a:pt x="177" y="62"/>
                  <a:pt x="177" y="62"/>
                </a:cubicBezTo>
                <a:close/>
                <a:moveTo>
                  <a:pt x="177" y="102"/>
                </a:moveTo>
                <a:cubicBezTo>
                  <a:pt x="177" y="119"/>
                  <a:pt x="177" y="119"/>
                  <a:pt x="177" y="119"/>
                </a:cubicBezTo>
                <a:cubicBezTo>
                  <a:pt x="176" y="120"/>
                  <a:pt x="175" y="120"/>
                  <a:pt x="173" y="119"/>
                </a:cubicBezTo>
                <a:cubicBezTo>
                  <a:pt x="172" y="118"/>
                  <a:pt x="170" y="118"/>
                  <a:pt x="168" y="118"/>
                </a:cubicBezTo>
                <a:cubicBezTo>
                  <a:pt x="168" y="102"/>
                  <a:pt x="168" y="102"/>
                  <a:pt x="168" y="102"/>
                </a:cubicBezTo>
                <a:cubicBezTo>
                  <a:pt x="171" y="102"/>
                  <a:pt x="172" y="102"/>
                  <a:pt x="176" y="102"/>
                </a:cubicBezTo>
                <a:cubicBezTo>
                  <a:pt x="176" y="102"/>
                  <a:pt x="177" y="102"/>
                  <a:pt x="177" y="102"/>
                </a:cubicBezTo>
                <a:close/>
                <a:moveTo>
                  <a:pt x="177" y="121"/>
                </a:moveTo>
                <a:cubicBezTo>
                  <a:pt x="177" y="188"/>
                  <a:pt x="177" y="188"/>
                  <a:pt x="177" y="188"/>
                </a:cubicBezTo>
                <a:cubicBezTo>
                  <a:pt x="176" y="189"/>
                  <a:pt x="174" y="189"/>
                  <a:pt x="172" y="190"/>
                </a:cubicBezTo>
                <a:cubicBezTo>
                  <a:pt x="171" y="190"/>
                  <a:pt x="170" y="189"/>
                  <a:pt x="168" y="188"/>
                </a:cubicBezTo>
                <a:cubicBezTo>
                  <a:pt x="168" y="124"/>
                  <a:pt x="168" y="124"/>
                  <a:pt x="168" y="124"/>
                </a:cubicBezTo>
                <a:cubicBezTo>
                  <a:pt x="168" y="124"/>
                  <a:pt x="169" y="124"/>
                  <a:pt x="170" y="124"/>
                </a:cubicBezTo>
                <a:cubicBezTo>
                  <a:pt x="173" y="123"/>
                  <a:pt x="174" y="121"/>
                  <a:pt x="177" y="121"/>
                </a:cubicBezTo>
                <a:close/>
                <a:moveTo>
                  <a:pt x="168" y="82"/>
                </a:moveTo>
                <a:cubicBezTo>
                  <a:pt x="169" y="81"/>
                  <a:pt x="169" y="81"/>
                  <a:pt x="170" y="80"/>
                </a:cubicBezTo>
                <a:cubicBezTo>
                  <a:pt x="172" y="76"/>
                  <a:pt x="172" y="70"/>
                  <a:pt x="168" y="70"/>
                </a:cubicBezTo>
                <a:cubicBezTo>
                  <a:pt x="168" y="70"/>
                  <a:pt x="168" y="70"/>
                  <a:pt x="168" y="70"/>
                </a:cubicBezTo>
                <a:cubicBezTo>
                  <a:pt x="168" y="82"/>
                  <a:pt x="168" y="82"/>
                  <a:pt x="168" y="82"/>
                </a:cubicBezTo>
                <a:close/>
                <a:moveTo>
                  <a:pt x="168" y="21"/>
                </a:moveTo>
                <a:cubicBezTo>
                  <a:pt x="168" y="17"/>
                  <a:pt x="168" y="17"/>
                  <a:pt x="168" y="17"/>
                </a:cubicBezTo>
                <a:cubicBezTo>
                  <a:pt x="168" y="17"/>
                  <a:pt x="168" y="17"/>
                  <a:pt x="169" y="17"/>
                </a:cubicBezTo>
                <a:cubicBezTo>
                  <a:pt x="172" y="17"/>
                  <a:pt x="174" y="22"/>
                  <a:pt x="170" y="22"/>
                </a:cubicBezTo>
                <a:cubicBezTo>
                  <a:pt x="169" y="22"/>
                  <a:pt x="168" y="22"/>
                  <a:pt x="168" y="21"/>
                </a:cubicBezTo>
                <a:close/>
                <a:moveTo>
                  <a:pt x="168" y="17"/>
                </a:moveTo>
                <a:cubicBezTo>
                  <a:pt x="168" y="21"/>
                  <a:pt x="168" y="21"/>
                  <a:pt x="168" y="21"/>
                </a:cubicBezTo>
                <a:cubicBezTo>
                  <a:pt x="166" y="20"/>
                  <a:pt x="165" y="17"/>
                  <a:pt x="168" y="17"/>
                </a:cubicBezTo>
                <a:close/>
                <a:moveTo>
                  <a:pt x="168" y="70"/>
                </a:moveTo>
                <a:cubicBezTo>
                  <a:pt x="168" y="82"/>
                  <a:pt x="168" y="82"/>
                  <a:pt x="168" y="82"/>
                </a:cubicBezTo>
                <a:cubicBezTo>
                  <a:pt x="166" y="82"/>
                  <a:pt x="164" y="81"/>
                  <a:pt x="165" y="78"/>
                </a:cubicBezTo>
                <a:cubicBezTo>
                  <a:pt x="166" y="75"/>
                  <a:pt x="163" y="70"/>
                  <a:pt x="168" y="70"/>
                </a:cubicBezTo>
                <a:close/>
                <a:moveTo>
                  <a:pt x="168" y="102"/>
                </a:moveTo>
                <a:cubicBezTo>
                  <a:pt x="168" y="118"/>
                  <a:pt x="168" y="118"/>
                  <a:pt x="168" y="118"/>
                </a:cubicBezTo>
                <a:cubicBezTo>
                  <a:pt x="166" y="118"/>
                  <a:pt x="165" y="118"/>
                  <a:pt x="165" y="116"/>
                </a:cubicBezTo>
                <a:cubicBezTo>
                  <a:pt x="165" y="113"/>
                  <a:pt x="162" y="111"/>
                  <a:pt x="164" y="108"/>
                </a:cubicBezTo>
                <a:cubicBezTo>
                  <a:pt x="166" y="105"/>
                  <a:pt x="164" y="102"/>
                  <a:pt x="167" y="102"/>
                </a:cubicBezTo>
                <a:cubicBezTo>
                  <a:pt x="168" y="102"/>
                  <a:pt x="168" y="102"/>
                  <a:pt x="168" y="102"/>
                </a:cubicBezTo>
                <a:close/>
                <a:moveTo>
                  <a:pt x="168" y="124"/>
                </a:moveTo>
                <a:cubicBezTo>
                  <a:pt x="168" y="188"/>
                  <a:pt x="168" y="188"/>
                  <a:pt x="168" y="188"/>
                </a:cubicBezTo>
                <a:cubicBezTo>
                  <a:pt x="165" y="186"/>
                  <a:pt x="162" y="183"/>
                  <a:pt x="159" y="180"/>
                </a:cubicBezTo>
                <a:cubicBezTo>
                  <a:pt x="157" y="178"/>
                  <a:pt x="154" y="175"/>
                  <a:pt x="152" y="173"/>
                </a:cubicBezTo>
                <a:cubicBezTo>
                  <a:pt x="152" y="148"/>
                  <a:pt x="152" y="148"/>
                  <a:pt x="152" y="148"/>
                </a:cubicBezTo>
                <a:cubicBezTo>
                  <a:pt x="154" y="145"/>
                  <a:pt x="155" y="138"/>
                  <a:pt x="158" y="138"/>
                </a:cubicBezTo>
                <a:cubicBezTo>
                  <a:pt x="161" y="137"/>
                  <a:pt x="164" y="133"/>
                  <a:pt x="164" y="130"/>
                </a:cubicBezTo>
                <a:cubicBezTo>
                  <a:pt x="164" y="128"/>
                  <a:pt x="165" y="125"/>
                  <a:pt x="168" y="124"/>
                </a:cubicBezTo>
                <a:close/>
                <a:moveTo>
                  <a:pt x="152" y="129"/>
                </a:moveTo>
                <a:cubicBezTo>
                  <a:pt x="153" y="129"/>
                  <a:pt x="153" y="128"/>
                  <a:pt x="153" y="127"/>
                </a:cubicBezTo>
                <a:cubicBezTo>
                  <a:pt x="154" y="126"/>
                  <a:pt x="153" y="125"/>
                  <a:pt x="152" y="126"/>
                </a:cubicBezTo>
                <a:cubicBezTo>
                  <a:pt x="152" y="129"/>
                  <a:pt x="152" y="129"/>
                  <a:pt x="152" y="129"/>
                </a:cubicBezTo>
                <a:close/>
                <a:moveTo>
                  <a:pt x="152" y="46"/>
                </a:moveTo>
                <a:cubicBezTo>
                  <a:pt x="152" y="37"/>
                  <a:pt x="152" y="37"/>
                  <a:pt x="152" y="37"/>
                </a:cubicBezTo>
                <a:cubicBezTo>
                  <a:pt x="156" y="37"/>
                  <a:pt x="157" y="40"/>
                  <a:pt x="155" y="43"/>
                </a:cubicBezTo>
                <a:cubicBezTo>
                  <a:pt x="154" y="44"/>
                  <a:pt x="153" y="45"/>
                  <a:pt x="152" y="46"/>
                </a:cubicBezTo>
                <a:close/>
                <a:moveTo>
                  <a:pt x="152" y="37"/>
                </a:moveTo>
                <a:cubicBezTo>
                  <a:pt x="152" y="46"/>
                  <a:pt x="152" y="46"/>
                  <a:pt x="152" y="46"/>
                </a:cubicBezTo>
                <a:cubicBezTo>
                  <a:pt x="151" y="46"/>
                  <a:pt x="151" y="46"/>
                  <a:pt x="150" y="47"/>
                </a:cubicBezTo>
                <a:cubicBezTo>
                  <a:pt x="150" y="37"/>
                  <a:pt x="150" y="37"/>
                  <a:pt x="150" y="37"/>
                </a:cubicBezTo>
                <a:cubicBezTo>
                  <a:pt x="151" y="37"/>
                  <a:pt x="151" y="37"/>
                  <a:pt x="152" y="37"/>
                </a:cubicBezTo>
                <a:close/>
                <a:moveTo>
                  <a:pt x="152" y="126"/>
                </a:moveTo>
                <a:cubicBezTo>
                  <a:pt x="152" y="129"/>
                  <a:pt x="152" y="129"/>
                  <a:pt x="152" y="129"/>
                </a:cubicBezTo>
                <a:cubicBezTo>
                  <a:pt x="152" y="129"/>
                  <a:pt x="151" y="128"/>
                  <a:pt x="151" y="128"/>
                </a:cubicBezTo>
                <a:cubicBezTo>
                  <a:pt x="150" y="127"/>
                  <a:pt x="150" y="126"/>
                  <a:pt x="152" y="126"/>
                </a:cubicBezTo>
                <a:cubicBezTo>
                  <a:pt x="152" y="126"/>
                  <a:pt x="152" y="126"/>
                  <a:pt x="152" y="126"/>
                </a:cubicBezTo>
                <a:close/>
                <a:moveTo>
                  <a:pt x="152" y="148"/>
                </a:moveTo>
                <a:cubicBezTo>
                  <a:pt x="152" y="173"/>
                  <a:pt x="152" y="173"/>
                  <a:pt x="152" y="173"/>
                </a:cubicBezTo>
                <a:cubicBezTo>
                  <a:pt x="151" y="172"/>
                  <a:pt x="150" y="171"/>
                  <a:pt x="150" y="170"/>
                </a:cubicBezTo>
                <a:cubicBezTo>
                  <a:pt x="150" y="165"/>
                  <a:pt x="150" y="165"/>
                  <a:pt x="150" y="165"/>
                </a:cubicBezTo>
                <a:cubicBezTo>
                  <a:pt x="153" y="162"/>
                  <a:pt x="151" y="161"/>
                  <a:pt x="150" y="159"/>
                </a:cubicBezTo>
                <a:cubicBezTo>
                  <a:pt x="150" y="152"/>
                  <a:pt x="150" y="152"/>
                  <a:pt x="150" y="152"/>
                </a:cubicBezTo>
                <a:cubicBezTo>
                  <a:pt x="150" y="151"/>
                  <a:pt x="151" y="150"/>
                  <a:pt x="152" y="149"/>
                </a:cubicBezTo>
                <a:cubicBezTo>
                  <a:pt x="152" y="149"/>
                  <a:pt x="152" y="149"/>
                  <a:pt x="152" y="148"/>
                </a:cubicBezTo>
                <a:close/>
                <a:moveTo>
                  <a:pt x="150" y="137"/>
                </a:moveTo>
                <a:cubicBezTo>
                  <a:pt x="150" y="134"/>
                  <a:pt x="150" y="134"/>
                  <a:pt x="150" y="134"/>
                </a:cubicBezTo>
                <a:cubicBezTo>
                  <a:pt x="151" y="134"/>
                  <a:pt x="151" y="135"/>
                  <a:pt x="151" y="135"/>
                </a:cubicBezTo>
                <a:cubicBezTo>
                  <a:pt x="151" y="136"/>
                  <a:pt x="150" y="137"/>
                  <a:pt x="150" y="137"/>
                </a:cubicBezTo>
                <a:close/>
                <a:moveTo>
                  <a:pt x="150" y="37"/>
                </a:moveTo>
                <a:cubicBezTo>
                  <a:pt x="150" y="47"/>
                  <a:pt x="150" y="47"/>
                  <a:pt x="150" y="47"/>
                </a:cubicBezTo>
                <a:cubicBezTo>
                  <a:pt x="147" y="48"/>
                  <a:pt x="144" y="48"/>
                  <a:pt x="141" y="45"/>
                </a:cubicBezTo>
                <a:cubicBezTo>
                  <a:pt x="140" y="45"/>
                  <a:pt x="140" y="45"/>
                  <a:pt x="140" y="45"/>
                </a:cubicBezTo>
                <a:cubicBezTo>
                  <a:pt x="140" y="36"/>
                  <a:pt x="140" y="36"/>
                  <a:pt x="140" y="36"/>
                </a:cubicBezTo>
                <a:cubicBezTo>
                  <a:pt x="141" y="36"/>
                  <a:pt x="141" y="36"/>
                  <a:pt x="142" y="36"/>
                </a:cubicBezTo>
                <a:cubicBezTo>
                  <a:pt x="146" y="38"/>
                  <a:pt x="147" y="37"/>
                  <a:pt x="150" y="38"/>
                </a:cubicBezTo>
                <a:cubicBezTo>
                  <a:pt x="150" y="37"/>
                  <a:pt x="150" y="37"/>
                  <a:pt x="150" y="37"/>
                </a:cubicBezTo>
                <a:close/>
                <a:moveTo>
                  <a:pt x="150" y="134"/>
                </a:moveTo>
                <a:cubicBezTo>
                  <a:pt x="150" y="137"/>
                  <a:pt x="150" y="137"/>
                  <a:pt x="150" y="137"/>
                </a:cubicBezTo>
                <a:cubicBezTo>
                  <a:pt x="150" y="137"/>
                  <a:pt x="149" y="137"/>
                  <a:pt x="149" y="137"/>
                </a:cubicBezTo>
                <a:cubicBezTo>
                  <a:pt x="148" y="136"/>
                  <a:pt x="148" y="135"/>
                  <a:pt x="149" y="134"/>
                </a:cubicBezTo>
                <a:cubicBezTo>
                  <a:pt x="149" y="134"/>
                  <a:pt x="150" y="134"/>
                  <a:pt x="150" y="134"/>
                </a:cubicBezTo>
                <a:close/>
                <a:moveTo>
                  <a:pt x="150" y="152"/>
                </a:moveTo>
                <a:cubicBezTo>
                  <a:pt x="150" y="159"/>
                  <a:pt x="150" y="159"/>
                  <a:pt x="150" y="159"/>
                </a:cubicBezTo>
                <a:cubicBezTo>
                  <a:pt x="150" y="159"/>
                  <a:pt x="149" y="159"/>
                  <a:pt x="149" y="159"/>
                </a:cubicBezTo>
                <a:cubicBezTo>
                  <a:pt x="148" y="157"/>
                  <a:pt x="149" y="154"/>
                  <a:pt x="150" y="152"/>
                </a:cubicBezTo>
                <a:close/>
                <a:moveTo>
                  <a:pt x="150" y="165"/>
                </a:moveTo>
                <a:cubicBezTo>
                  <a:pt x="150" y="170"/>
                  <a:pt x="150" y="170"/>
                  <a:pt x="150" y="170"/>
                </a:cubicBezTo>
                <a:cubicBezTo>
                  <a:pt x="149" y="168"/>
                  <a:pt x="148" y="166"/>
                  <a:pt x="150" y="165"/>
                </a:cubicBezTo>
                <a:cubicBezTo>
                  <a:pt x="150" y="165"/>
                  <a:pt x="150" y="165"/>
                  <a:pt x="150" y="165"/>
                </a:cubicBezTo>
                <a:close/>
                <a:moveTo>
                  <a:pt x="140" y="5"/>
                </a:moveTo>
                <a:cubicBezTo>
                  <a:pt x="140" y="0"/>
                  <a:pt x="140" y="0"/>
                  <a:pt x="140" y="0"/>
                </a:cubicBezTo>
                <a:cubicBezTo>
                  <a:pt x="140" y="0"/>
                  <a:pt x="140" y="0"/>
                  <a:pt x="140" y="0"/>
                </a:cubicBezTo>
                <a:cubicBezTo>
                  <a:pt x="141" y="0"/>
                  <a:pt x="142" y="0"/>
                  <a:pt x="143" y="0"/>
                </a:cubicBezTo>
                <a:cubicBezTo>
                  <a:pt x="143" y="1"/>
                  <a:pt x="143" y="2"/>
                  <a:pt x="142" y="3"/>
                </a:cubicBezTo>
                <a:cubicBezTo>
                  <a:pt x="141" y="4"/>
                  <a:pt x="141" y="5"/>
                  <a:pt x="140" y="5"/>
                </a:cubicBezTo>
                <a:close/>
                <a:moveTo>
                  <a:pt x="145" y="127"/>
                </a:moveTo>
                <a:cubicBezTo>
                  <a:pt x="146" y="127"/>
                  <a:pt x="147" y="127"/>
                  <a:pt x="147" y="128"/>
                </a:cubicBezTo>
                <a:cubicBezTo>
                  <a:pt x="147" y="130"/>
                  <a:pt x="146" y="131"/>
                  <a:pt x="145" y="130"/>
                </a:cubicBezTo>
                <a:cubicBezTo>
                  <a:pt x="144" y="129"/>
                  <a:pt x="144" y="128"/>
                  <a:pt x="145" y="127"/>
                </a:cubicBezTo>
                <a:close/>
                <a:moveTo>
                  <a:pt x="70" y="81"/>
                </a:moveTo>
                <a:cubicBezTo>
                  <a:pt x="70" y="81"/>
                  <a:pt x="70" y="81"/>
                  <a:pt x="70" y="81"/>
                </a:cubicBezTo>
                <a:cubicBezTo>
                  <a:pt x="74" y="81"/>
                  <a:pt x="71" y="79"/>
                  <a:pt x="70" y="76"/>
                </a:cubicBezTo>
                <a:cubicBezTo>
                  <a:pt x="70" y="81"/>
                  <a:pt x="70" y="81"/>
                  <a:pt x="70" y="81"/>
                </a:cubicBezTo>
                <a:close/>
                <a:moveTo>
                  <a:pt x="140" y="0"/>
                </a:moveTo>
                <a:cubicBezTo>
                  <a:pt x="140" y="5"/>
                  <a:pt x="140" y="5"/>
                  <a:pt x="140" y="5"/>
                </a:cubicBezTo>
                <a:cubicBezTo>
                  <a:pt x="138" y="8"/>
                  <a:pt x="139" y="9"/>
                  <a:pt x="135" y="9"/>
                </a:cubicBezTo>
                <a:cubicBezTo>
                  <a:pt x="130" y="9"/>
                  <a:pt x="140" y="16"/>
                  <a:pt x="135" y="16"/>
                </a:cubicBezTo>
                <a:cubicBezTo>
                  <a:pt x="130" y="16"/>
                  <a:pt x="128" y="23"/>
                  <a:pt x="133" y="22"/>
                </a:cubicBezTo>
                <a:cubicBezTo>
                  <a:pt x="139" y="22"/>
                  <a:pt x="138" y="24"/>
                  <a:pt x="133" y="27"/>
                </a:cubicBezTo>
                <a:cubicBezTo>
                  <a:pt x="127" y="29"/>
                  <a:pt x="118" y="29"/>
                  <a:pt x="115" y="34"/>
                </a:cubicBezTo>
                <a:cubicBezTo>
                  <a:pt x="113" y="38"/>
                  <a:pt x="103" y="38"/>
                  <a:pt x="103" y="42"/>
                </a:cubicBezTo>
                <a:cubicBezTo>
                  <a:pt x="103" y="46"/>
                  <a:pt x="101" y="60"/>
                  <a:pt x="93" y="58"/>
                </a:cubicBezTo>
                <a:cubicBezTo>
                  <a:pt x="86" y="55"/>
                  <a:pt x="84" y="47"/>
                  <a:pt x="81" y="43"/>
                </a:cubicBezTo>
                <a:cubicBezTo>
                  <a:pt x="78" y="38"/>
                  <a:pt x="83" y="33"/>
                  <a:pt x="80" y="31"/>
                </a:cubicBezTo>
                <a:cubicBezTo>
                  <a:pt x="77" y="30"/>
                  <a:pt x="86" y="22"/>
                  <a:pt x="83" y="24"/>
                </a:cubicBezTo>
                <a:cubicBezTo>
                  <a:pt x="80" y="27"/>
                  <a:pt x="74" y="23"/>
                  <a:pt x="79" y="22"/>
                </a:cubicBezTo>
                <a:cubicBezTo>
                  <a:pt x="84" y="21"/>
                  <a:pt x="82" y="17"/>
                  <a:pt x="79" y="18"/>
                </a:cubicBezTo>
                <a:cubicBezTo>
                  <a:pt x="76" y="19"/>
                  <a:pt x="73" y="18"/>
                  <a:pt x="74" y="16"/>
                </a:cubicBezTo>
                <a:cubicBezTo>
                  <a:pt x="75" y="15"/>
                  <a:pt x="75" y="15"/>
                  <a:pt x="75" y="15"/>
                </a:cubicBezTo>
                <a:cubicBezTo>
                  <a:pt x="77" y="14"/>
                  <a:pt x="79" y="13"/>
                  <a:pt x="81" y="13"/>
                </a:cubicBezTo>
                <a:cubicBezTo>
                  <a:pt x="83" y="12"/>
                  <a:pt x="84" y="11"/>
                  <a:pt x="85" y="11"/>
                </a:cubicBezTo>
                <a:cubicBezTo>
                  <a:pt x="86" y="10"/>
                  <a:pt x="87" y="10"/>
                  <a:pt x="87" y="10"/>
                </a:cubicBezTo>
                <a:cubicBezTo>
                  <a:pt x="89" y="9"/>
                  <a:pt x="91" y="8"/>
                  <a:pt x="94" y="8"/>
                </a:cubicBezTo>
                <a:cubicBezTo>
                  <a:pt x="106" y="3"/>
                  <a:pt x="120" y="1"/>
                  <a:pt x="134" y="0"/>
                </a:cubicBezTo>
                <a:cubicBezTo>
                  <a:pt x="135" y="0"/>
                  <a:pt x="136" y="0"/>
                  <a:pt x="138" y="0"/>
                </a:cubicBezTo>
                <a:cubicBezTo>
                  <a:pt x="139" y="0"/>
                  <a:pt x="139" y="0"/>
                  <a:pt x="140" y="0"/>
                </a:cubicBezTo>
                <a:close/>
                <a:moveTo>
                  <a:pt x="140" y="36"/>
                </a:moveTo>
                <a:cubicBezTo>
                  <a:pt x="138" y="37"/>
                  <a:pt x="136" y="42"/>
                  <a:pt x="140" y="45"/>
                </a:cubicBezTo>
                <a:cubicBezTo>
                  <a:pt x="140" y="36"/>
                  <a:pt x="140" y="36"/>
                  <a:pt x="140" y="36"/>
                </a:cubicBezTo>
                <a:close/>
                <a:moveTo>
                  <a:pt x="70" y="258"/>
                </a:moveTo>
                <a:cubicBezTo>
                  <a:pt x="70" y="182"/>
                  <a:pt x="70" y="182"/>
                  <a:pt x="70" y="182"/>
                </a:cubicBezTo>
                <a:cubicBezTo>
                  <a:pt x="73" y="184"/>
                  <a:pt x="77" y="187"/>
                  <a:pt x="80" y="187"/>
                </a:cubicBezTo>
                <a:cubicBezTo>
                  <a:pt x="84" y="187"/>
                  <a:pt x="83" y="191"/>
                  <a:pt x="83" y="195"/>
                </a:cubicBezTo>
                <a:cubicBezTo>
                  <a:pt x="83" y="200"/>
                  <a:pt x="89" y="200"/>
                  <a:pt x="95" y="202"/>
                </a:cubicBezTo>
                <a:cubicBezTo>
                  <a:pt x="101" y="204"/>
                  <a:pt x="104" y="203"/>
                  <a:pt x="110" y="207"/>
                </a:cubicBezTo>
                <a:cubicBezTo>
                  <a:pt x="116" y="211"/>
                  <a:pt x="117" y="213"/>
                  <a:pt x="114" y="217"/>
                </a:cubicBezTo>
                <a:cubicBezTo>
                  <a:pt x="111" y="221"/>
                  <a:pt x="105" y="228"/>
                  <a:pt x="104" y="234"/>
                </a:cubicBezTo>
                <a:cubicBezTo>
                  <a:pt x="104" y="241"/>
                  <a:pt x="100" y="247"/>
                  <a:pt x="96" y="247"/>
                </a:cubicBezTo>
                <a:cubicBezTo>
                  <a:pt x="91" y="248"/>
                  <a:pt x="87" y="251"/>
                  <a:pt x="87" y="254"/>
                </a:cubicBezTo>
                <a:cubicBezTo>
                  <a:pt x="87" y="257"/>
                  <a:pt x="83" y="256"/>
                  <a:pt x="83" y="262"/>
                </a:cubicBezTo>
                <a:cubicBezTo>
                  <a:pt x="83" y="263"/>
                  <a:pt x="83" y="264"/>
                  <a:pt x="82" y="265"/>
                </a:cubicBezTo>
                <a:cubicBezTo>
                  <a:pt x="80" y="263"/>
                  <a:pt x="78" y="262"/>
                  <a:pt x="75" y="261"/>
                </a:cubicBezTo>
                <a:cubicBezTo>
                  <a:pt x="73" y="260"/>
                  <a:pt x="71" y="259"/>
                  <a:pt x="70" y="258"/>
                </a:cubicBezTo>
                <a:close/>
                <a:moveTo>
                  <a:pt x="70" y="93"/>
                </a:moveTo>
                <a:cubicBezTo>
                  <a:pt x="70" y="83"/>
                  <a:pt x="70" y="83"/>
                  <a:pt x="70" y="83"/>
                </a:cubicBezTo>
                <a:cubicBezTo>
                  <a:pt x="70" y="83"/>
                  <a:pt x="70" y="83"/>
                  <a:pt x="70" y="83"/>
                </a:cubicBezTo>
                <a:cubicBezTo>
                  <a:pt x="76" y="83"/>
                  <a:pt x="76" y="87"/>
                  <a:pt x="78" y="90"/>
                </a:cubicBezTo>
                <a:cubicBezTo>
                  <a:pt x="79" y="93"/>
                  <a:pt x="78" y="97"/>
                  <a:pt x="73" y="94"/>
                </a:cubicBezTo>
                <a:cubicBezTo>
                  <a:pt x="72" y="94"/>
                  <a:pt x="71" y="93"/>
                  <a:pt x="70" y="93"/>
                </a:cubicBezTo>
                <a:close/>
                <a:moveTo>
                  <a:pt x="58" y="86"/>
                </a:moveTo>
                <a:cubicBezTo>
                  <a:pt x="59" y="87"/>
                  <a:pt x="60" y="87"/>
                  <a:pt x="61" y="85"/>
                </a:cubicBezTo>
                <a:cubicBezTo>
                  <a:pt x="62" y="83"/>
                  <a:pt x="64" y="82"/>
                  <a:pt x="70" y="81"/>
                </a:cubicBezTo>
                <a:cubicBezTo>
                  <a:pt x="70" y="76"/>
                  <a:pt x="70" y="76"/>
                  <a:pt x="70" y="76"/>
                </a:cubicBezTo>
                <a:cubicBezTo>
                  <a:pt x="69" y="75"/>
                  <a:pt x="68" y="74"/>
                  <a:pt x="69" y="73"/>
                </a:cubicBezTo>
                <a:cubicBezTo>
                  <a:pt x="70" y="71"/>
                  <a:pt x="65" y="70"/>
                  <a:pt x="62" y="67"/>
                </a:cubicBezTo>
                <a:cubicBezTo>
                  <a:pt x="60" y="66"/>
                  <a:pt x="60" y="61"/>
                  <a:pt x="58" y="58"/>
                </a:cubicBezTo>
                <a:cubicBezTo>
                  <a:pt x="58" y="86"/>
                  <a:pt x="58" y="86"/>
                  <a:pt x="58" y="86"/>
                </a:cubicBezTo>
                <a:close/>
                <a:moveTo>
                  <a:pt x="70" y="83"/>
                </a:moveTo>
                <a:cubicBezTo>
                  <a:pt x="70" y="93"/>
                  <a:pt x="70" y="93"/>
                  <a:pt x="70" y="93"/>
                </a:cubicBezTo>
                <a:cubicBezTo>
                  <a:pt x="67" y="92"/>
                  <a:pt x="66" y="91"/>
                  <a:pt x="68" y="87"/>
                </a:cubicBezTo>
                <a:cubicBezTo>
                  <a:pt x="69" y="83"/>
                  <a:pt x="67" y="83"/>
                  <a:pt x="70" y="83"/>
                </a:cubicBezTo>
                <a:close/>
                <a:moveTo>
                  <a:pt x="70" y="182"/>
                </a:moveTo>
                <a:cubicBezTo>
                  <a:pt x="70" y="258"/>
                  <a:pt x="70" y="258"/>
                  <a:pt x="70" y="258"/>
                </a:cubicBezTo>
                <a:cubicBezTo>
                  <a:pt x="69" y="258"/>
                  <a:pt x="69" y="258"/>
                  <a:pt x="69" y="258"/>
                </a:cubicBezTo>
                <a:cubicBezTo>
                  <a:pt x="65" y="256"/>
                  <a:pt x="62" y="253"/>
                  <a:pt x="58" y="251"/>
                </a:cubicBezTo>
                <a:cubicBezTo>
                  <a:pt x="58" y="176"/>
                  <a:pt x="58" y="176"/>
                  <a:pt x="58" y="176"/>
                </a:cubicBezTo>
                <a:cubicBezTo>
                  <a:pt x="60" y="177"/>
                  <a:pt x="63" y="177"/>
                  <a:pt x="65" y="179"/>
                </a:cubicBezTo>
                <a:cubicBezTo>
                  <a:pt x="67" y="180"/>
                  <a:pt x="68" y="181"/>
                  <a:pt x="70" y="182"/>
                </a:cubicBezTo>
                <a:close/>
                <a:moveTo>
                  <a:pt x="58" y="101"/>
                </a:moveTo>
                <a:cubicBezTo>
                  <a:pt x="58" y="97"/>
                  <a:pt x="58" y="97"/>
                  <a:pt x="58" y="97"/>
                </a:cubicBezTo>
                <a:cubicBezTo>
                  <a:pt x="61" y="96"/>
                  <a:pt x="61" y="101"/>
                  <a:pt x="59" y="101"/>
                </a:cubicBezTo>
                <a:cubicBezTo>
                  <a:pt x="59" y="101"/>
                  <a:pt x="58" y="101"/>
                  <a:pt x="58" y="101"/>
                </a:cubicBezTo>
                <a:close/>
                <a:moveTo>
                  <a:pt x="58" y="39"/>
                </a:moveTo>
                <a:cubicBezTo>
                  <a:pt x="58" y="34"/>
                  <a:pt x="58" y="34"/>
                  <a:pt x="58" y="34"/>
                </a:cubicBezTo>
                <a:cubicBezTo>
                  <a:pt x="59" y="36"/>
                  <a:pt x="60" y="38"/>
                  <a:pt x="58" y="39"/>
                </a:cubicBezTo>
                <a:close/>
                <a:moveTo>
                  <a:pt x="54" y="97"/>
                </a:moveTo>
                <a:cubicBezTo>
                  <a:pt x="54" y="97"/>
                  <a:pt x="54" y="97"/>
                  <a:pt x="54" y="96"/>
                </a:cubicBezTo>
                <a:cubicBezTo>
                  <a:pt x="56" y="94"/>
                  <a:pt x="55" y="92"/>
                  <a:pt x="54" y="90"/>
                </a:cubicBezTo>
                <a:cubicBezTo>
                  <a:pt x="54" y="97"/>
                  <a:pt x="54" y="97"/>
                  <a:pt x="54" y="97"/>
                </a:cubicBezTo>
                <a:close/>
                <a:moveTo>
                  <a:pt x="54" y="84"/>
                </a:moveTo>
                <a:cubicBezTo>
                  <a:pt x="55" y="84"/>
                  <a:pt x="56" y="84"/>
                  <a:pt x="56" y="84"/>
                </a:cubicBezTo>
                <a:cubicBezTo>
                  <a:pt x="57" y="85"/>
                  <a:pt x="58" y="85"/>
                  <a:pt x="58" y="86"/>
                </a:cubicBezTo>
                <a:cubicBezTo>
                  <a:pt x="58" y="58"/>
                  <a:pt x="58" y="58"/>
                  <a:pt x="58" y="58"/>
                </a:cubicBezTo>
                <a:cubicBezTo>
                  <a:pt x="58" y="57"/>
                  <a:pt x="57" y="57"/>
                  <a:pt x="56" y="56"/>
                </a:cubicBezTo>
                <a:cubicBezTo>
                  <a:pt x="55" y="56"/>
                  <a:pt x="54" y="56"/>
                  <a:pt x="54" y="57"/>
                </a:cubicBezTo>
                <a:cubicBezTo>
                  <a:pt x="54" y="84"/>
                  <a:pt x="54" y="84"/>
                  <a:pt x="54" y="84"/>
                </a:cubicBezTo>
                <a:close/>
                <a:moveTo>
                  <a:pt x="58" y="34"/>
                </a:moveTo>
                <a:cubicBezTo>
                  <a:pt x="58" y="39"/>
                  <a:pt x="58" y="39"/>
                  <a:pt x="58" y="39"/>
                </a:cubicBezTo>
                <a:cubicBezTo>
                  <a:pt x="58" y="39"/>
                  <a:pt x="57" y="39"/>
                  <a:pt x="57" y="38"/>
                </a:cubicBezTo>
                <a:cubicBezTo>
                  <a:pt x="56" y="38"/>
                  <a:pt x="55" y="38"/>
                  <a:pt x="54" y="38"/>
                </a:cubicBezTo>
                <a:cubicBezTo>
                  <a:pt x="54" y="31"/>
                  <a:pt x="54" y="31"/>
                  <a:pt x="54" y="31"/>
                </a:cubicBezTo>
                <a:cubicBezTo>
                  <a:pt x="54" y="31"/>
                  <a:pt x="54" y="31"/>
                  <a:pt x="54" y="31"/>
                </a:cubicBezTo>
                <a:cubicBezTo>
                  <a:pt x="56" y="32"/>
                  <a:pt x="57" y="33"/>
                  <a:pt x="58" y="34"/>
                </a:cubicBezTo>
                <a:close/>
                <a:moveTo>
                  <a:pt x="58" y="97"/>
                </a:moveTo>
                <a:cubicBezTo>
                  <a:pt x="58" y="101"/>
                  <a:pt x="58" y="101"/>
                  <a:pt x="58" y="101"/>
                </a:cubicBezTo>
                <a:cubicBezTo>
                  <a:pt x="56" y="100"/>
                  <a:pt x="55" y="97"/>
                  <a:pt x="58" y="97"/>
                </a:cubicBezTo>
                <a:cubicBezTo>
                  <a:pt x="58" y="97"/>
                  <a:pt x="58" y="97"/>
                  <a:pt x="58" y="97"/>
                </a:cubicBezTo>
                <a:close/>
                <a:moveTo>
                  <a:pt x="58" y="176"/>
                </a:moveTo>
                <a:cubicBezTo>
                  <a:pt x="58" y="251"/>
                  <a:pt x="58" y="251"/>
                  <a:pt x="58" y="251"/>
                </a:cubicBezTo>
                <a:cubicBezTo>
                  <a:pt x="57" y="250"/>
                  <a:pt x="55" y="249"/>
                  <a:pt x="54" y="248"/>
                </a:cubicBezTo>
                <a:cubicBezTo>
                  <a:pt x="54" y="176"/>
                  <a:pt x="54" y="176"/>
                  <a:pt x="54" y="176"/>
                </a:cubicBezTo>
                <a:cubicBezTo>
                  <a:pt x="55" y="176"/>
                  <a:pt x="57" y="176"/>
                  <a:pt x="58" y="176"/>
                </a:cubicBezTo>
                <a:close/>
                <a:moveTo>
                  <a:pt x="54" y="162"/>
                </a:moveTo>
                <a:cubicBezTo>
                  <a:pt x="54" y="161"/>
                  <a:pt x="54" y="161"/>
                  <a:pt x="54" y="161"/>
                </a:cubicBezTo>
                <a:cubicBezTo>
                  <a:pt x="54" y="161"/>
                  <a:pt x="54" y="162"/>
                  <a:pt x="54" y="162"/>
                </a:cubicBezTo>
                <a:close/>
                <a:moveTo>
                  <a:pt x="54" y="103"/>
                </a:moveTo>
                <a:cubicBezTo>
                  <a:pt x="54" y="103"/>
                  <a:pt x="54" y="103"/>
                  <a:pt x="54" y="103"/>
                </a:cubicBezTo>
                <a:cubicBezTo>
                  <a:pt x="56" y="103"/>
                  <a:pt x="56" y="99"/>
                  <a:pt x="54" y="99"/>
                </a:cubicBezTo>
                <a:cubicBezTo>
                  <a:pt x="54" y="103"/>
                  <a:pt x="54" y="103"/>
                  <a:pt x="54" y="103"/>
                </a:cubicBezTo>
                <a:close/>
                <a:moveTo>
                  <a:pt x="54" y="50"/>
                </a:moveTo>
                <a:cubicBezTo>
                  <a:pt x="54" y="44"/>
                  <a:pt x="54" y="44"/>
                  <a:pt x="54" y="44"/>
                </a:cubicBezTo>
                <a:cubicBezTo>
                  <a:pt x="56" y="46"/>
                  <a:pt x="55" y="49"/>
                  <a:pt x="54" y="50"/>
                </a:cubicBezTo>
                <a:close/>
                <a:moveTo>
                  <a:pt x="48" y="101"/>
                </a:moveTo>
                <a:cubicBezTo>
                  <a:pt x="49" y="101"/>
                  <a:pt x="52" y="100"/>
                  <a:pt x="54" y="97"/>
                </a:cubicBezTo>
                <a:cubicBezTo>
                  <a:pt x="54" y="90"/>
                  <a:pt x="54" y="90"/>
                  <a:pt x="54" y="90"/>
                </a:cubicBezTo>
                <a:cubicBezTo>
                  <a:pt x="52" y="88"/>
                  <a:pt x="50" y="87"/>
                  <a:pt x="48" y="87"/>
                </a:cubicBezTo>
                <a:cubicBezTo>
                  <a:pt x="46" y="87"/>
                  <a:pt x="51" y="84"/>
                  <a:pt x="54" y="84"/>
                </a:cubicBezTo>
                <a:cubicBezTo>
                  <a:pt x="54" y="57"/>
                  <a:pt x="54" y="57"/>
                  <a:pt x="54" y="57"/>
                </a:cubicBezTo>
                <a:cubicBezTo>
                  <a:pt x="52" y="57"/>
                  <a:pt x="54" y="60"/>
                  <a:pt x="51" y="60"/>
                </a:cubicBezTo>
                <a:cubicBezTo>
                  <a:pt x="49" y="61"/>
                  <a:pt x="48" y="61"/>
                  <a:pt x="48" y="60"/>
                </a:cubicBezTo>
                <a:cubicBezTo>
                  <a:pt x="48" y="101"/>
                  <a:pt x="48" y="101"/>
                  <a:pt x="48" y="101"/>
                </a:cubicBezTo>
                <a:close/>
                <a:moveTo>
                  <a:pt x="54" y="31"/>
                </a:moveTo>
                <a:cubicBezTo>
                  <a:pt x="54" y="38"/>
                  <a:pt x="54" y="38"/>
                  <a:pt x="54" y="38"/>
                </a:cubicBezTo>
                <a:cubicBezTo>
                  <a:pt x="51" y="38"/>
                  <a:pt x="50" y="40"/>
                  <a:pt x="53" y="43"/>
                </a:cubicBezTo>
                <a:cubicBezTo>
                  <a:pt x="53" y="43"/>
                  <a:pt x="54" y="43"/>
                  <a:pt x="54" y="44"/>
                </a:cubicBezTo>
                <a:cubicBezTo>
                  <a:pt x="54" y="50"/>
                  <a:pt x="54" y="50"/>
                  <a:pt x="54" y="50"/>
                </a:cubicBezTo>
                <a:cubicBezTo>
                  <a:pt x="53" y="51"/>
                  <a:pt x="52" y="51"/>
                  <a:pt x="51" y="50"/>
                </a:cubicBezTo>
                <a:cubicBezTo>
                  <a:pt x="50" y="50"/>
                  <a:pt x="49" y="50"/>
                  <a:pt x="48" y="49"/>
                </a:cubicBezTo>
                <a:cubicBezTo>
                  <a:pt x="48" y="34"/>
                  <a:pt x="48" y="34"/>
                  <a:pt x="48" y="34"/>
                </a:cubicBezTo>
                <a:cubicBezTo>
                  <a:pt x="49" y="33"/>
                  <a:pt x="51" y="31"/>
                  <a:pt x="53" y="30"/>
                </a:cubicBezTo>
                <a:cubicBezTo>
                  <a:pt x="53" y="30"/>
                  <a:pt x="53" y="31"/>
                  <a:pt x="54" y="31"/>
                </a:cubicBezTo>
                <a:close/>
                <a:moveTo>
                  <a:pt x="54" y="99"/>
                </a:moveTo>
                <a:cubicBezTo>
                  <a:pt x="54" y="103"/>
                  <a:pt x="54" y="103"/>
                  <a:pt x="54" y="103"/>
                </a:cubicBezTo>
                <a:cubicBezTo>
                  <a:pt x="52" y="102"/>
                  <a:pt x="51" y="100"/>
                  <a:pt x="53" y="99"/>
                </a:cubicBezTo>
                <a:cubicBezTo>
                  <a:pt x="54" y="99"/>
                  <a:pt x="54" y="99"/>
                  <a:pt x="54" y="99"/>
                </a:cubicBezTo>
                <a:close/>
                <a:moveTo>
                  <a:pt x="54" y="161"/>
                </a:moveTo>
                <a:cubicBezTo>
                  <a:pt x="54" y="162"/>
                  <a:pt x="54" y="162"/>
                  <a:pt x="54" y="162"/>
                </a:cubicBezTo>
                <a:cubicBezTo>
                  <a:pt x="54" y="162"/>
                  <a:pt x="53" y="162"/>
                  <a:pt x="52" y="162"/>
                </a:cubicBezTo>
                <a:cubicBezTo>
                  <a:pt x="48" y="162"/>
                  <a:pt x="46" y="160"/>
                  <a:pt x="51" y="160"/>
                </a:cubicBezTo>
                <a:cubicBezTo>
                  <a:pt x="52" y="160"/>
                  <a:pt x="53" y="161"/>
                  <a:pt x="54" y="161"/>
                </a:cubicBezTo>
                <a:close/>
                <a:moveTo>
                  <a:pt x="54" y="176"/>
                </a:moveTo>
                <a:cubicBezTo>
                  <a:pt x="54" y="248"/>
                  <a:pt x="54" y="248"/>
                  <a:pt x="54" y="248"/>
                </a:cubicBezTo>
                <a:cubicBezTo>
                  <a:pt x="52" y="246"/>
                  <a:pt x="50" y="244"/>
                  <a:pt x="48" y="242"/>
                </a:cubicBezTo>
                <a:cubicBezTo>
                  <a:pt x="48" y="177"/>
                  <a:pt x="48" y="177"/>
                  <a:pt x="48" y="177"/>
                </a:cubicBezTo>
                <a:cubicBezTo>
                  <a:pt x="49" y="177"/>
                  <a:pt x="50" y="176"/>
                  <a:pt x="51" y="176"/>
                </a:cubicBezTo>
                <a:cubicBezTo>
                  <a:pt x="52" y="176"/>
                  <a:pt x="53" y="176"/>
                  <a:pt x="54" y="176"/>
                </a:cubicBezTo>
                <a:close/>
                <a:moveTo>
                  <a:pt x="42" y="107"/>
                </a:moveTo>
                <a:cubicBezTo>
                  <a:pt x="43" y="106"/>
                  <a:pt x="43" y="104"/>
                  <a:pt x="44" y="103"/>
                </a:cubicBezTo>
                <a:cubicBezTo>
                  <a:pt x="45" y="103"/>
                  <a:pt x="46" y="102"/>
                  <a:pt x="48" y="101"/>
                </a:cubicBezTo>
                <a:cubicBezTo>
                  <a:pt x="48" y="60"/>
                  <a:pt x="48" y="60"/>
                  <a:pt x="48" y="60"/>
                </a:cubicBezTo>
                <a:cubicBezTo>
                  <a:pt x="46" y="60"/>
                  <a:pt x="46" y="58"/>
                  <a:pt x="46" y="57"/>
                </a:cubicBezTo>
                <a:cubicBezTo>
                  <a:pt x="46" y="56"/>
                  <a:pt x="44" y="54"/>
                  <a:pt x="42" y="52"/>
                </a:cubicBezTo>
                <a:cubicBezTo>
                  <a:pt x="42" y="107"/>
                  <a:pt x="42" y="107"/>
                  <a:pt x="42" y="107"/>
                </a:cubicBezTo>
                <a:close/>
                <a:moveTo>
                  <a:pt x="48" y="34"/>
                </a:moveTo>
                <a:cubicBezTo>
                  <a:pt x="48" y="49"/>
                  <a:pt x="48" y="49"/>
                  <a:pt x="48" y="49"/>
                </a:cubicBezTo>
                <a:cubicBezTo>
                  <a:pt x="46" y="49"/>
                  <a:pt x="44" y="48"/>
                  <a:pt x="42" y="47"/>
                </a:cubicBezTo>
                <a:cubicBezTo>
                  <a:pt x="42" y="39"/>
                  <a:pt x="42" y="39"/>
                  <a:pt x="42" y="39"/>
                </a:cubicBezTo>
                <a:cubicBezTo>
                  <a:pt x="43" y="38"/>
                  <a:pt x="44" y="37"/>
                  <a:pt x="45" y="36"/>
                </a:cubicBezTo>
                <a:cubicBezTo>
                  <a:pt x="46" y="35"/>
                  <a:pt x="47" y="35"/>
                  <a:pt x="48" y="34"/>
                </a:cubicBezTo>
                <a:cubicBezTo>
                  <a:pt x="48" y="34"/>
                  <a:pt x="48" y="34"/>
                  <a:pt x="48" y="34"/>
                </a:cubicBezTo>
                <a:close/>
                <a:moveTo>
                  <a:pt x="48" y="177"/>
                </a:moveTo>
                <a:cubicBezTo>
                  <a:pt x="48" y="242"/>
                  <a:pt x="48" y="242"/>
                  <a:pt x="48" y="242"/>
                </a:cubicBezTo>
                <a:cubicBezTo>
                  <a:pt x="47" y="242"/>
                  <a:pt x="46" y="241"/>
                  <a:pt x="45" y="240"/>
                </a:cubicBezTo>
                <a:cubicBezTo>
                  <a:pt x="44" y="239"/>
                  <a:pt x="43" y="238"/>
                  <a:pt x="42" y="237"/>
                </a:cubicBezTo>
                <a:cubicBezTo>
                  <a:pt x="42" y="176"/>
                  <a:pt x="42" y="176"/>
                  <a:pt x="42" y="176"/>
                </a:cubicBezTo>
                <a:cubicBezTo>
                  <a:pt x="43" y="177"/>
                  <a:pt x="45" y="177"/>
                  <a:pt x="48" y="177"/>
                </a:cubicBezTo>
                <a:close/>
                <a:moveTo>
                  <a:pt x="42" y="162"/>
                </a:moveTo>
                <a:cubicBezTo>
                  <a:pt x="42" y="157"/>
                  <a:pt x="42" y="157"/>
                  <a:pt x="42" y="157"/>
                </a:cubicBezTo>
                <a:cubicBezTo>
                  <a:pt x="42" y="157"/>
                  <a:pt x="43" y="157"/>
                  <a:pt x="43" y="157"/>
                </a:cubicBezTo>
                <a:cubicBezTo>
                  <a:pt x="46" y="157"/>
                  <a:pt x="46" y="162"/>
                  <a:pt x="43" y="162"/>
                </a:cubicBezTo>
                <a:cubicBezTo>
                  <a:pt x="43" y="162"/>
                  <a:pt x="42" y="162"/>
                  <a:pt x="42" y="162"/>
                </a:cubicBezTo>
                <a:close/>
                <a:moveTo>
                  <a:pt x="31" y="124"/>
                </a:moveTo>
                <a:cubicBezTo>
                  <a:pt x="32" y="123"/>
                  <a:pt x="32" y="122"/>
                  <a:pt x="32" y="121"/>
                </a:cubicBezTo>
                <a:cubicBezTo>
                  <a:pt x="32" y="118"/>
                  <a:pt x="34" y="110"/>
                  <a:pt x="38" y="110"/>
                </a:cubicBezTo>
                <a:cubicBezTo>
                  <a:pt x="40" y="110"/>
                  <a:pt x="41" y="108"/>
                  <a:pt x="42" y="107"/>
                </a:cubicBezTo>
                <a:cubicBezTo>
                  <a:pt x="42" y="52"/>
                  <a:pt x="42" y="52"/>
                  <a:pt x="42" y="52"/>
                </a:cubicBezTo>
                <a:cubicBezTo>
                  <a:pt x="40" y="50"/>
                  <a:pt x="36" y="49"/>
                  <a:pt x="33" y="48"/>
                </a:cubicBezTo>
                <a:cubicBezTo>
                  <a:pt x="32" y="49"/>
                  <a:pt x="32" y="50"/>
                  <a:pt x="31" y="51"/>
                </a:cubicBezTo>
                <a:cubicBezTo>
                  <a:pt x="31" y="124"/>
                  <a:pt x="31" y="124"/>
                  <a:pt x="31" y="124"/>
                </a:cubicBezTo>
                <a:close/>
                <a:moveTo>
                  <a:pt x="42" y="39"/>
                </a:moveTo>
                <a:cubicBezTo>
                  <a:pt x="42" y="47"/>
                  <a:pt x="42" y="47"/>
                  <a:pt x="42" y="47"/>
                </a:cubicBezTo>
                <a:cubicBezTo>
                  <a:pt x="40" y="47"/>
                  <a:pt x="38" y="46"/>
                  <a:pt x="36" y="45"/>
                </a:cubicBezTo>
                <a:cubicBezTo>
                  <a:pt x="37" y="44"/>
                  <a:pt x="39" y="42"/>
                  <a:pt x="40" y="41"/>
                </a:cubicBezTo>
                <a:cubicBezTo>
                  <a:pt x="41" y="40"/>
                  <a:pt x="42" y="40"/>
                  <a:pt x="42" y="39"/>
                </a:cubicBezTo>
                <a:close/>
                <a:moveTo>
                  <a:pt x="42" y="157"/>
                </a:moveTo>
                <a:cubicBezTo>
                  <a:pt x="42" y="162"/>
                  <a:pt x="42" y="162"/>
                  <a:pt x="42" y="162"/>
                </a:cubicBezTo>
                <a:cubicBezTo>
                  <a:pt x="39" y="161"/>
                  <a:pt x="37" y="157"/>
                  <a:pt x="42" y="157"/>
                </a:cubicBezTo>
                <a:close/>
                <a:moveTo>
                  <a:pt x="42" y="176"/>
                </a:moveTo>
                <a:cubicBezTo>
                  <a:pt x="42" y="237"/>
                  <a:pt x="42" y="237"/>
                  <a:pt x="42" y="237"/>
                </a:cubicBezTo>
                <a:cubicBezTo>
                  <a:pt x="42" y="237"/>
                  <a:pt x="41" y="237"/>
                  <a:pt x="41" y="236"/>
                </a:cubicBezTo>
                <a:cubicBezTo>
                  <a:pt x="40" y="235"/>
                  <a:pt x="38" y="232"/>
                  <a:pt x="36" y="231"/>
                </a:cubicBezTo>
                <a:cubicBezTo>
                  <a:pt x="36" y="231"/>
                  <a:pt x="36" y="231"/>
                  <a:pt x="36" y="231"/>
                </a:cubicBezTo>
                <a:cubicBezTo>
                  <a:pt x="34" y="229"/>
                  <a:pt x="32" y="227"/>
                  <a:pt x="31" y="225"/>
                </a:cubicBezTo>
                <a:cubicBezTo>
                  <a:pt x="31" y="177"/>
                  <a:pt x="31" y="177"/>
                  <a:pt x="31" y="177"/>
                </a:cubicBezTo>
                <a:cubicBezTo>
                  <a:pt x="32" y="177"/>
                  <a:pt x="34" y="177"/>
                  <a:pt x="35" y="176"/>
                </a:cubicBezTo>
                <a:cubicBezTo>
                  <a:pt x="37" y="174"/>
                  <a:pt x="40" y="171"/>
                  <a:pt x="41" y="174"/>
                </a:cubicBezTo>
                <a:cubicBezTo>
                  <a:pt x="42" y="175"/>
                  <a:pt x="42" y="175"/>
                  <a:pt x="42" y="176"/>
                </a:cubicBezTo>
                <a:close/>
                <a:moveTo>
                  <a:pt x="31" y="156"/>
                </a:moveTo>
                <a:cubicBezTo>
                  <a:pt x="31" y="153"/>
                  <a:pt x="31" y="153"/>
                  <a:pt x="31" y="153"/>
                </a:cubicBezTo>
                <a:cubicBezTo>
                  <a:pt x="34" y="153"/>
                  <a:pt x="35" y="156"/>
                  <a:pt x="32" y="156"/>
                </a:cubicBezTo>
                <a:cubicBezTo>
                  <a:pt x="32" y="156"/>
                  <a:pt x="31" y="156"/>
                  <a:pt x="31" y="156"/>
                </a:cubicBezTo>
                <a:close/>
                <a:moveTo>
                  <a:pt x="31" y="147"/>
                </a:moveTo>
                <a:cubicBezTo>
                  <a:pt x="31" y="144"/>
                  <a:pt x="31" y="144"/>
                  <a:pt x="31" y="144"/>
                </a:cubicBezTo>
                <a:cubicBezTo>
                  <a:pt x="34" y="145"/>
                  <a:pt x="36" y="149"/>
                  <a:pt x="33" y="148"/>
                </a:cubicBezTo>
                <a:cubicBezTo>
                  <a:pt x="32" y="147"/>
                  <a:pt x="32" y="147"/>
                  <a:pt x="31" y="147"/>
                </a:cubicBezTo>
                <a:close/>
                <a:moveTo>
                  <a:pt x="22" y="142"/>
                </a:moveTo>
                <a:cubicBezTo>
                  <a:pt x="23" y="142"/>
                  <a:pt x="24" y="141"/>
                  <a:pt x="24" y="139"/>
                </a:cubicBezTo>
                <a:cubicBezTo>
                  <a:pt x="24" y="134"/>
                  <a:pt x="23" y="131"/>
                  <a:pt x="24" y="129"/>
                </a:cubicBezTo>
                <a:cubicBezTo>
                  <a:pt x="25" y="127"/>
                  <a:pt x="29" y="125"/>
                  <a:pt x="31" y="124"/>
                </a:cubicBezTo>
                <a:cubicBezTo>
                  <a:pt x="31" y="51"/>
                  <a:pt x="31" y="51"/>
                  <a:pt x="31" y="51"/>
                </a:cubicBezTo>
                <a:cubicBezTo>
                  <a:pt x="30" y="52"/>
                  <a:pt x="30" y="53"/>
                  <a:pt x="29" y="53"/>
                </a:cubicBezTo>
                <a:cubicBezTo>
                  <a:pt x="28" y="54"/>
                  <a:pt x="27" y="56"/>
                  <a:pt x="26" y="57"/>
                </a:cubicBezTo>
                <a:cubicBezTo>
                  <a:pt x="27" y="58"/>
                  <a:pt x="27" y="59"/>
                  <a:pt x="27" y="60"/>
                </a:cubicBezTo>
                <a:cubicBezTo>
                  <a:pt x="28" y="65"/>
                  <a:pt x="30" y="68"/>
                  <a:pt x="28" y="68"/>
                </a:cubicBezTo>
                <a:cubicBezTo>
                  <a:pt x="25" y="68"/>
                  <a:pt x="25" y="72"/>
                  <a:pt x="25" y="79"/>
                </a:cubicBezTo>
                <a:cubicBezTo>
                  <a:pt x="24" y="82"/>
                  <a:pt x="23" y="82"/>
                  <a:pt x="22" y="80"/>
                </a:cubicBezTo>
                <a:cubicBezTo>
                  <a:pt x="22" y="142"/>
                  <a:pt x="22" y="142"/>
                  <a:pt x="22" y="142"/>
                </a:cubicBezTo>
                <a:close/>
                <a:moveTo>
                  <a:pt x="31" y="144"/>
                </a:moveTo>
                <a:cubicBezTo>
                  <a:pt x="31" y="147"/>
                  <a:pt x="31" y="147"/>
                  <a:pt x="31" y="147"/>
                </a:cubicBezTo>
                <a:cubicBezTo>
                  <a:pt x="29" y="148"/>
                  <a:pt x="28" y="149"/>
                  <a:pt x="27" y="148"/>
                </a:cubicBezTo>
                <a:cubicBezTo>
                  <a:pt x="25" y="147"/>
                  <a:pt x="25" y="144"/>
                  <a:pt x="29" y="143"/>
                </a:cubicBezTo>
                <a:cubicBezTo>
                  <a:pt x="29" y="143"/>
                  <a:pt x="30" y="143"/>
                  <a:pt x="31" y="144"/>
                </a:cubicBezTo>
                <a:close/>
                <a:moveTo>
                  <a:pt x="31" y="153"/>
                </a:moveTo>
                <a:cubicBezTo>
                  <a:pt x="31" y="156"/>
                  <a:pt x="31" y="156"/>
                  <a:pt x="31" y="156"/>
                </a:cubicBezTo>
                <a:cubicBezTo>
                  <a:pt x="28" y="155"/>
                  <a:pt x="26" y="153"/>
                  <a:pt x="29" y="153"/>
                </a:cubicBezTo>
                <a:cubicBezTo>
                  <a:pt x="30" y="153"/>
                  <a:pt x="30" y="153"/>
                  <a:pt x="31" y="153"/>
                </a:cubicBezTo>
                <a:close/>
                <a:moveTo>
                  <a:pt x="31" y="177"/>
                </a:moveTo>
                <a:cubicBezTo>
                  <a:pt x="31" y="225"/>
                  <a:pt x="31" y="225"/>
                  <a:pt x="31" y="225"/>
                </a:cubicBezTo>
                <a:cubicBezTo>
                  <a:pt x="31" y="225"/>
                  <a:pt x="31" y="225"/>
                  <a:pt x="31" y="225"/>
                </a:cubicBezTo>
                <a:cubicBezTo>
                  <a:pt x="31" y="225"/>
                  <a:pt x="31" y="224"/>
                  <a:pt x="31" y="224"/>
                </a:cubicBezTo>
                <a:cubicBezTo>
                  <a:pt x="31" y="221"/>
                  <a:pt x="25" y="217"/>
                  <a:pt x="22" y="213"/>
                </a:cubicBezTo>
                <a:cubicBezTo>
                  <a:pt x="22" y="199"/>
                  <a:pt x="22" y="199"/>
                  <a:pt x="22" y="199"/>
                </a:cubicBezTo>
                <a:cubicBezTo>
                  <a:pt x="22" y="199"/>
                  <a:pt x="23" y="199"/>
                  <a:pt x="23" y="199"/>
                </a:cubicBezTo>
                <a:cubicBezTo>
                  <a:pt x="26" y="197"/>
                  <a:pt x="25" y="192"/>
                  <a:pt x="28" y="191"/>
                </a:cubicBezTo>
                <a:cubicBezTo>
                  <a:pt x="32" y="190"/>
                  <a:pt x="30" y="186"/>
                  <a:pt x="28" y="183"/>
                </a:cubicBezTo>
                <a:cubicBezTo>
                  <a:pt x="28" y="182"/>
                  <a:pt x="25" y="182"/>
                  <a:pt x="22" y="182"/>
                </a:cubicBezTo>
                <a:cubicBezTo>
                  <a:pt x="22" y="177"/>
                  <a:pt x="22" y="177"/>
                  <a:pt x="22" y="177"/>
                </a:cubicBezTo>
                <a:cubicBezTo>
                  <a:pt x="23" y="177"/>
                  <a:pt x="24" y="177"/>
                  <a:pt x="25" y="177"/>
                </a:cubicBezTo>
                <a:cubicBezTo>
                  <a:pt x="26" y="176"/>
                  <a:pt x="29" y="177"/>
                  <a:pt x="31" y="177"/>
                </a:cubicBezTo>
                <a:close/>
                <a:moveTo>
                  <a:pt x="22" y="152"/>
                </a:moveTo>
                <a:cubicBezTo>
                  <a:pt x="22" y="149"/>
                  <a:pt x="22" y="149"/>
                  <a:pt x="22" y="149"/>
                </a:cubicBezTo>
                <a:cubicBezTo>
                  <a:pt x="25" y="149"/>
                  <a:pt x="27" y="153"/>
                  <a:pt x="24" y="153"/>
                </a:cubicBezTo>
                <a:cubicBezTo>
                  <a:pt x="23" y="152"/>
                  <a:pt x="23" y="152"/>
                  <a:pt x="22" y="152"/>
                </a:cubicBezTo>
                <a:close/>
                <a:moveTo>
                  <a:pt x="3" y="110"/>
                </a:moveTo>
                <a:cubicBezTo>
                  <a:pt x="2" y="113"/>
                  <a:pt x="2" y="115"/>
                  <a:pt x="2" y="117"/>
                </a:cubicBezTo>
                <a:cubicBezTo>
                  <a:pt x="1" y="120"/>
                  <a:pt x="1" y="122"/>
                  <a:pt x="1" y="124"/>
                </a:cubicBezTo>
                <a:cubicBezTo>
                  <a:pt x="0" y="128"/>
                  <a:pt x="0" y="132"/>
                  <a:pt x="0" y="135"/>
                </a:cubicBezTo>
                <a:cubicBezTo>
                  <a:pt x="2" y="136"/>
                  <a:pt x="3" y="136"/>
                  <a:pt x="5" y="135"/>
                </a:cubicBezTo>
                <a:cubicBezTo>
                  <a:pt x="8" y="134"/>
                  <a:pt x="14" y="132"/>
                  <a:pt x="18" y="137"/>
                </a:cubicBezTo>
                <a:cubicBezTo>
                  <a:pt x="20" y="140"/>
                  <a:pt x="21" y="141"/>
                  <a:pt x="22" y="142"/>
                </a:cubicBezTo>
                <a:cubicBezTo>
                  <a:pt x="22" y="80"/>
                  <a:pt x="22" y="80"/>
                  <a:pt x="22" y="80"/>
                </a:cubicBezTo>
                <a:cubicBezTo>
                  <a:pt x="21" y="78"/>
                  <a:pt x="20" y="76"/>
                  <a:pt x="20" y="74"/>
                </a:cubicBezTo>
                <a:cubicBezTo>
                  <a:pt x="20" y="73"/>
                  <a:pt x="19" y="72"/>
                  <a:pt x="17" y="71"/>
                </a:cubicBezTo>
                <a:cubicBezTo>
                  <a:pt x="17" y="73"/>
                  <a:pt x="16" y="74"/>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0"/>
                </a:cubicBezTo>
                <a:close/>
                <a:moveTo>
                  <a:pt x="22" y="149"/>
                </a:moveTo>
                <a:cubicBezTo>
                  <a:pt x="22" y="152"/>
                  <a:pt x="22" y="152"/>
                  <a:pt x="22" y="152"/>
                </a:cubicBezTo>
                <a:cubicBezTo>
                  <a:pt x="19" y="151"/>
                  <a:pt x="18" y="148"/>
                  <a:pt x="21" y="149"/>
                </a:cubicBezTo>
                <a:cubicBezTo>
                  <a:pt x="22" y="149"/>
                  <a:pt x="22" y="149"/>
                  <a:pt x="22" y="149"/>
                </a:cubicBezTo>
                <a:close/>
                <a:moveTo>
                  <a:pt x="22" y="177"/>
                </a:moveTo>
                <a:cubicBezTo>
                  <a:pt x="20" y="176"/>
                  <a:pt x="18" y="175"/>
                  <a:pt x="17" y="172"/>
                </a:cubicBezTo>
                <a:cubicBezTo>
                  <a:pt x="15" y="169"/>
                  <a:pt x="18" y="165"/>
                  <a:pt x="13" y="165"/>
                </a:cubicBezTo>
                <a:cubicBezTo>
                  <a:pt x="8" y="165"/>
                  <a:pt x="11" y="154"/>
                  <a:pt x="11" y="151"/>
                </a:cubicBezTo>
                <a:cubicBezTo>
                  <a:pt x="11" y="147"/>
                  <a:pt x="5" y="153"/>
                  <a:pt x="1" y="157"/>
                </a:cubicBezTo>
                <a:cubicBezTo>
                  <a:pt x="1" y="157"/>
                  <a:pt x="1" y="158"/>
                  <a:pt x="2" y="159"/>
                </a:cubicBezTo>
                <a:cubicBezTo>
                  <a:pt x="2" y="162"/>
                  <a:pt x="2" y="164"/>
                  <a:pt x="3" y="166"/>
                </a:cubicBezTo>
                <a:cubicBezTo>
                  <a:pt x="3" y="167"/>
                  <a:pt x="3" y="168"/>
                  <a:pt x="3" y="168"/>
                </a:cubicBezTo>
                <a:cubicBezTo>
                  <a:pt x="5" y="170"/>
                  <a:pt x="7" y="170"/>
                  <a:pt x="9" y="170"/>
                </a:cubicBezTo>
                <a:cubicBezTo>
                  <a:pt x="15" y="170"/>
                  <a:pt x="15" y="178"/>
                  <a:pt x="17" y="181"/>
                </a:cubicBezTo>
                <a:cubicBezTo>
                  <a:pt x="18" y="182"/>
                  <a:pt x="20" y="182"/>
                  <a:pt x="22" y="182"/>
                </a:cubicBezTo>
                <a:cubicBezTo>
                  <a:pt x="22" y="177"/>
                  <a:pt x="22" y="177"/>
                  <a:pt x="22" y="177"/>
                </a:cubicBezTo>
                <a:close/>
                <a:moveTo>
                  <a:pt x="22" y="199"/>
                </a:moveTo>
                <a:cubicBezTo>
                  <a:pt x="22" y="213"/>
                  <a:pt x="22" y="213"/>
                  <a:pt x="22" y="213"/>
                </a:cubicBezTo>
                <a:cubicBezTo>
                  <a:pt x="22" y="212"/>
                  <a:pt x="22" y="212"/>
                  <a:pt x="21" y="211"/>
                </a:cubicBezTo>
                <a:cubicBezTo>
                  <a:pt x="19" y="208"/>
                  <a:pt x="19" y="201"/>
                  <a:pt x="22" y="199"/>
                </a:cubicBezTo>
                <a:close/>
              </a:path>
            </a:pathLst>
          </a:custGeom>
          <a:solidFill>
            <a:schemeClr val="bg1">
              <a:lumMod val="95000"/>
            </a:schemeClr>
          </a:solidFill>
          <a:ln>
            <a:noFill/>
          </a:ln>
        </p:spPr>
        <p:txBody>
          <a:bodyPr vert="horz" wrap="square" lIns="121920" tIns="60960" rIns="121920" bIns="60960" numCol="1" anchor="t" anchorCtr="0" compatLnSpc="1"/>
          <a:lstStyle/>
          <a:p>
            <a:endParaRPr lang="en-US" sz="2400"/>
          </a:p>
        </p:txBody>
      </p:sp>
      <p:sp>
        <p:nvSpPr>
          <p:cNvPr id="137" name="Freeform 135"/>
          <p:cNvSpPr/>
          <p:nvPr/>
        </p:nvSpPr>
        <p:spPr bwMode="auto">
          <a:xfrm>
            <a:off x="6437860" y="5404375"/>
            <a:ext cx="627549" cy="605136"/>
          </a:xfrm>
          <a:custGeom>
            <a:avLst/>
            <a:gdLst>
              <a:gd name="T0" fmla="*/ 75 w 128"/>
              <a:gd name="T1" fmla="*/ 5 h 123"/>
              <a:gd name="T2" fmla="*/ 125 w 128"/>
              <a:gd name="T3" fmla="*/ 68 h 123"/>
              <a:gd name="T4" fmla="*/ 67 w 128"/>
              <a:gd name="T5" fmla="*/ 118 h 123"/>
              <a:gd name="T6" fmla="*/ 12 w 128"/>
              <a:gd name="T7" fmla="*/ 55 h 123"/>
              <a:gd name="T8" fmla="*/ 75 w 128"/>
              <a:gd name="T9" fmla="*/ 5 h 123"/>
            </a:gdLst>
            <a:ahLst/>
            <a:cxnLst>
              <a:cxn ang="0">
                <a:pos x="T0" y="T1"/>
              </a:cxn>
              <a:cxn ang="0">
                <a:pos x="T2" y="T3"/>
              </a:cxn>
              <a:cxn ang="0">
                <a:pos x="T4" y="T5"/>
              </a:cxn>
              <a:cxn ang="0">
                <a:pos x="T6" y="T7"/>
              </a:cxn>
              <a:cxn ang="0">
                <a:pos x="T8" y="T9"/>
              </a:cxn>
            </a:cxnLst>
            <a:rect l="0" t="0" r="r" b="b"/>
            <a:pathLst>
              <a:path w="128" h="123">
                <a:moveTo>
                  <a:pt x="75" y="5"/>
                </a:moveTo>
                <a:cubicBezTo>
                  <a:pt x="101" y="9"/>
                  <a:pt x="121" y="37"/>
                  <a:pt x="125" y="68"/>
                </a:cubicBezTo>
                <a:cubicBezTo>
                  <a:pt x="128" y="98"/>
                  <a:pt x="98" y="123"/>
                  <a:pt x="67" y="118"/>
                </a:cubicBezTo>
                <a:cubicBezTo>
                  <a:pt x="26" y="111"/>
                  <a:pt x="0" y="73"/>
                  <a:pt x="12" y="55"/>
                </a:cubicBezTo>
                <a:cubicBezTo>
                  <a:pt x="15" y="24"/>
                  <a:pt x="48" y="0"/>
                  <a:pt x="75" y="5"/>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8" name="Freeform 136"/>
          <p:cNvSpPr/>
          <p:nvPr/>
        </p:nvSpPr>
        <p:spPr bwMode="auto">
          <a:xfrm>
            <a:off x="6658249" y="5268034"/>
            <a:ext cx="367938" cy="461323"/>
          </a:xfrm>
          <a:custGeom>
            <a:avLst/>
            <a:gdLst>
              <a:gd name="T0" fmla="*/ 9 w 75"/>
              <a:gd name="T1" fmla="*/ 3 h 94"/>
              <a:gd name="T2" fmla="*/ 20 w 75"/>
              <a:gd name="T3" fmla="*/ 4 h 94"/>
              <a:gd name="T4" fmla="*/ 69 w 75"/>
              <a:gd name="T5" fmla="*/ 67 h 94"/>
              <a:gd name="T6" fmla="*/ 70 w 75"/>
              <a:gd name="T7" fmla="*/ 90 h 94"/>
              <a:gd name="T8" fmla="*/ 70 w 75"/>
              <a:gd name="T9" fmla="*/ 90 h 94"/>
              <a:gd name="T10" fmla="*/ 51 w 75"/>
              <a:gd name="T11" fmla="*/ 87 h 94"/>
              <a:gd name="T12" fmla="*/ 8 w 75"/>
              <a:gd name="T13" fmla="*/ 32 h 94"/>
              <a:gd name="T14" fmla="*/ 9 w 75"/>
              <a:gd name="T15" fmla="*/ 3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 h="94">
                <a:moveTo>
                  <a:pt x="9" y="3"/>
                </a:moveTo>
                <a:cubicBezTo>
                  <a:pt x="12" y="0"/>
                  <a:pt x="17" y="1"/>
                  <a:pt x="20" y="4"/>
                </a:cubicBezTo>
                <a:cubicBezTo>
                  <a:pt x="69" y="67"/>
                  <a:pt x="69" y="67"/>
                  <a:pt x="69" y="67"/>
                </a:cubicBezTo>
                <a:cubicBezTo>
                  <a:pt x="73" y="73"/>
                  <a:pt x="75" y="85"/>
                  <a:pt x="70" y="90"/>
                </a:cubicBezTo>
                <a:cubicBezTo>
                  <a:pt x="70" y="90"/>
                  <a:pt x="70" y="90"/>
                  <a:pt x="70" y="90"/>
                </a:cubicBezTo>
                <a:cubicBezTo>
                  <a:pt x="64" y="94"/>
                  <a:pt x="55" y="93"/>
                  <a:pt x="51" y="87"/>
                </a:cubicBezTo>
                <a:cubicBezTo>
                  <a:pt x="8" y="32"/>
                  <a:pt x="8" y="32"/>
                  <a:pt x="8" y="32"/>
                </a:cubicBezTo>
                <a:cubicBezTo>
                  <a:pt x="0" y="22"/>
                  <a:pt x="2" y="8"/>
                  <a:pt x="9" y="3"/>
                </a:cubicBezTo>
                <a:close/>
              </a:path>
            </a:pathLst>
          </a:custGeom>
          <a:solidFill>
            <a:srgbClr val="C7A28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39" name="Freeform 137"/>
          <p:cNvSpPr/>
          <p:nvPr/>
        </p:nvSpPr>
        <p:spPr bwMode="auto">
          <a:xfrm>
            <a:off x="5253736" y="4689045"/>
            <a:ext cx="1522180" cy="1064592"/>
          </a:xfrm>
          <a:custGeom>
            <a:avLst/>
            <a:gdLst>
              <a:gd name="T0" fmla="*/ 0 w 310"/>
              <a:gd name="T1" fmla="*/ 172 h 217"/>
              <a:gd name="T2" fmla="*/ 0 w 310"/>
              <a:gd name="T3" fmla="*/ 45 h 217"/>
              <a:gd name="T4" fmla="*/ 45 w 310"/>
              <a:gd name="T5" fmla="*/ 0 h 217"/>
              <a:gd name="T6" fmla="*/ 265 w 310"/>
              <a:gd name="T7" fmla="*/ 0 h 217"/>
              <a:gd name="T8" fmla="*/ 310 w 310"/>
              <a:gd name="T9" fmla="*/ 45 h 217"/>
              <a:gd name="T10" fmla="*/ 310 w 310"/>
              <a:gd name="T11" fmla="*/ 172 h 217"/>
              <a:gd name="T12" fmla="*/ 265 w 310"/>
              <a:gd name="T13" fmla="*/ 217 h 217"/>
              <a:gd name="T14" fmla="*/ 45 w 310"/>
              <a:gd name="T15" fmla="*/ 217 h 217"/>
              <a:gd name="T16" fmla="*/ 0 w 310"/>
              <a:gd name="T17" fmla="*/ 172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0" h="217">
                <a:moveTo>
                  <a:pt x="0" y="172"/>
                </a:moveTo>
                <a:cubicBezTo>
                  <a:pt x="0" y="45"/>
                  <a:pt x="0" y="45"/>
                  <a:pt x="0" y="45"/>
                </a:cubicBezTo>
                <a:cubicBezTo>
                  <a:pt x="0" y="20"/>
                  <a:pt x="21" y="0"/>
                  <a:pt x="45" y="0"/>
                </a:cubicBezTo>
                <a:cubicBezTo>
                  <a:pt x="265" y="0"/>
                  <a:pt x="265" y="0"/>
                  <a:pt x="265" y="0"/>
                </a:cubicBezTo>
                <a:cubicBezTo>
                  <a:pt x="290" y="0"/>
                  <a:pt x="310" y="20"/>
                  <a:pt x="310" y="45"/>
                </a:cubicBezTo>
                <a:cubicBezTo>
                  <a:pt x="310" y="172"/>
                  <a:pt x="310" y="172"/>
                  <a:pt x="310" y="172"/>
                </a:cubicBezTo>
                <a:cubicBezTo>
                  <a:pt x="310" y="197"/>
                  <a:pt x="290" y="217"/>
                  <a:pt x="265" y="217"/>
                </a:cubicBezTo>
                <a:cubicBezTo>
                  <a:pt x="45" y="217"/>
                  <a:pt x="45" y="217"/>
                  <a:pt x="45" y="217"/>
                </a:cubicBezTo>
                <a:cubicBezTo>
                  <a:pt x="21" y="217"/>
                  <a:pt x="0" y="197"/>
                  <a:pt x="0" y="172"/>
                </a:cubicBezTo>
                <a:close/>
              </a:path>
            </a:pathLst>
          </a:custGeom>
          <a:solidFill>
            <a:srgbClr val="2B394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40" name="Freeform 138"/>
          <p:cNvSpPr/>
          <p:nvPr/>
        </p:nvSpPr>
        <p:spPr bwMode="auto">
          <a:xfrm>
            <a:off x="5307900" y="5090602"/>
            <a:ext cx="20545" cy="259611"/>
          </a:xfrm>
          <a:custGeom>
            <a:avLst/>
            <a:gdLst>
              <a:gd name="T0" fmla="*/ 0 w 4"/>
              <a:gd name="T1" fmla="*/ 50 h 53"/>
              <a:gd name="T2" fmla="*/ 0 w 4"/>
              <a:gd name="T3" fmla="*/ 3 h 53"/>
              <a:gd name="T4" fmla="*/ 2 w 4"/>
              <a:gd name="T5" fmla="*/ 0 h 53"/>
              <a:gd name="T6" fmla="*/ 2 w 4"/>
              <a:gd name="T7" fmla="*/ 0 h 53"/>
              <a:gd name="T8" fmla="*/ 4 w 4"/>
              <a:gd name="T9" fmla="*/ 3 h 53"/>
              <a:gd name="T10" fmla="*/ 4 w 4"/>
              <a:gd name="T11" fmla="*/ 50 h 53"/>
              <a:gd name="T12" fmla="*/ 2 w 4"/>
              <a:gd name="T13" fmla="*/ 53 h 53"/>
              <a:gd name="T14" fmla="*/ 2 w 4"/>
              <a:gd name="T15" fmla="*/ 53 h 53"/>
              <a:gd name="T16" fmla="*/ 0 w 4"/>
              <a:gd name="T17" fmla="*/ 5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53">
                <a:moveTo>
                  <a:pt x="0" y="50"/>
                </a:moveTo>
                <a:cubicBezTo>
                  <a:pt x="0" y="3"/>
                  <a:pt x="0" y="3"/>
                  <a:pt x="0" y="3"/>
                </a:cubicBezTo>
                <a:cubicBezTo>
                  <a:pt x="0" y="1"/>
                  <a:pt x="1" y="0"/>
                  <a:pt x="2" y="0"/>
                </a:cubicBezTo>
                <a:cubicBezTo>
                  <a:pt x="2" y="0"/>
                  <a:pt x="2" y="0"/>
                  <a:pt x="2" y="0"/>
                </a:cubicBezTo>
                <a:cubicBezTo>
                  <a:pt x="3" y="0"/>
                  <a:pt x="4" y="1"/>
                  <a:pt x="4" y="3"/>
                </a:cubicBezTo>
                <a:cubicBezTo>
                  <a:pt x="4" y="50"/>
                  <a:pt x="4" y="50"/>
                  <a:pt x="4" y="50"/>
                </a:cubicBezTo>
                <a:cubicBezTo>
                  <a:pt x="4" y="52"/>
                  <a:pt x="3" y="53"/>
                  <a:pt x="2" y="53"/>
                </a:cubicBezTo>
                <a:cubicBezTo>
                  <a:pt x="2" y="53"/>
                  <a:pt x="2" y="53"/>
                  <a:pt x="2" y="53"/>
                </a:cubicBezTo>
                <a:cubicBezTo>
                  <a:pt x="1" y="53"/>
                  <a:pt x="0" y="52"/>
                  <a:pt x="0" y="50"/>
                </a:cubicBezTo>
                <a:close/>
              </a:path>
            </a:pathLst>
          </a:custGeom>
          <a:solidFill>
            <a:schemeClr val="bg1">
              <a:lumMod val="75000"/>
            </a:schemeClr>
          </a:solidFill>
          <a:ln>
            <a:noFill/>
          </a:ln>
        </p:spPr>
        <p:txBody>
          <a:bodyPr vert="horz" wrap="square" lIns="121920" tIns="60960" rIns="121920" bIns="60960" numCol="1" anchor="t" anchorCtr="0" compatLnSpc="1"/>
          <a:lstStyle/>
          <a:p>
            <a:endParaRPr lang="en-US" sz="2400"/>
          </a:p>
        </p:txBody>
      </p:sp>
      <p:sp>
        <p:nvSpPr>
          <p:cNvPr id="141" name="Freeform 139"/>
          <p:cNvSpPr/>
          <p:nvPr/>
        </p:nvSpPr>
        <p:spPr bwMode="auto">
          <a:xfrm>
            <a:off x="5382608" y="4761885"/>
            <a:ext cx="1255097" cy="918911"/>
          </a:xfrm>
          <a:custGeom>
            <a:avLst/>
            <a:gdLst>
              <a:gd name="T0" fmla="*/ 0 w 256"/>
              <a:gd name="T1" fmla="*/ 186 h 187"/>
              <a:gd name="T2" fmla="*/ 0 w 256"/>
              <a:gd name="T3" fmla="*/ 1 h 187"/>
              <a:gd name="T4" fmla="*/ 1 w 256"/>
              <a:gd name="T5" fmla="*/ 0 h 187"/>
              <a:gd name="T6" fmla="*/ 255 w 256"/>
              <a:gd name="T7" fmla="*/ 0 h 187"/>
              <a:gd name="T8" fmla="*/ 256 w 256"/>
              <a:gd name="T9" fmla="*/ 1 h 187"/>
              <a:gd name="T10" fmla="*/ 256 w 256"/>
              <a:gd name="T11" fmla="*/ 186 h 187"/>
              <a:gd name="T12" fmla="*/ 255 w 256"/>
              <a:gd name="T13" fmla="*/ 187 h 187"/>
              <a:gd name="T14" fmla="*/ 1 w 256"/>
              <a:gd name="T15" fmla="*/ 187 h 187"/>
              <a:gd name="T16" fmla="*/ 0 w 256"/>
              <a:gd name="T17" fmla="*/ 186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6" h="187">
                <a:moveTo>
                  <a:pt x="0" y="186"/>
                </a:moveTo>
                <a:cubicBezTo>
                  <a:pt x="0" y="1"/>
                  <a:pt x="0" y="1"/>
                  <a:pt x="0" y="1"/>
                </a:cubicBezTo>
                <a:cubicBezTo>
                  <a:pt x="0" y="1"/>
                  <a:pt x="1" y="0"/>
                  <a:pt x="1" y="0"/>
                </a:cubicBezTo>
                <a:cubicBezTo>
                  <a:pt x="255" y="0"/>
                  <a:pt x="255" y="0"/>
                  <a:pt x="255" y="0"/>
                </a:cubicBezTo>
                <a:cubicBezTo>
                  <a:pt x="255" y="0"/>
                  <a:pt x="256" y="1"/>
                  <a:pt x="256" y="1"/>
                </a:cubicBezTo>
                <a:cubicBezTo>
                  <a:pt x="256" y="186"/>
                  <a:pt x="256" y="186"/>
                  <a:pt x="256" y="186"/>
                </a:cubicBezTo>
                <a:cubicBezTo>
                  <a:pt x="256" y="186"/>
                  <a:pt x="255" y="187"/>
                  <a:pt x="255" y="187"/>
                </a:cubicBezTo>
                <a:cubicBezTo>
                  <a:pt x="1" y="187"/>
                  <a:pt x="1" y="187"/>
                  <a:pt x="1" y="187"/>
                </a:cubicBezTo>
                <a:cubicBezTo>
                  <a:pt x="1" y="187"/>
                  <a:pt x="0" y="186"/>
                  <a:pt x="0" y="186"/>
                </a:cubicBezTo>
                <a:close/>
              </a:path>
            </a:pathLst>
          </a:custGeom>
          <a:solidFill>
            <a:schemeClr val="bg1">
              <a:lumMod val="95000"/>
            </a:schemeClr>
          </a:solidFill>
          <a:ln>
            <a:noFill/>
          </a:ln>
        </p:spPr>
        <p:txBody>
          <a:bodyPr vert="horz" wrap="square" lIns="121920" tIns="60960" rIns="121920" bIns="60960" numCol="1" anchor="t" anchorCtr="0" compatLnSpc="1"/>
          <a:lstStyle/>
          <a:p>
            <a:endParaRPr lang="en-US" sz="2400"/>
          </a:p>
        </p:txBody>
      </p:sp>
      <p:sp>
        <p:nvSpPr>
          <p:cNvPr id="142" name="Freeform 140"/>
          <p:cNvSpPr/>
          <p:nvPr/>
        </p:nvSpPr>
        <p:spPr bwMode="auto">
          <a:xfrm>
            <a:off x="6658250" y="5150368"/>
            <a:ext cx="78444" cy="78444"/>
          </a:xfrm>
          <a:custGeom>
            <a:avLst/>
            <a:gdLst>
              <a:gd name="T0" fmla="*/ 1 w 16"/>
              <a:gd name="T1" fmla="*/ 7 h 16"/>
              <a:gd name="T2" fmla="*/ 9 w 16"/>
              <a:gd name="T3" fmla="*/ 1 h 16"/>
              <a:gd name="T4" fmla="*/ 15 w 16"/>
              <a:gd name="T5" fmla="*/ 10 h 16"/>
              <a:gd name="T6" fmla="*/ 7 w 16"/>
              <a:gd name="T7" fmla="*/ 15 h 16"/>
              <a:gd name="T8" fmla="*/ 1 w 16"/>
              <a:gd name="T9" fmla="*/ 7 h 16"/>
            </a:gdLst>
            <a:ahLst/>
            <a:cxnLst>
              <a:cxn ang="0">
                <a:pos x="T0" y="T1"/>
              </a:cxn>
              <a:cxn ang="0">
                <a:pos x="T2" y="T3"/>
              </a:cxn>
              <a:cxn ang="0">
                <a:pos x="T4" y="T5"/>
              </a:cxn>
              <a:cxn ang="0">
                <a:pos x="T6" y="T7"/>
              </a:cxn>
              <a:cxn ang="0">
                <a:pos x="T8" y="T9"/>
              </a:cxn>
            </a:cxnLst>
            <a:rect l="0" t="0" r="r" b="b"/>
            <a:pathLst>
              <a:path w="16" h="16">
                <a:moveTo>
                  <a:pt x="1" y="7"/>
                </a:moveTo>
                <a:cubicBezTo>
                  <a:pt x="1" y="3"/>
                  <a:pt x="5" y="0"/>
                  <a:pt x="9" y="1"/>
                </a:cubicBezTo>
                <a:cubicBezTo>
                  <a:pt x="13" y="2"/>
                  <a:pt x="16" y="5"/>
                  <a:pt x="15" y="10"/>
                </a:cubicBezTo>
                <a:cubicBezTo>
                  <a:pt x="15" y="14"/>
                  <a:pt x="11" y="16"/>
                  <a:pt x="7" y="15"/>
                </a:cubicBezTo>
                <a:cubicBezTo>
                  <a:pt x="3" y="15"/>
                  <a:pt x="0" y="11"/>
                  <a:pt x="1" y="7"/>
                </a:cubicBezTo>
                <a:close/>
              </a:path>
            </a:pathLst>
          </a:custGeom>
          <a:solidFill>
            <a:schemeClr val="bg1">
              <a:lumMod val="75000"/>
            </a:schemeClr>
          </a:solidFill>
          <a:ln>
            <a:noFill/>
          </a:ln>
        </p:spPr>
        <p:txBody>
          <a:bodyPr vert="horz" wrap="square" lIns="121920" tIns="60960" rIns="121920" bIns="60960" numCol="1" anchor="t" anchorCtr="0" compatLnSpc="1"/>
          <a:lstStyle/>
          <a:p>
            <a:endParaRPr lang="en-US" sz="2400"/>
          </a:p>
        </p:txBody>
      </p:sp>
      <p:sp>
        <p:nvSpPr>
          <p:cNvPr id="143" name="Rectangle 141"/>
          <p:cNvSpPr>
            <a:spLocks noChangeArrowheads="1"/>
          </p:cNvSpPr>
          <p:nvPr/>
        </p:nvSpPr>
        <p:spPr bwMode="auto">
          <a:xfrm>
            <a:off x="6124086" y="5400640"/>
            <a:ext cx="431441" cy="39223"/>
          </a:xfrm>
          <a:prstGeom prst="rect">
            <a:avLst/>
          </a:prstGeom>
          <a:solidFill>
            <a:schemeClr val="accent3"/>
          </a:solidFill>
          <a:ln>
            <a:noFill/>
          </a:ln>
        </p:spPr>
        <p:txBody>
          <a:bodyPr vert="horz" wrap="square" lIns="121920" tIns="60960" rIns="121920" bIns="60960" numCol="1" anchor="t" anchorCtr="0" compatLnSpc="1"/>
          <a:lstStyle/>
          <a:p>
            <a:endParaRPr lang="en-US" sz="2400"/>
          </a:p>
        </p:txBody>
      </p:sp>
      <p:sp>
        <p:nvSpPr>
          <p:cNvPr id="144" name="Rectangle 142"/>
          <p:cNvSpPr>
            <a:spLocks noChangeArrowheads="1"/>
          </p:cNvSpPr>
          <p:nvPr/>
        </p:nvSpPr>
        <p:spPr bwMode="auto">
          <a:xfrm>
            <a:off x="6124086" y="5479083"/>
            <a:ext cx="431441" cy="39223"/>
          </a:xfrm>
          <a:prstGeom prst="rect">
            <a:avLst/>
          </a:prstGeom>
          <a:solidFill>
            <a:schemeClr val="accent3"/>
          </a:solidFill>
          <a:ln>
            <a:noFill/>
          </a:ln>
        </p:spPr>
        <p:txBody>
          <a:bodyPr vert="horz" wrap="square" lIns="121920" tIns="60960" rIns="121920" bIns="60960" numCol="1" anchor="t" anchorCtr="0" compatLnSpc="1"/>
          <a:lstStyle/>
          <a:p>
            <a:endParaRPr lang="en-US" sz="2400"/>
          </a:p>
        </p:txBody>
      </p:sp>
      <p:sp>
        <p:nvSpPr>
          <p:cNvPr id="145" name="Rectangle 143"/>
          <p:cNvSpPr>
            <a:spLocks noChangeArrowheads="1"/>
          </p:cNvSpPr>
          <p:nvPr/>
        </p:nvSpPr>
        <p:spPr bwMode="auto">
          <a:xfrm>
            <a:off x="6124086" y="5551925"/>
            <a:ext cx="431441" cy="44825"/>
          </a:xfrm>
          <a:prstGeom prst="rect">
            <a:avLst/>
          </a:prstGeom>
          <a:solidFill>
            <a:schemeClr val="accent3"/>
          </a:solidFill>
          <a:ln>
            <a:noFill/>
          </a:ln>
        </p:spPr>
        <p:txBody>
          <a:bodyPr vert="horz" wrap="square" lIns="121920" tIns="60960" rIns="121920" bIns="60960" numCol="1" anchor="t" anchorCtr="0" compatLnSpc="1"/>
          <a:lstStyle/>
          <a:p>
            <a:endParaRPr lang="en-US" sz="2400"/>
          </a:p>
        </p:txBody>
      </p:sp>
      <p:sp>
        <p:nvSpPr>
          <p:cNvPr id="166" name="Freeform 164"/>
          <p:cNvSpPr/>
          <p:nvPr/>
        </p:nvSpPr>
        <p:spPr bwMode="auto">
          <a:xfrm>
            <a:off x="6697471" y="5675193"/>
            <a:ext cx="530428" cy="657432"/>
          </a:xfrm>
          <a:custGeom>
            <a:avLst/>
            <a:gdLst>
              <a:gd name="T0" fmla="*/ 129 w 284"/>
              <a:gd name="T1" fmla="*/ 0 h 352"/>
              <a:gd name="T2" fmla="*/ 284 w 284"/>
              <a:gd name="T3" fmla="*/ 200 h 352"/>
              <a:gd name="T4" fmla="*/ 284 w 284"/>
              <a:gd name="T5" fmla="*/ 273 h 352"/>
              <a:gd name="T6" fmla="*/ 181 w 284"/>
              <a:gd name="T7" fmla="*/ 352 h 352"/>
              <a:gd name="T8" fmla="*/ 0 w 284"/>
              <a:gd name="T9" fmla="*/ 121 h 352"/>
              <a:gd name="T10" fmla="*/ 129 w 284"/>
              <a:gd name="T11" fmla="*/ 0 h 352"/>
            </a:gdLst>
            <a:ahLst/>
            <a:cxnLst>
              <a:cxn ang="0">
                <a:pos x="T0" y="T1"/>
              </a:cxn>
              <a:cxn ang="0">
                <a:pos x="T2" y="T3"/>
              </a:cxn>
              <a:cxn ang="0">
                <a:pos x="T4" y="T5"/>
              </a:cxn>
              <a:cxn ang="0">
                <a:pos x="T6" y="T7"/>
              </a:cxn>
              <a:cxn ang="0">
                <a:pos x="T8" y="T9"/>
              </a:cxn>
              <a:cxn ang="0">
                <a:pos x="T10" y="T11"/>
              </a:cxn>
            </a:cxnLst>
            <a:rect l="0" t="0" r="r" b="b"/>
            <a:pathLst>
              <a:path w="284" h="352">
                <a:moveTo>
                  <a:pt x="129" y="0"/>
                </a:moveTo>
                <a:lnTo>
                  <a:pt x="284" y="200"/>
                </a:lnTo>
                <a:lnTo>
                  <a:pt x="284" y="273"/>
                </a:lnTo>
                <a:lnTo>
                  <a:pt x="181" y="352"/>
                </a:lnTo>
                <a:lnTo>
                  <a:pt x="0" y="121"/>
                </a:lnTo>
                <a:lnTo>
                  <a:pt x="129" y="0"/>
                </a:ln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67" name="Freeform 166"/>
          <p:cNvSpPr/>
          <p:nvPr/>
        </p:nvSpPr>
        <p:spPr bwMode="auto">
          <a:xfrm>
            <a:off x="6721751" y="5611692"/>
            <a:ext cx="285760" cy="289495"/>
          </a:xfrm>
          <a:custGeom>
            <a:avLst/>
            <a:gdLst>
              <a:gd name="T0" fmla="*/ 42 w 58"/>
              <a:gd name="T1" fmla="*/ 6 h 59"/>
              <a:gd name="T2" fmla="*/ 51 w 58"/>
              <a:gd name="T3" fmla="*/ 39 h 59"/>
              <a:gd name="T4" fmla="*/ 16 w 58"/>
              <a:gd name="T5" fmla="*/ 53 h 59"/>
              <a:gd name="T6" fmla="*/ 7 w 58"/>
              <a:gd name="T7" fmla="*/ 20 h 59"/>
              <a:gd name="T8" fmla="*/ 42 w 58"/>
              <a:gd name="T9" fmla="*/ 6 h 59"/>
            </a:gdLst>
            <a:ahLst/>
            <a:cxnLst>
              <a:cxn ang="0">
                <a:pos x="T0" y="T1"/>
              </a:cxn>
              <a:cxn ang="0">
                <a:pos x="T2" y="T3"/>
              </a:cxn>
              <a:cxn ang="0">
                <a:pos x="T4" y="T5"/>
              </a:cxn>
              <a:cxn ang="0">
                <a:pos x="T6" y="T7"/>
              </a:cxn>
              <a:cxn ang="0">
                <a:pos x="T8" y="T9"/>
              </a:cxn>
            </a:cxnLst>
            <a:rect l="0" t="0" r="r" b="b"/>
            <a:pathLst>
              <a:path w="58" h="59">
                <a:moveTo>
                  <a:pt x="42" y="6"/>
                </a:moveTo>
                <a:cubicBezTo>
                  <a:pt x="54" y="11"/>
                  <a:pt x="58" y="26"/>
                  <a:pt x="51" y="39"/>
                </a:cubicBezTo>
                <a:cubicBezTo>
                  <a:pt x="43" y="52"/>
                  <a:pt x="28" y="59"/>
                  <a:pt x="16" y="53"/>
                </a:cubicBezTo>
                <a:cubicBezTo>
                  <a:pt x="4" y="48"/>
                  <a:pt x="0" y="33"/>
                  <a:pt x="7" y="20"/>
                </a:cubicBezTo>
                <a:cubicBezTo>
                  <a:pt x="15" y="7"/>
                  <a:pt x="30" y="0"/>
                  <a:pt x="42" y="6"/>
                </a:cubicBezTo>
                <a:close/>
              </a:path>
            </a:pathLst>
          </a:custGeom>
          <a:solidFill>
            <a:srgbClr val="C7A28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68" name="Freeform 167"/>
          <p:cNvSpPr/>
          <p:nvPr/>
        </p:nvSpPr>
        <p:spPr bwMode="auto">
          <a:xfrm>
            <a:off x="6688133" y="5223209"/>
            <a:ext cx="377277" cy="549105"/>
          </a:xfrm>
          <a:custGeom>
            <a:avLst/>
            <a:gdLst>
              <a:gd name="T0" fmla="*/ 21 w 77"/>
              <a:gd name="T1" fmla="*/ 0 h 112"/>
              <a:gd name="T2" fmla="*/ 65 w 77"/>
              <a:gd name="T3" fmla="*/ 74 h 112"/>
              <a:gd name="T4" fmla="*/ 71 w 77"/>
              <a:gd name="T5" fmla="*/ 108 h 112"/>
              <a:gd name="T6" fmla="*/ 71 w 77"/>
              <a:gd name="T7" fmla="*/ 108 h 112"/>
              <a:gd name="T8" fmla="*/ 45 w 77"/>
              <a:gd name="T9" fmla="*/ 92 h 112"/>
              <a:gd name="T10" fmla="*/ 10 w 77"/>
              <a:gd name="T11" fmla="*/ 34 h 112"/>
              <a:gd name="T12" fmla="*/ 21 w 77"/>
              <a:gd name="T13" fmla="*/ 0 h 112"/>
            </a:gdLst>
            <a:ahLst/>
            <a:cxnLst>
              <a:cxn ang="0">
                <a:pos x="T0" y="T1"/>
              </a:cxn>
              <a:cxn ang="0">
                <a:pos x="T2" y="T3"/>
              </a:cxn>
              <a:cxn ang="0">
                <a:pos x="T4" y="T5"/>
              </a:cxn>
              <a:cxn ang="0">
                <a:pos x="T6" y="T7"/>
              </a:cxn>
              <a:cxn ang="0">
                <a:pos x="T8" y="T9"/>
              </a:cxn>
              <a:cxn ang="0">
                <a:pos x="T10" y="T11"/>
              </a:cxn>
              <a:cxn ang="0">
                <a:pos x="T12" y="T13"/>
              </a:cxn>
            </a:cxnLst>
            <a:rect l="0" t="0" r="r" b="b"/>
            <a:pathLst>
              <a:path w="77" h="112">
                <a:moveTo>
                  <a:pt x="21" y="0"/>
                </a:moveTo>
                <a:cubicBezTo>
                  <a:pt x="65" y="74"/>
                  <a:pt x="65" y="74"/>
                  <a:pt x="65" y="74"/>
                </a:cubicBezTo>
                <a:cubicBezTo>
                  <a:pt x="69" y="80"/>
                  <a:pt x="77" y="104"/>
                  <a:pt x="71" y="108"/>
                </a:cubicBezTo>
                <a:cubicBezTo>
                  <a:pt x="71" y="108"/>
                  <a:pt x="71" y="108"/>
                  <a:pt x="71" y="108"/>
                </a:cubicBezTo>
                <a:cubicBezTo>
                  <a:pt x="65" y="112"/>
                  <a:pt x="49" y="98"/>
                  <a:pt x="45" y="92"/>
                </a:cubicBezTo>
                <a:cubicBezTo>
                  <a:pt x="10" y="34"/>
                  <a:pt x="10" y="34"/>
                  <a:pt x="10" y="34"/>
                </a:cubicBezTo>
                <a:cubicBezTo>
                  <a:pt x="0" y="17"/>
                  <a:pt x="15" y="2"/>
                  <a:pt x="21" y="0"/>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69" name="Freeform 168"/>
          <p:cNvSpPr/>
          <p:nvPr/>
        </p:nvSpPr>
        <p:spPr bwMode="auto">
          <a:xfrm>
            <a:off x="6746031" y="5600486"/>
            <a:ext cx="285760" cy="310039"/>
          </a:xfrm>
          <a:custGeom>
            <a:avLst/>
            <a:gdLst>
              <a:gd name="T0" fmla="*/ 44 w 58"/>
              <a:gd name="T1" fmla="*/ 6 h 63"/>
              <a:gd name="T2" fmla="*/ 50 w 58"/>
              <a:gd name="T3" fmla="*/ 42 h 63"/>
              <a:gd name="T4" fmla="*/ 14 w 58"/>
              <a:gd name="T5" fmla="*/ 58 h 63"/>
              <a:gd name="T6" fmla="*/ 8 w 58"/>
              <a:gd name="T7" fmla="*/ 21 h 63"/>
              <a:gd name="T8" fmla="*/ 44 w 58"/>
              <a:gd name="T9" fmla="*/ 6 h 63"/>
            </a:gdLst>
            <a:ahLst/>
            <a:cxnLst>
              <a:cxn ang="0">
                <a:pos x="T0" y="T1"/>
              </a:cxn>
              <a:cxn ang="0">
                <a:pos x="T2" y="T3"/>
              </a:cxn>
              <a:cxn ang="0">
                <a:pos x="T4" y="T5"/>
              </a:cxn>
              <a:cxn ang="0">
                <a:pos x="T6" y="T7"/>
              </a:cxn>
              <a:cxn ang="0">
                <a:pos x="T8" y="T9"/>
              </a:cxn>
            </a:cxnLst>
            <a:rect l="0" t="0" r="r" b="b"/>
            <a:pathLst>
              <a:path w="58" h="63">
                <a:moveTo>
                  <a:pt x="44" y="6"/>
                </a:moveTo>
                <a:cubicBezTo>
                  <a:pt x="56" y="12"/>
                  <a:pt x="58" y="28"/>
                  <a:pt x="50" y="42"/>
                </a:cubicBezTo>
                <a:cubicBezTo>
                  <a:pt x="42" y="56"/>
                  <a:pt x="25" y="63"/>
                  <a:pt x="14" y="58"/>
                </a:cubicBezTo>
                <a:cubicBezTo>
                  <a:pt x="2" y="52"/>
                  <a:pt x="0" y="36"/>
                  <a:pt x="8" y="21"/>
                </a:cubicBezTo>
                <a:cubicBezTo>
                  <a:pt x="16" y="7"/>
                  <a:pt x="33" y="0"/>
                  <a:pt x="44" y="6"/>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0" name="Freeform 169"/>
          <p:cNvSpPr/>
          <p:nvPr/>
        </p:nvSpPr>
        <p:spPr bwMode="auto">
          <a:xfrm>
            <a:off x="5554437" y="5777917"/>
            <a:ext cx="93385" cy="153152"/>
          </a:xfrm>
          <a:custGeom>
            <a:avLst/>
            <a:gdLst>
              <a:gd name="T0" fmla="*/ 39 w 50"/>
              <a:gd name="T1" fmla="*/ 8 h 82"/>
              <a:gd name="T2" fmla="*/ 0 w 50"/>
              <a:gd name="T3" fmla="*/ 82 h 82"/>
              <a:gd name="T4" fmla="*/ 50 w 50"/>
              <a:gd name="T5" fmla="*/ 0 h 82"/>
              <a:gd name="T6" fmla="*/ 39 w 50"/>
              <a:gd name="T7" fmla="*/ 8 h 82"/>
            </a:gdLst>
            <a:ahLst/>
            <a:cxnLst>
              <a:cxn ang="0">
                <a:pos x="T0" y="T1"/>
              </a:cxn>
              <a:cxn ang="0">
                <a:pos x="T2" y="T3"/>
              </a:cxn>
              <a:cxn ang="0">
                <a:pos x="T4" y="T5"/>
              </a:cxn>
              <a:cxn ang="0">
                <a:pos x="T6" y="T7"/>
              </a:cxn>
            </a:cxnLst>
            <a:rect l="0" t="0" r="r" b="b"/>
            <a:pathLst>
              <a:path w="50" h="82">
                <a:moveTo>
                  <a:pt x="39" y="8"/>
                </a:moveTo>
                <a:lnTo>
                  <a:pt x="0" y="82"/>
                </a:lnTo>
                <a:lnTo>
                  <a:pt x="50" y="0"/>
                </a:lnTo>
                <a:lnTo>
                  <a:pt x="39" y="8"/>
                </a:lnTo>
                <a:close/>
              </a:path>
            </a:pathLst>
          </a:custGeom>
          <a:solidFill>
            <a:srgbClr val="C7A28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1" name="Freeform 170"/>
          <p:cNvSpPr/>
          <p:nvPr/>
        </p:nvSpPr>
        <p:spPr bwMode="auto">
          <a:xfrm>
            <a:off x="6775916" y="5223209"/>
            <a:ext cx="63502" cy="87783"/>
          </a:xfrm>
          <a:custGeom>
            <a:avLst/>
            <a:gdLst>
              <a:gd name="T0" fmla="*/ 4 w 13"/>
              <a:gd name="T1" fmla="*/ 13 h 18"/>
              <a:gd name="T2" fmla="*/ 8 w 13"/>
              <a:gd name="T3" fmla="*/ 16 h 18"/>
              <a:gd name="T4" fmla="*/ 13 w 13"/>
              <a:gd name="T5" fmla="*/ 18 h 18"/>
              <a:gd name="T6" fmla="*/ 3 w 13"/>
              <a:gd name="T7" fmla="*/ 0 h 18"/>
              <a:gd name="T8" fmla="*/ 2 w 13"/>
              <a:gd name="T9" fmla="*/ 0 h 18"/>
              <a:gd name="T10" fmla="*/ 4 w 13"/>
              <a:gd name="T11" fmla="*/ 13 h 18"/>
            </a:gdLst>
            <a:ahLst/>
            <a:cxnLst>
              <a:cxn ang="0">
                <a:pos x="T0" y="T1"/>
              </a:cxn>
              <a:cxn ang="0">
                <a:pos x="T2" y="T3"/>
              </a:cxn>
              <a:cxn ang="0">
                <a:pos x="T4" y="T5"/>
              </a:cxn>
              <a:cxn ang="0">
                <a:pos x="T6" y="T7"/>
              </a:cxn>
              <a:cxn ang="0">
                <a:pos x="T8" y="T9"/>
              </a:cxn>
              <a:cxn ang="0">
                <a:pos x="T10" y="T11"/>
              </a:cxn>
            </a:cxnLst>
            <a:rect l="0" t="0" r="r" b="b"/>
            <a:pathLst>
              <a:path w="13" h="18">
                <a:moveTo>
                  <a:pt x="4" y="13"/>
                </a:moveTo>
                <a:cubicBezTo>
                  <a:pt x="8" y="16"/>
                  <a:pt x="8" y="16"/>
                  <a:pt x="8" y="16"/>
                </a:cubicBezTo>
                <a:cubicBezTo>
                  <a:pt x="9" y="18"/>
                  <a:pt x="11" y="18"/>
                  <a:pt x="13" y="18"/>
                </a:cubicBezTo>
                <a:cubicBezTo>
                  <a:pt x="3" y="0"/>
                  <a:pt x="3" y="0"/>
                  <a:pt x="3" y="0"/>
                </a:cubicBezTo>
                <a:cubicBezTo>
                  <a:pt x="2" y="0"/>
                  <a:pt x="2" y="0"/>
                  <a:pt x="2" y="0"/>
                </a:cubicBezTo>
                <a:cubicBezTo>
                  <a:pt x="0" y="4"/>
                  <a:pt x="0" y="8"/>
                  <a:pt x="4" y="13"/>
                </a:cubicBezTo>
                <a:close/>
              </a:path>
            </a:pathLst>
          </a:custGeom>
          <a:solidFill>
            <a:srgbClr val="FFE8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nvGrpSpPr>
          <p:cNvPr id="172" name="Group 566"/>
          <p:cNvGrpSpPr/>
          <p:nvPr/>
        </p:nvGrpSpPr>
        <p:grpSpPr>
          <a:xfrm>
            <a:off x="4376663" y="1988905"/>
            <a:ext cx="435176" cy="440778"/>
            <a:chOff x="2935288" y="1135063"/>
            <a:chExt cx="369888" cy="374650"/>
          </a:xfrm>
        </p:grpSpPr>
        <p:sp>
          <p:nvSpPr>
            <p:cNvPr id="173" name="Oval 171"/>
            <p:cNvSpPr>
              <a:spLocks noChangeArrowheads="1"/>
            </p:cNvSpPr>
            <p:nvPr/>
          </p:nvSpPr>
          <p:spPr bwMode="auto">
            <a:xfrm>
              <a:off x="2935288" y="1135063"/>
              <a:ext cx="369888" cy="3746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4" name="Oval 172"/>
            <p:cNvSpPr>
              <a:spLocks noChangeArrowheads="1"/>
            </p:cNvSpPr>
            <p:nvPr/>
          </p:nvSpPr>
          <p:spPr bwMode="auto">
            <a:xfrm>
              <a:off x="2963863" y="1163638"/>
              <a:ext cx="312738" cy="317500"/>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dirty="0"/>
            </a:p>
          </p:txBody>
        </p:sp>
        <p:sp>
          <p:nvSpPr>
            <p:cNvPr id="175" name="Freeform 173"/>
            <p:cNvSpPr/>
            <p:nvPr/>
          </p:nvSpPr>
          <p:spPr bwMode="auto">
            <a:xfrm>
              <a:off x="3038476" y="1401763"/>
              <a:ext cx="163513" cy="79375"/>
            </a:xfrm>
            <a:custGeom>
              <a:avLst/>
              <a:gdLst>
                <a:gd name="T0" fmla="*/ 5 w 39"/>
                <a:gd name="T1" fmla="*/ 5 h 19"/>
                <a:gd name="T2" fmla="*/ 0 w 39"/>
                <a:gd name="T3" fmla="*/ 13 h 19"/>
                <a:gd name="T4" fmla="*/ 19 w 39"/>
                <a:gd name="T5" fmla="*/ 19 h 19"/>
                <a:gd name="T6" fmla="*/ 39 w 39"/>
                <a:gd name="T7" fmla="*/ 13 h 19"/>
                <a:gd name="T8" fmla="*/ 34 w 39"/>
                <a:gd name="T9" fmla="*/ 5 h 19"/>
                <a:gd name="T10" fmla="*/ 19 w 39"/>
                <a:gd name="T11" fmla="*/ 0 h 19"/>
                <a:gd name="T12" fmla="*/ 5 w 39"/>
                <a:gd name="T13" fmla="*/ 5 h 19"/>
              </a:gdLst>
              <a:ahLst/>
              <a:cxnLst>
                <a:cxn ang="0">
                  <a:pos x="T0" y="T1"/>
                </a:cxn>
                <a:cxn ang="0">
                  <a:pos x="T2" y="T3"/>
                </a:cxn>
                <a:cxn ang="0">
                  <a:pos x="T4" y="T5"/>
                </a:cxn>
                <a:cxn ang="0">
                  <a:pos x="T6" y="T7"/>
                </a:cxn>
                <a:cxn ang="0">
                  <a:pos x="T8" y="T9"/>
                </a:cxn>
                <a:cxn ang="0">
                  <a:pos x="T10" y="T11"/>
                </a:cxn>
                <a:cxn ang="0">
                  <a:pos x="T12" y="T13"/>
                </a:cxn>
              </a:cxnLst>
              <a:rect l="0" t="0" r="r" b="b"/>
              <a:pathLst>
                <a:path w="39" h="19">
                  <a:moveTo>
                    <a:pt x="5" y="5"/>
                  </a:moveTo>
                  <a:cubicBezTo>
                    <a:pt x="3" y="7"/>
                    <a:pt x="1" y="10"/>
                    <a:pt x="0" y="13"/>
                  </a:cubicBezTo>
                  <a:cubicBezTo>
                    <a:pt x="6" y="17"/>
                    <a:pt x="12" y="19"/>
                    <a:pt x="19" y="19"/>
                  </a:cubicBezTo>
                  <a:cubicBezTo>
                    <a:pt x="27" y="19"/>
                    <a:pt x="33" y="17"/>
                    <a:pt x="39" y="13"/>
                  </a:cubicBezTo>
                  <a:cubicBezTo>
                    <a:pt x="38" y="10"/>
                    <a:pt x="36" y="7"/>
                    <a:pt x="34" y="5"/>
                  </a:cubicBezTo>
                  <a:cubicBezTo>
                    <a:pt x="27" y="1"/>
                    <a:pt x="23" y="0"/>
                    <a:pt x="19" y="0"/>
                  </a:cubicBezTo>
                  <a:cubicBezTo>
                    <a:pt x="16" y="0"/>
                    <a:pt x="12" y="1"/>
                    <a:pt x="5"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6" name="Freeform 174"/>
            <p:cNvSpPr/>
            <p:nvPr/>
          </p:nvSpPr>
          <p:spPr bwMode="auto">
            <a:xfrm>
              <a:off x="3038476" y="1401763"/>
              <a:ext cx="84138" cy="79375"/>
            </a:xfrm>
            <a:custGeom>
              <a:avLst/>
              <a:gdLst>
                <a:gd name="T0" fmla="*/ 5 w 20"/>
                <a:gd name="T1" fmla="*/ 5 h 19"/>
                <a:gd name="T2" fmla="*/ 0 w 20"/>
                <a:gd name="T3" fmla="*/ 13 h 19"/>
                <a:gd name="T4" fmla="*/ 19 w 20"/>
                <a:gd name="T5" fmla="*/ 19 h 19"/>
                <a:gd name="T6" fmla="*/ 20 w 20"/>
                <a:gd name="T7" fmla="*/ 19 h 19"/>
                <a:gd name="T8" fmla="*/ 20 w 20"/>
                <a:gd name="T9" fmla="*/ 0 h 19"/>
                <a:gd name="T10" fmla="*/ 19 w 20"/>
                <a:gd name="T11" fmla="*/ 0 h 19"/>
                <a:gd name="T12" fmla="*/ 5 w 20"/>
                <a:gd name="T13" fmla="*/ 5 h 19"/>
              </a:gdLst>
              <a:ahLst/>
              <a:cxnLst>
                <a:cxn ang="0">
                  <a:pos x="T0" y="T1"/>
                </a:cxn>
                <a:cxn ang="0">
                  <a:pos x="T2" y="T3"/>
                </a:cxn>
                <a:cxn ang="0">
                  <a:pos x="T4" y="T5"/>
                </a:cxn>
                <a:cxn ang="0">
                  <a:pos x="T6" y="T7"/>
                </a:cxn>
                <a:cxn ang="0">
                  <a:pos x="T8" y="T9"/>
                </a:cxn>
                <a:cxn ang="0">
                  <a:pos x="T10" y="T11"/>
                </a:cxn>
                <a:cxn ang="0">
                  <a:pos x="T12" y="T13"/>
                </a:cxn>
              </a:cxnLst>
              <a:rect l="0" t="0" r="r" b="b"/>
              <a:pathLst>
                <a:path w="20" h="19">
                  <a:moveTo>
                    <a:pt x="5" y="5"/>
                  </a:moveTo>
                  <a:cubicBezTo>
                    <a:pt x="3" y="7"/>
                    <a:pt x="1" y="10"/>
                    <a:pt x="0" y="13"/>
                  </a:cubicBezTo>
                  <a:cubicBezTo>
                    <a:pt x="6" y="17"/>
                    <a:pt x="12" y="19"/>
                    <a:pt x="19" y="19"/>
                  </a:cubicBezTo>
                  <a:cubicBezTo>
                    <a:pt x="20" y="19"/>
                    <a:pt x="20" y="19"/>
                    <a:pt x="20" y="19"/>
                  </a:cubicBezTo>
                  <a:cubicBezTo>
                    <a:pt x="20" y="0"/>
                    <a:pt x="20" y="0"/>
                    <a:pt x="20" y="0"/>
                  </a:cubicBezTo>
                  <a:cubicBezTo>
                    <a:pt x="19" y="0"/>
                    <a:pt x="19" y="0"/>
                    <a:pt x="19" y="0"/>
                  </a:cubicBezTo>
                  <a:cubicBezTo>
                    <a:pt x="16" y="0"/>
                    <a:pt x="12" y="1"/>
                    <a:pt x="5" y="5"/>
                  </a:cubicBezTo>
                  <a:close/>
                </a:path>
              </a:pathLst>
            </a:custGeom>
            <a:solidFill>
              <a:srgbClr val="E1E6F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7" name="Freeform 175"/>
            <p:cNvSpPr/>
            <p:nvPr/>
          </p:nvSpPr>
          <p:spPr bwMode="auto">
            <a:xfrm>
              <a:off x="3097213" y="1338263"/>
              <a:ext cx="46038" cy="88900"/>
            </a:xfrm>
            <a:custGeom>
              <a:avLst/>
              <a:gdLst>
                <a:gd name="T0" fmla="*/ 0 w 11"/>
                <a:gd name="T1" fmla="*/ 0 h 21"/>
                <a:gd name="T2" fmla="*/ 11 w 11"/>
                <a:gd name="T3" fmla="*/ 0 h 21"/>
                <a:gd name="T4" fmla="*/ 11 w 11"/>
                <a:gd name="T5" fmla="*/ 15 h 21"/>
                <a:gd name="T6" fmla="*/ 0 w 11"/>
                <a:gd name="T7" fmla="*/ 15 h 21"/>
                <a:gd name="T8" fmla="*/ 0 w 11"/>
                <a:gd name="T9" fmla="*/ 0 h 21"/>
              </a:gdLst>
              <a:ahLst/>
              <a:cxnLst>
                <a:cxn ang="0">
                  <a:pos x="T0" y="T1"/>
                </a:cxn>
                <a:cxn ang="0">
                  <a:pos x="T2" y="T3"/>
                </a:cxn>
                <a:cxn ang="0">
                  <a:pos x="T4" y="T5"/>
                </a:cxn>
                <a:cxn ang="0">
                  <a:pos x="T6" y="T7"/>
                </a:cxn>
                <a:cxn ang="0">
                  <a:pos x="T8" y="T9"/>
                </a:cxn>
              </a:cxnLst>
              <a:rect l="0" t="0" r="r" b="b"/>
              <a:pathLst>
                <a:path w="11" h="21">
                  <a:moveTo>
                    <a:pt x="0" y="0"/>
                  </a:moveTo>
                  <a:cubicBezTo>
                    <a:pt x="11" y="0"/>
                    <a:pt x="11" y="0"/>
                    <a:pt x="11" y="0"/>
                  </a:cubicBezTo>
                  <a:cubicBezTo>
                    <a:pt x="11" y="15"/>
                    <a:pt x="11" y="15"/>
                    <a:pt x="11" y="15"/>
                  </a:cubicBezTo>
                  <a:cubicBezTo>
                    <a:pt x="11" y="20"/>
                    <a:pt x="0" y="21"/>
                    <a:pt x="0" y="15"/>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8" name="Freeform 176"/>
            <p:cNvSpPr/>
            <p:nvPr/>
          </p:nvSpPr>
          <p:spPr bwMode="auto">
            <a:xfrm>
              <a:off x="3097213" y="1376363"/>
              <a:ext cx="46038" cy="28575"/>
            </a:xfrm>
            <a:custGeom>
              <a:avLst/>
              <a:gdLst>
                <a:gd name="T0" fmla="*/ 29 w 29"/>
                <a:gd name="T1" fmla="*/ 5 h 18"/>
                <a:gd name="T2" fmla="*/ 29 w 29"/>
                <a:gd name="T3" fmla="*/ 0 h 18"/>
                <a:gd name="T4" fmla="*/ 0 w 29"/>
                <a:gd name="T5" fmla="*/ 0 h 18"/>
                <a:gd name="T6" fmla="*/ 0 w 29"/>
                <a:gd name="T7" fmla="*/ 18 h 18"/>
                <a:gd name="T8" fmla="*/ 29 w 29"/>
                <a:gd name="T9" fmla="*/ 5 h 18"/>
              </a:gdLst>
              <a:ahLst/>
              <a:cxnLst>
                <a:cxn ang="0">
                  <a:pos x="T0" y="T1"/>
                </a:cxn>
                <a:cxn ang="0">
                  <a:pos x="T2" y="T3"/>
                </a:cxn>
                <a:cxn ang="0">
                  <a:pos x="T4" y="T5"/>
                </a:cxn>
                <a:cxn ang="0">
                  <a:pos x="T6" y="T7"/>
                </a:cxn>
                <a:cxn ang="0">
                  <a:pos x="T8" y="T9"/>
                </a:cxn>
              </a:cxnLst>
              <a:rect l="0" t="0" r="r" b="b"/>
              <a:pathLst>
                <a:path w="29" h="18">
                  <a:moveTo>
                    <a:pt x="29" y="5"/>
                  </a:moveTo>
                  <a:lnTo>
                    <a:pt x="29" y="0"/>
                  </a:lnTo>
                  <a:lnTo>
                    <a:pt x="0" y="0"/>
                  </a:lnTo>
                  <a:lnTo>
                    <a:pt x="0" y="18"/>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79" name="Freeform 177"/>
            <p:cNvSpPr/>
            <p:nvPr/>
          </p:nvSpPr>
          <p:spPr bwMode="auto">
            <a:xfrm>
              <a:off x="3025776" y="1258888"/>
              <a:ext cx="188913" cy="125413"/>
            </a:xfrm>
            <a:custGeom>
              <a:avLst/>
              <a:gdLst>
                <a:gd name="T0" fmla="*/ 22 w 45"/>
                <a:gd name="T1" fmla="*/ 0 h 30"/>
                <a:gd name="T2" fmla="*/ 22 w 45"/>
                <a:gd name="T3" fmla="*/ 30 h 30"/>
                <a:gd name="T4" fmla="*/ 22 w 45"/>
                <a:gd name="T5" fmla="*/ 0 h 30"/>
              </a:gdLst>
              <a:ahLst/>
              <a:cxnLst>
                <a:cxn ang="0">
                  <a:pos x="T0" y="T1"/>
                </a:cxn>
                <a:cxn ang="0">
                  <a:pos x="T2" y="T3"/>
                </a:cxn>
                <a:cxn ang="0">
                  <a:pos x="T4" y="T5"/>
                </a:cxn>
              </a:cxnLst>
              <a:rect l="0" t="0" r="r" b="b"/>
              <a:pathLst>
                <a:path w="45" h="30">
                  <a:moveTo>
                    <a:pt x="22" y="0"/>
                  </a:moveTo>
                  <a:cubicBezTo>
                    <a:pt x="45" y="0"/>
                    <a:pt x="36" y="30"/>
                    <a:pt x="22" y="30"/>
                  </a:cubicBezTo>
                  <a:cubicBezTo>
                    <a:pt x="9" y="30"/>
                    <a:pt x="0" y="0"/>
                    <a:pt x="22"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0" name="Freeform 178"/>
            <p:cNvSpPr/>
            <p:nvPr/>
          </p:nvSpPr>
          <p:spPr bwMode="auto">
            <a:xfrm>
              <a:off x="3051176" y="1238250"/>
              <a:ext cx="138113" cy="100013"/>
            </a:xfrm>
            <a:custGeom>
              <a:avLst/>
              <a:gdLst>
                <a:gd name="T0" fmla="*/ 23 w 33"/>
                <a:gd name="T1" fmla="*/ 7 h 24"/>
                <a:gd name="T2" fmla="*/ 29 w 33"/>
                <a:gd name="T3" fmla="*/ 18 h 24"/>
                <a:gd name="T4" fmla="*/ 31 w 33"/>
                <a:gd name="T5" fmla="*/ 18 h 24"/>
                <a:gd name="T6" fmla="*/ 17 w 33"/>
                <a:gd name="T7" fmla="*/ 0 h 24"/>
                <a:gd name="T8" fmla="*/ 2 w 33"/>
                <a:gd name="T9" fmla="*/ 18 h 24"/>
                <a:gd name="T10" fmla="*/ 5 w 33"/>
                <a:gd name="T11" fmla="*/ 18 h 24"/>
                <a:gd name="T12" fmla="*/ 10 w 33"/>
                <a:gd name="T13" fmla="*/ 7 h 24"/>
                <a:gd name="T14" fmla="*/ 17 w 33"/>
                <a:gd name="T15" fmla="*/ 8 h 24"/>
                <a:gd name="T16" fmla="*/ 23 w 33"/>
                <a:gd name="T17"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4">
                  <a:moveTo>
                    <a:pt x="23" y="7"/>
                  </a:moveTo>
                  <a:cubicBezTo>
                    <a:pt x="27" y="8"/>
                    <a:pt x="28" y="14"/>
                    <a:pt x="29" y="18"/>
                  </a:cubicBezTo>
                  <a:cubicBezTo>
                    <a:pt x="30" y="22"/>
                    <a:pt x="29" y="22"/>
                    <a:pt x="31" y="18"/>
                  </a:cubicBezTo>
                  <a:cubicBezTo>
                    <a:pt x="33" y="15"/>
                    <a:pt x="29" y="0"/>
                    <a:pt x="17" y="0"/>
                  </a:cubicBezTo>
                  <a:cubicBezTo>
                    <a:pt x="5" y="0"/>
                    <a:pt x="0" y="11"/>
                    <a:pt x="2" y="18"/>
                  </a:cubicBezTo>
                  <a:cubicBezTo>
                    <a:pt x="4" y="24"/>
                    <a:pt x="4" y="23"/>
                    <a:pt x="5" y="18"/>
                  </a:cubicBezTo>
                  <a:cubicBezTo>
                    <a:pt x="6" y="13"/>
                    <a:pt x="7" y="8"/>
                    <a:pt x="10" y="7"/>
                  </a:cubicBezTo>
                  <a:cubicBezTo>
                    <a:pt x="12" y="7"/>
                    <a:pt x="14" y="8"/>
                    <a:pt x="17" y="8"/>
                  </a:cubicBezTo>
                  <a:cubicBezTo>
                    <a:pt x="19" y="8"/>
                    <a:pt x="21" y="7"/>
                    <a:pt x="23" y="7"/>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1" name="Freeform 179"/>
            <p:cNvSpPr/>
            <p:nvPr/>
          </p:nvSpPr>
          <p:spPr bwMode="auto">
            <a:xfrm>
              <a:off x="3168651" y="1301750"/>
              <a:ext cx="15875" cy="33338"/>
            </a:xfrm>
            <a:custGeom>
              <a:avLst/>
              <a:gdLst>
                <a:gd name="T0" fmla="*/ 3 w 4"/>
                <a:gd name="T1" fmla="*/ 0 h 8"/>
                <a:gd name="T2" fmla="*/ 4 w 4"/>
                <a:gd name="T3" fmla="*/ 4 h 8"/>
                <a:gd name="T4" fmla="*/ 1 w 4"/>
                <a:gd name="T5" fmla="*/ 7 h 8"/>
                <a:gd name="T6" fmla="*/ 1 w 4"/>
                <a:gd name="T7" fmla="*/ 4 h 8"/>
                <a:gd name="T8" fmla="*/ 3 w 4"/>
                <a:gd name="T9" fmla="*/ 0 h 8"/>
              </a:gdLst>
              <a:ahLst/>
              <a:cxnLst>
                <a:cxn ang="0">
                  <a:pos x="T0" y="T1"/>
                </a:cxn>
                <a:cxn ang="0">
                  <a:pos x="T2" y="T3"/>
                </a:cxn>
                <a:cxn ang="0">
                  <a:pos x="T4" y="T5"/>
                </a:cxn>
                <a:cxn ang="0">
                  <a:pos x="T6" y="T7"/>
                </a:cxn>
                <a:cxn ang="0">
                  <a:pos x="T8" y="T9"/>
                </a:cxn>
              </a:cxnLst>
              <a:rect l="0" t="0" r="r" b="b"/>
              <a:pathLst>
                <a:path w="4" h="8">
                  <a:moveTo>
                    <a:pt x="3" y="0"/>
                  </a:moveTo>
                  <a:cubicBezTo>
                    <a:pt x="4" y="1"/>
                    <a:pt x="4" y="2"/>
                    <a:pt x="4" y="4"/>
                  </a:cubicBezTo>
                  <a:cubicBezTo>
                    <a:pt x="3" y="6"/>
                    <a:pt x="2" y="8"/>
                    <a:pt x="1" y="7"/>
                  </a:cubicBezTo>
                  <a:cubicBezTo>
                    <a:pt x="1" y="7"/>
                    <a:pt x="0" y="6"/>
                    <a:pt x="1" y="4"/>
                  </a:cubicBezTo>
                  <a:cubicBezTo>
                    <a:pt x="1" y="2"/>
                    <a:pt x="2" y="0"/>
                    <a:pt x="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2" name="Freeform 180"/>
            <p:cNvSpPr/>
            <p:nvPr/>
          </p:nvSpPr>
          <p:spPr bwMode="auto">
            <a:xfrm>
              <a:off x="3055938" y="1301750"/>
              <a:ext cx="15875" cy="33338"/>
            </a:xfrm>
            <a:custGeom>
              <a:avLst/>
              <a:gdLst>
                <a:gd name="T0" fmla="*/ 1 w 4"/>
                <a:gd name="T1" fmla="*/ 0 h 8"/>
                <a:gd name="T2" fmla="*/ 0 w 4"/>
                <a:gd name="T3" fmla="*/ 4 h 8"/>
                <a:gd name="T4" fmla="*/ 2 w 4"/>
                <a:gd name="T5" fmla="*/ 7 h 8"/>
                <a:gd name="T6" fmla="*/ 3 w 4"/>
                <a:gd name="T7" fmla="*/ 4 h 8"/>
                <a:gd name="T8" fmla="*/ 1 w 4"/>
                <a:gd name="T9" fmla="*/ 0 h 8"/>
              </a:gdLst>
              <a:ahLst/>
              <a:cxnLst>
                <a:cxn ang="0">
                  <a:pos x="T0" y="T1"/>
                </a:cxn>
                <a:cxn ang="0">
                  <a:pos x="T2" y="T3"/>
                </a:cxn>
                <a:cxn ang="0">
                  <a:pos x="T4" y="T5"/>
                </a:cxn>
                <a:cxn ang="0">
                  <a:pos x="T6" y="T7"/>
                </a:cxn>
                <a:cxn ang="0">
                  <a:pos x="T8" y="T9"/>
                </a:cxn>
              </a:cxnLst>
              <a:rect l="0" t="0" r="r" b="b"/>
              <a:pathLst>
                <a:path w="4" h="8">
                  <a:moveTo>
                    <a:pt x="1" y="0"/>
                  </a:moveTo>
                  <a:cubicBezTo>
                    <a:pt x="0" y="1"/>
                    <a:pt x="0" y="2"/>
                    <a:pt x="0" y="4"/>
                  </a:cubicBezTo>
                  <a:cubicBezTo>
                    <a:pt x="1" y="6"/>
                    <a:pt x="2" y="8"/>
                    <a:pt x="2" y="7"/>
                  </a:cubicBezTo>
                  <a:cubicBezTo>
                    <a:pt x="3" y="7"/>
                    <a:pt x="4" y="6"/>
                    <a:pt x="3" y="4"/>
                  </a:cubicBezTo>
                  <a:cubicBezTo>
                    <a:pt x="3"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3" name="Freeform 181"/>
            <p:cNvSpPr/>
            <p:nvPr/>
          </p:nvSpPr>
          <p:spPr bwMode="auto">
            <a:xfrm>
              <a:off x="3101976" y="1401763"/>
              <a:ext cx="36513" cy="79375"/>
            </a:xfrm>
            <a:custGeom>
              <a:avLst/>
              <a:gdLst>
                <a:gd name="T0" fmla="*/ 3 w 9"/>
                <a:gd name="T1" fmla="*/ 10 h 19"/>
                <a:gd name="T2" fmla="*/ 3 w 9"/>
                <a:gd name="T3" fmla="*/ 19 h 19"/>
                <a:gd name="T4" fmla="*/ 4 w 9"/>
                <a:gd name="T5" fmla="*/ 19 h 19"/>
                <a:gd name="T6" fmla="*/ 6 w 9"/>
                <a:gd name="T7" fmla="*/ 19 h 19"/>
                <a:gd name="T8" fmla="*/ 6 w 9"/>
                <a:gd name="T9" fmla="*/ 10 h 19"/>
                <a:gd name="T10" fmla="*/ 9 w 9"/>
                <a:gd name="T11" fmla="*/ 0 h 19"/>
                <a:gd name="T12" fmla="*/ 0 w 9"/>
                <a:gd name="T13" fmla="*/ 0 h 19"/>
                <a:gd name="T14" fmla="*/ 3 w 9"/>
                <a:gd name="T15" fmla="*/ 1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9">
                  <a:moveTo>
                    <a:pt x="3" y="10"/>
                  </a:moveTo>
                  <a:cubicBezTo>
                    <a:pt x="3" y="19"/>
                    <a:pt x="3" y="19"/>
                    <a:pt x="3" y="19"/>
                  </a:cubicBezTo>
                  <a:cubicBezTo>
                    <a:pt x="3" y="19"/>
                    <a:pt x="4" y="19"/>
                    <a:pt x="4" y="19"/>
                  </a:cubicBezTo>
                  <a:cubicBezTo>
                    <a:pt x="5" y="19"/>
                    <a:pt x="6" y="19"/>
                    <a:pt x="6" y="19"/>
                  </a:cubicBezTo>
                  <a:cubicBezTo>
                    <a:pt x="6" y="10"/>
                    <a:pt x="6" y="10"/>
                    <a:pt x="6" y="10"/>
                  </a:cubicBezTo>
                  <a:cubicBezTo>
                    <a:pt x="9" y="0"/>
                    <a:pt x="9" y="0"/>
                    <a:pt x="9" y="0"/>
                  </a:cubicBezTo>
                  <a:cubicBezTo>
                    <a:pt x="6" y="0"/>
                    <a:pt x="3" y="0"/>
                    <a:pt x="0" y="0"/>
                  </a:cubicBezTo>
                  <a:lnTo>
                    <a:pt x="3" y="10"/>
                  </a:ln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4" name="Freeform 182"/>
            <p:cNvSpPr/>
            <p:nvPr/>
          </p:nvSpPr>
          <p:spPr bwMode="auto">
            <a:xfrm>
              <a:off x="3081338" y="1389063"/>
              <a:ext cx="41275" cy="49213"/>
            </a:xfrm>
            <a:custGeom>
              <a:avLst/>
              <a:gdLst>
                <a:gd name="T0" fmla="*/ 10 w 26"/>
                <a:gd name="T1" fmla="*/ 0 h 31"/>
                <a:gd name="T2" fmla="*/ 0 w 26"/>
                <a:gd name="T3" fmla="*/ 13 h 31"/>
                <a:gd name="T4" fmla="*/ 7 w 26"/>
                <a:gd name="T5" fmla="*/ 31 h 31"/>
                <a:gd name="T6" fmla="*/ 26 w 26"/>
                <a:gd name="T7" fmla="*/ 8 h 31"/>
                <a:gd name="T8" fmla="*/ 10 w 26"/>
                <a:gd name="T9" fmla="*/ 0 h 31"/>
              </a:gdLst>
              <a:ahLst/>
              <a:cxnLst>
                <a:cxn ang="0">
                  <a:pos x="T0" y="T1"/>
                </a:cxn>
                <a:cxn ang="0">
                  <a:pos x="T2" y="T3"/>
                </a:cxn>
                <a:cxn ang="0">
                  <a:pos x="T4" y="T5"/>
                </a:cxn>
                <a:cxn ang="0">
                  <a:pos x="T6" y="T7"/>
                </a:cxn>
                <a:cxn ang="0">
                  <a:pos x="T8" y="T9"/>
                </a:cxn>
              </a:cxnLst>
              <a:rect l="0" t="0" r="r" b="b"/>
              <a:pathLst>
                <a:path w="26" h="31">
                  <a:moveTo>
                    <a:pt x="10" y="0"/>
                  </a:moveTo>
                  <a:lnTo>
                    <a:pt x="0" y="13"/>
                  </a:lnTo>
                  <a:lnTo>
                    <a:pt x="7" y="31"/>
                  </a:lnTo>
                  <a:lnTo>
                    <a:pt x="26" y="8"/>
                  </a:lnTo>
                  <a:lnTo>
                    <a:pt x="10" y="0"/>
                  </a:lnTo>
                  <a:close/>
                </a:path>
              </a:pathLst>
            </a:custGeom>
            <a:solidFill>
              <a:srgbClr val="BCC2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5" name="Freeform 183"/>
            <p:cNvSpPr/>
            <p:nvPr/>
          </p:nvSpPr>
          <p:spPr bwMode="auto">
            <a:xfrm>
              <a:off x="3081338" y="1389063"/>
              <a:ext cx="41275" cy="41275"/>
            </a:xfrm>
            <a:custGeom>
              <a:avLst/>
              <a:gdLst>
                <a:gd name="T0" fmla="*/ 10 w 26"/>
                <a:gd name="T1" fmla="*/ 0 h 26"/>
                <a:gd name="T2" fmla="*/ 0 w 26"/>
                <a:gd name="T3" fmla="*/ 13 h 26"/>
                <a:gd name="T4" fmla="*/ 7 w 26"/>
                <a:gd name="T5" fmla="*/ 26 h 26"/>
                <a:gd name="T6" fmla="*/ 26 w 26"/>
                <a:gd name="T7" fmla="*/ 8 h 26"/>
                <a:gd name="T8" fmla="*/ 10 w 26"/>
                <a:gd name="T9" fmla="*/ 0 h 26"/>
              </a:gdLst>
              <a:ahLst/>
              <a:cxnLst>
                <a:cxn ang="0">
                  <a:pos x="T0" y="T1"/>
                </a:cxn>
                <a:cxn ang="0">
                  <a:pos x="T2" y="T3"/>
                </a:cxn>
                <a:cxn ang="0">
                  <a:pos x="T4" y="T5"/>
                </a:cxn>
                <a:cxn ang="0">
                  <a:pos x="T6" y="T7"/>
                </a:cxn>
                <a:cxn ang="0">
                  <a:pos x="T8" y="T9"/>
                </a:cxn>
              </a:cxnLst>
              <a:rect l="0" t="0" r="r" b="b"/>
              <a:pathLst>
                <a:path w="26" h="26">
                  <a:moveTo>
                    <a:pt x="10" y="0"/>
                  </a:moveTo>
                  <a:lnTo>
                    <a:pt x="0" y="13"/>
                  </a:lnTo>
                  <a:lnTo>
                    <a:pt x="7" y="26"/>
                  </a:lnTo>
                  <a:lnTo>
                    <a:pt x="26" y="8"/>
                  </a:lnTo>
                  <a:lnTo>
                    <a:pt x="10" y="0"/>
                  </a:lnTo>
                  <a:close/>
                </a:path>
              </a:pathLst>
            </a:custGeom>
            <a:solidFill>
              <a:srgbClr val="E1E6F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6" name="Freeform 184"/>
            <p:cNvSpPr/>
            <p:nvPr/>
          </p:nvSpPr>
          <p:spPr bwMode="auto">
            <a:xfrm>
              <a:off x="3122613" y="1389063"/>
              <a:ext cx="36513" cy="49213"/>
            </a:xfrm>
            <a:custGeom>
              <a:avLst/>
              <a:gdLst>
                <a:gd name="T0" fmla="*/ 13 w 23"/>
                <a:gd name="T1" fmla="*/ 0 h 31"/>
                <a:gd name="T2" fmla="*/ 23 w 23"/>
                <a:gd name="T3" fmla="*/ 13 h 31"/>
                <a:gd name="T4" fmla="*/ 18 w 23"/>
                <a:gd name="T5" fmla="*/ 31 h 31"/>
                <a:gd name="T6" fmla="*/ 0 w 23"/>
                <a:gd name="T7" fmla="*/ 8 h 31"/>
                <a:gd name="T8" fmla="*/ 13 w 23"/>
                <a:gd name="T9" fmla="*/ 0 h 31"/>
              </a:gdLst>
              <a:ahLst/>
              <a:cxnLst>
                <a:cxn ang="0">
                  <a:pos x="T0" y="T1"/>
                </a:cxn>
                <a:cxn ang="0">
                  <a:pos x="T2" y="T3"/>
                </a:cxn>
                <a:cxn ang="0">
                  <a:pos x="T4" y="T5"/>
                </a:cxn>
                <a:cxn ang="0">
                  <a:pos x="T6" y="T7"/>
                </a:cxn>
                <a:cxn ang="0">
                  <a:pos x="T8" y="T9"/>
                </a:cxn>
              </a:cxnLst>
              <a:rect l="0" t="0" r="r" b="b"/>
              <a:pathLst>
                <a:path w="23" h="31">
                  <a:moveTo>
                    <a:pt x="13" y="0"/>
                  </a:moveTo>
                  <a:lnTo>
                    <a:pt x="23" y="13"/>
                  </a:lnTo>
                  <a:lnTo>
                    <a:pt x="18" y="31"/>
                  </a:lnTo>
                  <a:lnTo>
                    <a:pt x="0" y="8"/>
                  </a:lnTo>
                  <a:lnTo>
                    <a:pt x="13" y="0"/>
                  </a:lnTo>
                  <a:close/>
                </a:path>
              </a:pathLst>
            </a:custGeom>
            <a:solidFill>
              <a:srgbClr val="E1E6F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87" name="Freeform 185"/>
            <p:cNvSpPr/>
            <p:nvPr/>
          </p:nvSpPr>
          <p:spPr bwMode="auto">
            <a:xfrm>
              <a:off x="3122613" y="1389063"/>
              <a:ext cx="36513" cy="41275"/>
            </a:xfrm>
            <a:custGeom>
              <a:avLst/>
              <a:gdLst>
                <a:gd name="T0" fmla="*/ 13 w 23"/>
                <a:gd name="T1" fmla="*/ 0 h 26"/>
                <a:gd name="T2" fmla="*/ 23 w 23"/>
                <a:gd name="T3" fmla="*/ 13 h 26"/>
                <a:gd name="T4" fmla="*/ 18 w 23"/>
                <a:gd name="T5" fmla="*/ 26 h 26"/>
                <a:gd name="T6" fmla="*/ 0 w 23"/>
                <a:gd name="T7" fmla="*/ 8 h 26"/>
                <a:gd name="T8" fmla="*/ 13 w 23"/>
                <a:gd name="T9" fmla="*/ 0 h 26"/>
              </a:gdLst>
              <a:ahLst/>
              <a:cxnLst>
                <a:cxn ang="0">
                  <a:pos x="T0" y="T1"/>
                </a:cxn>
                <a:cxn ang="0">
                  <a:pos x="T2" y="T3"/>
                </a:cxn>
                <a:cxn ang="0">
                  <a:pos x="T4" y="T5"/>
                </a:cxn>
                <a:cxn ang="0">
                  <a:pos x="T6" y="T7"/>
                </a:cxn>
                <a:cxn ang="0">
                  <a:pos x="T8" y="T9"/>
                </a:cxn>
              </a:cxnLst>
              <a:rect l="0" t="0" r="r" b="b"/>
              <a:pathLst>
                <a:path w="23" h="26">
                  <a:moveTo>
                    <a:pt x="13" y="0"/>
                  </a:moveTo>
                  <a:lnTo>
                    <a:pt x="23" y="13"/>
                  </a:lnTo>
                  <a:lnTo>
                    <a:pt x="18" y="26"/>
                  </a:lnTo>
                  <a:lnTo>
                    <a:pt x="0" y="8"/>
                  </a:lnTo>
                  <a:lnTo>
                    <a:pt x="1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188" name="Group 577"/>
          <p:cNvGrpSpPr/>
          <p:nvPr/>
        </p:nvGrpSpPr>
        <p:grpSpPr>
          <a:xfrm>
            <a:off x="4693797" y="2979511"/>
            <a:ext cx="437043" cy="440778"/>
            <a:chOff x="3297238" y="2211388"/>
            <a:chExt cx="371475" cy="374650"/>
          </a:xfrm>
        </p:grpSpPr>
        <p:sp>
          <p:nvSpPr>
            <p:cNvPr id="189" name="Oval 186"/>
            <p:cNvSpPr>
              <a:spLocks noChangeArrowheads="1"/>
            </p:cNvSpPr>
            <p:nvPr/>
          </p:nvSpPr>
          <p:spPr bwMode="auto">
            <a:xfrm>
              <a:off x="3297238" y="2211388"/>
              <a:ext cx="371475" cy="3746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0" name="Oval 187"/>
            <p:cNvSpPr>
              <a:spLocks noChangeArrowheads="1"/>
            </p:cNvSpPr>
            <p:nvPr/>
          </p:nvSpPr>
          <p:spPr bwMode="auto">
            <a:xfrm>
              <a:off x="3327401" y="2239963"/>
              <a:ext cx="315913" cy="317500"/>
            </a:xfrm>
            <a:prstGeom prst="ellipse">
              <a:avLst/>
            </a:prstGeom>
            <a:solidFill>
              <a:srgbClr val="DAB971"/>
            </a:solidFill>
            <a:ln>
              <a:noFill/>
            </a:ln>
          </p:spPr>
          <p:txBody>
            <a:bodyPr vert="horz" wrap="square" lIns="121920" tIns="60960" rIns="121920" bIns="60960" numCol="1" anchor="t" anchorCtr="0" compatLnSpc="1"/>
            <a:lstStyle/>
            <a:p>
              <a:endParaRPr lang="en-US" sz="2400"/>
            </a:p>
          </p:txBody>
        </p:sp>
        <p:sp>
          <p:nvSpPr>
            <p:cNvPr id="191" name="Freeform 188"/>
            <p:cNvSpPr/>
            <p:nvPr/>
          </p:nvSpPr>
          <p:spPr bwMode="auto">
            <a:xfrm>
              <a:off x="3394076" y="2327275"/>
              <a:ext cx="123825" cy="196850"/>
            </a:xfrm>
            <a:custGeom>
              <a:avLst/>
              <a:gdLst>
                <a:gd name="T0" fmla="*/ 7 w 30"/>
                <a:gd name="T1" fmla="*/ 16 h 47"/>
                <a:gd name="T2" fmla="*/ 3 w 30"/>
                <a:gd name="T3" fmla="*/ 26 h 47"/>
                <a:gd name="T4" fmla="*/ 17 w 30"/>
                <a:gd name="T5" fmla="*/ 39 h 47"/>
                <a:gd name="T6" fmla="*/ 7 w 30"/>
                <a:gd name="T7" fmla="*/ 16 h 47"/>
              </a:gdLst>
              <a:ahLst/>
              <a:cxnLst>
                <a:cxn ang="0">
                  <a:pos x="T0" y="T1"/>
                </a:cxn>
                <a:cxn ang="0">
                  <a:pos x="T2" y="T3"/>
                </a:cxn>
                <a:cxn ang="0">
                  <a:pos x="T4" y="T5"/>
                </a:cxn>
                <a:cxn ang="0">
                  <a:pos x="T6" y="T7"/>
                </a:cxn>
              </a:cxnLst>
              <a:rect l="0" t="0" r="r" b="b"/>
              <a:pathLst>
                <a:path w="30" h="47">
                  <a:moveTo>
                    <a:pt x="7" y="16"/>
                  </a:moveTo>
                  <a:cubicBezTo>
                    <a:pt x="8" y="23"/>
                    <a:pt x="4" y="32"/>
                    <a:pt x="3" y="26"/>
                  </a:cubicBezTo>
                  <a:cubicBezTo>
                    <a:pt x="0" y="30"/>
                    <a:pt x="3" y="47"/>
                    <a:pt x="17" y="39"/>
                  </a:cubicBezTo>
                  <a:cubicBezTo>
                    <a:pt x="30" y="31"/>
                    <a:pt x="19" y="0"/>
                    <a:pt x="7"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2" name="Freeform 189"/>
            <p:cNvSpPr/>
            <p:nvPr/>
          </p:nvSpPr>
          <p:spPr bwMode="auto">
            <a:xfrm>
              <a:off x="3448051" y="2327275"/>
              <a:ext cx="128588" cy="196850"/>
            </a:xfrm>
            <a:custGeom>
              <a:avLst/>
              <a:gdLst>
                <a:gd name="T0" fmla="*/ 24 w 31"/>
                <a:gd name="T1" fmla="*/ 16 h 47"/>
                <a:gd name="T2" fmla="*/ 28 w 31"/>
                <a:gd name="T3" fmla="*/ 26 h 47"/>
                <a:gd name="T4" fmla="*/ 14 w 31"/>
                <a:gd name="T5" fmla="*/ 39 h 47"/>
                <a:gd name="T6" fmla="*/ 24 w 31"/>
                <a:gd name="T7" fmla="*/ 16 h 47"/>
              </a:gdLst>
              <a:ahLst/>
              <a:cxnLst>
                <a:cxn ang="0">
                  <a:pos x="T0" y="T1"/>
                </a:cxn>
                <a:cxn ang="0">
                  <a:pos x="T2" y="T3"/>
                </a:cxn>
                <a:cxn ang="0">
                  <a:pos x="T4" y="T5"/>
                </a:cxn>
                <a:cxn ang="0">
                  <a:pos x="T6" y="T7"/>
                </a:cxn>
              </a:cxnLst>
              <a:rect l="0" t="0" r="r" b="b"/>
              <a:pathLst>
                <a:path w="31" h="47">
                  <a:moveTo>
                    <a:pt x="24" y="16"/>
                  </a:moveTo>
                  <a:cubicBezTo>
                    <a:pt x="22" y="24"/>
                    <a:pt x="26" y="32"/>
                    <a:pt x="28" y="26"/>
                  </a:cubicBezTo>
                  <a:cubicBezTo>
                    <a:pt x="31" y="30"/>
                    <a:pt x="27" y="47"/>
                    <a:pt x="14" y="39"/>
                  </a:cubicBezTo>
                  <a:cubicBezTo>
                    <a:pt x="0" y="31"/>
                    <a:pt x="11" y="0"/>
                    <a:pt x="24"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3" name="Freeform 190"/>
            <p:cNvSpPr/>
            <p:nvPr/>
          </p:nvSpPr>
          <p:spPr bwMode="auto">
            <a:xfrm>
              <a:off x="3402013" y="2478088"/>
              <a:ext cx="161925" cy="79375"/>
            </a:xfrm>
            <a:custGeom>
              <a:avLst/>
              <a:gdLst>
                <a:gd name="T0" fmla="*/ 5 w 39"/>
                <a:gd name="T1" fmla="*/ 5 h 19"/>
                <a:gd name="T2" fmla="*/ 0 w 39"/>
                <a:gd name="T3" fmla="*/ 14 h 19"/>
                <a:gd name="T4" fmla="*/ 20 w 39"/>
                <a:gd name="T5" fmla="*/ 19 h 19"/>
                <a:gd name="T6" fmla="*/ 39 w 39"/>
                <a:gd name="T7" fmla="*/ 14 h 19"/>
                <a:gd name="T8" fmla="*/ 34 w 39"/>
                <a:gd name="T9" fmla="*/ 5 h 19"/>
                <a:gd name="T10" fmla="*/ 20 w 39"/>
                <a:gd name="T11" fmla="*/ 0 h 19"/>
                <a:gd name="T12" fmla="*/ 5 w 39"/>
                <a:gd name="T13" fmla="*/ 5 h 19"/>
              </a:gdLst>
              <a:ahLst/>
              <a:cxnLst>
                <a:cxn ang="0">
                  <a:pos x="T0" y="T1"/>
                </a:cxn>
                <a:cxn ang="0">
                  <a:pos x="T2" y="T3"/>
                </a:cxn>
                <a:cxn ang="0">
                  <a:pos x="T4" y="T5"/>
                </a:cxn>
                <a:cxn ang="0">
                  <a:pos x="T6" y="T7"/>
                </a:cxn>
                <a:cxn ang="0">
                  <a:pos x="T8" y="T9"/>
                </a:cxn>
                <a:cxn ang="0">
                  <a:pos x="T10" y="T11"/>
                </a:cxn>
                <a:cxn ang="0">
                  <a:pos x="T12" y="T13"/>
                </a:cxn>
              </a:cxnLst>
              <a:rect l="0" t="0" r="r" b="b"/>
              <a:pathLst>
                <a:path w="39" h="19">
                  <a:moveTo>
                    <a:pt x="5" y="5"/>
                  </a:moveTo>
                  <a:cubicBezTo>
                    <a:pt x="3" y="7"/>
                    <a:pt x="1" y="10"/>
                    <a:pt x="0" y="14"/>
                  </a:cubicBezTo>
                  <a:cubicBezTo>
                    <a:pt x="6" y="17"/>
                    <a:pt x="12" y="19"/>
                    <a:pt x="20" y="19"/>
                  </a:cubicBezTo>
                  <a:cubicBezTo>
                    <a:pt x="27" y="19"/>
                    <a:pt x="34" y="17"/>
                    <a:pt x="39" y="14"/>
                  </a:cubicBezTo>
                  <a:cubicBezTo>
                    <a:pt x="38" y="10"/>
                    <a:pt x="36" y="7"/>
                    <a:pt x="34" y="5"/>
                  </a:cubicBezTo>
                  <a:cubicBezTo>
                    <a:pt x="27" y="1"/>
                    <a:pt x="23" y="0"/>
                    <a:pt x="20" y="0"/>
                  </a:cubicBezTo>
                  <a:cubicBezTo>
                    <a:pt x="16" y="0"/>
                    <a:pt x="12" y="1"/>
                    <a:pt x="5" y="5"/>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4" name="Freeform 191"/>
            <p:cNvSpPr/>
            <p:nvPr/>
          </p:nvSpPr>
          <p:spPr bwMode="auto">
            <a:xfrm>
              <a:off x="3460751" y="2419350"/>
              <a:ext cx="46038" cy="87313"/>
            </a:xfrm>
            <a:custGeom>
              <a:avLst/>
              <a:gdLst>
                <a:gd name="T0" fmla="*/ 0 w 11"/>
                <a:gd name="T1" fmla="*/ 0 h 21"/>
                <a:gd name="T2" fmla="*/ 11 w 11"/>
                <a:gd name="T3" fmla="*/ 0 h 21"/>
                <a:gd name="T4" fmla="*/ 11 w 11"/>
                <a:gd name="T5" fmla="*/ 15 h 21"/>
                <a:gd name="T6" fmla="*/ 0 w 11"/>
                <a:gd name="T7" fmla="*/ 15 h 21"/>
                <a:gd name="T8" fmla="*/ 0 w 11"/>
                <a:gd name="T9" fmla="*/ 0 h 21"/>
              </a:gdLst>
              <a:ahLst/>
              <a:cxnLst>
                <a:cxn ang="0">
                  <a:pos x="T0" y="T1"/>
                </a:cxn>
                <a:cxn ang="0">
                  <a:pos x="T2" y="T3"/>
                </a:cxn>
                <a:cxn ang="0">
                  <a:pos x="T4" y="T5"/>
                </a:cxn>
                <a:cxn ang="0">
                  <a:pos x="T6" y="T7"/>
                </a:cxn>
                <a:cxn ang="0">
                  <a:pos x="T8" y="T9"/>
                </a:cxn>
              </a:cxnLst>
              <a:rect l="0" t="0" r="r" b="b"/>
              <a:pathLst>
                <a:path w="11" h="21">
                  <a:moveTo>
                    <a:pt x="0" y="0"/>
                  </a:moveTo>
                  <a:cubicBezTo>
                    <a:pt x="11" y="0"/>
                    <a:pt x="11" y="0"/>
                    <a:pt x="11" y="0"/>
                  </a:cubicBezTo>
                  <a:cubicBezTo>
                    <a:pt x="11" y="15"/>
                    <a:pt x="11" y="15"/>
                    <a:pt x="11" y="15"/>
                  </a:cubicBezTo>
                  <a:cubicBezTo>
                    <a:pt x="11" y="21"/>
                    <a:pt x="0" y="21"/>
                    <a:pt x="0" y="15"/>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5" name="Freeform 192"/>
            <p:cNvSpPr/>
            <p:nvPr/>
          </p:nvSpPr>
          <p:spPr bwMode="auto">
            <a:xfrm>
              <a:off x="3460751" y="2452688"/>
              <a:ext cx="46038" cy="28575"/>
            </a:xfrm>
            <a:custGeom>
              <a:avLst/>
              <a:gdLst>
                <a:gd name="T0" fmla="*/ 29 w 29"/>
                <a:gd name="T1" fmla="*/ 5 h 18"/>
                <a:gd name="T2" fmla="*/ 29 w 29"/>
                <a:gd name="T3" fmla="*/ 0 h 18"/>
                <a:gd name="T4" fmla="*/ 0 w 29"/>
                <a:gd name="T5" fmla="*/ 0 h 18"/>
                <a:gd name="T6" fmla="*/ 0 w 29"/>
                <a:gd name="T7" fmla="*/ 18 h 18"/>
                <a:gd name="T8" fmla="*/ 29 w 29"/>
                <a:gd name="T9" fmla="*/ 5 h 18"/>
              </a:gdLst>
              <a:ahLst/>
              <a:cxnLst>
                <a:cxn ang="0">
                  <a:pos x="T0" y="T1"/>
                </a:cxn>
                <a:cxn ang="0">
                  <a:pos x="T2" y="T3"/>
                </a:cxn>
                <a:cxn ang="0">
                  <a:pos x="T4" y="T5"/>
                </a:cxn>
                <a:cxn ang="0">
                  <a:pos x="T6" y="T7"/>
                </a:cxn>
                <a:cxn ang="0">
                  <a:pos x="T8" y="T9"/>
                </a:cxn>
              </a:cxnLst>
              <a:rect l="0" t="0" r="r" b="b"/>
              <a:pathLst>
                <a:path w="29" h="18">
                  <a:moveTo>
                    <a:pt x="29" y="5"/>
                  </a:moveTo>
                  <a:lnTo>
                    <a:pt x="29" y="0"/>
                  </a:lnTo>
                  <a:lnTo>
                    <a:pt x="0" y="0"/>
                  </a:lnTo>
                  <a:lnTo>
                    <a:pt x="0" y="18"/>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6" name="Freeform 193"/>
            <p:cNvSpPr/>
            <p:nvPr/>
          </p:nvSpPr>
          <p:spPr bwMode="auto">
            <a:xfrm>
              <a:off x="3389313" y="2335213"/>
              <a:ext cx="187325" cy="125413"/>
            </a:xfrm>
            <a:custGeom>
              <a:avLst/>
              <a:gdLst>
                <a:gd name="T0" fmla="*/ 23 w 45"/>
                <a:gd name="T1" fmla="*/ 0 h 30"/>
                <a:gd name="T2" fmla="*/ 23 w 45"/>
                <a:gd name="T3" fmla="*/ 30 h 30"/>
                <a:gd name="T4" fmla="*/ 23 w 45"/>
                <a:gd name="T5" fmla="*/ 0 h 30"/>
              </a:gdLst>
              <a:ahLst/>
              <a:cxnLst>
                <a:cxn ang="0">
                  <a:pos x="T0" y="T1"/>
                </a:cxn>
                <a:cxn ang="0">
                  <a:pos x="T2" y="T3"/>
                </a:cxn>
                <a:cxn ang="0">
                  <a:pos x="T4" y="T5"/>
                </a:cxn>
              </a:cxnLst>
              <a:rect l="0" t="0" r="r" b="b"/>
              <a:pathLst>
                <a:path w="45" h="30">
                  <a:moveTo>
                    <a:pt x="23" y="0"/>
                  </a:moveTo>
                  <a:cubicBezTo>
                    <a:pt x="45" y="0"/>
                    <a:pt x="36" y="30"/>
                    <a:pt x="23" y="30"/>
                  </a:cubicBezTo>
                  <a:cubicBezTo>
                    <a:pt x="9" y="30"/>
                    <a:pt x="0" y="0"/>
                    <a:pt x="2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7" name="Freeform 194"/>
            <p:cNvSpPr/>
            <p:nvPr/>
          </p:nvSpPr>
          <p:spPr bwMode="auto">
            <a:xfrm>
              <a:off x="3460751" y="2486025"/>
              <a:ext cx="46038" cy="53975"/>
            </a:xfrm>
            <a:custGeom>
              <a:avLst/>
              <a:gdLst>
                <a:gd name="T0" fmla="*/ 6 w 11"/>
                <a:gd name="T1" fmla="*/ 13 h 13"/>
                <a:gd name="T2" fmla="*/ 0 w 11"/>
                <a:gd name="T3" fmla="*/ 0 h 13"/>
                <a:gd name="T4" fmla="*/ 11 w 11"/>
                <a:gd name="T5" fmla="*/ 0 h 13"/>
                <a:gd name="T6" fmla="*/ 6 w 11"/>
                <a:gd name="T7" fmla="*/ 13 h 13"/>
              </a:gdLst>
              <a:ahLst/>
              <a:cxnLst>
                <a:cxn ang="0">
                  <a:pos x="T0" y="T1"/>
                </a:cxn>
                <a:cxn ang="0">
                  <a:pos x="T2" y="T3"/>
                </a:cxn>
                <a:cxn ang="0">
                  <a:pos x="T4" y="T5"/>
                </a:cxn>
                <a:cxn ang="0">
                  <a:pos x="T6" y="T7"/>
                </a:cxn>
              </a:cxnLst>
              <a:rect l="0" t="0" r="r" b="b"/>
              <a:pathLst>
                <a:path w="11" h="13">
                  <a:moveTo>
                    <a:pt x="6" y="13"/>
                  </a:moveTo>
                  <a:cubicBezTo>
                    <a:pt x="6" y="11"/>
                    <a:pt x="0" y="4"/>
                    <a:pt x="0" y="0"/>
                  </a:cubicBezTo>
                  <a:cubicBezTo>
                    <a:pt x="11" y="0"/>
                    <a:pt x="11" y="0"/>
                    <a:pt x="11" y="0"/>
                  </a:cubicBezTo>
                  <a:cubicBezTo>
                    <a:pt x="11" y="4"/>
                    <a:pt x="6" y="11"/>
                    <a:pt x="6" y="13"/>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8" name="Freeform 195"/>
            <p:cNvSpPr/>
            <p:nvPr/>
          </p:nvSpPr>
          <p:spPr bwMode="auto">
            <a:xfrm>
              <a:off x="3427413" y="2470150"/>
              <a:ext cx="53975" cy="87313"/>
            </a:xfrm>
            <a:custGeom>
              <a:avLst/>
              <a:gdLst>
                <a:gd name="T0" fmla="*/ 11 w 13"/>
                <a:gd name="T1" fmla="*/ 21 h 21"/>
                <a:gd name="T2" fmla="*/ 3 w 13"/>
                <a:gd name="T3" fmla="*/ 14 h 21"/>
                <a:gd name="T4" fmla="*/ 4 w 13"/>
                <a:gd name="T5" fmla="*/ 8 h 21"/>
                <a:gd name="T6" fmla="*/ 0 w 13"/>
                <a:gd name="T7" fmla="*/ 9 h 21"/>
                <a:gd name="T8" fmla="*/ 8 w 13"/>
                <a:gd name="T9" fmla="*/ 0 h 21"/>
                <a:gd name="T10" fmla="*/ 10 w 13"/>
                <a:gd name="T11" fmla="*/ 9 h 21"/>
                <a:gd name="T12" fmla="*/ 13 w 13"/>
                <a:gd name="T13" fmla="*/ 21 h 21"/>
                <a:gd name="T14" fmla="*/ 11 w 13"/>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21">
                  <a:moveTo>
                    <a:pt x="11" y="21"/>
                  </a:moveTo>
                  <a:cubicBezTo>
                    <a:pt x="9" y="17"/>
                    <a:pt x="6" y="14"/>
                    <a:pt x="3" y="14"/>
                  </a:cubicBezTo>
                  <a:cubicBezTo>
                    <a:pt x="2" y="12"/>
                    <a:pt x="3" y="10"/>
                    <a:pt x="4" y="8"/>
                  </a:cubicBezTo>
                  <a:cubicBezTo>
                    <a:pt x="3" y="8"/>
                    <a:pt x="2" y="8"/>
                    <a:pt x="0" y="9"/>
                  </a:cubicBezTo>
                  <a:cubicBezTo>
                    <a:pt x="0" y="6"/>
                    <a:pt x="4" y="1"/>
                    <a:pt x="8" y="0"/>
                  </a:cubicBezTo>
                  <a:cubicBezTo>
                    <a:pt x="8" y="2"/>
                    <a:pt x="8" y="6"/>
                    <a:pt x="10" y="9"/>
                  </a:cubicBezTo>
                  <a:cubicBezTo>
                    <a:pt x="12" y="10"/>
                    <a:pt x="13" y="16"/>
                    <a:pt x="13" y="21"/>
                  </a:cubicBezTo>
                  <a:cubicBezTo>
                    <a:pt x="13" y="21"/>
                    <a:pt x="12" y="21"/>
                    <a:pt x="11" y="21"/>
                  </a:cubicBezTo>
                  <a:close/>
                </a:path>
              </a:pathLst>
            </a:custGeom>
            <a:solidFill>
              <a:srgbClr val="EDA2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199" name="Freeform 196"/>
            <p:cNvSpPr/>
            <p:nvPr/>
          </p:nvSpPr>
          <p:spPr bwMode="auto">
            <a:xfrm>
              <a:off x="3427413" y="2470150"/>
              <a:ext cx="53975" cy="87313"/>
            </a:xfrm>
            <a:custGeom>
              <a:avLst/>
              <a:gdLst>
                <a:gd name="T0" fmla="*/ 12 w 13"/>
                <a:gd name="T1" fmla="*/ 21 h 21"/>
                <a:gd name="T2" fmla="*/ 4 w 13"/>
                <a:gd name="T3" fmla="*/ 13 h 21"/>
                <a:gd name="T4" fmla="*/ 5 w 13"/>
                <a:gd name="T5" fmla="*/ 7 h 21"/>
                <a:gd name="T6" fmla="*/ 0 w 13"/>
                <a:gd name="T7" fmla="*/ 8 h 21"/>
                <a:gd name="T8" fmla="*/ 8 w 13"/>
                <a:gd name="T9" fmla="*/ 0 h 21"/>
                <a:gd name="T10" fmla="*/ 10 w 13"/>
                <a:gd name="T11" fmla="*/ 9 h 21"/>
                <a:gd name="T12" fmla="*/ 13 w 13"/>
                <a:gd name="T13" fmla="*/ 21 h 21"/>
                <a:gd name="T14" fmla="*/ 12 w 13"/>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21">
                  <a:moveTo>
                    <a:pt x="12" y="21"/>
                  </a:moveTo>
                  <a:cubicBezTo>
                    <a:pt x="10" y="17"/>
                    <a:pt x="6" y="13"/>
                    <a:pt x="4" y="13"/>
                  </a:cubicBezTo>
                  <a:cubicBezTo>
                    <a:pt x="4" y="10"/>
                    <a:pt x="4" y="9"/>
                    <a:pt x="5" y="7"/>
                  </a:cubicBezTo>
                  <a:cubicBezTo>
                    <a:pt x="3" y="7"/>
                    <a:pt x="2" y="7"/>
                    <a:pt x="0" y="8"/>
                  </a:cubicBezTo>
                  <a:cubicBezTo>
                    <a:pt x="1" y="5"/>
                    <a:pt x="5" y="1"/>
                    <a:pt x="8" y="0"/>
                  </a:cubicBezTo>
                  <a:cubicBezTo>
                    <a:pt x="8" y="2"/>
                    <a:pt x="8" y="6"/>
                    <a:pt x="10" y="9"/>
                  </a:cubicBezTo>
                  <a:cubicBezTo>
                    <a:pt x="12" y="11"/>
                    <a:pt x="13" y="16"/>
                    <a:pt x="13" y="21"/>
                  </a:cubicBezTo>
                  <a:cubicBezTo>
                    <a:pt x="13" y="21"/>
                    <a:pt x="12" y="21"/>
                    <a:pt x="12" y="21"/>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0" name="Freeform 197"/>
            <p:cNvSpPr/>
            <p:nvPr/>
          </p:nvSpPr>
          <p:spPr bwMode="auto">
            <a:xfrm>
              <a:off x="3430588" y="2470150"/>
              <a:ext cx="53975" cy="74613"/>
            </a:xfrm>
            <a:custGeom>
              <a:avLst/>
              <a:gdLst>
                <a:gd name="T0" fmla="*/ 13 w 13"/>
                <a:gd name="T1" fmla="*/ 18 h 18"/>
                <a:gd name="T2" fmla="*/ 3 w 13"/>
                <a:gd name="T3" fmla="*/ 11 h 18"/>
                <a:gd name="T4" fmla="*/ 6 w 13"/>
                <a:gd name="T5" fmla="*/ 5 h 18"/>
                <a:gd name="T6" fmla="*/ 0 w 13"/>
                <a:gd name="T7" fmla="*/ 7 h 18"/>
                <a:gd name="T8" fmla="*/ 7 w 13"/>
                <a:gd name="T9" fmla="*/ 0 h 18"/>
                <a:gd name="T10" fmla="*/ 9 w 13"/>
                <a:gd name="T11" fmla="*/ 9 h 18"/>
                <a:gd name="T12" fmla="*/ 13 w 13"/>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3" h="18">
                  <a:moveTo>
                    <a:pt x="13" y="18"/>
                  </a:moveTo>
                  <a:cubicBezTo>
                    <a:pt x="9" y="13"/>
                    <a:pt x="6" y="11"/>
                    <a:pt x="3" y="11"/>
                  </a:cubicBezTo>
                  <a:cubicBezTo>
                    <a:pt x="4" y="9"/>
                    <a:pt x="5" y="6"/>
                    <a:pt x="6" y="5"/>
                  </a:cubicBezTo>
                  <a:cubicBezTo>
                    <a:pt x="2" y="5"/>
                    <a:pt x="1" y="6"/>
                    <a:pt x="0" y="7"/>
                  </a:cubicBezTo>
                  <a:cubicBezTo>
                    <a:pt x="0" y="4"/>
                    <a:pt x="4" y="1"/>
                    <a:pt x="7" y="0"/>
                  </a:cubicBezTo>
                  <a:cubicBezTo>
                    <a:pt x="7" y="2"/>
                    <a:pt x="7" y="6"/>
                    <a:pt x="9" y="9"/>
                  </a:cubicBezTo>
                  <a:cubicBezTo>
                    <a:pt x="11" y="11"/>
                    <a:pt x="13" y="13"/>
                    <a:pt x="13"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1" name="Freeform 198"/>
            <p:cNvSpPr/>
            <p:nvPr/>
          </p:nvSpPr>
          <p:spPr bwMode="auto">
            <a:xfrm>
              <a:off x="3481388" y="2470150"/>
              <a:ext cx="58738" cy="87313"/>
            </a:xfrm>
            <a:custGeom>
              <a:avLst/>
              <a:gdLst>
                <a:gd name="T0" fmla="*/ 3 w 14"/>
                <a:gd name="T1" fmla="*/ 21 h 21"/>
                <a:gd name="T2" fmla="*/ 11 w 14"/>
                <a:gd name="T3" fmla="*/ 14 h 21"/>
                <a:gd name="T4" fmla="*/ 10 w 14"/>
                <a:gd name="T5" fmla="*/ 8 h 21"/>
                <a:gd name="T6" fmla="*/ 14 w 14"/>
                <a:gd name="T7" fmla="*/ 9 h 21"/>
                <a:gd name="T8" fmla="*/ 6 w 14"/>
                <a:gd name="T9" fmla="*/ 0 h 21"/>
                <a:gd name="T10" fmla="*/ 4 w 14"/>
                <a:gd name="T11" fmla="*/ 9 h 21"/>
                <a:gd name="T12" fmla="*/ 0 w 14"/>
                <a:gd name="T13" fmla="*/ 21 h 21"/>
                <a:gd name="T14" fmla="*/ 1 w 14"/>
                <a:gd name="T15" fmla="*/ 21 h 21"/>
                <a:gd name="T16" fmla="*/ 3 w 14"/>
                <a:gd name="T1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1">
                  <a:moveTo>
                    <a:pt x="3" y="21"/>
                  </a:moveTo>
                  <a:cubicBezTo>
                    <a:pt x="5" y="17"/>
                    <a:pt x="8" y="14"/>
                    <a:pt x="11" y="14"/>
                  </a:cubicBezTo>
                  <a:cubicBezTo>
                    <a:pt x="12" y="12"/>
                    <a:pt x="11" y="10"/>
                    <a:pt x="10" y="8"/>
                  </a:cubicBezTo>
                  <a:cubicBezTo>
                    <a:pt x="12" y="8"/>
                    <a:pt x="12" y="8"/>
                    <a:pt x="14" y="9"/>
                  </a:cubicBezTo>
                  <a:cubicBezTo>
                    <a:pt x="14" y="6"/>
                    <a:pt x="10" y="1"/>
                    <a:pt x="6" y="0"/>
                  </a:cubicBezTo>
                  <a:cubicBezTo>
                    <a:pt x="6" y="2"/>
                    <a:pt x="8" y="6"/>
                    <a:pt x="4" y="9"/>
                  </a:cubicBezTo>
                  <a:cubicBezTo>
                    <a:pt x="2" y="10"/>
                    <a:pt x="1" y="16"/>
                    <a:pt x="0" y="21"/>
                  </a:cubicBezTo>
                  <a:cubicBezTo>
                    <a:pt x="0" y="21"/>
                    <a:pt x="0" y="21"/>
                    <a:pt x="1" y="21"/>
                  </a:cubicBezTo>
                  <a:cubicBezTo>
                    <a:pt x="1" y="21"/>
                    <a:pt x="2" y="21"/>
                    <a:pt x="3" y="21"/>
                  </a:cubicBezTo>
                  <a:close/>
                </a:path>
              </a:pathLst>
            </a:custGeom>
            <a:solidFill>
              <a:srgbClr val="EDA2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2" name="Freeform 199"/>
            <p:cNvSpPr/>
            <p:nvPr/>
          </p:nvSpPr>
          <p:spPr bwMode="auto">
            <a:xfrm>
              <a:off x="3484563" y="2470150"/>
              <a:ext cx="55563" cy="87313"/>
            </a:xfrm>
            <a:custGeom>
              <a:avLst/>
              <a:gdLst>
                <a:gd name="T0" fmla="*/ 1 w 13"/>
                <a:gd name="T1" fmla="*/ 21 h 21"/>
                <a:gd name="T2" fmla="*/ 10 w 13"/>
                <a:gd name="T3" fmla="*/ 13 h 21"/>
                <a:gd name="T4" fmla="*/ 8 w 13"/>
                <a:gd name="T5" fmla="*/ 7 h 21"/>
                <a:gd name="T6" fmla="*/ 13 w 13"/>
                <a:gd name="T7" fmla="*/ 8 h 21"/>
                <a:gd name="T8" fmla="*/ 5 w 13"/>
                <a:gd name="T9" fmla="*/ 0 h 21"/>
                <a:gd name="T10" fmla="*/ 3 w 13"/>
                <a:gd name="T11" fmla="*/ 9 h 21"/>
                <a:gd name="T12" fmla="*/ 0 w 13"/>
                <a:gd name="T13" fmla="*/ 21 h 21"/>
                <a:gd name="T14" fmla="*/ 1 w 13"/>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21">
                  <a:moveTo>
                    <a:pt x="1" y="21"/>
                  </a:moveTo>
                  <a:cubicBezTo>
                    <a:pt x="3" y="17"/>
                    <a:pt x="7" y="13"/>
                    <a:pt x="10" y="13"/>
                  </a:cubicBezTo>
                  <a:cubicBezTo>
                    <a:pt x="10" y="10"/>
                    <a:pt x="9" y="9"/>
                    <a:pt x="8" y="7"/>
                  </a:cubicBezTo>
                  <a:cubicBezTo>
                    <a:pt x="10" y="7"/>
                    <a:pt x="11" y="7"/>
                    <a:pt x="13" y="8"/>
                  </a:cubicBezTo>
                  <a:cubicBezTo>
                    <a:pt x="12" y="5"/>
                    <a:pt x="8" y="1"/>
                    <a:pt x="5" y="0"/>
                  </a:cubicBezTo>
                  <a:cubicBezTo>
                    <a:pt x="5" y="2"/>
                    <a:pt x="5" y="6"/>
                    <a:pt x="3" y="9"/>
                  </a:cubicBezTo>
                  <a:cubicBezTo>
                    <a:pt x="1" y="10"/>
                    <a:pt x="0" y="16"/>
                    <a:pt x="0" y="21"/>
                  </a:cubicBezTo>
                  <a:cubicBezTo>
                    <a:pt x="0" y="21"/>
                    <a:pt x="1" y="21"/>
                    <a:pt x="1" y="21"/>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3" name="Freeform 200"/>
            <p:cNvSpPr/>
            <p:nvPr/>
          </p:nvSpPr>
          <p:spPr bwMode="auto">
            <a:xfrm>
              <a:off x="3484563" y="2470150"/>
              <a:ext cx="55563" cy="74613"/>
            </a:xfrm>
            <a:custGeom>
              <a:avLst/>
              <a:gdLst>
                <a:gd name="T0" fmla="*/ 0 w 13"/>
                <a:gd name="T1" fmla="*/ 18 h 18"/>
                <a:gd name="T2" fmla="*/ 9 w 13"/>
                <a:gd name="T3" fmla="*/ 11 h 18"/>
                <a:gd name="T4" fmla="*/ 6 w 13"/>
                <a:gd name="T5" fmla="*/ 5 h 18"/>
                <a:gd name="T6" fmla="*/ 13 w 13"/>
                <a:gd name="T7" fmla="*/ 7 h 18"/>
                <a:gd name="T8" fmla="*/ 5 w 13"/>
                <a:gd name="T9" fmla="*/ 0 h 18"/>
                <a:gd name="T10" fmla="*/ 3 w 13"/>
                <a:gd name="T11" fmla="*/ 9 h 18"/>
                <a:gd name="T12" fmla="*/ 0 w 13"/>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3" h="18">
                  <a:moveTo>
                    <a:pt x="0" y="18"/>
                  </a:moveTo>
                  <a:cubicBezTo>
                    <a:pt x="3" y="13"/>
                    <a:pt x="7" y="11"/>
                    <a:pt x="9" y="11"/>
                  </a:cubicBezTo>
                  <a:cubicBezTo>
                    <a:pt x="8" y="9"/>
                    <a:pt x="7" y="6"/>
                    <a:pt x="6" y="5"/>
                  </a:cubicBezTo>
                  <a:cubicBezTo>
                    <a:pt x="10" y="5"/>
                    <a:pt x="11" y="6"/>
                    <a:pt x="13" y="7"/>
                  </a:cubicBezTo>
                  <a:cubicBezTo>
                    <a:pt x="12" y="4"/>
                    <a:pt x="8" y="1"/>
                    <a:pt x="5" y="0"/>
                  </a:cubicBezTo>
                  <a:cubicBezTo>
                    <a:pt x="5" y="2"/>
                    <a:pt x="5" y="6"/>
                    <a:pt x="3" y="9"/>
                  </a:cubicBezTo>
                  <a:cubicBezTo>
                    <a:pt x="1" y="11"/>
                    <a:pt x="0" y="13"/>
                    <a:pt x="0"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4" name="Freeform 201"/>
            <p:cNvSpPr/>
            <p:nvPr/>
          </p:nvSpPr>
          <p:spPr bwMode="auto">
            <a:xfrm>
              <a:off x="3414713" y="2314575"/>
              <a:ext cx="136525" cy="100013"/>
            </a:xfrm>
            <a:custGeom>
              <a:avLst/>
              <a:gdLst>
                <a:gd name="T0" fmla="*/ 16 w 33"/>
                <a:gd name="T1" fmla="*/ 9 h 24"/>
                <a:gd name="T2" fmla="*/ 28 w 33"/>
                <a:gd name="T3" fmla="*/ 18 h 24"/>
                <a:gd name="T4" fmla="*/ 31 w 33"/>
                <a:gd name="T5" fmla="*/ 18 h 24"/>
                <a:gd name="T6" fmla="*/ 17 w 33"/>
                <a:gd name="T7" fmla="*/ 0 h 24"/>
                <a:gd name="T8" fmla="*/ 2 w 33"/>
                <a:gd name="T9" fmla="*/ 18 h 24"/>
                <a:gd name="T10" fmla="*/ 6 w 33"/>
                <a:gd name="T11" fmla="*/ 18 h 24"/>
                <a:gd name="T12" fmla="*/ 16 w 33"/>
                <a:gd name="T13" fmla="*/ 9 h 24"/>
              </a:gdLst>
              <a:ahLst/>
              <a:cxnLst>
                <a:cxn ang="0">
                  <a:pos x="T0" y="T1"/>
                </a:cxn>
                <a:cxn ang="0">
                  <a:pos x="T2" y="T3"/>
                </a:cxn>
                <a:cxn ang="0">
                  <a:pos x="T4" y="T5"/>
                </a:cxn>
                <a:cxn ang="0">
                  <a:pos x="T6" y="T7"/>
                </a:cxn>
                <a:cxn ang="0">
                  <a:pos x="T8" y="T9"/>
                </a:cxn>
                <a:cxn ang="0">
                  <a:pos x="T10" y="T11"/>
                </a:cxn>
                <a:cxn ang="0">
                  <a:pos x="T12" y="T13"/>
                </a:cxn>
              </a:cxnLst>
              <a:rect l="0" t="0" r="r" b="b"/>
              <a:pathLst>
                <a:path w="33" h="24">
                  <a:moveTo>
                    <a:pt x="16" y="9"/>
                  </a:moveTo>
                  <a:cubicBezTo>
                    <a:pt x="24" y="9"/>
                    <a:pt x="28" y="14"/>
                    <a:pt x="28" y="18"/>
                  </a:cubicBezTo>
                  <a:cubicBezTo>
                    <a:pt x="28" y="22"/>
                    <a:pt x="29" y="22"/>
                    <a:pt x="31" y="18"/>
                  </a:cubicBezTo>
                  <a:cubicBezTo>
                    <a:pt x="33" y="15"/>
                    <a:pt x="29" y="0"/>
                    <a:pt x="17" y="0"/>
                  </a:cubicBezTo>
                  <a:cubicBezTo>
                    <a:pt x="5" y="0"/>
                    <a:pt x="0" y="11"/>
                    <a:pt x="2" y="18"/>
                  </a:cubicBezTo>
                  <a:cubicBezTo>
                    <a:pt x="4" y="24"/>
                    <a:pt x="6" y="20"/>
                    <a:pt x="6" y="18"/>
                  </a:cubicBezTo>
                  <a:cubicBezTo>
                    <a:pt x="5" y="15"/>
                    <a:pt x="8" y="9"/>
                    <a:pt x="16" y="9"/>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5" name="Freeform 202"/>
            <p:cNvSpPr/>
            <p:nvPr/>
          </p:nvSpPr>
          <p:spPr bwMode="auto">
            <a:xfrm>
              <a:off x="3530601" y="2378075"/>
              <a:ext cx="17463" cy="33338"/>
            </a:xfrm>
            <a:custGeom>
              <a:avLst/>
              <a:gdLst>
                <a:gd name="T0" fmla="*/ 3 w 4"/>
                <a:gd name="T1" fmla="*/ 1 h 8"/>
                <a:gd name="T2" fmla="*/ 4 w 4"/>
                <a:gd name="T3" fmla="*/ 4 h 8"/>
                <a:gd name="T4" fmla="*/ 2 w 4"/>
                <a:gd name="T5" fmla="*/ 7 h 8"/>
                <a:gd name="T6" fmla="*/ 1 w 4"/>
                <a:gd name="T7" fmla="*/ 4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4" y="1"/>
                    <a:pt x="4" y="2"/>
                    <a:pt x="4" y="4"/>
                  </a:cubicBezTo>
                  <a:cubicBezTo>
                    <a:pt x="3" y="6"/>
                    <a:pt x="2" y="8"/>
                    <a:pt x="2" y="7"/>
                  </a:cubicBezTo>
                  <a:cubicBezTo>
                    <a:pt x="1" y="7"/>
                    <a:pt x="0" y="6"/>
                    <a:pt x="1" y="4"/>
                  </a:cubicBezTo>
                  <a:cubicBezTo>
                    <a:pt x="1" y="2"/>
                    <a:pt x="2" y="0"/>
                    <a:pt x="3" y="1"/>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6" name="Freeform 203"/>
            <p:cNvSpPr/>
            <p:nvPr/>
          </p:nvSpPr>
          <p:spPr bwMode="auto">
            <a:xfrm>
              <a:off x="3417888" y="2378075"/>
              <a:ext cx="17463" cy="33338"/>
            </a:xfrm>
            <a:custGeom>
              <a:avLst/>
              <a:gdLst>
                <a:gd name="T0" fmla="*/ 1 w 4"/>
                <a:gd name="T1" fmla="*/ 1 h 8"/>
                <a:gd name="T2" fmla="*/ 0 w 4"/>
                <a:gd name="T3" fmla="*/ 4 h 8"/>
                <a:gd name="T4" fmla="*/ 3 w 4"/>
                <a:gd name="T5" fmla="*/ 7 h 8"/>
                <a:gd name="T6" fmla="*/ 3 w 4"/>
                <a:gd name="T7" fmla="*/ 4 h 8"/>
                <a:gd name="T8" fmla="*/ 1 w 4"/>
                <a:gd name="T9" fmla="*/ 1 h 8"/>
              </a:gdLst>
              <a:ahLst/>
              <a:cxnLst>
                <a:cxn ang="0">
                  <a:pos x="T0" y="T1"/>
                </a:cxn>
                <a:cxn ang="0">
                  <a:pos x="T2" y="T3"/>
                </a:cxn>
                <a:cxn ang="0">
                  <a:pos x="T4" y="T5"/>
                </a:cxn>
                <a:cxn ang="0">
                  <a:pos x="T6" y="T7"/>
                </a:cxn>
                <a:cxn ang="0">
                  <a:pos x="T8" y="T9"/>
                </a:cxn>
              </a:cxnLst>
              <a:rect l="0" t="0" r="r" b="b"/>
              <a:pathLst>
                <a:path w="4" h="8">
                  <a:moveTo>
                    <a:pt x="1" y="1"/>
                  </a:moveTo>
                  <a:cubicBezTo>
                    <a:pt x="0" y="1"/>
                    <a:pt x="0" y="2"/>
                    <a:pt x="0" y="4"/>
                  </a:cubicBezTo>
                  <a:cubicBezTo>
                    <a:pt x="1" y="6"/>
                    <a:pt x="2" y="8"/>
                    <a:pt x="3" y="7"/>
                  </a:cubicBezTo>
                  <a:cubicBezTo>
                    <a:pt x="3" y="7"/>
                    <a:pt x="4" y="6"/>
                    <a:pt x="3" y="4"/>
                  </a:cubicBezTo>
                  <a:cubicBezTo>
                    <a:pt x="3" y="2"/>
                    <a:pt x="2" y="0"/>
                    <a:pt x="1" y="1"/>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07" name="Freeform 204"/>
            <p:cNvSpPr/>
            <p:nvPr/>
          </p:nvSpPr>
          <p:spPr bwMode="auto">
            <a:xfrm>
              <a:off x="3440113" y="2324100"/>
              <a:ext cx="95250" cy="57150"/>
            </a:xfrm>
            <a:custGeom>
              <a:avLst/>
              <a:gdLst>
                <a:gd name="T0" fmla="*/ 1 w 23"/>
                <a:gd name="T1" fmla="*/ 4 h 14"/>
                <a:gd name="T2" fmla="*/ 22 w 23"/>
                <a:gd name="T3" fmla="*/ 14 h 14"/>
                <a:gd name="T4" fmla="*/ 1 w 23"/>
                <a:gd name="T5" fmla="*/ 4 h 14"/>
              </a:gdLst>
              <a:ahLst/>
              <a:cxnLst>
                <a:cxn ang="0">
                  <a:pos x="T0" y="T1"/>
                </a:cxn>
                <a:cxn ang="0">
                  <a:pos x="T2" y="T3"/>
                </a:cxn>
                <a:cxn ang="0">
                  <a:pos x="T4" y="T5"/>
                </a:cxn>
              </a:cxnLst>
              <a:rect l="0" t="0" r="r" b="b"/>
              <a:pathLst>
                <a:path w="23" h="14">
                  <a:moveTo>
                    <a:pt x="1" y="4"/>
                  </a:moveTo>
                  <a:cubicBezTo>
                    <a:pt x="0" y="9"/>
                    <a:pt x="13" y="14"/>
                    <a:pt x="22" y="14"/>
                  </a:cubicBezTo>
                  <a:cubicBezTo>
                    <a:pt x="23" y="3"/>
                    <a:pt x="9" y="0"/>
                    <a:pt x="1" y="4"/>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08" name="Group 568"/>
          <p:cNvGrpSpPr/>
          <p:nvPr/>
        </p:nvGrpSpPr>
        <p:grpSpPr>
          <a:xfrm>
            <a:off x="6256508" y="1566244"/>
            <a:ext cx="437043" cy="437043"/>
            <a:chOff x="4832350" y="1079500"/>
            <a:chExt cx="371475" cy="371475"/>
          </a:xfrm>
        </p:grpSpPr>
        <p:sp>
          <p:nvSpPr>
            <p:cNvPr id="209" name="Oval 206"/>
            <p:cNvSpPr>
              <a:spLocks noChangeArrowheads="1"/>
            </p:cNvSpPr>
            <p:nvPr/>
          </p:nvSpPr>
          <p:spPr bwMode="auto">
            <a:xfrm>
              <a:off x="4832350" y="1079500"/>
              <a:ext cx="371475" cy="371475"/>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0" name="Oval 207"/>
            <p:cNvSpPr>
              <a:spLocks noChangeArrowheads="1"/>
            </p:cNvSpPr>
            <p:nvPr/>
          </p:nvSpPr>
          <p:spPr bwMode="auto">
            <a:xfrm>
              <a:off x="4857750" y="1109663"/>
              <a:ext cx="317500" cy="312738"/>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a:p>
          </p:txBody>
        </p:sp>
        <p:sp>
          <p:nvSpPr>
            <p:cNvPr id="211" name="Freeform 208"/>
            <p:cNvSpPr/>
            <p:nvPr/>
          </p:nvSpPr>
          <p:spPr bwMode="auto">
            <a:xfrm>
              <a:off x="4932363" y="1209675"/>
              <a:ext cx="117475" cy="150813"/>
            </a:xfrm>
            <a:custGeom>
              <a:avLst/>
              <a:gdLst>
                <a:gd name="T0" fmla="*/ 7 w 28"/>
                <a:gd name="T1" fmla="*/ 2 h 36"/>
                <a:gd name="T2" fmla="*/ 6 w 28"/>
                <a:gd name="T3" fmla="*/ 31 h 36"/>
                <a:gd name="T4" fmla="*/ 11 w 28"/>
                <a:gd name="T5" fmla="*/ 35 h 36"/>
                <a:gd name="T6" fmla="*/ 20 w 28"/>
                <a:gd name="T7" fmla="*/ 36 h 36"/>
                <a:gd name="T8" fmla="*/ 28 w 28"/>
                <a:gd name="T9" fmla="*/ 36 h 36"/>
                <a:gd name="T10" fmla="*/ 28 w 28"/>
                <a:gd name="T11" fmla="*/ 35 h 36"/>
                <a:gd name="T12" fmla="*/ 7 w 28"/>
                <a:gd name="T13" fmla="*/ 2 h 36"/>
              </a:gdLst>
              <a:ahLst/>
              <a:cxnLst>
                <a:cxn ang="0">
                  <a:pos x="T0" y="T1"/>
                </a:cxn>
                <a:cxn ang="0">
                  <a:pos x="T2" y="T3"/>
                </a:cxn>
                <a:cxn ang="0">
                  <a:pos x="T4" y="T5"/>
                </a:cxn>
                <a:cxn ang="0">
                  <a:pos x="T6" y="T7"/>
                </a:cxn>
                <a:cxn ang="0">
                  <a:pos x="T8" y="T9"/>
                </a:cxn>
                <a:cxn ang="0">
                  <a:pos x="T10" y="T11"/>
                </a:cxn>
                <a:cxn ang="0">
                  <a:pos x="T12" y="T13"/>
                </a:cxn>
              </a:cxnLst>
              <a:rect l="0" t="0" r="r" b="b"/>
              <a:pathLst>
                <a:path w="28" h="36">
                  <a:moveTo>
                    <a:pt x="7" y="2"/>
                  </a:moveTo>
                  <a:cubicBezTo>
                    <a:pt x="4" y="5"/>
                    <a:pt x="0" y="21"/>
                    <a:pt x="6" y="31"/>
                  </a:cubicBezTo>
                  <a:cubicBezTo>
                    <a:pt x="7" y="33"/>
                    <a:pt x="9" y="34"/>
                    <a:pt x="11" y="35"/>
                  </a:cubicBezTo>
                  <a:cubicBezTo>
                    <a:pt x="14" y="36"/>
                    <a:pt x="17" y="36"/>
                    <a:pt x="20" y="36"/>
                  </a:cubicBezTo>
                  <a:cubicBezTo>
                    <a:pt x="23" y="36"/>
                    <a:pt x="25" y="36"/>
                    <a:pt x="28" y="36"/>
                  </a:cubicBezTo>
                  <a:cubicBezTo>
                    <a:pt x="28" y="35"/>
                    <a:pt x="28" y="35"/>
                    <a:pt x="28" y="35"/>
                  </a:cubicBezTo>
                  <a:cubicBezTo>
                    <a:pt x="28" y="30"/>
                    <a:pt x="11" y="0"/>
                    <a:pt x="7" y="2"/>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2" name="Freeform 209"/>
            <p:cNvSpPr/>
            <p:nvPr/>
          </p:nvSpPr>
          <p:spPr bwMode="auto">
            <a:xfrm>
              <a:off x="4978400" y="1209675"/>
              <a:ext cx="117475" cy="150813"/>
            </a:xfrm>
            <a:custGeom>
              <a:avLst/>
              <a:gdLst>
                <a:gd name="T0" fmla="*/ 22 w 28"/>
                <a:gd name="T1" fmla="*/ 2 h 36"/>
                <a:gd name="T2" fmla="*/ 22 w 28"/>
                <a:gd name="T3" fmla="*/ 30 h 36"/>
                <a:gd name="T4" fmla="*/ 15 w 28"/>
                <a:gd name="T5" fmla="*/ 36 h 36"/>
                <a:gd name="T6" fmla="*/ 9 w 28"/>
                <a:gd name="T7" fmla="*/ 36 h 36"/>
                <a:gd name="T8" fmla="*/ 1 w 28"/>
                <a:gd name="T9" fmla="*/ 35 h 36"/>
                <a:gd name="T10" fmla="*/ 1 w 28"/>
                <a:gd name="T11" fmla="*/ 35 h 36"/>
                <a:gd name="T12" fmla="*/ 22 w 28"/>
                <a:gd name="T13" fmla="*/ 2 h 36"/>
              </a:gdLst>
              <a:ahLst/>
              <a:cxnLst>
                <a:cxn ang="0">
                  <a:pos x="T0" y="T1"/>
                </a:cxn>
                <a:cxn ang="0">
                  <a:pos x="T2" y="T3"/>
                </a:cxn>
                <a:cxn ang="0">
                  <a:pos x="T4" y="T5"/>
                </a:cxn>
                <a:cxn ang="0">
                  <a:pos x="T6" y="T7"/>
                </a:cxn>
                <a:cxn ang="0">
                  <a:pos x="T8" y="T9"/>
                </a:cxn>
                <a:cxn ang="0">
                  <a:pos x="T10" y="T11"/>
                </a:cxn>
                <a:cxn ang="0">
                  <a:pos x="T12" y="T13"/>
                </a:cxn>
              </a:cxnLst>
              <a:rect l="0" t="0" r="r" b="b"/>
              <a:pathLst>
                <a:path w="28" h="36">
                  <a:moveTo>
                    <a:pt x="22" y="2"/>
                  </a:moveTo>
                  <a:cubicBezTo>
                    <a:pt x="24" y="5"/>
                    <a:pt x="28" y="20"/>
                    <a:pt x="22" y="30"/>
                  </a:cubicBezTo>
                  <a:cubicBezTo>
                    <a:pt x="21" y="32"/>
                    <a:pt x="18" y="34"/>
                    <a:pt x="15" y="36"/>
                  </a:cubicBezTo>
                  <a:cubicBezTo>
                    <a:pt x="13" y="36"/>
                    <a:pt x="11" y="36"/>
                    <a:pt x="9" y="36"/>
                  </a:cubicBezTo>
                  <a:cubicBezTo>
                    <a:pt x="6" y="36"/>
                    <a:pt x="4" y="36"/>
                    <a:pt x="1" y="35"/>
                  </a:cubicBezTo>
                  <a:cubicBezTo>
                    <a:pt x="1" y="35"/>
                    <a:pt x="1" y="35"/>
                    <a:pt x="1" y="35"/>
                  </a:cubicBezTo>
                  <a:cubicBezTo>
                    <a:pt x="0" y="30"/>
                    <a:pt x="18" y="0"/>
                    <a:pt x="22" y="2"/>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3" name="Freeform 210"/>
            <p:cNvSpPr/>
            <p:nvPr/>
          </p:nvSpPr>
          <p:spPr bwMode="auto">
            <a:xfrm>
              <a:off x="4937125" y="1343025"/>
              <a:ext cx="161925" cy="79375"/>
            </a:xfrm>
            <a:custGeom>
              <a:avLst/>
              <a:gdLst>
                <a:gd name="T0" fmla="*/ 5 w 39"/>
                <a:gd name="T1" fmla="*/ 6 h 19"/>
                <a:gd name="T2" fmla="*/ 0 w 39"/>
                <a:gd name="T3" fmla="*/ 14 h 19"/>
                <a:gd name="T4" fmla="*/ 19 w 39"/>
                <a:gd name="T5" fmla="*/ 19 h 19"/>
                <a:gd name="T6" fmla="*/ 39 w 39"/>
                <a:gd name="T7" fmla="*/ 14 h 19"/>
                <a:gd name="T8" fmla="*/ 33 w 39"/>
                <a:gd name="T9" fmla="*/ 6 h 19"/>
                <a:gd name="T10" fmla="*/ 19 w 39"/>
                <a:gd name="T11" fmla="*/ 0 h 19"/>
                <a:gd name="T12" fmla="*/ 5 w 39"/>
                <a:gd name="T13" fmla="*/ 6 h 19"/>
              </a:gdLst>
              <a:ahLst/>
              <a:cxnLst>
                <a:cxn ang="0">
                  <a:pos x="T0" y="T1"/>
                </a:cxn>
                <a:cxn ang="0">
                  <a:pos x="T2" y="T3"/>
                </a:cxn>
                <a:cxn ang="0">
                  <a:pos x="T4" y="T5"/>
                </a:cxn>
                <a:cxn ang="0">
                  <a:pos x="T6" y="T7"/>
                </a:cxn>
                <a:cxn ang="0">
                  <a:pos x="T8" y="T9"/>
                </a:cxn>
                <a:cxn ang="0">
                  <a:pos x="T10" y="T11"/>
                </a:cxn>
                <a:cxn ang="0">
                  <a:pos x="T12" y="T13"/>
                </a:cxn>
              </a:cxnLst>
              <a:rect l="0" t="0" r="r" b="b"/>
              <a:pathLst>
                <a:path w="39" h="19">
                  <a:moveTo>
                    <a:pt x="5" y="6"/>
                  </a:moveTo>
                  <a:cubicBezTo>
                    <a:pt x="2" y="7"/>
                    <a:pt x="1" y="10"/>
                    <a:pt x="0" y="14"/>
                  </a:cubicBezTo>
                  <a:cubicBezTo>
                    <a:pt x="5" y="17"/>
                    <a:pt x="12" y="19"/>
                    <a:pt x="19" y="19"/>
                  </a:cubicBezTo>
                  <a:cubicBezTo>
                    <a:pt x="26" y="19"/>
                    <a:pt x="33" y="17"/>
                    <a:pt x="39" y="14"/>
                  </a:cubicBezTo>
                  <a:cubicBezTo>
                    <a:pt x="37" y="10"/>
                    <a:pt x="36" y="7"/>
                    <a:pt x="33" y="6"/>
                  </a:cubicBezTo>
                  <a:cubicBezTo>
                    <a:pt x="27" y="1"/>
                    <a:pt x="23" y="1"/>
                    <a:pt x="19" y="0"/>
                  </a:cubicBezTo>
                  <a:cubicBezTo>
                    <a:pt x="15" y="0"/>
                    <a:pt x="11" y="1"/>
                    <a:pt x="5" y="6"/>
                  </a:cubicBezTo>
                  <a:close/>
                </a:path>
              </a:pathLst>
            </a:custGeom>
            <a:solidFill>
              <a:srgbClr val="6BB39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4" name="Freeform 211"/>
            <p:cNvSpPr/>
            <p:nvPr/>
          </p:nvSpPr>
          <p:spPr bwMode="auto">
            <a:xfrm>
              <a:off x="4995863" y="1284288"/>
              <a:ext cx="46038" cy="92075"/>
            </a:xfrm>
            <a:custGeom>
              <a:avLst/>
              <a:gdLst>
                <a:gd name="T0" fmla="*/ 0 w 11"/>
                <a:gd name="T1" fmla="*/ 0 h 22"/>
                <a:gd name="T2" fmla="*/ 11 w 11"/>
                <a:gd name="T3" fmla="*/ 0 h 22"/>
                <a:gd name="T4" fmla="*/ 11 w 11"/>
                <a:gd name="T5" fmla="*/ 16 h 22"/>
                <a:gd name="T6" fmla="*/ 0 w 11"/>
                <a:gd name="T7" fmla="*/ 16 h 22"/>
                <a:gd name="T8" fmla="*/ 0 w 11"/>
                <a:gd name="T9" fmla="*/ 0 h 22"/>
              </a:gdLst>
              <a:ahLst/>
              <a:cxnLst>
                <a:cxn ang="0">
                  <a:pos x="T0" y="T1"/>
                </a:cxn>
                <a:cxn ang="0">
                  <a:pos x="T2" y="T3"/>
                </a:cxn>
                <a:cxn ang="0">
                  <a:pos x="T4" y="T5"/>
                </a:cxn>
                <a:cxn ang="0">
                  <a:pos x="T6" y="T7"/>
                </a:cxn>
                <a:cxn ang="0">
                  <a:pos x="T8" y="T9"/>
                </a:cxn>
              </a:cxnLst>
              <a:rect l="0" t="0" r="r" b="b"/>
              <a:pathLst>
                <a:path w="11" h="22">
                  <a:moveTo>
                    <a:pt x="0" y="0"/>
                  </a:moveTo>
                  <a:cubicBezTo>
                    <a:pt x="11" y="0"/>
                    <a:pt x="11" y="0"/>
                    <a:pt x="11" y="0"/>
                  </a:cubicBezTo>
                  <a:cubicBezTo>
                    <a:pt x="11" y="16"/>
                    <a:pt x="11" y="16"/>
                    <a:pt x="11" y="16"/>
                  </a:cubicBezTo>
                  <a:cubicBezTo>
                    <a:pt x="11" y="21"/>
                    <a:pt x="0" y="22"/>
                    <a:pt x="0" y="16"/>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5" name="Freeform 212"/>
            <p:cNvSpPr/>
            <p:nvPr/>
          </p:nvSpPr>
          <p:spPr bwMode="auto">
            <a:xfrm>
              <a:off x="4995863" y="1317625"/>
              <a:ext cx="46038" cy="30163"/>
            </a:xfrm>
            <a:custGeom>
              <a:avLst/>
              <a:gdLst>
                <a:gd name="T0" fmla="*/ 29 w 29"/>
                <a:gd name="T1" fmla="*/ 5 h 19"/>
                <a:gd name="T2" fmla="*/ 29 w 29"/>
                <a:gd name="T3" fmla="*/ 0 h 19"/>
                <a:gd name="T4" fmla="*/ 0 w 29"/>
                <a:gd name="T5" fmla="*/ 0 h 19"/>
                <a:gd name="T6" fmla="*/ 0 w 29"/>
                <a:gd name="T7" fmla="*/ 19 h 19"/>
                <a:gd name="T8" fmla="*/ 29 w 29"/>
                <a:gd name="T9" fmla="*/ 5 h 19"/>
              </a:gdLst>
              <a:ahLst/>
              <a:cxnLst>
                <a:cxn ang="0">
                  <a:pos x="T0" y="T1"/>
                </a:cxn>
                <a:cxn ang="0">
                  <a:pos x="T2" y="T3"/>
                </a:cxn>
                <a:cxn ang="0">
                  <a:pos x="T4" y="T5"/>
                </a:cxn>
                <a:cxn ang="0">
                  <a:pos x="T6" y="T7"/>
                </a:cxn>
                <a:cxn ang="0">
                  <a:pos x="T8" y="T9"/>
                </a:cxn>
              </a:cxnLst>
              <a:rect l="0" t="0" r="r" b="b"/>
              <a:pathLst>
                <a:path w="29" h="19">
                  <a:moveTo>
                    <a:pt x="29" y="5"/>
                  </a:moveTo>
                  <a:lnTo>
                    <a:pt x="29" y="0"/>
                  </a:lnTo>
                  <a:lnTo>
                    <a:pt x="0" y="0"/>
                  </a:lnTo>
                  <a:lnTo>
                    <a:pt x="0" y="19"/>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6" name="Freeform 213"/>
            <p:cNvSpPr/>
            <p:nvPr/>
          </p:nvSpPr>
          <p:spPr bwMode="auto">
            <a:xfrm>
              <a:off x="4924425" y="1204913"/>
              <a:ext cx="187325" cy="125413"/>
            </a:xfrm>
            <a:custGeom>
              <a:avLst/>
              <a:gdLst>
                <a:gd name="T0" fmla="*/ 22 w 45"/>
                <a:gd name="T1" fmla="*/ 0 h 30"/>
                <a:gd name="T2" fmla="*/ 22 w 45"/>
                <a:gd name="T3" fmla="*/ 30 h 30"/>
                <a:gd name="T4" fmla="*/ 22 w 45"/>
                <a:gd name="T5" fmla="*/ 0 h 30"/>
              </a:gdLst>
              <a:ahLst/>
              <a:cxnLst>
                <a:cxn ang="0">
                  <a:pos x="T0" y="T1"/>
                </a:cxn>
                <a:cxn ang="0">
                  <a:pos x="T2" y="T3"/>
                </a:cxn>
                <a:cxn ang="0">
                  <a:pos x="T4" y="T5"/>
                </a:cxn>
              </a:cxnLst>
              <a:rect l="0" t="0" r="r" b="b"/>
              <a:pathLst>
                <a:path w="45" h="30">
                  <a:moveTo>
                    <a:pt x="22" y="0"/>
                  </a:moveTo>
                  <a:cubicBezTo>
                    <a:pt x="45" y="0"/>
                    <a:pt x="36" y="30"/>
                    <a:pt x="22" y="30"/>
                  </a:cubicBezTo>
                  <a:cubicBezTo>
                    <a:pt x="9" y="30"/>
                    <a:pt x="0" y="0"/>
                    <a:pt x="22"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7" name="Freeform 214"/>
            <p:cNvSpPr/>
            <p:nvPr/>
          </p:nvSpPr>
          <p:spPr bwMode="auto">
            <a:xfrm>
              <a:off x="4949825" y="1181100"/>
              <a:ext cx="133350" cy="100013"/>
            </a:xfrm>
            <a:custGeom>
              <a:avLst/>
              <a:gdLst>
                <a:gd name="T0" fmla="*/ 21 w 32"/>
                <a:gd name="T1" fmla="*/ 8 h 24"/>
                <a:gd name="T2" fmla="*/ 28 w 32"/>
                <a:gd name="T3" fmla="*/ 19 h 24"/>
                <a:gd name="T4" fmla="*/ 31 w 32"/>
                <a:gd name="T5" fmla="*/ 19 h 24"/>
                <a:gd name="T6" fmla="*/ 17 w 32"/>
                <a:gd name="T7" fmla="*/ 0 h 24"/>
                <a:gd name="T8" fmla="*/ 2 w 32"/>
                <a:gd name="T9" fmla="*/ 18 h 24"/>
                <a:gd name="T10" fmla="*/ 5 w 32"/>
                <a:gd name="T11" fmla="*/ 18 h 24"/>
                <a:gd name="T12" fmla="*/ 21 w 32"/>
                <a:gd name="T13" fmla="*/ 8 h 24"/>
              </a:gdLst>
              <a:ahLst/>
              <a:cxnLst>
                <a:cxn ang="0">
                  <a:pos x="T0" y="T1"/>
                </a:cxn>
                <a:cxn ang="0">
                  <a:pos x="T2" y="T3"/>
                </a:cxn>
                <a:cxn ang="0">
                  <a:pos x="T4" y="T5"/>
                </a:cxn>
                <a:cxn ang="0">
                  <a:pos x="T6" y="T7"/>
                </a:cxn>
                <a:cxn ang="0">
                  <a:pos x="T8" y="T9"/>
                </a:cxn>
                <a:cxn ang="0">
                  <a:pos x="T10" y="T11"/>
                </a:cxn>
                <a:cxn ang="0">
                  <a:pos x="T12" y="T13"/>
                </a:cxn>
              </a:cxnLst>
              <a:rect l="0" t="0" r="r" b="b"/>
              <a:pathLst>
                <a:path w="32" h="24">
                  <a:moveTo>
                    <a:pt x="21" y="8"/>
                  </a:moveTo>
                  <a:cubicBezTo>
                    <a:pt x="25" y="10"/>
                    <a:pt x="28" y="15"/>
                    <a:pt x="28" y="19"/>
                  </a:cubicBezTo>
                  <a:cubicBezTo>
                    <a:pt x="29" y="24"/>
                    <a:pt x="29" y="22"/>
                    <a:pt x="31" y="19"/>
                  </a:cubicBezTo>
                  <a:cubicBezTo>
                    <a:pt x="32" y="15"/>
                    <a:pt x="28" y="0"/>
                    <a:pt x="17" y="0"/>
                  </a:cubicBezTo>
                  <a:cubicBezTo>
                    <a:pt x="5" y="0"/>
                    <a:pt x="0" y="12"/>
                    <a:pt x="2" y="18"/>
                  </a:cubicBezTo>
                  <a:cubicBezTo>
                    <a:pt x="3" y="24"/>
                    <a:pt x="4" y="23"/>
                    <a:pt x="5" y="18"/>
                  </a:cubicBezTo>
                  <a:cubicBezTo>
                    <a:pt x="6" y="13"/>
                    <a:pt x="11" y="7"/>
                    <a:pt x="21" y="8"/>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8" name="Freeform 215"/>
            <p:cNvSpPr/>
            <p:nvPr/>
          </p:nvSpPr>
          <p:spPr bwMode="auto">
            <a:xfrm>
              <a:off x="5037138" y="1214438"/>
              <a:ext cx="61913" cy="111125"/>
            </a:xfrm>
            <a:custGeom>
              <a:avLst/>
              <a:gdLst>
                <a:gd name="T0" fmla="*/ 6 w 15"/>
                <a:gd name="T1" fmla="*/ 27 h 27"/>
                <a:gd name="T2" fmla="*/ 0 w 15"/>
                <a:gd name="T3" fmla="*/ 1 h 27"/>
                <a:gd name="T4" fmla="*/ 6 w 15"/>
                <a:gd name="T5" fmla="*/ 27 h 27"/>
              </a:gdLst>
              <a:ahLst/>
              <a:cxnLst>
                <a:cxn ang="0">
                  <a:pos x="T0" y="T1"/>
                </a:cxn>
                <a:cxn ang="0">
                  <a:pos x="T2" y="T3"/>
                </a:cxn>
                <a:cxn ang="0">
                  <a:pos x="T4" y="T5"/>
                </a:cxn>
              </a:cxnLst>
              <a:rect l="0" t="0" r="r" b="b"/>
              <a:pathLst>
                <a:path w="15" h="27">
                  <a:moveTo>
                    <a:pt x="6" y="27"/>
                  </a:moveTo>
                  <a:cubicBezTo>
                    <a:pt x="12" y="11"/>
                    <a:pt x="2" y="1"/>
                    <a:pt x="0" y="1"/>
                  </a:cubicBezTo>
                  <a:cubicBezTo>
                    <a:pt x="4" y="0"/>
                    <a:pt x="15" y="10"/>
                    <a:pt x="6" y="27"/>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19" name="Freeform 216"/>
            <p:cNvSpPr/>
            <p:nvPr/>
          </p:nvSpPr>
          <p:spPr bwMode="auto">
            <a:xfrm>
              <a:off x="4995863" y="1347788"/>
              <a:ext cx="46038" cy="49213"/>
            </a:xfrm>
            <a:custGeom>
              <a:avLst/>
              <a:gdLst>
                <a:gd name="T0" fmla="*/ 11 w 11"/>
                <a:gd name="T1" fmla="*/ 0 h 12"/>
                <a:gd name="T2" fmla="*/ 5 w 11"/>
                <a:gd name="T3" fmla="*/ 12 h 12"/>
                <a:gd name="T4" fmla="*/ 0 w 11"/>
                <a:gd name="T5" fmla="*/ 0 h 12"/>
                <a:gd name="T6" fmla="*/ 11 w 11"/>
                <a:gd name="T7" fmla="*/ 0 h 12"/>
              </a:gdLst>
              <a:ahLst/>
              <a:cxnLst>
                <a:cxn ang="0">
                  <a:pos x="T0" y="T1"/>
                </a:cxn>
                <a:cxn ang="0">
                  <a:pos x="T2" y="T3"/>
                </a:cxn>
                <a:cxn ang="0">
                  <a:pos x="T4" y="T5"/>
                </a:cxn>
                <a:cxn ang="0">
                  <a:pos x="T6" y="T7"/>
                </a:cxn>
              </a:cxnLst>
              <a:rect l="0" t="0" r="r" b="b"/>
              <a:pathLst>
                <a:path w="11" h="12">
                  <a:moveTo>
                    <a:pt x="11" y="0"/>
                  </a:moveTo>
                  <a:cubicBezTo>
                    <a:pt x="10" y="5"/>
                    <a:pt x="6" y="8"/>
                    <a:pt x="5" y="12"/>
                  </a:cubicBezTo>
                  <a:cubicBezTo>
                    <a:pt x="4" y="8"/>
                    <a:pt x="0" y="5"/>
                    <a:pt x="0" y="0"/>
                  </a:cubicBezTo>
                  <a:lnTo>
                    <a:pt x="11"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0" name="Freeform 217"/>
            <p:cNvSpPr/>
            <p:nvPr/>
          </p:nvSpPr>
          <p:spPr bwMode="auto">
            <a:xfrm>
              <a:off x="5016500" y="1338263"/>
              <a:ext cx="53975" cy="58738"/>
            </a:xfrm>
            <a:custGeom>
              <a:avLst/>
              <a:gdLst>
                <a:gd name="T0" fmla="*/ 0 w 13"/>
                <a:gd name="T1" fmla="*/ 14 h 14"/>
                <a:gd name="T2" fmla="*/ 8 w 13"/>
                <a:gd name="T3" fmla="*/ 8 h 14"/>
                <a:gd name="T4" fmla="*/ 13 w 13"/>
                <a:gd name="T5" fmla="*/ 7 h 14"/>
                <a:gd name="T6" fmla="*/ 6 w 13"/>
                <a:gd name="T7" fmla="*/ 0 h 14"/>
                <a:gd name="T8" fmla="*/ 0 w 13"/>
                <a:gd name="T9" fmla="*/ 14 h 14"/>
              </a:gdLst>
              <a:ahLst/>
              <a:cxnLst>
                <a:cxn ang="0">
                  <a:pos x="T0" y="T1"/>
                </a:cxn>
                <a:cxn ang="0">
                  <a:pos x="T2" y="T3"/>
                </a:cxn>
                <a:cxn ang="0">
                  <a:pos x="T4" y="T5"/>
                </a:cxn>
                <a:cxn ang="0">
                  <a:pos x="T6" y="T7"/>
                </a:cxn>
                <a:cxn ang="0">
                  <a:pos x="T8" y="T9"/>
                </a:cxn>
              </a:cxnLst>
              <a:rect l="0" t="0" r="r" b="b"/>
              <a:pathLst>
                <a:path w="13" h="14">
                  <a:moveTo>
                    <a:pt x="0" y="14"/>
                  </a:moveTo>
                  <a:cubicBezTo>
                    <a:pt x="3" y="10"/>
                    <a:pt x="5" y="8"/>
                    <a:pt x="8" y="8"/>
                  </a:cubicBezTo>
                  <a:cubicBezTo>
                    <a:pt x="9" y="7"/>
                    <a:pt x="12" y="7"/>
                    <a:pt x="13" y="7"/>
                  </a:cubicBezTo>
                  <a:cubicBezTo>
                    <a:pt x="11" y="4"/>
                    <a:pt x="8" y="3"/>
                    <a:pt x="6" y="0"/>
                  </a:cubicBezTo>
                  <a:cubicBezTo>
                    <a:pt x="6" y="8"/>
                    <a:pt x="0" y="9"/>
                    <a:pt x="0" y="14"/>
                  </a:cubicBezTo>
                  <a:close/>
                </a:path>
              </a:pathLst>
            </a:custGeom>
            <a:solidFill>
              <a:srgbClr val="478C7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1" name="Freeform 218"/>
            <p:cNvSpPr/>
            <p:nvPr/>
          </p:nvSpPr>
          <p:spPr bwMode="auto">
            <a:xfrm>
              <a:off x="5016500" y="1338263"/>
              <a:ext cx="49213" cy="58738"/>
            </a:xfrm>
            <a:custGeom>
              <a:avLst/>
              <a:gdLst>
                <a:gd name="T0" fmla="*/ 0 w 12"/>
                <a:gd name="T1" fmla="*/ 14 h 14"/>
                <a:gd name="T2" fmla="*/ 8 w 12"/>
                <a:gd name="T3" fmla="*/ 6 h 14"/>
                <a:gd name="T4" fmla="*/ 12 w 12"/>
                <a:gd name="T5" fmla="*/ 7 h 14"/>
                <a:gd name="T6" fmla="*/ 6 w 12"/>
                <a:gd name="T7" fmla="*/ 0 h 14"/>
                <a:gd name="T8" fmla="*/ 0 w 12"/>
                <a:gd name="T9" fmla="*/ 14 h 14"/>
              </a:gdLst>
              <a:ahLst/>
              <a:cxnLst>
                <a:cxn ang="0">
                  <a:pos x="T0" y="T1"/>
                </a:cxn>
                <a:cxn ang="0">
                  <a:pos x="T2" y="T3"/>
                </a:cxn>
                <a:cxn ang="0">
                  <a:pos x="T4" y="T5"/>
                </a:cxn>
                <a:cxn ang="0">
                  <a:pos x="T6" y="T7"/>
                </a:cxn>
                <a:cxn ang="0">
                  <a:pos x="T8" y="T9"/>
                </a:cxn>
              </a:cxnLst>
              <a:rect l="0" t="0" r="r" b="b"/>
              <a:pathLst>
                <a:path w="12" h="14">
                  <a:moveTo>
                    <a:pt x="0" y="14"/>
                  </a:moveTo>
                  <a:cubicBezTo>
                    <a:pt x="2" y="10"/>
                    <a:pt x="5" y="7"/>
                    <a:pt x="8" y="6"/>
                  </a:cubicBezTo>
                  <a:cubicBezTo>
                    <a:pt x="9" y="6"/>
                    <a:pt x="10" y="6"/>
                    <a:pt x="12" y="7"/>
                  </a:cubicBezTo>
                  <a:cubicBezTo>
                    <a:pt x="9" y="4"/>
                    <a:pt x="8" y="2"/>
                    <a:pt x="6" y="0"/>
                  </a:cubicBezTo>
                  <a:cubicBezTo>
                    <a:pt x="6" y="8"/>
                    <a:pt x="0" y="9"/>
                    <a:pt x="0" y="14"/>
                  </a:cubicBezTo>
                  <a:close/>
                </a:path>
              </a:pathLst>
            </a:custGeom>
            <a:solidFill>
              <a:srgbClr val="6BB39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2" name="Freeform 219"/>
            <p:cNvSpPr/>
            <p:nvPr/>
          </p:nvSpPr>
          <p:spPr bwMode="auto">
            <a:xfrm>
              <a:off x="4962525" y="1338263"/>
              <a:ext cx="53975" cy="58738"/>
            </a:xfrm>
            <a:custGeom>
              <a:avLst/>
              <a:gdLst>
                <a:gd name="T0" fmla="*/ 13 w 13"/>
                <a:gd name="T1" fmla="*/ 14 h 14"/>
                <a:gd name="T2" fmla="*/ 6 w 13"/>
                <a:gd name="T3" fmla="*/ 8 h 14"/>
                <a:gd name="T4" fmla="*/ 0 w 13"/>
                <a:gd name="T5" fmla="*/ 7 h 14"/>
                <a:gd name="T6" fmla="*/ 8 w 13"/>
                <a:gd name="T7" fmla="*/ 0 h 14"/>
                <a:gd name="T8" fmla="*/ 13 w 13"/>
                <a:gd name="T9" fmla="*/ 14 h 14"/>
              </a:gdLst>
              <a:ahLst/>
              <a:cxnLst>
                <a:cxn ang="0">
                  <a:pos x="T0" y="T1"/>
                </a:cxn>
                <a:cxn ang="0">
                  <a:pos x="T2" y="T3"/>
                </a:cxn>
                <a:cxn ang="0">
                  <a:pos x="T4" y="T5"/>
                </a:cxn>
                <a:cxn ang="0">
                  <a:pos x="T6" y="T7"/>
                </a:cxn>
                <a:cxn ang="0">
                  <a:pos x="T8" y="T9"/>
                </a:cxn>
              </a:cxnLst>
              <a:rect l="0" t="0" r="r" b="b"/>
              <a:pathLst>
                <a:path w="13" h="14">
                  <a:moveTo>
                    <a:pt x="13" y="14"/>
                  </a:moveTo>
                  <a:cubicBezTo>
                    <a:pt x="11" y="10"/>
                    <a:pt x="8" y="8"/>
                    <a:pt x="6" y="8"/>
                  </a:cubicBezTo>
                  <a:cubicBezTo>
                    <a:pt x="4" y="7"/>
                    <a:pt x="2" y="7"/>
                    <a:pt x="0" y="7"/>
                  </a:cubicBezTo>
                  <a:cubicBezTo>
                    <a:pt x="3" y="4"/>
                    <a:pt x="5" y="3"/>
                    <a:pt x="8" y="0"/>
                  </a:cubicBezTo>
                  <a:cubicBezTo>
                    <a:pt x="8" y="8"/>
                    <a:pt x="13" y="9"/>
                    <a:pt x="13" y="14"/>
                  </a:cubicBezTo>
                  <a:close/>
                </a:path>
              </a:pathLst>
            </a:custGeom>
            <a:solidFill>
              <a:srgbClr val="478C7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3" name="Freeform 220"/>
            <p:cNvSpPr/>
            <p:nvPr/>
          </p:nvSpPr>
          <p:spPr bwMode="auto">
            <a:xfrm>
              <a:off x="4970463" y="1338263"/>
              <a:ext cx="46038" cy="58738"/>
            </a:xfrm>
            <a:custGeom>
              <a:avLst/>
              <a:gdLst>
                <a:gd name="T0" fmla="*/ 11 w 11"/>
                <a:gd name="T1" fmla="*/ 14 h 14"/>
                <a:gd name="T2" fmla="*/ 4 w 11"/>
                <a:gd name="T3" fmla="*/ 6 h 14"/>
                <a:gd name="T4" fmla="*/ 0 w 11"/>
                <a:gd name="T5" fmla="*/ 7 h 14"/>
                <a:gd name="T6" fmla="*/ 6 w 11"/>
                <a:gd name="T7" fmla="*/ 0 h 14"/>
                <a:gd name="T8" fmla="*/ 11 w 11"/>
                <a:gd name="T9" fmla="*/ 14 h 14"/>
              </a:gdLst>
              <a:ahLst/>
              <a:cxnLst>
                <a:cxn ang="0">
                  <a:pos x="T0" y="T1"/>
                </a:cxn>
                <a:cxn ang="0">
                  <a:pos x="T2" y="T3"/>
                </a:cxn>
                <a:cxn ang="0">
                  <a:pos x="T4" y="T5"/>
                </a:cxn>
                <a:cxn ang="0">
                  <a:pos x="T6" y="T7"/>
                </a:cxn>
                <a:cxn ang="0">
                  <a:pos x="T8" y="T9"/>
                </a:cxn>
              </a:cxnLst>
              <a:rect l="0" t="0" r="r" b="b"/>
              <a:pathLst>
                <a:path w="11" h="14">
                  <a:moveTo>
                    <a:pt x="11" y="14"/>
                  </a:moveTo>
                  <a:cubicBezTo>
                    <a:pt x="10" y="10"/>
                    <a:pt x="7" y="7"/>
                    <a:pt x="4" y="6"/>
                  </a:cubicBezTo>
                  <a:cubicBezTo>
                    <a:pt x="2" y="6"/>
                    <a:pt x="1" y="6"/>
                    <a:pt x="0" y="7"/>
                  </a:cubicBezTo>
                  <a:cubicBezTo>
                    <a:pt x="2" y="4"/>
                    <a:pt x="3" y="2"/>
                    <a:pt x="6" y="0"/>
                  </a:cubicBezTo>
                  <a:cubicBezTo>
                    <a:pt x="6" y="8"/>
                    <a:pt x="11" y="9"/>
                    <a:pt x="11" y="14"/>
                  </a:cubicBezTo>
                  <a:close/>
                </a:path>
              </a:pathLst>
            </a:custGeom>
            <a:solidFill>
              <a:srgbClr val="6BB39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4" name="Freeform 221"/>
            <p:cNvSpPr/>
            <p:nvPr/>
          </p:nvSpPr>
          <p:spPr bwMode="auto">
            <a:xfrm>
              <a:off x="4916488" y="1201738"/>
              <a:ext cx="120650" cy="136525"/>
            </a:xfrm>
            <a:custGeom>
              <a:avLst/>
              <a:gdLst>
                <a:gd name="T0" fmla="*/ 14 w 29"/>
                <a:gd name="T1" fmla="*/ 33 h 33"/>
                <a:gd name="T2" fmla="*/ 29 w 29"/>
                <a:gd name="T3" fmla="*/ 4 h 33"/>
                <a:gd name="T4" fmla="*/ 14 w 29"/>
                <a:gd name="T5" fmla="*/ 33 h 33"/>
              </a:gdLst>
              <a:ahLst/>
              <a:cxnLst>
                <a:cxn ang="0">
                  <a:pos x="T0" y="T1"/>
                </a:cxn>
                <a:cxn ang="0">
                  <a:pos x="T2" y="T3"/>
                </a:cxn>
                <a:cxn ang="0">
                  <a:pos x="T4" y="T5"/>
                </a:cxn>
              </a:cxnLst>
              <a:rect l="0" t="0" r="r" b="b"/>
              <a:pathLst>
                <a:path w="29" h="33">
                  <a:moveTo>
                    <a:pt x="14" y="33"/>
                  </a:moveTo>
                  <a:cubicBezTo>
                    <a:pt x="7" y="0"/>
                    <a:pt x="25" y="4"/>
                    <a:pt x="29" y="4"/>
                  </a:cubicBezTo>
                  <a:cubicBezTo>
                    <a:pt x="24" y="0"/>
                    <a:pt x="0" y="0"/>
                    <a:pt x="14" y="33"/>
                  </a:cubicBezTo>
                  <a:close/>
                </a:path>
              </a:pathLst>
            </a:custGeom>
            <a:solidFill>
              <a:schemeClr val="tx2">
                <a:lumMod val="60000"/>
                <a:lumOff val="4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25" name="Group 575"/>
          <p:cNvGrpSpPr/>
          <p:nvPr/>
        </p:nvGrpSpPr>
        <p:grpSpPr>
          <a:xfrm>
            <a:off x="6766577" y="4203442"/>
            <a:ext cx="437043" cy="440778"/>
            <a:chOff x="5208588" y="3154363"/>
            <a:chExt cx="371475" cy="374650"/>
          </a:xfrm>
        </p:grpSpPr>
        <p:sp>
          <p:nvSpPr>
            <p:cNvPr id="226" name="Oval 222"/>
            <p:cNvSpPr>
              <a:spLocks noChangeArrowheads="1"/>
            </p:cNvSpPr>
            <p:nvPr/>
          </p:nvSpPr>
          <p:spPr bwMode="auto">
            <a:xfrm>
              <a:off x="5208588" y="3154363"/>
              <a:ext cx="371475" cy="3746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7" name="Oval 223"/>
            <p:cNvSpPr>
              <a:spLocks noChangeArrowheads="1"/>
            </p:cNvSpPr>
            <p:nvPr/>
          </p:nvSpPr>
          <p:spPr bwMode="auto">
            <a:xfrm>
              <a:off x="5237163" y="3182938"/>
              <a:ext cx="312738" cy="317500"/>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a:p>
          </p:txBody>
        </p:sp>
        <p:sp>
          <p:nvSpPr>
            <p:cNvPr id="228" name="Freeform 224"/>
            <p:cNvSpPr/>
            <p:nvPr/>
          </p:nvSpPr>
          <p:spPr bwMode="auto">
            <a:xfrm>
              <a:off x="5370513" y="3362325"/>
              <a:ext cx="46038" cy="92075"/>
            </a:xfrm>
            <a:custGeom>
              <a:avLst/>
              <a:gdLst>
                <a:gd name="T0" fmla="*/ 0 w 11"/>
                <a:gd name="T1" fmla="*/ 0 h 22"/>
                <a:gd name="T2" fmla="*/ 11 w 11"/>
                <a:gd name="T3" fmla="*/ 0 h 22"/>
                <a:gd name="T4" fmla="*/ 11 w 11"/>
                <a:gd name="T5" fmla="*/ 16 h 22"/>
                <a:gd name="T6" fmla="*/ 0 w 11"/>
                <a:gd name="T7" fmla="*/ 16 h 22"/>
                <a:gd name="T8" fmla="*/ 0 w 11"/>
                <a:gd name="T9" fmla="*/ 0 h 22"/>
              </a:gdLst>
              <a:ahLst/>
              <a:cxnLst>
                <a:cxn ang="0">
                  <a:pos x="T0" y="T1"/>
                </a:cxn>
                <a:cxn ang="0">
                  <a:pos x="T2" y="T3"/>
                </a:cxn>
                <a:cxn ang="0">
                  <a:pos x="T4" y="T5"/>
                </a:cxn>
                <a:cxn ang="0">
                  <a:pos x="T6" y="T7"/>
                </a:cxn>
                <a:cxn ang="0">
                  <a:pos x="T8" y="T9"/>
                </a:cxn>
              </a:cxnLst>
              <a:rect l="0" t="0" r="r" b="b"/>
              <a:pathLst>
                <a:path w="11" h="22">
                  <a:moveTo>
                    <a:pt x="0" y="0"/>
                  </a:moveTo>
                  <a:cubicBezTo>
                    <a:pt x="11" y="0"/>
                    <a:pt x="11" y="0"/>
                    <a:pt x="11" y="0"/>
                  </a:cubicBezTo>
                  <a:cubicBezTo>
                    <a:pt x="11" y="16"/>
                    <a:pt x="11" y="16"/>
                    <a:pt x="11" y="16"/>
                  </a:cubicBezTo>
                  <a:cubicBezTo>
                    <a:pt x="11" y="22"/>
                    <a:pt x="0" y="22"/>
                    <a:pt x="0" y="16"/>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29" name="Freeform 225"/>
            <p:cNvSpPr/>
            <p:nvPr/>
          </p:nvSpPr>
          <p:spPr bwMode="auto">
            <a:xfrm>
              <a:off x="5311775" y="3421063"/>
              <a:ext cx="163513" cy="79375"/>
            </a:xfrm>
            <a:custGeom>
              <a:avLst/>
              <a:gdLst>
                <a:gd name="T0" fmla="*/ 5 w 39"/>
                <a:gd name="T1" fmla="*/ 5 h 19"/>
                <a:gd name="T2" fmla="*/ 0 w 39"/>
                <a:gd name="T3" fmla="*/ 13 h 19"/>
                <a:gd name="T4" fmla="*/ 20 w 39"/>
                <a:gd name="T5" fmla="*/ 19 h 19"/>
                <a:gd name="T6" fmla="*/ 39 w 39"/>
                <a:gd name="T7" fmla="*/ 13 h 19"/>
                <a:gd name="T8" fmla="*/ 34 w 39"/>
                <a:gd name="T9" fmla="*/ 5 h 19"/>
                <a:gd name="T10" fmla="*/ 19 w 39"/>
                <a:gd name="T11" fmla="*/ 0 h 19"/>
                <a:gd name="T12" fmla="*/ 5 w 39"/>
                <a:gd name="T13" fmla="*/ 5 h 19"/>
              </a:gdLst>
              <a:ahLst/>
              <a:cxnLst>
                <a:cxn ang="0">
                  <a:pos x="T0" y="T1"/>
                </a:cxn>
                <a:cxn ang="0">
                  <a:pos x="T2" y="T3"/>
                </a:cxn>
                <a:cxn ang="0">
                  <a:pos x="T4" y="T5"/>
                </a:cxn>
                <a:cxn ang="0">
                  <a:pos x="T6" y="T7"/>
                </a:cxn>
                <a:cxn ang="0">
                  <a:pos x="T8" y="T9"/>
                </a:cxn>
                <a:cxn ang="0">
                  <a:pos x="T10" y="T11"/>
                </a:cxn>
                <a:cxn ang="0">
                  <a:pos x="T12" y="T13"/>
                </a:cxn>
              </a:cxnLst>
              <a:rect l="0" t="0" r="r" b="b"/>
              <a:pathLst>
                <a:path w="39" h="19">
                  <a:moveTo>
                    <a:pt x="5" y="5"/>
                  </a:moveTo>
                  <a:cubicBezTo>
                    <a:pt x="3" y="7"/>
                    <a:pt x="1" y="10"/>
                    <a:pt x="0" y="13"/>
                  </a:cubicBezTo>
                  <a:cubicBezTo>
                    <a:pt x="6" y="17"/>
                    <a:pt x="12" y="19"/>
                    <a:pt x="20" y="19"/>
                  </a:cubicBezTo>
                  <a:cubicBezTo>
                    <a:pt x="27" y="19"/>
                    <a:pt x="34" y="17"/>
                    <a:pt x="39" y="13"/>
                  </a:cubicBezTo>
                  <a:cubicBezTo>
                    <a:pt x="38" y="10"/>
                    <a:pt x="36" y="7"/>
                    <a:pt x="34" y="5"/>
                  </a:cubicBezTo>
                  <a:cubicBezTo>
                    <a:pt x="27" y="1"/>
                    <a:pt x="23" y="0"/>
                    <a:pt x="19" y="0"/>
                  </a:cubicBezTo>
                  <a:cubicBezTo>
                    <a:pt x="16" y="0"/>
                    <a:pt x="12" y="1"/>
                    <a:pt x="5" y="5"/>
                  </a:cubicBezTo>
                  <a:close/>
                </a:path>
              </a:pathLst>
            </a:custGeom>
            <a:solidFill>
              <a:srgbClr val="FFD67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0" name="Freeform 226"/>
            <p:cNvSpPr/>
            <p:nvPr/>
          </p:nvSpPr>
          <p:spPr bwMode="auto">
            <a:xfrm>
              <a:off x="5370513" y="3395663"/>
              <a:ext cx="46038" cy="28575"/>
            </a:xfrm>
            <a:custGeom>
              <a:avLst/>
              <a:gdLst>
                <a:gd name="T0" fmla="*/ 29 w 29"/>
                <a:gd name="T1" fmla="*/ 5 h 18"/>
                <a:gd name="T2" fmla="*/ 29 w 29"/>
                <a:gd name="T3" fmla="*/ 0 h 18"/>
                <a:gd name="T4" fmla="*/ 0 w 29"/>
                <a:gd name="T5" fmla="*/ 0 h 18"/>
                <a:gd name="T6" fmla="*/ 0 w 29"/>
                <a:gd name="T7" fmla="*/ 18 h 18"/>
                <a:gd name="T8" fmla="*/ 29 w 29"/>
                <a:gd name="T9" fmla="*/ 5 h 18"/>
              </a:gdLst>
              <a:ahLst/>
              <a:cxnLst>
                <a:cxn ang="0">
                  <a:pos x="T0" y="T1"/>
                </a:cxn>
                <a:cxn ang="0">
                  <a:pos x="T2" y="T3"/>
                </a:cxn>
                <a:cxn ang="0">
                  <a:pos x="T4" y="T5"/>
                </a:cxn>
                <a:cxn ang="0">
                  <a:pos x="T6" y="T7"/>
                </a:cxn>
                <a:cxn ang="0">
                  <a:pos x="T8" y="T9"/>
                </a:cxn>
              </a:cxnLst>
              <a:rect l="0" t="0" r="r" b="b"/>
              <a:pathLst>
                <a:path w="29" h="18">
                  <a:moveTo>
                    <a:pt x="29" y="5"/>
                  </a:moveTo>
                  <a:lnTo>
                    <a:pt x="29" y="0"/>
                  </a:lnTo>
                  <a:lnTo>
                    <a:pt x="0" y="0"/>
                  </a:lnTo>
                  <a:lnTo>
                    <a:pt x="0" y="18"/>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1" name="Freeform 227"/>
            <p:cNvSpPr/>
            <p:nvPr/>
          </p:nvSpPr>
          <p:spPr bwMode="auto">
            <a:xfrm>
              <a:off x="5300663" y="3278188"/>
              <a:ext cx="187325" cy="125413"/>
            </a:xfrm>
            <a:custGeom>
              <a:avLst/>
              <a:gdLst>
                <a:gd name="T0" fmla="*/ 23 w 45"/>
                <a:gd name="T1" fmla="*/ 0 h 30"/>
                <a:gd name="T2" fmla="*/ 23 w 45"/>
                <a:gd name="T3" fmla="*/ 30 h 30"/>
                <a:gd name="T4" fmla="*/ 23 w 45"/>
                <a:gd name="T5" fmla="*/ 0 h 30"/>
              </a:gdLst>
              <a:ahLst/>
              <a:cxnLst>
                <a:cxn ang="0">
                  <a:pos x="T0" y="T1"/>
                </a:cxn>
                <a:cxn ang="0">
                  <a:pos x="T2" y="T3"/>
                </a:cxn>
                <a:cxn ang="0">
                  <a:pos x="T4" y="T5"/>
                </a:cxn>
              </a:cxnLst>
              <a:rect l="0" t="0" r="r" b="b"/>
              <a:pathLst>
                <a:path w="45" h="30">
                  <a:moveTo>
                    <a:pt x="23" y="0"/>
                  </a:moveTo>
                  <a:cubicBezTo>
                    <a:pt x="45" y="0"/>
                    <a:pt x="36" y="30"/>
                    <a:pt x="23" y="30"/>
                  </a:cubicBezTo>
                  <a:cubicBezTo>
                    <a:pt x="9" y="30"/>
                    <a:pt x="0" y="0"/>
                    <a:pt x="2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2" name="Freeform 228"/>
            <p:cNvSpPr/>
            <p:nvPr/>
          </p:nvSpPr>
          <p:spPr bwMode="auto">
            <a:xfrm>
              <a:off x="5375275" y="3421063"/>
              <a:ext cx="41275" cy="79375"/>
            </a:xfrm>
            <a:custGeom>
              <a:avLst/>
              <a:gdLst>
                <a:gd name="T0" fmla="*/ 3 w 10"/>
                <a:gd name="T1" fmla="*/ 10 h 19"/>
                <a:gd name="T2" fmla="*/ 3 w 10"/>
                <a:gd name="T3" fmla="*/ 19 h 19"/>
                <a:gd name="T4" fmla="*/ 5 w 10"/>
                <a:gd name="T5" fmla="*/ 19 h 19"/>
                <a:gd name="T6" fmla="*/ 6 w 10"/>
                <a:gd name="T7" fmla="*/ 19 h 19"/>
                <a:gd name="T8" fmla="*/ 6 w 10"/>
                <a:gd name="T9" fmla="*/ 10 h 19"/>
                <a:gd name="T10" fmla="*/ 10 w 10"/>
                <a:gd name="T11" fmla="*/ 0 h 19"/>
                <a:gd name="T12" fmla="*/ 0 w 10"/>
                <a:gd name="T13" fmla="*/ 0 h 19"/>
                <a:gd name="T14" fmla="*/ 3 w 10"/>
                <a:gd name="T15" fmla="*/ 1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3" y="10"/>
                  </a:moveTo>
                  <a:cubicBezTo>
                    <a:pt x="3" y="19"/>
                    <a:pt x="3" y="19"/>
                    <a:pt x="3" y="19"/>
                  </a:cubicBezTo>
                  <a:cubicBezTo>
                    <a:pt x="3" y="19"/>
                    <a:pt x="4" y="19"/>
                    <a:pt x="5" y="19"/>
                  </a:cubicBezTo>
                  <a:cubicBezTo>
                    <a:pt x="5" y="19"/>
                    <a:pt x="6" y="19"/>
                    <a:pt x="6" y="19"/>
                  </a:cubicBezTo>
                  <a:cubicBezTo>
                    <a:pt x="6" y="10"/>
                    <a:pt x="6" y="10"/>
                    <a:pt x="6" y="10"/>
                  </a:cubicBezTo>
                  <a:cubicBezTo>
                    <a:pt x="10" y="0"/>
                    <a:pt x="10" y="0"/>
                    <a:pt x="10" y="0"/>
                  </a:cubicBezTo>
                  <a:cubicBezTo>
                    <a:pt x="6" y="0"/>
                    <a:pt x="3" y="0"/>
                    <a:pt x="0" y="0"/>
                  </a:cubicBezTo>
                  <a:lnTo>
                    <a:pt x="3" y="10"/>
                  </a:lnTo>
                  <a:close/>
                </a:path>
              </a:pathLst>
            </a:custGeom>
            <a:solidFill>
              <a:srgbClr val="76B36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3" name="Freeform 229"/>
            <p:cNvSpPr/>
            <p:nvPr/>
          </p:nvSpPr>
          <p:spPr bwMode="auto">
            <a:xfrm>
              <a:off x="5354638" y="3408363"/>
              <a:ext cx="36513" cy="49213"/>
            </a:xfrm>
            <a:custGeom>
              <a:avLst/>
              <a:gdLst>
                <a:gd name="T0" fmla="*/ 10 w 23"/>
                <a:gd name="T1" fmla="*/ 0 h 31"/>
                <a:gd name="T2" fmla="*/ 0 w 23"/>
                <a:gd name="T3" fmla="*/ 13 h 31"/>
                <a:gd name="T4" fmla="*/ 5 w 23"/>
                <a:gd name="T5" fmla="*/ 31 h 31"/>
                <a:gd name="T6" fmla="*/ 23 w 23"/>
                <a:gd name="T7" fmla="*/ 8 h 31"/>
                <a:gd name="T8" fmla="*/ 10 w 23"/>
                <a:gd name="T9" fmla="*/ 0 h 31"/>
              </a:gdLst>
              <a:ahLst/>
              <a:cxnLst>
                <a:cxn ang="0">
                  <a:pos x="T0" y="T1"/>
                </a:cxn>
                <a:cxn ang="0">
                  <a:pos x="T2" y="T3"/>
                </a:cxn>
                <a:cxn ang="0">
                  <a:pos x="T4" y="T5"/>
                </a:cxn>
                <a:cxn ang="0">
                  <a:pos x="T6" y="T7"/>
                </a:cxn>
                <a:cxn ang="0">
                  <a:pos x="T8" y="T9"/>
                </a:cxn>
              </a:cxnLst>
              <a:rect l="0" t="0" r="r" b="b"/>
              <a:pathLst>
                <a:path w="23" h="31">
                  <a:moveTo>
                    <a:pt x="10" y="0"/>
                  </a:moveTo>
                  <a:lnTo>
                    <a:pt x="0" y="13"/>
                  </a:lnTo>
                  <a:lnTo>
                    <a:pt x="5" y="31"/>
                  </a:lnTo>
                  <a:lnTo>
                    <a:pt x="23" y="8"/>
                  </a:lnTo>
                  <a:lnTo>
                    <a:pt x="10" y="0"/>
                  </a:ln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4" name="Freeform 230"/>
            <p:cNvSpPr/>
            <p:nvPr/>
          </p:nvSpPr>
          <p:spPr bwMode="auto">
            <a:xfrm>
              <a:off x="5354638" y="3408363"/>
              <a:ext cx="36513" cy="41275"/>
            </a:xfrm>
            <a:custGeom>
              <a:avLst/>
              <a:gdLst>
                <a:gd name="T0" fmla="*/ 10 w 23"/>
                <a:gd name="T1" fmla="*/ 0 h 26"/>
                <a:gd name="T2" fmla="*/ 0 w 23"/>
                <a:gd name="T3" fmla="*/ 13 h 26"/>
                <a:gd name="T4" fmla="*/ 8 w 23"/>
                <a:gd name="T5" fmla="*/ 26 h 26"/>
                <a:gd name="T6" fmla="*/ 23 w 23"/>
                <a:gd name="T7" fmla="*/ 8 h 26"/>
                <a:gd name="T8" fmla="*/ 10 w 23"/>
                <a:gd name="T9" fmla="*/ 0 h 26"/>
              </a:gdLst>
              <a:ahLst/>
              <a:cxnLst>
                <a:cxn ang="0">
                  <a:pos x="T0" y="T1"/>
                </a:cxn>
                <a:cxn ang="0">
                  <a:pos x="T2" y="T3"/>
                </a:cxn>
                <a:cxn ang="0">
                  <a:pos x="T4" y="T5"/>
                </a:cxn>
                <a:cxn ang="0">
                  <a:pos x="T6" y="T7"/>
                </a:cxn>
                <a:cxn ang="0">
                  <a:pos x="T8" y="T9"/>
                </a:cxn>
              </a:cxnLst>
              <a:rect l="0" t="0" r="r" b="b"/>
              <a:pathLst>
                <a:path w="23" h="26">
                  <a:moveTo>
                    <a:pt x="10" y="0"/>
                  </a:moveTo>
                  <a:lnTo>
                    <a:pt x="0" y="13"/>
                  </a:lnTo>
                  <a:lnTo>
                    <a:pt x="8" y="26"/>
                  </a:lnTo>
                  <a:lnTo>
                    <a:pt x="23" y="8"/>
                  </a:lnTo>
                  <a:lnTo>
                    <a:pt x="10" y="0"/>
                  </a:lnTo>
                  <a:close/>
                </a:path>
              </a:pathLst>
            </a:custGeom>
            <a:solidFill>
              <a:srgbClr val="FFD67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5" name="Freeform 231"/>
            <p:cNvSpPr/>
            <p:nvPr/>
          </p:nvSpPr>
          <p:spPr bwMode="auto">
            <a:xfrm>
              <a:off x="5395913" y="3408363"/>
              <a:ext cx="38100" cy="49213"/>
            </a:xfrm>
            <a:custGeom>
              <a:avLst/>
              <a:gdLst>
                <a:gd name="T0" fmla="*/ 13 w 24"/>
                <a:gd name="T1" fmla="*/ 0 h 31"/>
                <a:gd name="T2" fmla="*/ 24 w 24"/>
                <a:gd name="T3" fmla="*/ 13 h 31"/>
                <a:gd name="T4" fmla="*/ 18 w 24"/>
                <a:gd name="T5" fmla="*/ 31 h 31"/>
                <a:gd name="T6" fmla="*/ 0 w 24"/>
                <a:gd name="T7" fmla="*/ 8 h 31"/>
                <a:gd name="T8" fmla="*/ 13 w 24"/>
                <a:gd name="T9" fmla="*/ 0 h 31"/>
              </a:gdLst>
              <a:ahLst/>
              <a:cxnLst>
                <a:cxn ang="0">
                  <a:pos x="T0" y="T1"/>
                </a:cxn>
                <a:cxn ang="0">
                  <a:pos x="T2" y="T3"/>
                </a:cxn>
                <a:cxn ang="0">
                  <a:pos x="T4" y="T5"/>
                </a:cxn>
                <a:cxn ang="0">
                  <a:pos x="T6" y="T7"/>
                </a:cxn>
                <a:cxn ang="0">
                  <a:pos x="T8" y="T9"/>
                </a:cxn>
              </a:cxnLst>
              <a:rect l="0" t="0" r="r" b="b"/>
              <a:pathLst>
                <a:path w="24" h="31">
                  <a:moveTo>
                    <a:pt x="13" y="0"/>
                  </a:moveTo>
                  <a:lnTo>
                    <a:pt x="24" y="13"/>
                  </a:lnTo>
                  <a:lnTo>
                    <a:pt x="18" y="31"/>
                  </a:lnTo>
                  <a:lnTo>
                    <a:pt x="0" y="8"/>
                  </a:lnTo>
                  <a:lnTo>
                    <a:pt x="13" y="0"/>
                  </a:ln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6" name="Freeform 232"/>
            <p:cNvSpPr/>
            <p:nvPr/>
          </p:nvSpPr>
          <p:spPr bwMode="auto">
            <a:xfrm>
              <a:off x="5395913" y="3408363"/>
              <a:ext cx="38100" cy="41275"/>
            </a:xfrm>
            <a:custGeom>
              <a:avLst/>
              <a:gdLst>
                <a:gd name="T0" fmla="*/ 13 w 24"/>
                <a:gd name="T1" fmla="*/ 0 h 26"/>
                <a:gd name="T2" fmla="*/ 24 w 24"/>
                <a:gd name="T3" fmla="*/ 13 h 26"/>
                <a:gd name="T4" fmla="*/ 16 w 24"/>
                <a:gd name="T5" fmla="*/ 26 h 26"/>
                <a:gd name="T6" fmla="*/ 0 w 24"/>
                <a:gd name="T7" fmla="*/ 8 h 26"/>
                <a:gd name="T8" fmla="*/ 13 w 24"/>
                <a:gd name="T9" fmla="*/ 0 h 26"/>
              </a:gdLst>
              <a:ahLst/>
              <a:cxnLst>
                <a:cxn ang="0">
                  <a:pos x="T0" y="T1"/>
                </a:cxn>
                <a:cxn ang="0">
                  <a:pos x="T2" y="T3"/>
                </a:cxn>
                <a:cxn ang="0">
                  <a:pos x="T4" y="T5"/>
                </a:cxn>
                <a:cxn ang="0">
                  <a:pos x="T6" y="T7"/>
                </a:cxn>
                <a:cxn ang="0">
                  <a:pos x="T8" y="T9"/>
                </a:cxn>
              </a:cxnLst>
              <a:rect l="0" t="0" r="r" b="b"/>
              <a:pathLst>
                <a:path w="24" h="26">
                  <a:moveTo>
                    <a:pt x="13" y="0"/>
                  </a:moveTo>
                  <a:lnTo>
                    <a:pt x="24" y="13"/>
                  </a:lnTo>
                  <a:lnTo>
                    <a:pt x="16" y="26"/>
                  </a:lnTo>
                  <a:lnTo>
                    <a:pt x="0" y="8"/>
                  </a:lnTo>
                  <a:lnTo>
                    <a:pt x="13" y="0"/>
                  </a:lnTo>
                  <a:close/>
                </a:path>
              </a:pathLst>
            </a:custGeom>
            <a:solidFill>
              <a:srgbClr val="FFD67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7" name="Freeform 233"/>
            <p:cNvSpPr/>
            <p:nvPr/>
          </p:nvSpPr>
          <p:spPr bwMode="auto">
            <a:xfrm>
              <a:off x="5329238" y="3257550"/>
              <a:ext cx="128588" cy="84138"/>
            </a:xfrm>
            <a:custGeom>
              <a:avLst/>
              <a:gdLst>
                <a:gd name="T0" fmla="*/ 27 w 31"/>
                <a:gd name="T1" fmla="*/ 14 h 20"/>
                <a:gd name="T2" fmla="*/ 23 w 31"/>
                <a:gd name="T3" fmla="*/ 9 h 20"/>
                <a:gd name="T4" fmla="*/ 10 w 31"/>
                <a:gd name="T5" fmla="*/ 11 h 20"/>
                <a:gd name="T6" fmla="*/ 5 w 31"/>
                <a:gd name="T7" fmla="*/ 18 h 20"/>
                <a:gd name="T8" fmla="*/ 4 w 31"/>
                <a:gd name="T9" fmla="*/ 20 h 20"/>
                <a:gd name="T10" fmla="*/ 1 w 31"/>
                <a:gd name="T11" fmla="*/ 16 h 20"/>
                <a:gd name="T12" fmla="*/ 1 w 31"/>
                <a:gd name="T13" fmla="*/ 10 h 20"/>
                <a:gd name="T14" fmla="*/ 15 w 31"/>
                <a:gd name="T15" fmla="*/ 1 h 20"/>
                <a:gd name="T16" fmla="*/ 24 w 31"/>
                <a:gd name="T17" fmla="*/ 4 h 20"/>
                <a:gd name="T18" fmla="*/ 30 w 31"/>
                <a:gd name="T19" fmla="*/ 17 h 20"/>
                <a:gd name="T20" fmla="*/ 27 w 31"/>
                <a:gd name="T21" fmla="*/ 19 h 20"/>
                <a:gd name="T22" fmla="*/ 27 w 31"/>
                <a:gd name="T23" fmla="*/ 1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20">
                  <a:moveTo>
                    <a:pt x="27" y="14"/>
                  </a:moveTo>
                  <a:cubicBezTo>
                    <a:pt x="27" y="12"/>
                    <a:pt x="25" y="9"/>
                    <a:pt x="23" y="9"/>
                  </a:cubicBezTo>
                  <a:cubicBezTo>
                    <a:pt x="22" y="8"/>
                    <a:pt x="14" y="9"/>
                    <a:pt x="10" y="11"/>
                  </a:cubicBezTo>
                  <a:cubicBezTo>
                    <a:pt x="6" y="14"/>
                    <a:pt x="5" y="16"/>
                    <a:pt x="5" y="18"/>
                  </a:cubicBezTo>
                  <a:cubicBezTo>
                    <a:pt x="5" y="19"/>
                    <a:pt x="4" y="20"/>
                    <a:pt x="4" y="20"/>
                  </a:cubicBezTo>
                  <a:cubicBezTo>
                    <a:pt x="3" y="19"/>
                    <a:pt x="2" y="17"/>
                    <a:pt x="1" y="16"/>
                  </a:cubicBezTo>
                  <a:cubicBezTo>
                    <a:pt x="0" y="15"/>
                    <a:pt x="0" y="13"/>
                    <a:pt x="1" y="10"/>
                  </a:cubicBezTo>
                  <a:cubicBezTo>
                    <a:pt x="2" y="8"/>
                    <a:pt x="5" y="1"/>
                    <a:pt x="15" y="1"/>
                  </a:cubicBezTo>
                  <a:cubicBezTo>
                    <a:pt x="20" y="0"/>
                    <a:pt x="22" y="3"/>
                    <a:pt x="24" y="4"/>
                  </a:cubicBezTo>
                  <a:cubicBezTo>
                    <a:pt x="28" y="5"/>
                    <a:pt x="31" y="13"/>
                    <a:pt x="30" y="17"/>
                  </a:cubicBezTo>
                  <a:cubicBezTo>
                    <a:pt x="29" y="18"/>
                    <a:pt x="28" y="20"/>
                    <a:pt x="27" y="19"/>
                  </a:cubicBezTo>
                  <a:cubicBezTo>
                    <a:pt x="26" y="19"/>
                    <a:pt x="27" y="16"/>
                    <a:pt x="27" y="14"/>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8" name="Freeform 234"/>
            <p:cNvSpPr/>
            <p:nvPr/>
          </p:nvSpPr>
          <p:spPr bwMode="auto">
            <a:xfrm>
              <a:off x="5441950" y="3321050"/>
              <a:ext cx="15875" cy="33338"/>
            </a:xfrm>
            <a:custGeom>
              <a:avLst/>
              <a:gdLst>
                <a:gd name="T0" fmla="*/ 3 w 4"/>
                <a:gd name="T1" fmla="*/ 0 h 8"/>
                <a:gd name="T2" fmla="*/ 4 w 4"/>
                <a:gd name="T3" fmla="*/ 4 h 8"/>
                <a:gd name="T4" fmla="*/ 2 w 4"/>
                <a:gd name="T5" fmla="*/ 7 h 8"/>
                <a:gd name="T6" fmla="*/ 1 w 4"/>
                <a:gd name="T7" fmla="*/ 4 h 8"/>
                <a:gd name="T8" fmla="*/ 3 w 4"/>
                <a:gd name="T9" fmla="*/ 0 h 8"/>
              </a:gdLst>
              <a:ahLst/>
              <a:cxnLst>
                <a:cxn ang="0">
                  <a:pos x="T0" y="T1"/>
                </a:cxn>
                <a:cxn ang="0">
                  <a:pos x="T2" y="T3"/>
                </a:cxn>
                <a:cxn ang="0">
                  <a:pos x="T4" y="T5"/>
                </a:cxn>
                <a:cxn ang="0">
                  <a:pos x="T6" y="T7"/>
                </a:cxn>
                <a:cxn ang="0">
                  <a:pos x="T8" y="T9"/>
                </a:cxn>
              </a:cxnLst>
              <a:rect l="0" t="0" r="r" b="b"/>
              <a:pathLst>
                <a:path w="4" h="8">
                  <a:moveTo>
                    <a:pt x="3" y="0"/>
                  </a:moveTo>
                  <a:cubicBezTo>
                    <a:pt x="4" y="1"/>
                    <a:pt x="4" y="2"/>
                    <a:pt x="4" y="4"/>
                  </a:cubicBezTo>
                  <a:cubicBezTo>
                    <a:pt x="3" y="6"/>
                    <a:pt x="2" y="8"/>
                    <a:pt x="2" y="7"/>
                  </a:cubicBezTo>
                  <a:cubicBezTo>
                    <a:pt x="1" y="7"/>
                    <a:pt x="0" y="6"/>
                    <a:pt x="1" y="4"/>
                  </a:cubicBezTo>
                  <a:cubicBezTo>
                    <a:pt x="1" y="2"/>
                    <a:pt x="2" y="0"/>
                    <a:pt x="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39" name="Freeform 235"/>
            <p:cNvSpPr/>
            <p:nvPr/>
          </p:nvSpPr>
          <p:spPr bwMode="auto">
            <a:xfrm>
              <a:off x="5329238" y="3321050"/>
              <a:ext cx="15875" cy="33338"/>
            </a:xfrm>
            <a:custGeom>
              <a:avLst/>
              <a:gdLst>
                <a:gd name="T0" fmla="*/ 1 w 4"/>
                <a:gd name="T1" fmla="*/ 0 h 8"/>
                <a:gd name="T2" fmla="*/ 0 w 4"/>
                <a:gd name="T3" fmla="*/ 4 h 8"/>
                <a:gd name="T4" fmla="*/ 3 w 4"/>
                <a:gd name="T5" fmla="*/ 7 h 8"/>
                <a:gd name="T6" fmla="*/ 3 w 4"/>
                <a:gd name="T7" fmla="*/ 4 h 8"/>
                <a:gd name="T8" fmla="*/ 1 w 4"/>
                <a:gd name="T9" fmla="*/ 0 h 8"/>
              </a:gdLst>
              <a:ahLst/>
              <a:cxnLst>
                <a:cxn ang="0">
                  <a:pos x="T0" y="T1"/>
                </a:cxn>
                <a:cxn ang="0">
                  <a:pos x="T2" y="T3"/>
                </a:cxn>
                <a:cxn ang="0">
                  <a:pos x="T4" y="T5"/>
                </a:cxn>
                <a:cxn ang="0">
                  <a:pos x="T6" y="T7"/>
                </a:cxn>
                <a:cxn ang="0">
                  <a:pos x="T8" y="T9"/>
                </a:cxn>
              </a:cxnLst>
              <a:rect l="0" t="0" r="r" b="b"/>
              <a:pathLst>
                <a:path w="4" h="8">
                  <a:moveTo>
                    <a:pt x="1" y="0"/>
                  </a:moveTo>
                  <a:cubicBezTo>
                    <a:pt x="0" y="1"/>
                    <a:pt x="0" y="2"/>
                    <a:pt x="0" y="4"/>
                  </a:cubicBezTo>
                  <a:cubicBezTo>
                    <a:pt x="1" y="6"/>
                    <a:pt x="2" y="8"/>
                    <a:pt x="3" y="7"/>
                  </a:cubicBezTo>
                  <a:cubicBezTo>
                    <a:pt x="3" y="7"/>
                    <a:pt x="4" y="6"/>
                    <a:pt x="3" y="4"/>
                  </a:cubicBezTo>
                  <a:cubicBezTo>
                    <a:pt x="3"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40" name="Group 579"/>
          <p:cNvGrpSpPr/>
          <p:nvPr/>
        </p:nvGrpSpPr>
        <p:grpSpPr>
          <a:xfrm>
            <a:off x="3826809" y="3349901"/>
            <a:ext cx="554709" cy="558444"/>
            <a:chOff x="2612073" y="2503488"/>
            <a:chExt cx="471488" cy="474663"/>
          </a:xfrm>
        </p:grpSpPr>
        <p:sp>
          <p:nvSpPr>
            <p:cNvPr id="241" name="Oval 236"/>
            <p:cNvSpPr>
              <a:spLocks noChangeArrowheads="1"/>
            </p:cNvSpPr>
            <p:nvPr/>
          </p:nvSpPr>
          <p:spPr bwMode="auto">
            <a:xfrm>
              <a:off x="2612073" y="2503488"/>
              <a:ext cx="471488" cy="474663"/>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2" name="Oval 237"/>
            <p:cNvSpPr>
              <a:spLocks noChangeArrowheads="1"/>
            </p:cNvSpPr>
            <p:nvPr/>
          </p:nvSpPr>
          <p:spPr bwMode="auto">
            <a:xfrm>
              <a:off x="2643188" y="2532063"/>
              <a:ext cx="415925" cy="417513"/>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a:p>
          </p:txBody>
        </p:sp>
        <p:sp>
          <p:nvSpPr>
            <p:cNvPr id="243" name="Freeform 238"/>
            <p:cNvSpPr/>
            <p:nvPr/>
          </p:nvSpPr>
          <p:spPr bwMode="auto">
            <a:xfrm>
              <a:off x="2733675" y="2806700"/>
              <a:ext cx="238125" cy="142875"/>
            </a:xfrm>
            <a:custGeom>
              <a:avLst/>
              <a:gdLst>
                <a:gd name="T0" fmla="*/ 10 w 57"/>
                <a:gd name="T1" fmla="*/ 7 h 34"/>
                <a:gd name="T2" fmla="*/ 0 w 57"/>
                <a:gd name="T3" fmla="*/ 25 h 34"/>
                <a:gd name="T4" fmla="*/ 28 w 57"/>
                <a:gd name="T5" fmla="*/ 34 h 34"/>
                <a:gd name="T6" fmla="*/ 57 w 57"/>
                <a:gd name="T7" fmla="*/ 25 h 34"/>
                <a:gd name="T8" fmla="*/ 47 w 57"/>
                <a:gd name="T9" fmla="*/ 7 h 34"/>
                <a:gd name="T10" fmla="*/ 28 w 57"/>
                <a:gd name="T11" fmla="*/ 0 h 34"/>
                <a:gd name="T12" fmla="*/ 10 w 57"/>
                <a:gd name="T13" fmla="*/ 7 h 34"/>
              </a:gdLst>
              <a:ahLst/>
              <a:cxnLst>
                <a:cxn ang="0">
                  <a:pos x="T0" y="T1"/>
                </a:cxn>
                <a:cxn ang="0">
                  <a:pos x="T2" y="T3"/>
                </a:cxn>
                <a:cxn ang="0">
                  <a:pos x="T4" y="T5"/>
                </a:cxn>
                <a:cxn ang="0">
                  <a:pos x="T6" y="T7"/>
                </a:cxn>
                <a:cxn ang="0">
                  <a:pos x="T8" y="T9"/>
                </a:cxn>
                <a:cxn ang="0">
                  <a:pos x="T10" y="T11"/>
                </a:cxn>
                <a:cxn ang="0">
                  <a:pos x="T12" y="T13"/>
                </a:cxn>
              </a:cxnLst>
              <a:rect l="0" t="0" r="r" b="b"/>
              <a:pathLst>
                <a:path w="57" h="34">
                  <a:moveTo>
                    <a:pt x="10" y="7"/>
                  </a:moveTo>
                  <a:cubicBezTo>
                    <a:pt x="5" y="10"/>
                    <a:pt x="3" y="17"/>
                    <a:pt x="0" y="25"/>
                  </a:cubicBezTo>
                  <a:cubicBezTo>
                    <a:pt x="8" y="31"/>
                    <a:pt x="18" y="34"/>
                    <a:pt x="28" y="34"/>
                  </a:cubicBezTo>
                  <a:cubicBezTo>
                    <a:pt x="39" y="34"/>
                    <a:pt x="49" y="31"/>
                    <a:pt x="57" y="25"/>
                  </a:cubicBezTo>
                  <a:cubicBezTo>
                    <a:pt x="54" y="17"/>
                    <a:pt x="52" y="10"/>
                    <a:pt x="47" y="7"/>
                  </a:cubicBezTo>
                  <a:cubicBezTo>
                    <a:pt x="39" y="2"/>
                    <a:pt x="33" y="1"/>
                    <a:pt x="28" y="0"/>
                  </a:cubicBezTo>
                  <a:cubicBezTo>
                    <a:pt x="23" y="0"/>
                    <a:pt x="18" y="2"/>
                    <a:pt x="10" y="7"/>
                  </a:cubicBezTo>
                  <a:close/>
                </a:path>
              </a:pathLst>
            </a:custGeom>
            <a:solidFill>
              <a:srgbClr val="FFD67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4" name="Freeform 239"/>
            <p:cNvSpPr/>
            <p:nvPr/>
          </p:nvSpPr>
          <p:spPr bwMode="auto">
            <a:xfrm>
              <a:off x="2805113" y="2806700"/>
              <a:ext cx="96838" cy="50800"/>
            </a:xfrm>
            <a:custGeom>
              <a:avLst/>
              <a:gdLst>
                <a:gd name="T0" fmla="*/ 23 w 23"/>
                <a:gd name="T1" fmla="*/ 3 h 12"/>
                <a:gd name="T2" fmla="*/ 11 w 23"/>
                <a:gd name="T3" fmla="*/ 0 h 12"/>
                <a:gd name="T4" fmla="*/ 0 w 23"/>
                <a:gd name="T5" fmla="*/ 3 h 12"/>
                <a:gd name="T6" fmla="*/ 11 w 23"/>
                <a:gd name="T7" fmla="*/ 12 h 12"/>
                <a:gd name="T8" fmla="*/ 23 w 23"/>
                <a:gd name="T9" fmla="*/ 3 h 12"/>
              </a:gdLst>
              <a:ahLst/>
              <a:cxnLst>
                <a:cxn ang="0">
                  <a:pos x="T0" y="T1"/>
                </a:cxn>
                <a:cxn ang="0">
                  <a:pos x="T2" y="T3"/>
                </a:cxn>
                <a:cxn ang="0">
                  <a:pos x="T4" y="T5"/>
                </a:cxn>
                <a:cxn ang="0">
                  <a:pos x="T6" y="T7"/>
                </a:cxn>
                <a:cxn ang="0">
                  <a:pos x="T8" y="T9"/>
                </a:cxn>
              </a:cxnLst>
              <a:rect l="0" t="0" r="r" b="b"/>
              <a:pathLst>
                <a:path w="23" h="12">
                  <a:moveTo>
                    <a:pt x="23" y="3"/>
                  </a:moveTo>
                  <a:cubicBezTo>
                    <a:pt x="18" y="1"/>
                    <a:pt x="15" y="0"/>
                    <a:pt x="11" y="0"/>
                  </a:cubicBezTo>
                  <a:cubicBezTo>
                    <a:pt x="8" y="0"/>
                    <a:pt x="4" y="1"/>
                    <a:pt x="0" y="3"/>
                  </a:cubicBezTo>
                  <a:cubicBezTo>
                    <a:pt x="1" y="8"/>
                    <a:pt x="6" y="12"/>
                    <a:pt x="11" y="12"/>
                  </a:cubicBezTo>
                  <a:cubicBezTo>
                    <a:pt x="17" y="12"/>
                    <a:pt x="21" y="8"/>
                    <a:pt x="23" y="3"/>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5" name="Freeform 240"/>
            <p:cNvSpPr/>
            <p:nvPr/>
          </p:nvSpPr>
          <p:spPr bwMode="auto">
            <a:xfrm>
              <a:off x="2822575" y="2732088"/>
              <a:ext cx="57150" cy="117475"/>
            </a:xfrm>
            <a:custGeom>
              <a:avLst/>
              <a:gdLst>
                <a:gd name="T0" fmla="*/ 0 w 14"/>
                <a:gd name="T1" fmla="*/ 0 h 28"/>
                <a:gd name="T2" fmla="*/ 14 w 14"/>
                <a:gd name="T3" fmla="*/ 0 h 28"/>
                <a:gd name="T4" fmla="*/ 14 w 14"/>
                <a:gd name="T5" fmla="*/ 20 h 28"/>
                <a:gd name="T6" fmla="*/ 0 w 14"/>
                <a:gd name="T7" fmla="*/ 20 h 28"/>
                <a:gd name="T8" fmla="*/ 0 w 14"/>
                <a:gd name="T9" fmla="*/ 0 h 28"/>
              </a:gdLst>
              <a:ahLst/>
              <a:cxnLst>
                <a:cxn ang="0">
                  <a:pos x="T0" y="T1"/>
                </a:cxn>
                <a:cxn ang="0">
                  <a:pos x="T2" y="T3"/>
                </a:cxn>
                <a:cxn ang="0">
                  <a:pos x="T4" y="T5"/>
                </a:cxn>
                <a:cxn ang="0">
                  <a:pos x="T6" y="T7"/>
                </a:cxn>
                <a:cxn ang="0">
                  <a:pos x="T8" y="T9"/>
                </a:cxn>
              </a:cxnLst>
              <a:rect l="0" t="0" r="r" b="b"/>
              <a:pathLst>
                <a:path w="14" h="28">
                  <a:moveTo>
                    <a:pt x="0" y="0"/>
                  </a:moveTo>
                  <a:cubicBezTo>
                    <a:pt x="14" y="0"/>
                    <a:pt x="14" y="0"/>
                    <a:pt x="14" y="0"/>
                  </a:cubicBezTo>
                  <a:cubicBezTo>
                    <a:pt x="14" y="20"/>
                    <a:pt x="14" y="20"/>
                    <a:pt x="14" y="20"/>
                  </a:cubicBezTo>
                  <a:cubicBezTo>
                    <a:pt x="14" y="27"/>
                    <a:pt x="0" y="28"/>
                    <a:pt x="0" y="20"/>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6" name="Freeform 241"/>
            <p:cNvSpPr/>
            <p:nvPr/>
          </p:nvSpPr>
          <p:spPr bwMode="auto">
            <a:xfrm>
              <a:off x="2725738" y="2624138"/>
              <a:ext cx="250825" cy="161925"/>
            </a:xfrm>
            <a:custGeom>
              <a:avLst/>
              <a:gdLst>
                <a:gd name="T0" fmla="*/ 30 w 60"/>
                <a:gd name="T1" fmla="*/ 0 h 39"/>
                <a:gd name="T2" fmla="*/ 30 w 60"/>
                <a:gd name="T3" fmla="*/ 39 h 39"/>
                <a:gd name="T4" fmla="*/ 30 w 60"/>
                <a:gd name="T5" fmla="*/ 0 h 39"/>
              </a:gdLst>
              <a:ahLst/>
              <a:cxnLst>
                <a:cxn ang="0">
                  <a:pos x="T0" y="T1"/>
                </a:cxn>
                <a:cxn ang="0">
                  <a:pos x="T2" y="T3"/>
                </a:cxn>
                <a:cxn ang="0">
                  <a:pos x="T4" y="T5"/>
                </a:cxn>
              </a:cxnLst>
              <a:rect l="0" t="0" r="r" b="b"/>
              <a:pathLst>
                <a:path w="60" h="39">
                  <a:moveTo>
                    <a:pt x="30" y="0"/>
                  </a:moveTo>
                  <a:cubicBezTo>
                    <a:pt x="60" y="0"/>
                    <a:pt x="48" y="39"/>
                    <a:pt x="30" y="39"/>
                  </a:cubicBezTo>
                  <a:cubicBezTo>
                    <a:pt x="13" y="39"/>
                    <a:pt x="0" y="0"/>
                    <a:pt x="30" y="0"/>
                  </a:cubicBezTo>
                  <a:close/>
                </a:path>
              </a:pathLst>
            </a:custGeom>
            <a:solidFill>
              <a:srgbClr val="F0CEAA"/>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7" name="Freeform 242"/>
            <p:cNvSpPr/>
            <p:nvPr/>
          </p:nvSpPr>
          <p:spPr bwMode="auto">
            <a:xfrm>
              <a:off x="2851150" y="2624138"/>
              <a:ext cx="125413" cy="161925"/>
            </a:xfrm>
            <a:custGeom>
              <a:avLst/>
              <a:gdLst>
                <a:gd name="T0" fmla="*/ 0 w 30"/>
                <a:gd name="T1" fmla="*/ 0 h 39"/>
                <a:gd name="T2" fmla="*/ 0 w 30"/>
                <a:gd name="T3" fmla="*/ 39 h 39"/>
                <a:gd name="T4" fmla="*/ 0 w 30"/>
                <a:gd name="T5" fmla="*/ 0 h 39"/>
              </a:gdLst>
              <a:ahLst/>
              <a:cxnLst>
                <a:cxn ang="0">
                  <a:pos x="T0" y="T1"/>
                </a:cxn>
                <a:cxn ang="0">
                  <a:pos x="T2" y="T3"/>
                </a:cxn>
                <a:cxn ang="0">
                  <a:pos x="T4" y="T5"/>
                </a:cxn>
              </a:cxnLst>
              <a:rect l="0" t="0" r="r" b="b"/>
              <a:pathLst>
                <a:path w="30" h="39">
                  <a:moveTo>
                    <a:pt x="0" y="0"/>
                  </a:moveTo>
                  <a:cubicBezTo>
                    <a:pt x="30" y="0"/>
                    <a:pt x="18" y="39"/>
                    <a:pt x="0" y="39"/>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8" name="Freeform 243"/>
            <p:cNvSpPr/>
            <p:nvPr/>
          </p:nvSpPr>
          <p:spPr bwMode="auto">
            <a:xfrm>
              <a:off x="2763838" y="2590800"/>
              <a:ext cx="179388" cy="136525"/>
            </a:xfrm>
            <a:custGeom>
              <a:avLst/>
              <a:gdLst>
                <a:gd name="T0" fmla="*/ 21 w 43"/>
                <a:gd name="T1" fmla="*/ 12 h 33"/>
                <a:gd name="T2" fmla="*/ 28 w 43"/>
                <a:gd name="T3" fmla="*/ 12 h 33"/>
                <a:gd name="T4" fmla="*/ 38 w 43"/>
                <a:gd name="T5" fmla="*/ 24 h 33"/>
                <a:gd name="T6" fmla="*/ 41 w 43"/>
                <a:gd name="T7" fmla="*/ 25 h 33"/>
                <a:gd name="T8" fmla="*/ 22 w 43"/>
                <a:gd name="T9" fmla="*/ 0 h 33"/>
                <a:gd name="T10" fmla="*/ 2 w 43"/>
                <a:gd name="T11" fmla="*/ 24 h 33"/>
                <a:gd name="T12" fmla="*/ 6 w 43"/>
                <a:gd name="T13" fmla="*/ 24 h 33"/>
                <a:gd name="T14" fmla="*/ 21 w 43"/>
                <a:gd name="T15" fmla="*/ 12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33">
                  <a:moveTo>
                    <a:pt x="21" y="12"/>
                  </a:moveTo>
                  <a:cubicBezTo>
                    <a:pt x="24" y="12"/>
                    <a:pt x="26" y="11"/>
                    <a:pt x="28" y="12"/>
                  </a:cubicBezTo>
                  <a:cubicBezTo>
                    <a:pt x="33" y="14"/>
                    <a:pt x="37" y="20"/>
                    <a:pt x="38" y="24"/>
                  </a:cubicBezTo>
                  <a:cubicBezTo>
                    <a:pt x="39" y="30"/>
                    <a:pt x="38" y="30"/>
                    <a:pt x="41" y="25"/>
                  </a:cubicBezTo>
                  <a:cubicBezTo>
                    <a:pt x="43" y="20"/>
                    <a:pt x="37" y="0"/>
                    <a:pt x="22" y="0"/>
                  </a:cubicBezTo>
                  <a:cubicBezTo>
                    <a:pt x="6" y="0"/>
                    <a:pt x="0" y="16"/>
                    <a:pt x="2" y="24"/>
                  </a:cubicBezTo>
                  <a:cubicBezTo>
                    <a:pt x="4" y="33"/>
                    <a:pt x="4" y="31"/>
                    <a:pt x="6" y="24"/>
                  </a:cubicBezTo>
                  <a:cubicBezTo>
                    <a:pt x="7" y="18"/>
                    <a:pt x="10" y="13"/>
                    <a:pt x="21" y="12"/>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49" name="Freeform 244"/>
            <p:cNvSpPr/>
            <p:nvPr/>
          </p:nvSpPr>
          <p:spPr bwMode="auto">
            <a:xfrm>
              <a:off x="2776538" y="2619375"/>
              <a:ext cx="153988" cy="100013"/>
            </a:xfrm>
            <a:custGeom>
              <a:avLst/>
              <a:gdLst>
                <a:gd name="T0" fmla="*/ 26 w 37"/>
                <a:gd name="T1" fmla="*/ 5 h 24"/>
                <a:gd name="T2" fmla="*/ 12 w 37"/>
                <a:gd name="T3" fmla="*/ 12 h 24"/>
                <a:gd name="T4" fmla="*/ 15 w 37"/>
                <a:gd name="T5" fmla="*/ 8 h 24"/>
                <a:gd name="T6" fmla="*/ 6 w 37"/>
                <a:gd name="T7" fmla="*/ 13 h 24"/>
                <a:gd name="T8" fmla="*/ 8 w 37"/>
                <a:gd name="T9" fmla="*/ 10 h 24"/>
                <a:gd name="T10" fmla="*/ 4 w 37"/>
                <a:gd name="T11" fmla="*/ 20 h 24"/>
                <a:gd name="T12" fmla="*/ 2 w 37"/>
                <a:gd name="T13" fmla="*/ 19 h 24"/>
                <a:gd name="T14" fmla="*/ 1 w 37"/>
                <a:gd name="T15" fmla="*/ 7 h 24"/>
                <a:gd name="T16" fmla="*/ 25 w 37"/>
                <a:gd name="T17" fmla="*/ 0 h 24"/>
                <a:gd name="T18" fmla="*/ 36 w 37"/>
                <a:gd name="T19" fmla="*/ 8 h 24"/>
                <a:gd name="T20" fmla="*/ 35 w 37"/>
                <a:gd name="T21" fmla="*/ 19 h 24"/>
                <a:gd name="T22" fmla="*/ 33 w 37"/>
                <a:gd name="T23" fmla="*/ 19 h 24"/>
                <a:gd name="T24" fmla="*/ 26 w 37"/>
                <a:gd name="T25" fmla="*/ 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 h="24">
                  <a:moveTo>
                    <a:pt x="26" y="5"/>
                  </a:moveTo>
                  <a:cubicBezTo>
                    <a:pt x="24" y="7"/>
                    <a:pt x="17" y="11"/>
                    <a:pt x="12" y="12"/>
                  </a:cubicBezTo>
                  <a:cubicBezTo>
                    <a:pt x="13" y="11"/>
                    <a:pt x="14" y="10"/>
                    <a:pt x="15" y="8"/>
                  </a:cubicBezTo>
                  <a:cubicBezTo>
                    <a:pt x="15" y="7"/>
                    <a:pt x="9" y="13"/>
                    <a:pt x="6" y="13"/>
                  </a:cubicBezTo>
                  <a:cubicBezTo>
                    <a:pt x="7" y="12"/>
                    <a:pt x="8" y="11"/>
                    <a:pt x="8" y="10"/>
                  </a:cubicBezTo>
                  <a:cubicBezTo>
                    <a:pt x="4" y="12"/>
                    <a:pt x="4" y="17"/>
                    <a:pt x="4" y="20"/>
                  </a:cubicBezTo>
                  <a:cubicBezTo>
                    <a:pt x="4" y="24"/>
                    <a:pt x="2" y="23"/>
                    <a:pt x="2" y="19"/>
                  </a:cubicBezTo>
                  <a:cubicBezTo>
                    <a:pt x="2" y="15"/>
                    <a:pt x="0" y="10"/>
                    <a:pt x="1" y="7"/>
                  </a:cubicBezTo>
                  <a:cubicBezTo>
                    <a:pt x="2" y="4"/>
                    <a:pt x="19" y="0"/>
                    <a:pt x="25" y="0"/>
                  </a:cubicBezTo>
                  <a:cubicBezTo>
                    <a:pt x="30" y="0"/>
                    <a:pt x="35" y="5"/>
                    <a:pt x="36" y="8"/>
                  </a:cubicBezTo>
                  <a:cubicBezTo>
                    <a:pt x="37" y="10"/>
                    <a:pt x="35" y="17"/>
                    <a:pt x="35" y="19"/>
                  </a:cubicBezTo>
                  <a:cubicBezTo>
                    <a:pt x="35" y="21"/>
                    <a:pt x="33" y="23"/>
                    <a:pt x="33" y="19"/>
                  </a:cubicBezTo>
                  <a:cubicBezTo>
                    <a:pt x="33" y="14"/>
                    <a:pt x="30" y="10"/>
                    <a:pt x="26" y="5"/>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0" name="Freeform 245"/>
            <p:cNvSpPr/>
            <p:nvPr/>
          </p:nvSpPr>
          <p:spPr bwMode="auto">
            <a:xfrm>
              <a:off x="2917825" y="2678113"/>
              <a:ext cx="20638" cy="41275"/>
            </a:xfrm>
            <a:custGeom>
              <a:avLst/>
              <a:gdLst>
                <a:gd name="T0" fmla="*/ 4 w 5"/>
                <a:gd name="T1" fmla="*/ 0 h 10"/>
                <a:gd name="T2" fmla="*/ 5 w 5"/>
                <a:gd name="T3" fmla="*/ 5 h 10"/>
                <a:gd name="T4" fmla="*/ 2 w 5"/>
                <a:gd name="T5" fmla="*/ 9 h 10"/>
                <a:gd name="T6" fmla="*/ 1 w 5"/>
                <a:gd name="T7" fmla="*/ 4 h 10"/>
                <a:gd name="T8" fmla="*/ 4 w 5"/>
                <a:gd name="T9" fmla="*/ 0 h 10"/>
              </a:gdLst>
              <a:ahLst/>
              <a:cxnLst>
                <a:cxn ang="0">
                  <a:pos x="T0" y="T1"/>
                </a:cxn>
                <a:cxn ang="0">
                  <a:pos x="T2" y="T3"/>
                </a:cxn>
                <a:cxn ang="0">
                  <a:pos x="T4" y="T5"/>
                </a:cxn>
                <a:cxn ang="0">
                  <a:pos x="T6" y="T7"/>
                </a:cxn>
                <a:cxn ang="0">
                  <a:pos x="T8" y="T9"/>
                </a:cxn>
              </a:cxnLst>
              <a:rect l="0" t="0" r="r" b="b"/>
              <a:pathLst>
                <a:path w="5" h="10">
                  <a:moveTo>
                    <a:pt x="4" y="0"/>
                  </a:moveTo>
                  <a:cubicBezTo>
                    <a:pt x="5" y="0"/>
                    <a:pt x="5" y="3"/>
                    <a:pt x="5" y="5"/>
                  </a:cubicBezTo>
                  <a:cubicBezTo>
                    <a:pt x="4" y="8"/>
                    <a:pt x="3" y="10"/>
                    <a:pt x="2" y="9"/>
                  </a:cubicBezTo>
                  <a:cubicBezTo>
                    <a:pt x="0" y="9"/>
                    <a:pt x="0" y="7"/>
                    <a:pt x="1" y="4"/>
                  </a:cubicBezTo>
                  <a:cubicBezTo>
                    <a:pt x="1" y="2"/>
                    <a:pt x="3" y="0"/>
                    <a:pt x="4"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1" name="Freeform 246"/>
            <p:cNvSpPr/>
            <p:nvPr/>
          </p:nvSpPr>
          <p:spPr bwMode="auto">
            <a:xfrm>
              <a:off x="2767013" y="2678113"/>
              <a:ext cx="22225" cy="41275"/>
            </a:xfrm>
            <a:custGeom>
              <a:avLst/>
              <a:gdLst>
                <a:gd name="T0" fmla="*/ 1 w 5"/>
                <a:gd name="T1" fmla="*/ 0 h 10"/>
                <a:gd name="T2" fmla="*/ 0 w 5"/>
                <a:gd name="T3" fmla="*/ 5 h 10"/>
                <a:gd name="T4" fmla="*/ 3 w 5"/>
                <a:gd name="T5" fmla="*/ 9 h 10"/>
                <a:gd name="T6" fmla="*/ 4 w 5"/>
                <a:gd name="T7" fmla="*/ 4 h 10"/>
                <a:gd name="T8" fmla="*/ 1 w 5"/>
                <a:gd name="T9" fmla="*/ 0 h 10"/>
              </a:gdLst>
              <a:ahLst/>
              <a:cxnLst>
                <a:cxn ang="0">
                  <a:pos x="T0" y="T1"/>
                </a:cxn>
                <a:cxn ang="0">
                  <a:pos x="T2" y="T3"/>
                </a:cxn>
                <a:cxn ang="0">
                  <a:pos x="T4" y="T5"/>
                </a:cxn>
                <a:cxn ang="0">
                  <a:pos x="T6" y="T7"/>
                </a:cxn>
                <a:cxn ang="0">
                  <a:pos x="T8" y="T9"/>
                </a:cxn>
              </a:cxnLst>
              <a:rect l="0" t="0" r="r" b="b"/>
              <a:pathLst>
                <a:path w="5" h="10">
                  <a:moveTo>
                    <a:pt x="1" y="0"/>
                  </a:moveTo>
                  <a:cubicBezTo>
                    <a:pt x="0" y="0"/>
                    <a:pt x="0" y="3"/>
                    <a:pt x="0" y="5"/>
                  </a:cubicBezTo>
                  <a:cubicBezTo>
                    <a:pt x="1" y="8"/>
                    <a:pt x="2" y="10"/>
                    <a:pt x="3" y="9"/>
                  </a:cubicBezTo>
                  <a:cubicBezTo>
                    <a:pt x="4" y="9"/>
                    <a:pt x="5" y="7"/>
                    <a:pt x="4" y="4"/>
                  </a:cubicBezTo>
                  <a:cubicBezTo>
                    <a:pt x="4"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2" name="Freeform 247"/>
            <p:cNvSpPr/>
            <p:nvPr/>
          </p:nvSpPr>
          <p:spPr bwMode="auto">
            <a:xfrm>
              <a:off x="2733675" y="2844800"/>
              <a:ext cx="46038" cy="92075"/>
            </a:xfrm>
            <a:custGeom>
              <a:avLst/>
              <a:gdLst>
                <a:gd name="T0" fmla="*/ 7 w 11"/>
                <a:gd name="T1" fmla="*/ 0 h 22"/>
                <a:gd name="T2" fmla="*/ 0 w 11"/>
                <a:gd name="T3" fmla="*/ 16 h 22"/>
                <a:gd name="T4" fmla="*/ 10 w 11"/>
                <a:gd name="T5" fmla="*/ 22 h 22"/>
                <a:gd name="T6" fmla="*/ 11 w 11"/>
                <a:gd name="T7" fmla="*/ 15 h 22"/>
                <a:gd name="T8" fmla="*/ 7 w 11"/>
                <a:gd name="T9" fmla="*/ 0 h 22"/>
              </a:gdLst>
              <a:ahLst/>
              <a:cxnLst>
                <a:cxn ang="0">
                  <a:pos x="T0" y="T1"/>
                </a:cxn>
                <a:cxn ang="0">
                  <a:pos x="T2" y="T3"/>
                </a:cxn>
                <a:cxn ang="0">
                  <a:pos x="T4" y="T5"/>
                </a:cxn>
                <a:cxn ang="0">
                  <a:pos x="T6" y="T7"/>
                </a:cxn>
                <a:cxn ang="0">
                  <a:pos x="T8" y="T9"/>
                </a:cxn>
              </a:cxnLst>
              <a:rect l="0" t="0" r="r" b="b"/>
              <a:pathLst>
                <a:path w="11" h="22">
                  <a:moveTo>
                    <a:pt x="7" y="0"/>
                  </a:moveTo>
                  <a:cubicBezTo>
                    <a:pt x="4" y="4"/>
                    <a:pt x="2" y="10"/>
                    <a:pt x="0" y="16"/>
                  </a:cubicBezTo>
                  <a:cubicBezTo>
                    <a:pt x="3" y="19"/>
                    <a:pt x="6" y="20"/>
                    <a:pt x="10" y="22"/>
                  </a:cubicBezTo>
                  <a:cubicBezTo>
                    <a:pt x="11" y="20"/>
                    <a:pt x="11" y="17"/>
                    <a:pt x="11" y="15"/>
                  </a:cubicBezTo>
                  <a:cubicBezTo>
                    <a:pt x="11" y="9"/>
                    <a:pt x="10" y="4"/>
                    <a:pt x="7" y="0"/>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3" name="Freeform 248"/>
            <p:cNvSpPr/>
            <p:nvPr/>
          </p:nvSpPr>
          <p:spPr bwMode="auto">
            <a:xfrm>
              <a:off x="2925763" y="2844800"/>
              <a:ext cx="46038" cy="92075"/>
            </a:xfrm>
            <a:custGeom>
              <a:avLst/>
              <a:gdLst>
                <a:gd name="T0" fmla="*/ 0 w 11"/>
                <a:gd name="T1" fmla="*/ 22 h 22"/>
                <a:gd name="T2" fmla="*/ 11 w 11"/>
                <a:gd name="T3" fmla="*/ 16 h 22"/>
                <a:gd name="T4" fmla="*/ 3 w 11"/>
                <a:gd name="T5" fmla="*/ 0 h 22"/>
                <a:gd name="T6" fmla="*/ 0 w 11"/>
                <a:gd name="T7" fmla="*/ 15 h 22"/>
                <a:gd name="T8" fmla="*/ 0 w 11"/>
                <a:gd name="T9" fmla="*/ 22 h 22"/>
              </a:gdLst>
              <a:ahLst/>
              <a:cxnLst>
                <a:cxn ang="0">
                  <a:pos x="T0" y="T1"/>
                </a:cxn>
                <a:cxn ang="0">
                  <a:pos x="T2" y="T3"/>
                </a:cxn>
                <a:cxn ang="0">
                  <a:pos x="T4" y="T5"/>
                </a:cxn>
                <a:cxn ang="0">
                  <a:pos x="T6" y="T7"/>
                </a:cxn>
                <a:cxn ang="0">
                  <a:pos x="T8" y="T9"/>
                </a:cxn>
              </a:cxnLst>
              <a:rect l="0" t="0" r="r" b="b"/>
              <a:pathLst>
                <a:path w="11" h="22">
                  <a:moveTo>
                    <a:pt x="0" y="22"/>
                  </a:moveTo>
                  <a:cubicBezTo>
                    <a:pt x="4" y="21"/>
                    <a:pt x="8" y="19"/>
                    <a:pt x="11" y="16"/>
                  </a:cubicBezTo>
                  <a:cubicBezTo>
                    <a:pt x="9" y="10"/>
                    <a:pt x="7" y="4"/>
                    <a:pt x="3" y="0"/>
                  </a:cubicBezTo>
                  <a:cubicBezTo>
                    <a:pt x="1" y="4"/>
                    <a:pt x="0" y="9"/>
                    <a:pt x="0" y="15"/>
                  </a:cubicBezTo>
                  <a:cubicBezTo>
                    <a:pt x="0" y="17"/>
                    <a:pt x="0" y="20"/>
                    <a:pt x="0" y="22"/>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54" name="Group 571"/>
          <p:cNvGrpSpPr/>
          <p:nvPr/>
        </p:nvGrpSpPr>
        <p:grpSpPr>
          <a:xfrm>
            <a:off x="6766575" y="2961233"/>
            <a:ext cx="446382" cy="451984"/>
            <a:chOff x="5162550" y="2155825"/>
            <a:chExt cx="379413" cy="384175"/>
          </a:xfrm>
        </p:grpSpPr>
        <p:sp>
          <p:nvSpPr>
            <p:cNvPr id="255" name="Oval 249"/>
            <p:cNvSpPr>
              <a:spLocks noChangeArrowheads="1"/>
            </p:cNvSpPr>
            <p:nvPr/>
          </p:nvSpPr>
          <p:spPr bwMode="auto">
            <a:xfrm>
              <a:off x="5162550" y="2155825"/>
              <a:ext cx="379413" cy="384175"/>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6" name="Oval 250"/>
            <p:cNvSpPr>
              <a:spLocks noChangeArrowheads="1"/>
            </p:cNvSpPr>
            <p:nvPr/>
          </p:nvSpPr>
          <p:spPr bwMode="auto">
            <a:xfrm>
              <a:off x="5183188" y="2178050"/>
              <a:ext cx="338138" cy="336550"/>
            </a:xfrm>
            <a:prstGeom prst="ellipse">
              <a:avLst/>
            </a:prstGeom>
            <a:solidFill>
              <a:schemeClr val="tx2">
                <a:lumMod val="60000"/>
                <a:lumOff val="40000"/>
              </a:schemeClr>
            </a:solidFill>
            <a:ln>
              <a:noFill/>
            </a:ln>
          </p:spPr>
          <p:txBody>
            <a:bodyPr vert="horz" wrap="square" lIns="121920" tIns="60960" rIns="121920" bIns="60960" numCol="1" anchor="t" anchorCtr="0" compatLnSpc="1"/>
            <a:lstStyle/>
            <a:p>
              <a:endParaRPr lang="en-US" sz="2400" dirty="0"/>
            </a:p>
          </p:txBody>
        </p:sp>
        <p:sp>
          <p:nvSpPr>
            <p:cNvPr id="257" name="Freeform 251"/>
            <p:cNvSpPr/>
            <p:nvPr/>
          </p:nvSpPr>
          <p:spPr bwMode="auto">
            <a:xfrm>
              <a:off x="5254625" y="2401888"/>
              <a:ext cx="195263" cy="112713"/>
            </a:xfrm>
            <a:custGeom>
              <a:avLst/>
              <a:gdLst>
                <a:gd name="T0" fmla="*/ 8 w 47"/>
                <a:gd name="T1" fmla="*/ 5 h 27"/>
                <a:gd name="T2" fmla="*/ 0 w 47"/>
                <a:gd name="T3" fmla="*/ 20 h 27"/>
                <a:gd name="T4" fmla="*/ 24 w 47"/>
                <a:gd name="T5" fmla="*/ 27 h 27"/>
                <a:gd name="T6" fmla="*/ 47 w 47"/>
                <a:gd name="T7" fmla="*/ 20 h 27"/>
                <a:gd name="T8" fmla="*/ 39 w 47"/>
                <a:gd name="T9" fmla="*/ 5 h 27"/>
                <a:gd name="T10" fmla="*/ 23 w 47"/>
                <a:gd name="T11" fmla="*/ 0 h 27"/>
                <a:gd name="T12" fmla="*/ 8 w 47"/>
                <a:gd name="T13" fmla="*/ 5 h 27"/>
              </a:gdLst>
              <a:ahLst/>
              <a:cxnLst>
                <a:cxn ang="0">
                  <a:pos x="T0" y="T1"/>
                </a:cxn>
                <a:cxn ang="0">
                  <a:pos x="T2" y="T3"/>
                </a:cxn>
                <a:cxn ang="0">
                  <a:pos x="T4" y="T5"/>
                </a:cxn>
                <a:cxn ang="0">
                  <a:pos x="T6" y="T7"/>
                </a:cxn>
                <a:cxn ang="0">
                  <a:pos x="T8" y="T9"/>
                </a:cxn>
                <a:cxn ang="0">
                  <a:pos x="T10" y="T11"/>
                </a:cxn>
                <a:cxn ang="0">
                  <a:pos x="T12" y="T13"/>
                </a:cxn>
              </a:cxnLst>
              <a:rect l="0" t="0" r="r" b="b"/>
              <a:pathLst>
                <a:path w="47" h="27">
                  <a:moveTo>
                    <a:pt x="8" y="5"/>
                  </a:moveTo>
                  <a:cubicBezTo>
                    <a:pt x="4" y="8"/>
                    <a:pt x="3" y="13"/>
                    <a:pt x="0" y="20"/>
                  </a:cubicBezTo>
                  <a:cubicBezTo>
                    <a:pt x="7" y="24"/>
                    <a:pt x="15" y="27"/>
                    <a:pt x="24" y="27"/>
                  </a:cubicBezTo>
                  <a:cubicBezTo>
                    <a:pt x="32" y="27"/>
                    <a:pt x="40" y="24"/>
                    <a:pt x="47" y="20"/>
                  </a:cubicBezTo>
                  <a:cubicBezTo>
                    <a:pt x="44" y="13"/>
                    <a:pt x="43" y="8"/>
                    <a:pt x="39" y="5"/>
                  </a:cubicBezTo>
                  <a:cubicBezTo>
                    <a:pt x="32" y="1"/>
                    <a:pt x="27" y="0"/>
                    <a:pt x="23" y="0"/>
                  </a:cubicBezTo>
                  <a:cubicBezTo>
                    <a:pt x="19" y="0"/>
                    <a:pt x="15" y="1"/>
                    <a:pt x="8" y="5"/>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8" name="Freeform 252"/>
            <p:cNvSpPr/>
            <p:nvPr/>
          </p:nvSpPr>
          <p:spPr bwMode="auto">
            <a:xfrm>
              <a:off x="5329238" y="2339975"/>
              <a:ext cx="46038" cy="117475"/>
            </a:xfrm>
            <a:custGeom>
              <a:avLst/>
              <a:gdLst>
                <a:gd name="T0" fmla="*/ 0 w 11"/>
                <a:gd name="T1" fmla="*/ 0 h 28"/>
                <a:gd name="T2" fmla="*/ 11 w 11"/>
                <a:gd name="T3" fmla="*/ 0 h 28"/>
                <a:gd name="T4" fmla="*/ 11 w 11"/>
                <a:gd name="T5" fmla="*/ 16 h 28"/>
                <a:gd name="T6" fmla="*/ 5 w 11"/>
                <a:gd name="T7" fmla="*/ 28 h 28"/>
                <a:gd name="T8" fmla="*/ 0 w 11"/>
                <a:gd name="T9" fmla="*/ 16 h 28"/>
                <a:gd name="T10" fmla="*/ 0 w 11"/>
                <a:gd name="T11" fmla="*/ 0 h 28"/>
              </a:gdLst>
              <a:ahLst/>
              <a:cxnLst>
                <a:cxn ang="0">
                  <a:pos x="T0" y="T1"/>
                </a:cxn>
                <a:cxn ang="0">
                  <a:pos x="T2" y="T3"/>
                </a:cxn>
                <a:cxn ang="0">
                  <a:pos x="T4" y="T5"/>
                </a:cxn>
                <a:cxn ang="0">
                  <a:pos x="T6" y="T7"/>
                </a:cxn>
                <a:cxn ang="0">
                  <a:pos x="T8" y="T9"/>
                </a:cxn>
                <a:cxn ang="0">
                  <a:pos x="T10" y="T11"/>
                </a:cxn>
              </a:cxnLst>
              <a:rect l="0" t="0" r="r" b="b"/>
              <a:pathLst>
                <a:path w="11" h="28">
                  <a:moveTo>
                    <a:pt x="0" y="0"/>
                  </a:moveTo>
                  <a:cubicBezTo>
                    <a:pt x="11" y="0"/>
                    <a:pt x="11" y="0"/>
                    <a:pt x="11" y="0"/>
                  </a:cubicBezTo>
                  <a:cubicBezTo>
                    <a:pt x="11" y="16"/>
                    <a:pt x="11" y="16"/>
                    <a:pt x="11" y="16"/>
                  </a:cubicBezTo>
                  <a:cubicBezTo>
                    <a:pt x="11" y="19"/>
                    <a:pt x="8" y="28"/>
                    <a:pt x="5" y="28"/>
                  </a:cubicBezTo>
                  <a:cubicBezTo>
                    <a:pt x="2" y="28"/>
                    <a:pt x="0" y="19"/>
                    <a:pt x="0" y="16"/>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59" name="Freeform 253"/>
            <p:cNvSpPr/>
            <p:nvPr/>
          </p:nvSpPr>
          <p:spPr bwMode="auto">
            <a:xfrm>
              <a:off x="5329238" y="2373313"/>
              <a:ext cx="46038" cy="33338"/>
            </a:xfrm>
            <a:custGeom>
              <a:avLst/>
              <a:gdLst>
                <a:gd name="T0" fmla="*/ 29 w 29"/>
                <a:gd name="T1" fmla="*/ 5 h 21"/>
                <a:gd name="T2" fmla="*/ 29 w 29"/>
                <a:gd name="T3" fmla="*/ 0 h 21"/>
                <a:gd name="T4" fmla="*/ 0 w 29"/>
                <a:gd name="T5" fmla="*/ 0 h 21"/>
                <a:gd name="T6" fmla="*/ 0 w 29"/>
                <a:gd name="T7" fmla="*/ 21 h 21"/>
                <a:gd name="T8" fmla="*/ 29 w 29"/>
                <a:gd name="T9" fmla="*/ 5 h 21"/>
              </a:gdLst>
              <a:ahLst/>
              <a:cxnLst>
                <a:cxn ang="0">
                  <a:pos x="T0" y="T1"/>
                </a:cxn>
                <a:cxn ang="0">
                  <a:pos x="T2" y="T3"/>
                </a:cxn>
                <a:cxn ang="0">
                  <a:pos x="T4" y="T5"/>
                </a:cxn>
                <a:cxn ang="0">
                  <a:pos x="T6" y="T7"/>
                </a:cxn>
                <a:cxn ang="0">
                  <a:pos x="T8" y="T9"/>
                </a:cxn>
              </a:cxnLst>
              <a:rect l="0" t="0" r="r" b="b"/>
              <a:pathLst>
                <a:path w="29" h="21">
                  <a:moveTo>
                    <a:pt x="29" y="5"/>
                  </a:moveTo>
                  <a:lnTo>
                    <a:pt x="29" y="0"/>
                  </a:lnTo>
                  <a:lnTo>
                    <a:pt x="0" y="0"/>
                  </a:lnTo>
                  <a:lnTo>
                    <a:pt x="0" y="21"/>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0" name="Freeform 254"/>
            <p:cNvSpPr/>
            <p:nvPr/>
          </p:nvSpPr>
          <p:spPr bwMode="auto">
            <a:xfrm>
              <a:off x="5249863" y="2247900"/>
              <a:ext cx="204788" cy="133350"/>
            </a:xfrm>
            <a:custGeom>
              <a:avLst/>
              <a:gdLst>
                <a:gd name="T0" fmla="*/ 24 w 49"/>
                <a:gd name="T1" fmla="*/ 0 h 32"/>
                <a:gd name="T2" fmla="*/ 24 w 49"/>
                <a:gd name="T3" fmla="*/ 32 h 32"/>
                <a:gd name="T4" fmla="*/ 24 w 49"/>
                <a:gd name="T5" fmla="*/ 0 h 32"/>
              </a:gdLst>
              <a:ahLst/>
              <a:cxnLst>
                <a:cxn ang="0">
                  <a:pos x="T0" y="T1"/>
                </a:cxn>
                <a:cxn ang="0">
                  <a:pos x="T2" y="T3"/>
                </a:cxn>
                <a:cxn ang="0">
                  <a:pos x="T4" y="T5"/>
                </a:cxn>
              </a:cxnLst>
              <a:rect l="0" t="0" r="r" b="b"/>
              <a:pathLst>
                <a:path w="49" h="32">
                  <a:moveTo>
                    <a:pt x="24" y="0"/>
                  </a:moveTo>
                  <a:cubicBezTo>
                    <a:pt x="49" y="0"/>
                    <a:pt x="39" y="32"/>
                    <a:pt x="24" y="32"/>
                  </a:cubicBezTo>
                  <a:cubicBezTo>
                    <a:pt x="10" y="32"/>
                    <a:pt x="0" y="0"/>
                    <a:pt x="24"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1" name="Freeform 255"/>
            <p:cNvSpPr/>
            <p:nvPr/>
          </p:nvSpPr>
          <p:spPr bwMode="auto">
            <a:xfrm>
              <a:off x="5278438" y="2222500"/>
              <a:ext cx="146050" cy="109538"/>
            </a:xfrm>
            <a:custGeom>
              <a:avLst/>
              <a:gdLst>
                <a:gd name="T0" fmla="*/ 24 w 35"/>
                <a:gd name="T1" fmla="*/ 9 h 26"/>
                <a:gd name="T2" fmla="*/ 31 w 35"/>
                <a:gd name="T3" fmla="*/ 19 h 26"/>
                <a:gd name="T4" fmla="*/ 33 w 35"/>
                <a:gd name="T5" fmla="*/ 20 h 26"/>
                <a:gd name="T6" fmla="*/ 18 w 35"/>
                <a:gd name="T7" fmla="*/ 0 h 26"/>
                <a:gd name="T8" fmla="*/ 2 w 35"/>
                <a:gd name="T9" fmla="*/ 19 h 26"/>
                <a:gd name="T10" fmla="*/ 5 w 35"/>
                <a:gd name="T11" fmla="*/ 19 h 26"/>
                <a:gd name="T12" fmla="*/ 24 w 35"/>
                <a:gd name="T13" fmla="*/ 9 h 26"/>
              </a:gdLst>
              <a:ahLst/>
              <a:cxnLst>
                <a:cxn ang="0">
                  <a:pos x="T0" y="T1"/>
                </a:cxn>
                <a:cxn ang="0">
                  <a:pos x="T2" y="T3"/>
                </a:cxn>
                <a:cxn ang="0">
                  <a:pos x="T4" y="T5"/>
                </a:cxn>
                <a:cxn ang="0">
                  <a:pos x="T6" y="T7"/>
                </a:cxn>
                <a:cxn ang="0">
                  <a:pos x="T8" y="T9"/>
                </a:cxn>
                <a:cxn ang="0">
                  <a:pos x="T10" y="T11"/>
                </a:cxn>
                <a:cxn ang="0">
                  <a:pos x="T12" y="T13"/>
                </a:cxn>
              </a:cxnLst>
              <a:rect l="0" t="0" r="r" b="b"/>
              <a:pathLst>
                <a:path w="35" h="26">
                  <a:moveTo>
                    <a:pt x="24" y="9"/>
                  </a:moveTo>
                  <a:cubicBezTo>
                    <a:pt x="28" y="11"/>
                    <a:pt x="30" y="16"/>
                    <a:pt x="31" y="19"/>
                  </a:cubicBezTo>
                  <a:cubicBezTo>
                    <a:pt x="32" y="24"/>
                    <a:pt x="31" y="24"/>
                    <a:pt x="33" y="20"/>
                  </a:cubicBezTo>
                  <a:cubicBezTo>
                    <a:pt x="35" y="16"/>
                    <a:pt x="31" y="0"/>
                    <a:pt x="18" y="0"/>
                  </a:cubicBezTo>
                  <a:cubicBezTo>
                    <a:pt x="6" y="0"/>
                    <a:pt x="0" y="12"/>
                    <a:pt x="2" y="19"/>
                  </a:cubicBezTo>
                  <a:cubicBezTo>
                    <a:pt x="4" y="26"/>
                    <a:pt x="4" y="24"/>
                    <a:pt x="5" y="19"/>
                  </a:cubicBezTo>
                  <a:cubicBezTo>
                    <a:pt x="8" y="6"/>
                    <a:pt x="18" y="12"/>
                    <a:pt x="24" y="9"/>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2" name="Freeform 256"/>
            <p:cNvSpPr/>
            <p:nvPr/>
          </p:nvSpPr>
          <p:spPr bwMode="auto">
            <a:xfrm>
              <a:off x="5287963" y="2257425"/>
              <a:ext cx="128588" cy="61913"/>
            </a:xfrm>
            <a:custGeom>
              <a:avLst/>
              <a:gdLst>
                <a:gd name="T0" fmla="*/ 23 w 31"/>
                <a:gd name="T1" fmla="*/ 4 h 15"/>
                <a:gd name="T2" fmla="*/ 10 w 31"/>
                <a:gd name="T3" fmla="*/ 10 h 15"/>
                <a:gd name="T4" fmla="*/ 12 w 31"/>
                <a:gd name="T5" fmla="*/ 8 h 15"/>
                <a:gd name="T6" fmla="*/ 4 w 31"/>
                <a:gd name="T7" fmla="*/ 10 h 15"/>
                <a:gd name="T8" fmla="*/ 5 w 31"/>
                <a:gd name="T9" fmla="*/ 9 h 15"/>
                <a:gd name="T10" fmla="*/ 3 w 31"/>
                <a:gd name="T11" fmla="*/ 13 h 15"/>
                <a:gd name="T12" fmla="*/ 0 w 31"/>
                <a:gd name="T13" fmla="*/ 12 h 15"/>
                <a:gd name="T14" fmla="*/ 1 w 31"/>
                <a:gd name="T15" fmla="*/ 6 h 15"/>
                <a:gd name="T16" fmla="*/ 21 w 31"/>
                <a:gd name="T17" fmla="*/ 0 h 15"/>
                <a:gd name="T18" fmla="*/ 30 w 31"/>
                <a:gd name="T19" fmla="*/ 6 h 15"/>
                <a:gd name="T20" fmla="*/ 30 w 31"/>
                <a:gd name="T21" fmla="*/ 12 h 15"/>
                <a:gd name="T22" fmla="*/ 28 w 31"/>
                <a:gd name="T23" fmla="*/ 12 h 15"/>
                <a:gd name="T24" fmla="*/ 23 w 31"/>
                <a:gd name="T25"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15">
                  <a:moveTo>
                    <a:pt x="23" y="4"/>
                  </a:moveTo>
                  <a:cubicBezTo>
                    <a:pt x="21" y="5"/>
                    <a:pt x="14" y="10"/>
                    <a:pt x="10" y="10"/>
                  </a:cubicBezTo>
                  <a:cubicBezTo>
                    <a:pt x="7" y="10"/>
                    <a:pt x="11" y="9"/>
                    <a:pt x="12" y="8"/>
                  </a:cubicBezTo>
                  <a:cubicBezTo>
                    <a:pt x="13" y="7"/>
                    <a:pt x="6" y="10"/>
                    <a:pt x="4" y="10"/>
                  </a:cubicBezTo>
                  <a:cubicBezTo>
                    <a:pt x="3" y="10"/>
                    <a:pt x="4" y="10"/>
                    <a:pt x="5" y="9"/>
                  </a:cubicBezTo>
                  <a:cubicBezTo>
                    <a:pt x="6" y="8"/>
                    <a:pt x="2" y="10"/>
                    <a:pt x="3" y="13"/>
                  </a:cubicBezTo>
                  <a:cubicBezTo>
                    <a:pt x="3" y="15"/>
                    <a:pt x="1" y="14"/>
                    <a:pt x="0" y="12"/>
                  </a:cubicBezTo>
                  <a:cubicBezTo>
                    <a:pt x="0" y="9"/>
                    <a:pt x="0" y="9"/>
                    <a:pt x="1" y="6"/>
                  </a:cubicBezTo>
                  <a:cubicBezTo>
                    <a:pt x="3" y="4"/>
                    <a:pt x="16" y="0"/>
                    <a:pt x="21" y="0"/>
                  </a:cubicBezTo>
                  <a:cubicBezTo>
                    <a:pt x="25" y="0"/>
                    <a:pt x="29" y="5"/>
                    <a:pt x="30" y="6"/>
                  </a:cubicBezTo>
                  <a:cubicBezTo>
                    <a:pt x="31" y="8"/>
                    <a:pt x="31" y="10"/>
                    <a:pt x="30" y="12"/>
                  </a:cubicBezTo>
                  <a:cubicBezTo>
                    <a:pt x="30" y="14"/>
                    <a:pt x="28" y="15"/>
                    <a:pt x="28" y="12"/>
                  </a:cubicBezTo>
                  <a:cubicBezTo>
                    <a:pt x="28" y="10"/>
                    <a:pt x="25" y="8"/>
                    <a:pt x="23" y="4"/>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3" name="Freeform 257"/>
            <p:cNvSpPr/>
            <p:nvPr/>
          </p:nvSpPr>
          <p:spPr bwMode="auto">
            <a:xfrm>
              <a:off x="5403850" y="2293938"/>
              <a:ext cx="17463" cy="33338"/>
            </a:xfrm>
            <a:custGeom>
              <a:avLst/>
              <a:gdLst>
                <a:gd name="T0" fmla="*/ 3 w 4"/>
                <a:gd name="T1" fmla="*/ 0 h 8"/>
                <a:gd name="T2" fmla="*/ 4 w 4"/>
                <a:gd name="T3" fmla="*/ 5 h 8"/>
                <a:gd name="T4" fmla="*/ 1 w 4"/>
                <a:gd name="T5" fmla="*/ 8 h 8"/>
                <a:gd name="T6" fmla="*/ 1 w 4"/>
                <a:gd name="T7" fmla="*/ 4 h 8"/>
                <a:gd name="T8" fmla="*/ 3 w 4"/>
                <a:gd name="T9" fmla="*/ 0 h 8"/>
              </a:gdLst>
              <a:ahLst/>
              <a:cxnLst>
                <a:cxn ang="0">
                  <a:pos x="T0" y="T1"/>
                </a:cxn>
                <a:cxn ang="0">
                  <a:pos x="T2" y="T3"/>
                </a:cxn>
                <a:cxn ang="0">
                  <a:pos x="T4" y="T5"/>
                </a:cxn>
                <a:cxn ang="0">
                  <a:pos x="T6" y="T7"/>
                </a:cxn>
                <a:cxn ang="0">
                  <a:pos x="T8" y="T9"/>
                </a:cxn>
              </a:cxnLst>
              <a:rect l="0" t="0" r="r" b="b"/>
              <a:pathLst>
                <a:path w="4" h="8">
                  <a:moveTo>
                    <a:pt x="3" y="0"/>
                  </a:moveTo>
                  <a:cubicBezTo>
                    <a:pt x="4" y="1"/>
                    <a:pt x="4" y="2"/>
                    <a:pt x="4" y="5"/>
                  </a:cubicBezTo>
                  <a:cubicBezTo>
                    <a:pt x="3" y="7"/>
                    <a:pt x="2" y="8"/>
                    <a:pt x="1" y="8"/>
                  </a:cubicBezTo>
                  <a:cubicBezTo>
                    <a:pt x="1" y="8"/>
                    <a:pt x="0" y="6"/>
                    <a:pt x="1" y="4"/>
                  </a:cubicBezTo>
                  <a:cubicBezTo>
                    <a:pt x="1" y="2"/>
                    <a:pt x="2" y="0"/>
                    <a:pt x="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4" name="Freeform 258"/>
            <p:cNvSpPr/>
            <p:nvPr/>
          </p:nvSpPr>
          <p:spPr bwMode="auto">
            <a:xfrm>
              <a:off x="5283200" y="2293938"/>
              <a:ext cx="17463" cy="33338"/>
            </a:xfrm>
            <a:custGeom>
              <a:avLst/>
              <a:gdLst>
                <a:gd name="T0" fmla="*/ 1 w 4"/>
                <a:gd name="T1" fmla="*/ 0 h 8"/>
                <a:gd name="T2" fmla="*/ 0 w 4"/>
                <a:gd name="T3" fmla="*/ 5 h 8"/>
                <a:gd name="T4" fmla="*/ 3 w 4"/>
                <a:gd name="T5" fmla="*/ 8 h 8"/>
                <a:gd name="T6" fmla="*/ 3 w 4"/>
                <a:gd name="T7" fmla="*/ 4 h 8"/>
                <a:gd name="T8" fmla="*/ 1 w 4"/>
                <a:gd name="T9" fmla="*/ 0 h 8"/>
              </a:gdLst>
              <a:ahLst/>
              <a:cxnLst>
                <a:cxn ang="0">
                  <a:pos x="T0" y="T1"/>
                </a:cxn>
                <a:cxn ang="0">
                  <a:pos x="T2" y="T3"/>
                </a:cxn>
                <a:cxn ang="0">
                  <a:pos x="T4" y="T5"/>
                </a:cxn>
                <a:cxn ang="0">
                  <a:pos x="T6" y="T7"/>
                </a:cxn>
                <a:cxn ang="0">
                  <a:pos x="T8" y="T9"/>
                </a:cxn>
              </a:cxnLst>
              <a:rect l="0" t="0" r="r" b="b"/>
              <a:pathLst>
                <a:path w="4" h="8">
                  <a:moveTo>
                    <a:pt x="1" y="0"/>
                  </a:moveTo>
                  <a:cubicBezTo>
                    <a:pt x="0" y="1"/>
                    <a:pt x="0" y="2"/>
                    <a:pt x="0" y="5"/>
                  </a:cubicBezTo>
                  <a:cubicBezTo>
                    <a:pt x="1" y="7"/>
                    <a:pt x="2" y="8"/>
                    <a:pt x="3" y="8"/>
                  </a:cubicBezTo>
                  <a:cubicBezTo>
                    <a:pt x="4" y="8"/>
                    <a:pt x="4" y="6"/>
                    <a:pt x="3" y="4"/>
                  </a:cubicBezTo>
                  <a:cubicBezTo>
                    <a:pt x="3"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5" name="Freeform 259"/>
            <p:cNvSpPr/>
            <p:nvPr/>
          </p:nvSpPr>
          <p:spPr bwMode="auto">
            <a:xfrm>
              <a:off x="5254625" y="2432050"/>
              <a:ext cx="36513" cy="71438"/>
            </a:xfrm>
            <a:custGeom>
              <a:avLst/>
              <a:gdLst>
                <a:gd name="T0" fmla="*/ 6 w 9"/>
                <a:gd name="T1" fmla="*/ 0 h 17"/>
                <a:gd name="T2" fmla="*/ 0 w 9"/>
                <a:gd name="T3" fmla="*/ 13 h 17"/>
                <a:gd name="T4" fmla="*/ 9 w 9"/>
                <a:gd name="T5" fmla="*/ 17 h 17"/>
                <a:gd name="T6" fmla="*/ 9 w 9"/>
                <a:gd name="T7" fmla="*/ 12 h 17"/>
                <a:gd name="T8" fmla="*/ 6 w 9"/>
                <a:gd name="T9" fmla="*/ 0 h 17"/>
              </a:gdLst>
              <a:ahLst/>
              <a:cxnLst>
                <a:cxn ang="0">
                  <a:pos x="T0" y="T1"/>
                </a:cxn>
                <a:cxn ang="0">
                  <a:pos x="T2" y="T3"/>
                </a:cxn>
                <a:cxn ang="0">
                  <a:pos x="T4" y="T5"/>
                </a:cxn>
                <a:cxn ang="0">
                  <a:pos x="T6" y="T7"/>
                </a:cxn>
                <a:cxn ang="0">
                  <a:pos x="T8" y="T9"/>
                </a:cxn>
              </a:cxnLst>
              <a:rect l="0" t="0" r="r" b="b"/>
              <a:pathLst>
                <a:path w="9" h="17">
                  <a:moveTo>
                    <a:pt x="6" y="0"/>
                  </a:moveTo>
                  <a:cubicBezTo>
                    <a:pt x="4" y="3"/>
                    <a:pt x="2" y="8"/>
                    <a:pt x="0" y="13"/>
                  </a:cubicBezTo>
                  <a:cubicBezTo>
                    <a:pt x="3" y="15"/>
                    <a:pt x="6" y="16"/>
                    <a:pt x="9" y="17"/>
                  </a:cubicBezTo>
                  <a:cubicBezTo>
                    <a:pt x="9" y="16"/>
                    <a:pt x="9" y="14"/>
                    <a:pt x="9" y="12"/>
                  </a:cubicBezTo>
                  <a:cubicBezTo>
                    <a:pt x="9" y="7"/>
                    <a:pt x="8" y="3"/>
                    <a:pt x="6" y="0"/>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6" name="Freeform 260"/>
            <p:cNvSpPr/>
            <p:nvPr/>
          </p:nvSpPr>
          <p:spPr bwMode="auto">
            <a:xfrm>
              <a:off x="5408613" y="2432050"/>
              <a:ext cx="41275" cy="71438"/>
            </a:xfrm>
            <a:custGeom>
              <a:avLst/>
              <a:gdLst>
                <a:gd name="T0" fmla="*/ 1 w 10"/>
                <a:gd name="T1" fmla="*/ 17 h 17"/>
                <a:gd name="T2" fmla="*/ 10 w 10"/>
                <a:gd name="T3" fmla="*/ 13 h 17"/>
                <a:gd name="T4" fmla="*/ 4 w 10"/>
                <a:gd name="T5" fmla="*/ 0 h 17"/>
                <a:gd name="T6" fmla="*/ 0 w 10"/>
                <a:gd name="T7" fmla="*/ 12 h 17"/>
                <a:gd name="T8" fmla="*/ 1 w 10"/>
                <a:gd name="T9" fmla="*/ 17 h 17"/>
              </a:gdLst>
              <a:ahLst/>
              <a:cxnLst>
                <a:cxn ang="0">
                  <a:pos x="T0" y="T1"/>
                </a:cxn>
                <a:cxn ang="0">
                  <a:pos x="T2" y="T3"/>
                </a:cxn>
                <a:cxn ang="0">
                  <a:pos x="T4" y="T5"/>
                </a:cxn>
                <a:cxn ang="0">
                  <a:pos x="T6" y="T7"/>
                </a:cxn>
                <a:cxn ang="0">
                  <a:pos x="T8" y="T9"/>
                </a:cxn>
              </a:cxnLst>
              <a:rect l="0" t="0" r="r" b="b"/>
              <a:pathLst>
                <a:path w="10" h="17">
                  <a:moveTo>
                    <a:pt x="1" y="17"/>
                  </a:moveTo>
                  <a:cubicBezTo>
                    <a:pt x="4" y="16"/>
                    <a:pt x="7" y="15"/>
                    <a:pt x="10" y="13"/>
                  </a:cubicBezTo>
                  <a:cubicBezTo>
                    <a:pt x="8" y="8"/>
                    <a:pt x="6" y="3"/>
                    <a:pt x="4" y="0"/>
                  </a:cubicBezTo>
                  <a:cubicBezTo>
                    <a:pt x="2" y="3"/>
                    <a:pt x="0" y="7"/>
                    <a:pt x="0" y="12"/>
                  </a:cubicBezTo>
                  <a:cubicBezTo>
                    <a:pt x="0" y="14"/>
                    <a:pt x="1" y="16"/>
                    <a:pt x="1" y="17"/>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67" name="Group 576"/>
          <p:cNvGrpSpPr/>
          <p:nvPr/>
        </p:nvGrpSpPr>
        <p:grpSpPr>
          <a:xfrm>
            <a:off x="7080350" y="3564687"/>
            <a:ext cx="554709" cy="554709"/>
            <a:chOff x="5475288" y="2611438"/>
            <a:chExt cx="471488" cy="471488"/>
          </a:xfrm>
        </p:grpSpPr>
        <p:sp>
          <p:nvSpPr>
            <p:cNvPr id="268" name="Oval 261"/>
            <p:cNvSpPr>
              <a:spLocks noChangeArrowheads="1"/>
            </p:cNvSpPr>
            <p:nvPr/>
          </p:nvSpPr>
          <p:spPr bwMode="auto">
            <a:xfrm>
              <a:off x="5475288" y="2611438"/>
              <a:ext cx="471488" cy="471488"/>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69" name="Oval 262"/>
            <p:cNvSpPr>
              <a:spLocks noChangeArrowheads="1"/>
            </p:cNvSpPr>
            <p:nvPr/>
          </p:nvSpPr>
          <p:spPr bwMode="auto">
            <a:xfrm>
              <a:off x="5500688" y="2640013"/>
              <a:ext cx="420688" cy="417513"/>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dirty="0"/>
            </a:p>
          </p:txBody>
        </p:sp>
        <p:sp>
          <p:nvSpPr>
            <p:cNvPr id="270" name="Freeform 263"/>
            <p:cNvSpPr/>
            <p:nvPr/>
          </p:nvSpPr>
          <p:spPr bwMode="auto">
            <a:xfrm>
              <a:off x="5680075" y="2836863"/>
              <a:ext cx="61913" cy="125413"/>
            </a:xfrm>
            <a:custGeom>
              <a:avLst/>
              <a:gdLst>
                <a:gd name="T0" fmla="*/ 0 w 15"/>
                <a:gd name="T1" fmla="*/ 0 h 30"/>
                <a:gd name="T2" fmla="*/ 15 w 15"/>
                <a:gd name="T3" fmla="*/ 0 h 30"/>
                <a:gd name="T4" fmla="*/ 15 w 15"/>
                <a:gd name="T5" fmla="*/ 22 h 30"/>
                <a:gd name="T6" fmla="*/ 0 w 15"/>
                <a:gd name="T7" fmla="*/ 22 h 30"/>
                <a:gd name="T8" fmla="*/ 0 w 15"/>
                <a:gd name="T9" fmla="*/ 0 h 30"/>
              </a:gdLst>
              <a:ahLst/>
              <a:cxnLst>
                <a:cxn ang="0">
                  <a:pos x="T0" y="T1"/>
                </a:cxn>
                <a:cxn ang="0">
                  <a:pos x="T2" y="T3"/>
                </a:cxn>
                <a:cxn ang="0">
                  <a:pos x="T4" y="T5"/>
                </a:cxn>
                <a:cxn ang="0">
                  <a:pos x="T6" y="T7"/>
                </a:cxn>
                <a:cxn ang="0">
                  <a:pos x="T8" y="T9"/>
                </a:cxn>
              </a:cxnLst>
              <a:rect l="0" t="0" r="r" b="b"/>
              <a:pathLst>
                <a:path w="15" h="30">
                  <a:moveTo>
                    <a:pt x="0" y="0"/>
                  </a:moveTo>
                  <a:cubicBezTo>
                    <a:pt x="15" y="0"/>
                    <a:pt x="15" y="0"/>
                    <a:pt x="15" y="0"/>
                  </a:cubicBezTo>
                  <a:cubicBezTo>
                    <a:pt x="15" y="22"/>
                    <a:pt x="15" y="22"/>
                    <a:pt x="15" y="22"/>
                  </a:cubicBezTo>
                  <a:cubicBezTo>
                    <a:pt x="15" y="29"/>
                    <a:pt x="0" y="30"/>
                    <a:pt x="0" y="22"/>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1" name="Freeform 264"/>
            <p:cNvSpPr/>
            <p:nvPr/>
          </p:nvSpPr>
          <p:spPr bwMode="auto">
            <a:xfrm>
              <a:off x="5592763" y="2916238"/>
              <a:ext cx="236538" cy="141288"/>
            </a:xfrm>
            <a:custGeom>
              <a:avLst/>
              <a:gdLst>
                <a:gd name="T0" fmla="*/ 10 w 57"/>
                <a:gd name="T1" fmla="*/ 7 h 34"/>
                <a:gd name="T2" fmla="*/ 0 w 57"/>
                <a:gd name="T3" fmla="*/ 25 h 34"/>
                <a:gd name="T4" fmla="*/ 29 w 57"/>
                <a:gd name="T5" fmla="*/ 34 h 34"/>
                <a:gd name="T6" fmla="*/ 57 w 57"/>
                <a:gd name="T7" fmla="*/ 25 h 34"/>
                <a:gd name="T8" fmla="*/ 47 w 57"/>
                <a:gd name="T9" fmla="*/ 7 h 34"/>
                <a:gd name="T10" fmla="*/ 28 w 57"/>
                <a:gd name="T11" fmla="*/ 0 h 34"/>
                <a:gd name="T12" fmla="*/ 10 w 57"/>
                <a:gd name="T13" fmla="*/ 7 h 34"/>
              </a:gdLst>
              <a:ahLst/>
              <a:cxnLst>
                <a:cxn ang="0">
                  <a:pos x="T0" y="T1"/>
                </a:cxn>
                <a:cxn ang="0">
                  <a:pos x="T2" y="T3"/>
                </a:cxn>
                <a:cxn ang="0">
                  <a:pos x="T4" y="T5"/>
                </a:cxn>
                <a:cxn ang="0">
                  <a:pos x="T6" y="T7"/>
                </a:cxn>
                <a:cxn ang="0">
                  <a:pos x="T8" y="T9"/>
                </a:cxn>
                <a:cxn ang="0">
                  <a:pos x="T10" y="T11"/>
                </a:cxn>
                <a:cxn ang="0">
                  <a:pos x="T12" y="T13"/>
                </a:cxn>
              </a:cxnLst>
              <a:rect l="0" t="0" r="r" b="b"/>
              <a:pathLst>
                <a:path w="57" h="34">
                  <a:moveTo>
                    <a:pt x="10" y="7"/>
                  </a:moveTo>
                  <a:cubicBezTo>
                    <a:pt x="5" y="10"/>
                    <a:pt x="3" y="17"/>
                    <a:pt x="0" y="25"/>
                  </a:cubicBezTo>
                  <a:cubicBezTo>
                    <a:pt x="8" y="30"/>
                    <a:pt x="18" y="34"/>
                    <a:pt x="29" y="34"/>
                  </a:cubicBezTo>
                  <a:cubicBezTo>
                    <a:pt x="39" y="34"/>
                    <a:pt x="49" y="30"/>
                    <a:pt x="57" y="25"/>
                  </a:cubicBezTo>
                  <a:cubicBezTo>
                    <a:pt x="54" y="17"/>
                    <a:pt x="52" y="10"/>
                    <a:pt x="47" y="7"/>
                  </a:cubicBezTo>
                  <a:cubicBezTo>
                    <a:pt x="39" y="1"/>
                    <a:pt x="33" y="0"/>
                    <a:pt x="28" y="0"/>
                  </a:cubicBezTo>
                  <a:cubicBezTo>
                    <a:pt x="23" y="0"/>
                    <a:pt x="18" y="1"/>
                    <a:pt x="10" y="7"/>
                  </a:cubicBezTo>
                  <a:close/>
                </a:path>
              </a:pathLst>
            </a:custGeom>
            <a:solidFill>
              <a:srgbClr val="238DB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2" name="Freeform 265"/>
            <p:cNvSpPr/>
            <p:nvPr/>
          </p:nvSpPr>
          <p:spPr bwMode="auto">
            <a:xfrm>
              <a:off x="5680075" y="2878138"/>
              <a:ext cx="61913" cy="41275"/>
            </a:xfrm>
            <a:custGeom>
              <a:avLst/>
              <a:gdLst>
                <a:gd name="T0" fmla="*/ 39 w 39"/>
                <a:gd name="T1" fmla="*/ 8 h 26"/>
                <a:gd name="T2" fmla="*/ 39 w 39"/>
                <a:gd name="T3" fmla="*/ 0 h 26"/>
                <a:gd name="T4" fmla="*/ 0 w 39"/>
                <a:gd name="T5" fmla="*/ 0 h 26"/>
                <a:gd name="T6" fmla="*/ 0 w 39"/>
                <a:gd name="T7" fmla="*/ 26 h 26"/>
                <a:gd name="T8" fmla="*/ 39 w 39"/>
                <a:gd name="T9" fmla="*/ 8 h 26"/>
              </a:gdLst>
              <a:ahLst/>
              <a:cxnLst>
                <a:cxn ang="0">
                  <a:pos x="T0" y="T1"/>
                </a:cxn>
                <a:cxn ang="0">
                  <a:pos x="T2" y="T3"/>
                </a:cxn>
                <a:cxn ang="0">
                  <a:pos x="T4" y="T5"/>
                </a:cxn>
                <a:cxn ang="0">
                  <a:pos x="T6" y="T7"/>
                </a:cxn>
                <a:cxn ang="0">
                  <a:pos x="T8" y="T9"/>
                </a:cxn>
              </a:cxnLst>
              <a:rect l="0" t="0" r="r" b="b"/>
              <a:pathLst>
                <a:path w="39" h="26">
                  <a:moveTo>
                    <a:pt x="39" y="8"/>
                  </a:moveTo>
                  <a:lnTo>
                    <a:pt x="39" y="0"/>
                  </a:lnTo>
                  <a:lnTo>
                    <a:pt x="0" y="0"/>
                  </a:lnTo>
                  <a:lnTo>
                    <a:pt x="0" y="26"/>
                  </a:lnTo>
                  <a:lnTo>
                    <a:pt x="39" y="8"/>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3" name="Freeform 266"/>
            <p:cNvSpPr/>
            <p:nvPr/>
          </p:nvSpPr>
          <p:spPr bwMode="auto">
            <a:xfrm>
              <a:off x="5683250" y="2916238"/>
              <a:ext cx="55563" cy="141288"/>
            </a:xfrm>
            <a:custGeom>
              <a:avLst/>
              <a:gdLst>
                <a:gd name="T0" fmla="*/ 5 w 13"/>
                <a:gd name="T1" fmla="*/ 12 h 34"/>
                <a:gd name="T2" fmla="*/ 3 w 13"/>
                <a:gd name="T3" fmla="*/ 34 h 34"/>
                <a:gd name="T4" fmla="*/ 7 w 13"/>
                <a:gd name="T5" fmla="*/ 34 h 34"/>
                <a:gd name="T6" fmla="*/ 10 w 13"/>
                <a:gd name="T7" fmla="*/ 34 h 34"/>
                <a:gd name="T8" fmla="*/ 8 w 13"/>
                <a:gd name="T9" fmla="*/ 12 h 34"/>
                <a:gd name="T10" fmla="*/ 13 w 13"/>
                <a:gd name="T11" fmla="*/ 0 h 34"/>
                <a:gd name="T12" fmla="*/ 0 w 13"/>
                <a:gd name="T13" fmla="*/ 0 h 34"/>
                <a:gd name="T14" fmla="*/ 5 w 13"/>
                <a:gd name="T15" fmla="*/ 12 h 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34">
                  <a:moveTo>
                    <a:pt x="5" y="12"/>
                  </a:moveTo>
                  <a:cubicBezTo>
                    <a:pt x="3" y="34"/>
                    <a:pt x="3" y="34"/>
                    <a:pt x="3" y="34"/>
                  </a:cubicBezTo>
                  <a:cubicBezTo>
                    <a:pt x="4" y="34"/>
                    <a:pt x="5" y="34"/>
                    <a:pt x="7" y="34"/>
                  </a:cubicBezTo>
                  <a:cubicBezTo>
                    <a:pt x="8" y="34"/>
                    <a:pt x="9" y="34"/>
                    <a:pt x="10" y="34"/>
                  </a:cubicBezTo>
                  <a:cubicBezTo>
                    <a:pt x="8" y="12"/>
                    <a:pt x="8" y="12"/>
                    <a:pt x="8" y="12"/>
                  </a:cubicBezTo>
                  <a:cubicBezTo>
                    <a:pt x="13" y="0"/>
                    <a:pt x="13" y="0"/>
                    <a:pt x="13" y="0"/>
                  </a:cubicBezTo>
                  <a:cubicBezTo>
                    <a:pt x="8" y="0"/>
                    <a:pt x="5" y="0"/>
                    <a:pt x="0" y="0"/>
                  </a:cubicBezTo>
                  <a:lnTo>
                    <a:pt x="5" y="12"/>
                  </a:ln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4" name="Freeform 267"/>
            <p:cNvSpPr/>
            <p:nvPr/>
          </p:nvSpPr>
          <p:spPr bwMode="auto">
            <a:xfrm>
              <a:off x="5659438" y="2898775"/>
              <a:ext cx="49213" cy="53975"/>
            </a:xfrm>
            <a:custGeom>
              <a:avLst/>
              <a:gdLst>
                <a:gd name="T0" fmla="*/ 13 w 31"/>
                <a:gd name="T1" fmla="*/ 0 h 34"/>
                <a:gd name="T2" fmla="*/ 0 w 31"/>
                <a:gd name="T3" fmla="*/ 19 h 34"/>
                <a:gd name="T4" fmla="*/ 7 w 31"/>
                <a:gd name="T5" fmla="*/ 34 h 34"/>
                <a:gd name="T6" fmla="*/ 31 w 31"/>
                <a:gd name="T7" fmla="*/ 11 h 34"/>
                <a:gd name="T8" fmla="*/ 13 w 31"/>
                <a:gd name="T9" fmla="*/ 0 h 34"/>
              </a:gdLst>
              <a:ahLst/>
              <a:cxnLst>
                <a:cxn ang="0">
                  <a:pos x="T0" y="T1"/>
                </a:cxn>
                <a:cxn ang="0">
                  <a:pos x="T2" y="T3"/>
                </a:cxn>
                <a:cxn ang="0">
                  <a:pos x="T4" y="T5"/>
                </a:cxn>
                <a:cxn ang="0">
                  <a:pos x="T6" y="T7"/>
                </a:cxn>
                <a:cxn ang="0">
                  <a:pos x="T8" y="T9"/>
                </a:cxn>
              </a:cxnLst>
              <a:rect l="0" t="0" r="r" b="b"/>
              <a:pathLst>
                <a:path w="31" h="34">
                  <a:moveTo>
                    <a:pt x="13" y="0"/>
                  </a:moveTo>
                  <a:lnTo>
                    <a:pt x="0" y="19"/>
                  </a:lnTo>
                  <a:lnTo>
                    <a:pt x="7" y="34"/>
                  </a:lnTo>
                  <a:lnTo>
                    <a:pt x="31" y="11"/>
                  </a:lnTo>
                  <a:lnTo>
                    <a:pt x="13" y="0"/>
                  </a:ln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5" name="Freeform 268"/>
            <p:cNvSpPr/>
            <p:nvPr/>
          </p:nvSpPr>
          <p:spPr bwMode="auto">
            <a:xfrm>
              <a:off x="5713413" y="2898775"/>
              <a:ext cx="49213" cy="53975"/>
            </a:xfrm>
            <a:custGeom>
              <a:avLst/>
              <a:gdLst>
                <a:gd name="T0" fmla="*/ 18 w 31"/>
                <a:gd name="T1" fmla="*/ 0 h 34"/>
                <a:gd name="T2" fmla="*/ 31 w 31"/>
                <a:gd name="T3" fmla="*/ 19 h 34"/>
                <a:gd name="T4" fmla="*/ 23 w 31"/>
                <a:gd name="T5" fmla="*/ 34 h 34"/>
                <a:gd name="T6" fmla="*/ 0 w 31"/>
                <a:gd name="T7" fmla="*/ 11 h 34"/>
                <a:gd name="T8" fmla="*/ 18 w 31"/>
                <a:gd name="T9" fmla="*/ 0 h 34"/>
              </a:gdLst>
              <a:ahLst/>
              <a:cxnLst>
                <a:cxn ang="0">
                  <a:pos x="T0" y="T1"/>
                </a:cxn>
                <a:cxn ang="0">
                  <a:pos x="T2" y="T3"/>
                </a:cxn>
                <a:cxn ang="0">
                  <a:pos x="T4" y="T5"/>
                </a:cxn>
                <a:cxn ang="0">
                  <a:pos x="T6" y="T7"/>
                </a:cxn>
                <a:cxn ang="0">
                  <a:pos x="T8" y="T9"/>
                </a:cxn>
              </a:cxnLst>
              <a:rect l="0" t="0" r="r" b="b"/>
              <a:pathLst>
                <a:path w="31" h="34">
                  <a:moveTo>
                    <a:pt x="18" y="0"/>
                  </a:moveTo>
                  <a:lnTo>
                    <a:pt x="31" y="19"/>
                  </a:lnTo>
                  <a:lnTo>
                    <a:pt x="23" y="34"/>
                  </a:lnTo>
                  <a:lnTo>
                    <a:pt x="0" y="11"/>
                  </a:lnTo>
                  <a:lnTo>
                    <a:pt x="18" y="0"/>
                  </a:ln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6" name="Freeform 269"/>
            <p:cNvSpPr/>
            <p:nvPr/>
          </p:nvSpPr>
          <p:spPr bwMode="auto">
            <a:xfrm>
              <a:off x="5588000" y="2727325"/>
              <a:ext cx="246063" cy="168275"/>
            </a:xfrm>
            <a:custGeom>
              <a:avLst/>
              <a:gdLst>
                <a:gd name="T0" fmla="*/ 30 w 59"/>
                <a:gd name="T1" fmla="*/ 0 h 40"/>
                <a:gd name="T2" fmla="*/ 30 w 59"/>
                <a:gd name="T3" fmla="*/ 40 h 40"/>
                <a:gd name="T4" fmla="*/ 30 w 59"/>
                <a:gd name="T5" fmla="*/ 0 h 40"/>
              </a:gdLst>
              <a:ahLst/>
              <a:cxnLst>
                <a:cxn ang="0">
                  <a:pos x="T0" y="T1"/>
                </a:cxn>
                <a:cxn ang="0">
                  <a:pos x="T2" y="T3"/>
                </a:cxn>
                <a:cxn ang="0">
                  <a:pos x="T4" y="T5"/>
                </a:cxn>
              </a:cxnLst>
              <a:rect l="0" t="0" r="r" b="b"/>
              <a:pathLst>
                <a:path w="59" h="40">
                  <a:moveTo>
                    <a:pt x="30" y="0"/>
                  </a:moveTo>
                  <a:cubicBezTo>
                    <a:pt x="59" y="0"/>
                    <a:pt x="47" y="40"/>
                    <a:pt x="30" y="40"/>
                  </a:cubicBezTo>
                  <a:cubicBezTo>
                    <a:pt x="12" y="40"/>
                    <a:pt x="0" y="0"/>
                    <a:pt x="30"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7" name="Freeform 270"/>
            <p:cNvSpPr/>
            <p:nvPr/>
          </p:nvSpPr>
          <p:spPr bwMode="auto">
            <a:xfrm>
              <a:off x="5621338" y="2698750"/>
              <a:ext cx="179388" cy="133350"/>
            </a:xfrm>
            <a:custGeom>
              <a:avLst/>
              <a:gdLst>
                <a:gd name="T0" fmla="*/ 30 w 43"/>
                <a:gd name="T1" fmla="*/ 11 h 32"/>
                <a:gd name="T2" fmla="*/ 38 w 43"/>
                <a:gd name="T3" fmla="*/ 23 h 32"/>
                <a:gd name="T4" fmla="*/ 41 w 43"/>
                <a:gd name="T5" fmla="*/ 24 h 32"/>
                <a:gd name="T6" fmla="*/ 22 w 43"/>
                <a:gd name="T7" fmla="*/ 0 h 32"/>
                <a:gd name="T8" fmla="*/ 2 w 43"/>
                <a:gd name="T9" fmla="*/ 24 h 32"/>
                <a:gd name="T10" fmla="*/ 6 w 43"/>
                <a:gd name="T11" fmla="*/ 24 h 32"/>
                <a:gd name="T12" fmla="*/ 30 w 43"/>
                <a:gd name="T13" fmla="*/ 11 h 32"/>
              </a:gdLst>
              <a:ahLst/>
              <a:cxnLst>
                <a:cxn ang="0">
                  <a:pos x="T0" y="T1"/>
                </a:cxn>
                <a:cxn ang="0">
                  <a:pos x="T2" y="T3"/>
                </a:cxn>
                <a:cxn ang="0">
                  <a:pos x="T4" y="T5"/>
                </a:cxn>
                <a:cxn ang="0">
                  <a:pos x="T6" y="T7"/>
                </a:cxn>
                <a:cxn ang="0">
                  <a:pos x="T8" y="T9"/>
                </a:cxn>
                <a:cxn ang="0">
                  <a:pos x="T10" y="T11"/>
                </a:cxn>
                <a:cxn ang="0">
                  <a:pos x="T12" y="T13"/>
                </a:cxn>
              </a:cxnLst>
              <a:rect l="0" t="0" r="r" b="b"/>
              <a:pathLst>
                <a:path w="43" h="32">
                  <a:moveTo>
                    <a:pt x="30" y="11"/>
                  </a:moveTo>
                  <a:cubicBezTo>
                    <a:pt x="35" y="13"/>
                    <a:pt x="37" y="19"/>
                    <a:pt x="38" y="23"/>
                  </a:cubicBezTo>
                  <a:cubicBezTo>
                    <a:pt x="39" y="30"/>
                    <a:pt x="39" y="29"/>
                    <a:pt x="41" y="24"/>
                  </a:cubicBezTo>
                  <a:cubicBezTo>
                    <a:pt x="43" y="20"/>
                    <a:pt x="38" y="0"/>
                    <a:pt x="22" y="0"/>
                  </a:cubicBezTo>
                  <a:cubicBezTo>
                    <a:pt x="6" y="0"/>
                    <a:pt x="0" y="15"/>
                    <a:pt x="2" y="24"/>
                  </a:cubicBezTo>
                  <a:cubicBezTo>
                    <a:pt x="4" y="32"/>
                    <a:pt x="4" y="30"/>
                    <a:pt x="6" y="24"/>
                  </a:cubicBezTo>
                  <a:cubicBezTo>
                    <a:pt x="9" y="7"/>
                    <a:pt x="22" y="14"/>
                    <a:pt x="30" y="11"/>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8" name="Freeform 271"/>
            <p:cNvSpPr/>
            <p:nvPr/>
          </p:nvSpPr>
          <p:spPr bwMode="auto">
            <a:xfrm>
              <a:off x="5775325" y="2782888"/>
              <a:ext cx="20638" cy="41275"/>
            </a:xfrm>
            <a:custGeom>
              <a:avLst/>
              <a:gdLst>
                <a:gd name="T0" fmla="*/ 4 w 5"/>
                <a:gd name="T1" fmla="*/ 1 h 10"/>
                <a:gd name="T2" fmla="*/ 5 w 5"/>
                <a:gd name="T3" fmla="*/ 6 h 10"/>
                <a:gd name="T4" fmla="*/ 2 w 5"/>
                <a:gd name="T5" fmla="*/ 10 h 10"/>
                <a:gd name="T6" fmla="*/ 1 w 5"/>
                <a:gd name="T7" fmla="*/ 5 h 10"/>
                <a:gd name="T8" fmla="*/ 4 w 5"/>
                <a:gd name="T9" fmla="*/ 1 h 10"/>
              </a:gdLst>
              <a:ahLst/>
              <a:cxnLst>
                <a:cxn ang="0">
                  <a:pos x="T0" y="T1"/>
                </a:cxn>
                <a:cxn ang="0">
                  <a:pos x="T2" y="T3"/>
                </a:cxn>
                <a:cxn ang="0">
                  <a:pos x="T4" y="T5"/>
                </a:cxn>
                <a:cxn ang="0">
                  <a:pos x="T6" y="T7"/>
                </a:cxn>
                <a:cxn ang="0">
                  <a:pos x="T8" y="T9"/>
                </a:cxn>
              </a:cxnLst>
              <a:rect l="0" t="0" r="r" b="b"/>
              <a:pathLst>
                <a:path w="5" h="10">
                  <a:moveTo>
                    <a:pt x="4" y="1"/>
                  </a:moveTo>
                  <a:cubicBezTo>
                    <a:pt x="5" y="1"/>
                    <a:pt x="5" y="3"/>
                    <a:pt x="5" y="6"/>
                  </a:cubicBezTo>
                  <a:cubicBezTo>
                    <a:pt x="4" y="8"/>
                    <a:pt x="3" y="10"/>
                    <a:pt x="2" y="10"/>
                  </a:cubicBezTo>
                  <a:cubicBezTo>
                    <a:pt x="1" y="10"/>
                    <a:pt x="0" y="7"/>
                    <a:pt x="1" y="5"/>
                  </a:cubicBezTo>
                  <a:cubicBezTo>
                    <a:pt x="1" y="2"/>
                    <a:pt x="3" y="0"/>
                    <a:pt x="4" y="1"/>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79" name="Freeform 272"/>
            <p:cNvSpPr/>
            <p:nvPr/>
          </p:nvSpPr>
          <p:spPr bwMode="auto">
            <a:xfrm>
              <a:off x="5626100" y="2782888"/>
              <a:ext cx="20638" cy="41275"/>
            </a:xfrm>
            <a:custGeom>
              <a:avLst/>
              <a:gdLst>
                <a:gd name="T0" fmla="*/ 1 w 5"/>
                <a:gd name="T1" fmla="*/ 1 h 10"/>
                <a:gd name="T2" fmla="*/ 0 w 5"/>
                <a:gd name="T3" fmla="*/ 6 h 10"/>
                <a:gd name="T4" fmla="*/ 3 w 5"/>
                <a:gd name="T5" fmla="*/ 10 h 10"/>
                <a:gd name="T6" fmla="*/ 4 w 5"/>
                <a:gd name="T7" fmla="*/ 5 h 10"/>
                <a:gd name="T8" fmla="*/ 1 w 5"/>
                <a:gd name="T9" fmla="*/ 1 h 10"/>
              </a:gdLst>
              <a:ahLst/>
              <a:cxnLst>
                <a:cxn ang="0">
                  <a:pos x="T0" y="T1"/>
                </a:cxn>
                <a:cxn ang="0">
                  <a:pos x="T2" y="T3"/>
                </a:cxn>
                <a:cxn ang="0">
                  <a:pos x="T4" y="T5"/>
                </a:cxn>
                <a:cxn ang="0">
                  <a:pos x="T6" y="T7"/>
                </a:cxn>
                <a:cxn ang="0">
                  <a:pos x="T8" y="T9"/>
                </a:cxn>
              </a:cxnLst>
              <a:rect l="0" t="0" r="r" b="b"/>
              <a:pathLst>
                <a:path w="5" h="10">
                  <a:moveTo>
                    <a:pt x="1" y="1"/>
                  </a:moveTo>
                  <a:cubicBezTo>
                    <a:pt x="0" y="1"/>
                    <a:pt x="0" y="3"/>
                    <a:pt x="0" y="6"/>
                  </a:cubicBezTo>
                  <a:cubicBezTo>
                    <a:pt x="1" y="8"/>
                    <a:pt x="2" y="10"/>
                    <a:pt x="3" y="10"/>
                  </a:cubicBezTo>
                  <a:cubicBezTo>
                    <a:pt x="4" y="10"/>
                    <a:pt x="5" y="7"/>
                    <a:pt x="4" y="5"/>
                  </a:cubicBezTo>
                  <a:cubicBezTo>
                    <a:pt x="4" y="2"/>
                    <a:pt x="2" y="0"/>
                    <a:pt x="1" y="1"/>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0" name="Freeform 273"/>
            <p:cNvSpPr/>
            <p:nvPr/>
          </p:nvSpPr>
          <p:spPr bwMode="auto">
            <a:xfrm>
              <a:off x="5592763" y="2952750"/>
              <a:ext cx="44450" cy="88900"/>
            </a:xfrm>
            <a:custGeom>
              <a:avLst/>
              <a:gdLst>
                <a:gd name="T0" fmla="*/ 7 w 11"/>
                <a:gd name="T1" fmla="*/ 0 h 21"/>
                <a:gd name="T2" fmla="*/ 0 w 11"/>
                <a:gd name="T3" fmla="*/ 16 h 21"/>
                <a:gd name="T4" fmla="*/ 10 w 11"/>
                <a:gd name="T5" fmla="*/ 21 h 21"/>
                <a:gd name="T6" fmla="*/ 11 w 11"/>
                <a:gd name="T7" fmla="*/ 14 h 21"/>
                <a:gd name="T8" fmla="*/ 7 w 11"/>
                <a:gd name="T9" fmla="*/ 0 h 21"/>
              </a:gdLst>
              <a:ahLst/>
              <a:cxnLst>
                <a:cxn ang="0">
                  <a:pos x="T0" y="T1"/>
                </a:cxn>
                <a:cxn ang="0">
                  <a:pos x="T2" y="T3"/>
                </a:cxn>
                <a:cxn ang="0">
                  <a:pos x="T4" y="T5"/>
                </a:cxn>
                <a:cxn ang="0">
                  <a:pos x="T6" y="T7"/>
                </a:cxn>
                <a:cxn ang="0">
                  <a:pos x="T8" y="T9"/>
                </a:cxn>
              </a:cxnLst>
              <a:rect l="0" t="0" r="r" b="b"/>
              <a:pathLst>
                <a:path w="11" h="21">
                  <a:moveTo>
                    <a:pt x="7" y="0"/>
                  </a:moveTo>
                  <a:cubicBezTo>
                    <a:pt x="4" y="3"/>
                    <a:pt x="2" y="9"/>
                    <a:pt x="0" y="16"/>
                  </a:cubicBezTo>
                  <a:cubicBezTo>
                    <a:pt x="3" y="18"/>
                    <a:pt x="7" y="20"/>
                    <a:pt x="10" y="21"/>
                  </a:cubicBezTo>
                  <a:cubicBezTo>
                    <a:pt x="11" y="19"/>
                    <a:pt x="11" y="17"/>
                    <a:pt x="11" y="14"/>
                  </a:cubicBezTo>
                  <a:cubicBezTo>
                    <a:pt x="11" y="9"/>
                    <a:pt x="10" y="4"/>
                    <a:pt x="7" y="0"/>
                  </a:cubicBez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1" name="Freeform 274"/>
            <p:cNvSpPr/>
            <p:nvPr/>
          </p:nvSpPr>
          <p:spPr bwMode="auto">
            <a:xfrm>
              <a:off x="5783263" y="2952750"/>
              <a:ext cx="46038" cy="88900"/>
            </a:xfrm>
            <a:custGeom>
              <a:avLst/>
              <a:gdLst>
                <a:gd name="T0" fmla="*/ 1 w 11"/>
                <a:gd name="T1" fmla="*/ 21 h 21"/>
                <a:gd name="T2" fmla="*/ 11 w 11"/>
                <a:gd name="T3" fmla="*/ 16 h 21"/>
                <a:gd name="T4" fmla="*/ 4 w 11"/>
                <a:gd name="T5" fmla="*/ 0 h 21"/>
                <a:gd name="T6" fmla="*/ 0 w 11"/>
                <a:gd name="T7" fmla="*/ 14 h 21"/>
                <a:gd name="T8" fmla="*/ 1 w 11"/>
                <a:gd name="T9" fmla="*/ 21 h 21"/>
              </a:gdLst>
              <a:ahLst/>
              <a:cxnLst>
                <a:cxn ang="0">
                  <a:pos x="T0" y="T1"/>
                </a:cxn>
                <a:cxn ang="0">
                  <a:pos x="T2" y="T3"/>
                </a:cxn>
                <a:cxn ang="0">
                  <a:pos x="T4" y="T5"/>
                </a:cxn>
                <a:cxn ang="0">
                  <a:pos x="T6" y="T7"/>
                </a:cxn>
                <a:cxn ang="0">
                  <a:pos x="T8" y="T9"/>
                </a:cxn>
              </a:cxnLst>
              <a:rect l="0" t="0" r="r" b="b"/>
              <a:pathLst>
                <a:path w="11" h="21">
                  <a:moveTo>
                    <a:pt x="1" y="21"/>
                  </a:moveTo>
                  <a:cubicBezTo>
                    <a:pt x="4" y="20"/>
                    <a:pt x="8" y="18"/>
                    <a:pt x="11" y="16"/>
                  </a:cubicBezTo>
                  <a:cubicBezTo>
                    <a:pt x="9" y="9"/>
                    <a:pt x="7" y="3"/>
                    <a:pt x="4" y="0"/>
                  </a:cubicBezTo>
                  <a:cubicBezTo>
                    <a:pt x="1" y="4"/>
                    <a:pt x="0" y="9"/>
                    <a:pt x="0" y="14"/>
                  </a:cubicBezTo>
                  <a:cubicBezTo>
                    <a:pt x="0" y="17"/>
                    <a:pt x="0" y="19"/>
                    <a:pt x="1" y="21"/>
                  </a:cubicBezTo>
                  <a:close/>
                </a:path>
              </a:pathLst>
            </a:custGeom>
            <a:solidFill>
              <a:srgbClr val="70A7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82" name="Group 580"/>
          <p:cNvGrpSpPr/>
          <p:nvPr/>
        </p:nvGrpSpPr>
        <p:grpSpPr>
          <a:xfrm>
            <a:off x="3887510" y="2539317"/>
            <a:ext cx="554709" cy="560311"/>
            <a:chOff x="2579688" y="1768475"/>
            <a:chExt cx="471488" cy="476250"/>
          </a:xfrm>
        </p:grpSpPr>
        <p:sp>
          <p:nvSpPr>
            <p:cNvPr id="283" name="Oval 275"/>
            <p:cNvSpPr>
              <a:spLocks noChangeArrowheads="1"/>
            </p:cNvSpPr>
            <p:nvPr/>
          </p:nvSpPr>
          <p:spPr bwMode="auto">
            <a:xfrm>
              <a:off x="2579688" y="1768475"/>
              <a:ext cx="471488" cy="4762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4" name="Oval 276"/>
            <p:cNvSpPr>
              <a:spLocks noChangeArrowheads="1"/>
            </p:cNvSpPr>
            <p:nvPr/>
          </p:nvSpPr>
          <p:spPr bwMode="auto">
            <a:xfrm>
              <a:off x="2609850" y="1797050"/>
              <a:ext cx="415925" cy="417513"/>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dirty="0"/>
            </a:p>
          </p:txBody>
        </p:sp>
        <p:sp>
          <p:nvSpPr>
            <p:cNvPr id="285" name="Freeform 277"/>
            <p:cNvSpPr/>
            <p:nvPr/>
          </p:nvSpPr>
          <p:spPr bwMode="auto">
            <a:xfrm>
              <a:off x="2697163" y="2073275"/>
              <a:ext cx="238125" cy="133350"/>
            </a:xfrm>
            <a:custGeom>
              <a:avLst/>
              <a:gdLst>
                <a:gd name="T0" fmla="*/ 10 w 57"/>
                <a:gd name="T1" fmla="*/ 7 h 32"/>
                <a:gd name="T2" fmla="*/ 0 w 57"/>
                <a:gd name="T3" fmla="*/ 25 h 32"/>
                <a:gd name="T4" fmla="*/ 13 w 57"/>
                <a:gd name="T5" fmla="*/ 32 h 32"/>
                <a:gd name="T6" fmla="*/ 29 w 57"/>
                <a:gd name="T7" fmla="*/ 29 h 32"/>
                <a:gd name="T8" fmla="*/ 44 w 57"/>
                <a:gd name="T9" fmla="*/ 32 h 32"/>
                <a:gd name="T10" fmla="*/ 57 w 57"/>
                <a:gd name="T11" fmla="*/ 25 h 32"/>
                <a:gd name="T12" fmla="*/ 47 w 57"/>
                <a:gd name="T13" fmla="*/ 7 h 32"/>
                <a:gd name="T14" fmla="*/ 29 w 57"/>
                <a:gd name="T15" fmla="*/ 0 h 32"/>
                <a:gd name="T16" fmla="*/ 10 w 57"/>
                <a:gd name="T17" fmla="*/ 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32">
                  <a:moveTo>
                    <a:pt x="10" y="7"/>
                  </a:moveTo>
                  <a:cubicBezTo>
                    <a:pt x="5" y="10"/>
                    <a:pt x="3" y="17"/>
                    <a:pt x="0" y="25"/>
                  </a:cubicBezTo>
                  <a:cubicBezTo>
                    <a:pt x="4" y="28"/>
                    <a:pt x="8" y="30"/>
                    <a:pt x="13" y="32"/>
                  </a:cubicBezTo>
                  <a:cubicBezTo>
                    <a:pt x="17" y="28"/>
                    <a:pt x="23" y="29"/>
                    <a:pt x="29" y="29"/>
                  </a:cubicBezTo>
                  <a:cubicBezTo>
                    <a:pt x="33" y="22"/>
                    <a:pt x="39" y="27"/>
                    <a:pt x="44" y="32"/>
                  </a:cubicBezTo>
                  <a:cubicBezTo>
                    <a:pt x="49" y="30"/>
                    <a:pt x="53" y="28"/>
                    <a:pt x="57" y="25"/>
                  </a:cubicBezTo>
                  <a:cubicBezTo>
                    <a:pt x="54" y="17"/>
                    <a:pt x="52" y="10"/>
                    <a:pt x="47" y="7"/>
                  </a:cubicBezTo>
                  <a:cubicBezTo>
                    <a:pt x="39" y="2"/>
                    <a:pt x="34" y="0"/>
                    <a:pt x="29" y="0"/>
                  </a:cubicBezTo>
                  <a:cubicBezTo>
                    <a:pt x="23" y="0"/>
                    <a:pt x="18" y="2"/>
                    <a:pt x="10"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6" name="Freeform 278"/>
            <p:cNvSpPr/>
            <p:nvPr/>
          </p:nvSpPr>
          <p:spPr bwMode="auto">
            <a:xfrm>
              <a:off x="2789238" y="1998663"/>
              <a:ext cx="57150" cy="115888"/>
            </a:xfrm>
            <a:custGeom>
              <a:avLst/>
              <a:gdLst>
                <a:gd name="T0" fmla="*/ 0 w 14"/>
                <a:gd name="T1" fmla="*/ 0 h 28"/>
                <a:gd name="T2" fmla="*/ 14 w 14"/>
                <a:gd name="T3" fmla="*/ 0 h 28"/>
                <a:gd name="T4" fmla="*/ 14 w 14"/>
                <a:gd name="T5" fmla="*/ 20 h 28"/>
                <a:gd name="T6" fmla="*/ 0 w 14"/>
                <a:gd name="T7" fmla="*/ 20 h 28"/>
                <a:gd name="T8" fmla="*/ 0 w 14"/>
                <a:gd name="T9" fmla="*/ 0 h 28"/>
              </a:gdLst>
              <a:ahLst/>
              <a:cxnLst>
                <a:cxn ang="0">
                  <a:pos x="T0" y="T1"/>
                </a:cxn>
                <a:cxn ang="0">
                  <a:pos x="T2" y="T3"/>
                </a:cxn>
                <a:cxn ang="0">
                  <a:pos x="T4" y="T5"/>
                </a:cxn>
                <a:cxn ang="0">
                  <a:pos x="T6" y="T7"/>
                </a:cxn>
                <a:cxn ang="0">
                  <a:pos x="T8" y="T9"/>
                </a:cxn>
              </a:cxnLst>
              <a:rect l="0" t="0" r="r" b="b"/>
              <a:pathLst>
                <a:path w="14" h="28">
                  <a:moveTo>
                    <a:pt x="0" y="0"/>
                  </a:moveTo>
                  <a:cubicBezTo>
                    <a:pt x="14" y="0"/>
                    <a:pt x="14" y="0"/>
                    <a:pt x="14" y="0"/>
                  </a:cubicBezTo>
                  <a:cubicBezTo>
                    <a:pt x="14" y="20"/>
                    <a:pt x="14" y="20"/>
                    <a:pt x="14" y="20"/>
                  </a:cubicBezTo>
                  <a:cubicBezTo>
                    <a:pt x="14" y="27"/>
                    <a:pt x="0" y="28"/>
                    <a:pt x="0" y="20"/>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7" name="Freeform 279"/>
            <p:cNvSpPr/>
            <p:nvPr/>
          </p:nvSpPr>
          <p:spPr bwMode="auto">
            <a:xfrm>
              <a:off x="2789238" y="2039938"/>
              <a:ext cx="57150" cy="38100"/>
            </a:xfrm>
            <a:custGeom>
              <a:avLst/>
              <a:gdLst>
                <a:gd name="T0" fmla="*/ 36 w 36"/>
                <a:gd name="T1" fmla="*/ 5 h 24"/>
                <a:gd name="T2" fmla="*/ 36 w 36"/>
                <a:gd name="T3" fmla="*/ 0 h 24"/>
                <a:gd name="T4" fmla="*/ 0 w 36"/>
                <a:gd name="T5" fmla="*/ 0 h 24"/>
                <a:gd name="T6" fmla="*/ 0 w 36"/>
                <a:gd name="T7" fmla="*/ 24 h 24"/>
                <a:gd name="T8" fmla="*/ 36 w 36"/>
                <a:gd name="T9" fmla="*/ 5 h 24"/>
              </a:gdLst>
              <a:ahLst/>
              <a:cxnLst>
                <a:cxn ang="0">
                  <a:pos x="T0" y="T1"/>
                </a:cxn>
                <a:cxn ang="0">
                  <a:pos x="T2" y="T3"/>
                </a:cxn>
                <a:cxn ang="0">
                  <a:pos x="T4" y="T5"/>
                </a:cxn>
                <a:cxn ang="0">
                  <a:pos x="T6" y="T7"/>
                </a:cxn>
                <a:cxn ang="0">
                  <a:pos x="T8" y="T9"/>
                </a:cxn>
              </a:cxnLst>
              <a:rect l="0" t="0" r="r" b="b"/>
              <a:pathLst>
                <a:path w="36" h="24">
                  <a:moveTo>
                    <a:pt x="36" y="5"/>
                  </a:moveTo>
                  <a:lnTo>
                    <a:pt x="36" y="0"/>
                  </a:lnTo>
                  <a:lnTo>
                    <a:pt x="0" y="0"/>
                  </a:lnTo>
                  <a:lnTo>
                    <a:pt x="0" y="24"/>
                  </a:lnTo>
                  <a:lnTo>
                    <a:pt x="36"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8" name="Freeform 280"/>
            <p:cNvSpPr/>
            <p:nvPr/>
          </p:nvSpPr>
          <p:spPr bwMode="auto">
            <a:xfrm>
              <a:off x="2692400" y="1889125"/>
              <a:ext cx="250825" cy="163513"/>
            </a:xfrm>
            <a:custGeom>
              <a:avLst/>
              <a:gdLst>
                <a:gd name="T0" fmla="*/ 30 w 60"/>
                <a:gd name="T1" fmla="*/ 0 h 39"/>
                <a:gd name="T2" fmla="*/ 30 w 60"/>
                <a:gd name="T3" fmla="*/ 39 h 39"/>
                <a:gd name="T4" fmla="*/ 30 w 60"/>
                <a:gd name="T5" fmla="*/ 0 h 39"/>
              </a:gdLst>
              <a:ahLst/>
              <a:cxnLst>
                <a:cxn ang="0">
                  <a:pos x="T0" y="T1"/>
                </a:cxn>
                <a:cxn ang="0">
                  <a:pos x="T2" y="T3"/>
                </a:cxn>
                <a:cxn ang="0">
                  <a:pos x="T4" y="T5"/>
                </a:cxn>
              </a:cxnLst>
              <a:rect l="0" t="0" r="r" b="b"/>
              <a:pathLst>
                <a:path w="60" h="39">
                  <a:moveTo>
                    <a:pt x="30" y="0"/>
                  </a:moveTo>
                  <a:cubicBezTo>
                    <a:pt x="60" y="0"/>
                    <a:pt x="47" y="39"/>
                    <a:pt x="30" y="39"/>
                  </a:cubicBezTo>
                  <a:cubicBezTo>
                    <a:pt x="12" y="39"/>
                    <a:pt x="0" y="0"/>
                    <a:pt x="30"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89" name="Freeform 281"/>
            <p:cNvSpPr/>
            <p:nvPr/>
          </p:nvSpPr>
          <p:spPr bwMode="auto">
            <a:xfrm>
              <a:off x="2725738" y="1852613"/>
              <a:ext cx="179388" cy="133350"/>
            </a:xfrm>
            <a:custGeom>
              <a:avLst/>
              <a:gdLst>
                <a:gd name="T0" fmla="*/ 21 w 43"/>
                <a:gd name="T1" fmla="*/ 12 h 32"/>
                <a:gd name="T2" fmla="*/ 36 w 43"/>
                <a:gd name="T3" fmla="*/ 24 h 32"/>
                <a:gd name="T4" fmla="*/ 41 w 43"/>
                <a:gd name="T5" fmla="*/ 25 h 32"/>
                <a:gd name="T6" fmla="*/ 22 w 43"/>
                <a:gd name="T7" fmla="*/ 0 h 32"/>
                <a:gd name="T8" fmla="*/ 2 w 43"/>
                <a:gd name="T9" fmla="*/ 24 h 32"/>
                <a:gd name="T10" fmla="*/ 7 w 43"/>
                <a:gd name="T11" fmla="*/ 24 h 32"/>
                <a:gd name="T12" fmla="*/ 21 w 43"/>
                <a:gd name="T13" fmla="*/ 12 h 32"/>
              </a:gdLst>
              <a:ahLst/>
              <a:cxnLst>
                <a:cxn ang="0">
                  <a:pos x="T0" y="T1"/>
                </a:cxn>
                <a:cxn ang="0">
                  <a:pos x="T2" y="T3"/>
                </a:cxn>
                <a:cxn ang="0">
                  <a:pos x="T4" y="T5"/>
                </a:cxn>
                <a:cxn ang="0">
                  <a:pos x="T6" y="T7"/>
                </a:cxn>
                <a:cxn ang="0">
                  <a:pos x="T8" y="T9"/>
                </a:cxn>
                <a:cxn ang="0">
                  <a:pos x="T10" y="T11"/>
                </a:cxn>
                <a:cxn ang="0">
                  <a:pos x="T12" y="T13"/>
                </a:cxn>
              </a:cxnLst>
              <a:rect l="0" t="0" r="r" b="b"/>
              <a:pathLst>
                <a:path w="43" h="32">
                  <a:moveTo>
                    <a:pt x="21" y="12"/>
                  </a:moveTo>
                  <a:cubicBezTo>
                    <a:pt x="31" y="12"/>
                    <a:pt x="36" y="19"/>
                    <a:pt x="36" y="24"/>
                  </a:cubicBezTo>
                  <a:cubicBezTo>
                    <a:pt x="37" y="29"/>
                    <a:pt x="38" y="29"/>
                    <a:pt x="41" y="25"/>
                  </a:cubicBezTo>
                  <a:cubicBezTo>
                    <a:pt x="43" y="20"/>
                    <a:pt x="37" y="0"/>
                    <a:pt x="22" y="0"/>
                  </a:cubicBezTo>
                  <a:cubicBezTo>
                    <a:pt x="6" y="0"/>
                    <a:pt x="0" y="15"/>
                    <a:pt x="2" y="24"/>
                  </a:cubicBezTo>
                  <a:cubicBezTo>
                    <a:pt x="4" y="32"/>
                    <a:pt x="7" y="27"/>
                    <a:pt x="7" y="24"/>
                  </a:cubicBezTo>
                  <a:cubicBezTo>
                    <a:pt x="7" y="20"/>
                    <a:pt x="10" y="12"/>
                    <a:pt x="21" y="12"/>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0" name="Freeform 282"/>
            <p:cNvSpPr/>
            <p:nvPr/>
          </p:nvSpPr>
          <p:spPr bwMode="auto">
            <a:xfrm>
              <a:off x="2738438" y="1881188"/>
              <a:ext cx="158750" cy="100013"/>
            </a:xfrm>
            <a:custGeom>
              <a:avLst/>
              <a:gdLst>
                <a:gd name="T0" fmla="*/ 4 w 38"/>
                <a:gd name="T1" fmla="*/ 20 h 24"/>
                <a:gd name="T2" fmla="*/ 0 w 38"/>
                <a:gd name="T3" fmla="*/ 18 h 24"/>
                <a:gd name="T4" fmla="*/ 1 w 38"/>
                <a:gd name="T5" fmla="*/ 11 h 24"/>
                <a:gd name="T6" fmla="*/ 18 w 38"/>
                <a:gd name="T7" fmla="*/ 0 h 24"/>
                <a:gd name="T8" fmla="*/ 36 w 38"/>
                <a:gd name="T9" fmla="*/ 11 h 24"/>
                <a:gd name="T10" fmla="*/ 37 w 38"/>
                <a:gd name="T11" fmla="*/ 18 h 24"/>
                <a:gd name="T12" fmla="*/ 34 w 38"/>
                <a:gd name="T13" fmla="*/ 19 h 24"/>
                <a:gd name="T14" fmla="*/ 18 w 38"/>
                <a:gd name="T15" fmla="*/ 5 h 24"/>
                <a:gd name="T16" fmla="*/ 4 w 38"/>
                <a:gd name="T17"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8" h="24">
                  <a:moveTo>
                    <a:pt x="4" y="20"/>
                  </a:moveTo>
                  <a:cubicBezTo>
                    <a:pt x="3" y="24"/>
                    <a:pt x="0" y="21"/>
                    <a:pt x="0" y="18"/>
                  </a:cubicBezTo>
                  <a:cubicBezTo>
                    <a:pt x="0" y="15"/>
                    <a:pt x="0" y="14"/>
                    <a:pt x="1" y="11"/>
                  </a:cubicBezTo>
                  <a:cubicBezTo>
                    <a:pt x="3" y="8"/>
                    <a:pt x="9" y="0"/>
                    <a:pt x="18" y="0"/>
                  </a:cubicBezTo>
                  <a:cubicBezTo>
                    <a:pt x="27" y="0"/>
                    <a:pt x="35" y="9"/>
                    <a:pt x="36" y="11"/>
                  </a:cubicBezTo>
                  <a:cubicBezTo>
                    <a:pt x="37" y="14"/>
                    <a:pt x="38" y="16"/>
                    <a:pt x="37" y="18"/>
                  </a:cubicBezTo>
                  <a:cubicBezTo>
                    <a:pt x="37" y="21"/>
                    <a:pt x="35" y="22"/>
                    <a:pt x="34" y="19"/>
                  </a:cubicBezTo>
                  <a:cubicBezTo>
                    <a:pt x="32" y="11"/>
                    <a:pt x="25" y="5"/>
                    <a:pt x="18" y="5"/>
                  </a:cubicBezTo>
                  <a:cubicBezTo>
                    <a:pt x="10" y="5"/>
                    <a:pt x="5" y="14"/>
                    <a:pt x="4" y="20"/>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1" name="Freeform 283"/>
            <p:cNvSpPr/>
            <p:nvPr/>
          </p:nvSpPr>
          <p:spPr bwMode="auto">
            <a:xfrm>
              <a:off x="2879725" y="1943100"/>
              <a:ext cx="22225" cy="42863"/>
            </a:xfrm>
            <a:custGeom>
              <a:avLst/>
              <a:gdLst>
                <a:gd name="T0" fmla="*/ 4 w 5"/>
                <a:gd name="T1" fmla="*/ 0 h 10"/>
                <a:gd name="T2" fmla="*/ 5 w 5"/>
                <a:gd name="T3" fmla="*/ 5 h 10"/>
                <a:gd name="T4" fmla="*/ 2 w 5"/>
                <a:gd name="T5" fmla="*/ 9 h 10"/>
                <a:gd name="T6" fmla="*/ 1 w 5"/>
                <a:gd name="T7" fmla="*/ 4 h 10"/>
                <a:gd name="T8" fmla="*/ 4 w 5"/>
                <a:gd name="T9" fmla="*/ 0 h 10"/>
              </a:gdLst>
              <a:ahLst/>
              <a:cxnLst>
                <a:cxn ang="0">
                  <a:pos x="T0" y="T1"/>
                </a:cxn>
                <a:cxn ang="0">
                  <a:pos x="T2" y="T3"/>
                </a:cxn>
                <a:cxn ang="0">
                  <a:pos x="T4" y="T5"/>
                </a:cxn>
                <a:cxn ang="0">
                  <a:pos x="T6" y="T7"/>
                </a:cxn>
                <a:cxn ang="0">
                  <a:pos x="T8" y="T9"/>
                </a:cxn>
              </a:cxnLst>
              <a:rect l="0" t="0" r="r" b="b"/>
              <a:pathLst>
                <a:path w="5" h="10">
                  <a:moveTo>
                    <a:pt x="4" y="0"/>
                  </a:moveTo>
                  <a:cubicBezTo>
                    <a:pt x="5" y="0"/>
                    <a:pt x="5" y="3"/>
                    <a:pt x="5" y="5"/>
                  </a:cubicBezTo>
                  <a:cubicBezTo>
                    <a:pt x="4" y="8"/>
                    <a:pt x="3" y="10"/>
                    <a:pt x="2" y="9"/>
                  </a:cubicBezTo>
                  <a:cubicBezTo>
                    <a:pt x="1" y="9"/>
                    <a:pt x="0" y="7"/>
                    <a:pt x="1" y="4"/>
                  </a:cubicBezTo>
                  <a:cubicBezTo>
                    <a:pt x="1" y="2"/>
                    <a:pt x="3" y="0"/>
                    <a:pt x="4"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2" name="Freeform 284"/>
            <p:cNvSpPr/>
            <p:nvPr/>
          </p:nvSpPr>
          <p:spPr bwMode="auto">
            <a:xfrm>
              <a:off x="2730500" y="1943100"/>
              <a:ext cx="20638" cy="42863"/>
            </a:xfrm>
            <a:custGeom>
              <a:avLst/>
              <a:gdLst>
                <a:gd name="T0" fmla="*/ 1 w 5"/>
                <a:gd name="T1" fmla="*/ 0 h 10"/>
                <a:gd name="T2" fmla="*/ 0 w 5"/>
                <a:gd name="T3" fmla="*/ 5 h 10"/>
                <a:gd name="T4" fmla="*/ 3 w 5"/>
                <a:gd name="T5" fmla="*/ 9 h 10"/>
                <a:gd name="T6" fmla="*/ 4 w 5"/>
                <a:gd name="T7" fmla="*/ 4 h 10"/>
                <a:gd name="T8" fmla="*/ 1 w 5"/>
                <a:gd name="T9" fmla="*/ 0 h 10"/>
              </a:gdLst>
              <a:ahLst/>
              <a:cxnLst>
                <a:cxn ang="0">
                  <a:pos x="T0" y="T1"/>
                </a:cxn>
                <a:cxn ang="0">
                  <a:pos x="T2" y="T3"/>
                </a:cxn>
                <a:cxn ang="0">
                  <a:pos x="T4" y="T5"/>
                </a:cxn>
                <a:cxn ang="0">
                  <a:pos x="T6" y="T7"/>
                </a:cxn>
                <a:cxn ang="0">
                  <a:pos x="T8" y="T9"/>
                </a:cxn>
              </a:cxnLst>
              <a:rect l="0" t="0" r="r" b="b"/>
              <a:pathLst>
                <a:path w="5" h="10">
                  <a:moveTo>
                    <a:pt x="1" y="0"/>
                  </a:moveTo>
                  <a:cubicBezTo>
                    <a:pt x="0" y="0"/>
                    <a:pt x="0" y="3"/>
                    <a:pt x="0" y="5"/>
                  </a:cubicBezTo>
                  <a:cubicBezTo>
                    <a:pt x="1" y="8"/>
                    <a:pt x="2" y="10"/>
                    <a:pt x="3" y="9"/>
                  </a:cubicBezTo>
                  <a:cubicBezTo>
                    <a:pt x="4" y="9"/>
                    <a:pt x="5" y="7"/>
                    <a:pt x="4" y="4"/>
                  </a:cubicBezTo>
                  <a:cubicBezTo>
                    <a:pt x="4"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3" name="Freeform 285"/>
            <p:cNvSpPr/>
            <p:nvPr/>
          </p:nvSpPr>
          <p:spPr bwMode="auto">
            <a:xfrm>
              <a:off x="2751138" y="2085975"/>
              <a:ext cx="128588" cy="128588"/>
            </a:xfrm>
            <a:custGeom>
              <a:avLst/>
              <a:gdLst>
                <a:gd name="T0" fmla="*/ 4 w 31"/>
                <a:gd name="T1" fmla="*/ 0 h 31"/>
                <a:gd name="T2" fmla="*/ 4 w 31"/>
                <a:gd name="T3" fmla="*/ 22 h 31"/>
                <a:gd name="T4" fmla="*/ 16 w 31"/>
                <a:gd name="T5" fmla="*/ 22 h 31"/>
                <a:gd name="T6" fmla="*/ 27 w 31"/>
                <a:gd name="T7" fmla="*/ 22 h 31"/>
                <a:gd name="T8" fmla="*/ 27 w 31"/>
                <a:gd name="T9" fmla="*/ 0 h 31"/>
                <a:gd name="T10" fmla="*/ 31 w 31"/>
                <a:gd name="T11" fmla="*/ 2 h 31"/>
                <a:gd name="T12" fmla="*/ 31 w 31"/>
                <a:gd name="T13" fmla="*/ 29 h 31"/>
                <a:gd name="T14" fmla="*/ 16 w 31"/>
                <a:gd name="T15" fmla="*/ 31 h 31"/>
                <a:gd name="T16" fmla="*/ 0 w 31"/>
                <a:gd name="T17" fmla="*/ 29 h 31"/>
                <a:gd name="T18" fmla="*/ 0 w 31"/>
                <a:gd name="T19" fmla="*/ 26 h 31"/>
                <a:gd name="T20" fmla="*/ 0 w 31"/>
                <a:gd name="T21" fmla="*/ 2 h 31"/>
                <a:gd name="T22" fmla="*/ 4 w 31"/>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 h="31">
                  <a:moveTo>
                    <a:pt x="4" y="0"/>
                  </a:moveTo>
                  <a:cubicBezTo>
                    <a:pt x="4" y="22"/>
                    <a:pt x="4" y="22"/>
                    <a:pt x="4" y="22"/>
                  </a:cubicBezTo>
                  <a:cubicBezTo>
                    <a:pt x="16" y="22"/>
                    <a:pt x="16" y="22"/>
                    <a:pt x="16" y="22"/>
                  </a:cubicBezTo>
                  <a:cubicBezTo>
                    <a:pt x="27" y="22"/>
                    <a:pt x="27" y="22"/>
                    <a:pt x="27" y="22"/>
                  </a:cubicBezTo>
                  <a:cubicBezTo>
                    <a:pt x="27" y="0"/>
                    <a:pt x="27" y="0"/>
                    <a:pt x="27" y="0"/>
                  </a:cubicBezTo>
                  <a:cubicBezTo>
                    <a:pt x="28" y="1"/>
                    <a:pt x="30" y="1"/>
                    <a:pt x="31" y="2"/>
                  </a:cubicBezTo>
                  <a:cubicBezTo>
                    <a:pt x="31" y="29"/>
                    <a:pt x="31" y="29"/>
                    <a:pt x="31" y="29"/>
                  </a:cubicBezTo>
                  <a:cubicBezTo>
                    <a:pt x="26" y="30"/>
                    <a:pt x="21" y="31"/>
                    <a:pt x="16" y="31"/>
                  </a:cubicBezTo>
                  <a:cubicBezTo>
                    <a:pt x="10" y="31"/>
                    <a:pt x="5" y="30"/>
                    <a:pt x="0" y="29"/>
                  </a:cubicBezTo>
                  <a:cubicBezTo>
                    <a:pt x="0" y="26"/>
                    <a:pt x="0" y="26"/>
                    <a:pt x="0" y="26"/>
                  </a:cubicBezTo>
                  <a:cubicBezTo>
                    <a:pt x="0" y="2"/>
                    <a:pt x="0" y="2"/>
                    <a:pt x="0" y="2"/>
                  </a:cubicBezTo>
                  <a:cubicBezTo>
                    <a:pt x="2" y="1"/>
                    <a:pt x="3" y="1"/>
                    <a:pt x="4" y="0"/>
                  </a:cubicBezTo>
                  <a:close/>
                </a:path>
              </a:pathLst>
            </a:custGeom>
            <a:solidFill>
              <a:srgbClr val="238DB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4" name="Freeform 286"/>
            <p:cNvSpPr/>
            <p:nvPr/>
          </p:nvSpPr>
          <p:spPr bwMode="auto">
            <a:xfrm>
              <a:off x="2763838" y="1885950"/>
              <a:ext cx="104775" cy="82550"/>
            </a:xfrm>
            <a:custGeom>
              <a:avLst/>
              <a:gdLst>
                <a:gd name="T0" fmla="*/ 24 w 25"/>
                <a:gd name="T1" fmla="*/ 5 h 20"/>
                <a:gd name="T2" fmla="*/ 1 w 25"/>
                <a:gd name="T3" fmla="*/ 20 h 20"/>
                <a:gd name="T4" fmla="*/ 24 w 25"/>
                <a:gd name="T5" fmla="*/ 5 h 20"/>
              </a:gdLst>
              <a:ahLst/>
              <a:cxnLst>
                <a:cxn ang="0">
                  <a:pos x="T0" y="T1"/>
                </a:cxn>
                <a:cxn ang="0">
                  <a:pos x="T2" y="T3"/>
                </a:cxn>
                <a:cxn ang="0">
                  <a:pos x="T4" y="T5"/>
                </a:cxn>
              </a:cxnLst>
              <a:rect l="0" t="0" r="r" b="b"/>
              <a:pathLst>
                <a:path w="25" h="20">
                  <a:moveTo>
                    <a:pt x="24" y="5"/>
                  </a:moveTo>
                  <a:cubicBezTo>
                    <a:pt x="25" y="11"/>
                    <a:pt x="14" y="20"/>
                    <a:pt x="1" y="20"/>
                  </a:cubicBezTo>
                  <a:cubicBezTo>
                    <a:pt x="0" y="5"/>
                    <a:pt x="14" y="0"/>
                    <a:pt x="24" y="5"/>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295" name="Group 578"/>
          <p:cNvGrpSpPr/>
          <p:nvPr/>
        </p:nvGrpSpPr>
        <p:grpSpPr>
          <a:xfrm>
            <a:off x="4414015" y="3782462"/>
            <a:ext cx="754552" cy="760156"/>
            <a:chOff x="3208973" y="2796540"/>
            <a:chExt cx="641350" cy="646113"/>
          </a:xfrm>
        </p:grpSpPr>
        <p:sp>
          <p:nvSpPr>
            <p:cNvPr id="296" name="Oval 287"/>
            <p:cNvSpPr>
              <a:spLocks noChangeArrowheads="1"/>
            </p:cNvSpPr>
            <p:nvPr/>
          </p:nvSpPr>
          <p:spPr bwMode="auto">
            <a:xfrm>
              <a:off x="3208973" y="2796540"/>
              <a:ext cx="641350" cy="646113"/>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7" name="Oval 288"/>
            <p:cNvSpPr>
              <a:spLocks noChangeArrowheads="1"/>
            </p:cNvSpPr>
            <p:nvPr/>
          </p:nvSpPr>
          <p:spPr bwMode="auto">
            <a:xfrm>
              <a:off x="3251200" y="2832100"/>
              <a:ext cx="568325" cy="568325"/>
            </a:xfrm>
            <a:prstGeom prst="ellipse">
              <a:avLst/>
            </a:prstGeom>
            <a:solidFill>
              <a:schemeClr val="tx2">
                <a:lumMod val="40000"/>
                <a:lumOff val="60000"/>
              </a:schemeClr>
            </a:solidFill>
            <a:ln>
              <a:noFill/>
            </a:ln>
          </p:spPr>
          <p:txBody>
            <a:bodyPr vert="horz" wrap="square" lIns="121920" tIns="60960" rIns="121920" bIns="60960" numCol="1" anchor="t" anchorCtr="0" compatLnSpc="1"/>
            <a:lstStyle/>
            <a:p>
              <a:endParaRPr lang="en-US" sz="2400"/>
            </a:p>
          </p:txBody>
        </p:sp>
        <p:sp>
          <p:nvSpPr>
            <p:cNvPr id="298" name="Freeform 289"/>
            <p:cNvSpPr/>
            <p:nvPr/>
          </p:nvSpPr>
          <p:spPr bwMode="auto">
            <a:xfrm>
              <a:off x="3497263" y="3024188"/>
              <a:ext cx="142875" cy="166688"/>
            </a:xfrm>
            <a:custGeom>
              <a:avLst/>
              <a:gdLst>
                <a:gd name="T0" fmla="*/ 30 w 34"/>
                <a:gd name="T1" fmla="*/ 16 h 40"/>
                <a:gd name="T2" fmla="*/ 31 w 34"/>
                <a:gd name="T3" fmla="*/ 23 h 40"/>
                <a:gd name="T4" fmla="*/ 13 w 34"/>
                <a:gd name="T5" fmla="*/ 30 h 40"/>
                <a:gd name="T6" fmla="*/ 30 w 34"/>
                <a:gd name="T7" fmla="*/ 16 h 40"/>
              </a:gdLst>
              <a:ahLst/>
              <a:cxnLst>
                <a:cxn ang="0">
                  <a:pos x="T0" y="T1"/>
                </a:cxn>
                <a:cxn ang="0">
                  <a:pos x="T2" y="T3"/>
                </a:cxn>
                <a:cxn ang="0">
                  <a:pos x="T4" y="T5"/>
                </a:cxn>
                <a:cxn ang="0">
                  <a:pos x="T6" y="T7"/>
                </a:cxn>
              </a:cxnLst>
              <a:rect l="0" t="0" r="r" b="b"/>
              <a:pathLst>
                <a:path w="34" h="40">
                  <a:moveTo>
                    <a:pt x="30" y="16"/>
                  </a:moveTo>
                  <a:cubicBezTo>
                    <a:pt x="24" y="20"/>
                    <a:pt x="28" y="27"/>
                    <a:pt x="31" y="23"/>
                  </a:cubicBezTo>
                  <a:cubicBezTo>
                    <a:pt x="34" y="27"/>
                    <a:pt x="26" y="40"/>
                    <a:pt x="13" y="30"/>
                  </a:cubicBezTo>
                  <a:cubicBezTo>
                    <a:pt x="0" y="20"/>
                    <a:pt x="19" y="0"/>
                    <a:pt x="30"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299" name="Freeform 290"/>
            <p:cNvSpPr/>
            <p:nvPr/>
          </p:nvSpPr>
          <p:spPr bwMode="auto">
            <a:xfrm>
              <a:off x="3435350" y="3019425"/>
              <a:ext cx="138113" cy="168275"/>
            </a:xfrm>
            <a:custGeom>
              <a:avLst/>
              <a:gdLst>
                <a:gd name="T0" fmla="*/ 3 w 33"/>
                <a:gd name="T1" fmla="*/ 16 h 40"/>
                <a:gd name="T2" fmla="*/ 3 w 33"/>
                <a:gd name="T3" fmla="*/ 23 h 40"/>
                <a:gd name="T4" fmla="*/ 20 w 33"/>
                <a:gd name="T5" fmla="*/ 30 h 40"/>
                <a:gd name="T6" fmla="*/ 3 w 33"/>
                <a:gd name="T7" fmla="*/ 16 h 40"/>
              </a:gdLst>
              <a:ahLst/>
              <a:cxnLst>
                <a:cxn ang="0">
                  <a:pos x="T0" y="T1"/>
                </a:cxn>
                <a:cxn ang="0">
                  <a:pos x="T2" y="T3"/>
                </a:cxn>
                <a:cxn ang="0">
                  <a:pos x="T4" y="T5"/>
                </a:cxn>
                <a:cxn ang="0">
                  <a:pos x="T6" y="T7"/>
                </a:cxn>
              </a:cxnLst>
              <a:rect l="0" t="0" r="r" b="b"/>
              <a:pathLst>
                <a:path w="33" h="40">
                  <a:moveTo>
                    <a:pt x="3" y="16"/>
                  </a:moveTo>
                  <a:cubicBezTo>
                    <a:pt x="10" y="20"/>
                    <a:pt x="5" y="28"/>
                    <a:pt x="3" y="23"/>
                  </a:cubicBezTo>
                  <a:cubicBezTo>
                    <a:pt x="0" y="27"/>
                    <a:pt x="7" y="40"/>
                    <a:pt x="20" y="30"/>
                  </a:cubicBezTo>
                  <a:cubicBezTo>
                    <a:pt x="33" y="20"/>
                    <a:pt x="14" y="0"/>
                    <a:pt x="3"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0" name="Freeform 291"/>
            <p:cNvSpPr/>
            <p:nvPr/>
          </p:nvSpPr>
          <p:spPr bwMode="auto">
            <a:xfrm>
              <a:off x="3430588" y="3070225"/>
              <a:ext cx="146050" cy="158750"/>
            </a:xfrm>
            <a:custGeom>
              <a:avLst/>
              <a:gdLst>
                <a:gd name="T0" fmla="*/ 6 w 35"/>
                <a:gd name="T1" fmla="*/ 13 h 38"/>
                <a:gd name="T2" fmla="*/ 4 w 35"/>
                <a:gd name="T3" fmla="*/ 20 h 38"/>
                <a:gd name="T4" fmla="*/ 20 w 35"/>
                <a:gd name="T5" fmla="*/ 31 h 38"/>
                <a:gd name="T6" fmla="*/ 6 w 35"/>
                <a:gd name="T7" fmla="*/ 13 h 38"/>
              </a:gdLst>
              <a:ahLst/>
              <a:cxnLst>
                <a:cxn ang="0">
                  <a:pos x="T0" y="T1"/>
                </a:cxn>
                <a:cxn ang="0">
                  <a:pos x="T2" y="T3"/>
                </a:cxn>
                <a:cxn ang="0">
                  <a:pos x="T4" y="T5"/>
                </a:cxn>
                <a:cxn ang="0">
                  <a:pos x="T6" y="T7"/>
                </a:cxn>
              </a:cxnLst>
              <a:rect l="0" t="0" r="r" b="b"/>
              <a:pathLst>
                <a:path w="35" h="38">
                  <a:moveTo>
                    <a:pt x="6" y="13"/>
                  </a:moveTo>
                  <a:cubicBezTo>
                    <a:pt x="12" y="19"/>
                    <a:pt x="6" y="25"/>
                    <a:pt x="4" y="20"/>
                  </a:cubicBezTo>
                  <a:cubicBezTo>
                    <a:pt x="0" y="24"/>
                    <a:pt x="5" y="38"/>
                    <a:pt x="20" y="31"/>
                  </a:cubicBezTo>
                  <a:cubicBezTo>
                    <a:pt x="35" y="24"/>
                    <a:pt x="21" y="0"/>
                    <a:pt x="6" y="13"/>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1" name="Freeform 292"/>
            <p:cNvSpPr/>
            <p:nvPr/>
          </p:nvSpPr>
          <p:spPr bwMode="auto">
            <a:xfrm>
              <a:off x="3497263" y="3070225"/>
              <a:ext cx="142875" cy="158750"/>
            </a:xfrm>
            <a:custGeom>
              <a:avLst/>
              <a:gdLst>
                <a:gd name="T0" fmla="*/ 28 w 34"/>
                <a:gd name="T1" fmla="*/ 13 h 38"/>
                <a:gd name="T2" fmla="*/ 30 w 34"/>
                <a:gd name="T3" fmla="*/ 20 h 38"/>
                <a:gd name="T4" fmla="*/ 15 w 34"/>
                <a:gd name="T5" fmla="*/ 31 h 38"/>
                <a:gd name="T6" fmla="*/ 28 w 34"/>
                <a:gd name="T7" fmla="*/ 13 h 38"/>
              </a:gdLst>
              <a:ahLst/>
              <a:cxnLst>
                <a:cxn ang="0">
                  <a:pos x="T0" y="T1"/>
                </a:cxn>
                <a:cxn ang="0">
                  <a:pos x="T2" y="T3"/>
                </a:cxn>
                <a:cxn ang="0">
                  <a:pos x="T4" y="T5"/>
                </a:cxn>
                <a:cxn ang="0">
                  <a:pos x="T6" y="T7"/>
                </a:cxn>
              </a:cxnLst>
              <a:rect l="0" t="0" r="r" b="b"/>
              <a:pathLst>
                <a:path w="34" h="38">
                  <a:moveTo>
                    <a:pt x="28" y="13"/>
                  </a:moveTo>
                  <a:cubicBezTo>
                    <a:pt x="23" y="19"/>
                    <a:pt x="29" y="25"/>
                    <a:pt x="30" y="20"/>
                  </a:cubicBezTo>
                  <a:cubicBezTo>
                    <a:pt x="34" y="24"/>
                    <a:pt x="30" y="38"/>
                    <a:pt x="15" y="31"/>
                  </a:cubicBezTo>
                  <a:cubicBezTo>
                    <a:pt x="0" y="24"/>
                    <a:pt x="14" y="0"/>
                    <a:pt x="28" y="13"/>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2" name="Freeform 293"/>
            <p:cNvSpPr/>
            <p:nvPr/>
          </p:nvSpPr>
          <p:spPr bwMode="auto">
            <a:xfrm>
              <a:off x="3371850" y="3208338"/>
              <a:ext cx="325438" cy="192088"/>
            </a:xfrm>
            <a:custGeom>
              <a:avLst/>
              <a:gdLst>
                <a:gd name="T0" fmla="*/ 14 w 78"/>
                <a:gd name="T1" fmla="*/ 9 h 46"/>
                <a:gd name="T2" fmla="*/ 0 w 78"/>
                <a:gd name="T3" fmla="*/ 34 h 46"/>
                <a:gd name="T4" fmla="*/ 39 w 78"/>
                <a:gd name="T5" fmla="*/ 46 h 46"/>
                <a:gd name="T6" fmla="*/ 78 w 78"/>
                <a:gd name="T7" fmla="*/ 34 h 46"/>
                <a:gd name="T8" fmla="*/ 65 w 78"/>
                <a:gd name="T9" fmla="*/ 9 h 46"/>
                <a:gd name="T10" fmla="*/ 39 w 78"/>
                <a:gd name="T11" fmla="*/ 0 h 46"/>
                <a:gd name="T12" fmla="*/ 14 w 78"/>
                <a:gd name="T13" fmla="*/ 9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14" y="9"/>
                  </a:moveTo>
                  <a:cubicBezTo>
                    <a:pt x="7" y="13"/>
                    <a:pt x="4" y="22"/>
                    <a:pt x="0" y="34"/>
                  </a:cubicBezTo>
                  <a:cubicBezTo>
                    <a:pt x="11" y="41"/>
                    <a:pt x="25" y="46"/>
                    <a:pt x="39" y="46"/>
                  </a:cubicBezTo>
                  <a:cubicBezTo>
                    <a:pt x="54" y="46"/>
                    <a:pt x="67" y="41"/>
                    <a:pt x="78" y="34"/>
                  </a:cubicBezTo>
                  <a:cubicBezTo>
                    <a:pt x="74" y="22"/>
                    <a:pt x="71" y="13"/>
                    <a:pt x="65" y="9"/>
                  </a:cubicBezTo>
                  <a:cubicBezTo>
                    <a:pt x="53" y="1"/>
                    <a:pt x="46" y="0"/>
                    <a:pt x="39" y="0"/>
                  </a:cubicBezTo>
                  <a:cubicBezTo>
                    <a:pt x="32" y="0"/>
                    <a:pt x="25" y="1"/>
                    <a:pt x="14" y="9"/>
                  </a:cubicBezTo>
                  <a:close/>
                </a:path>
              </a:pathLst>
            </a:custGeom>
            <a:solidFill>
              <a:srgbClr val="238DB5"/>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3" name="Freeform 294"/>
            <p:cNvSpPr/>
            <p:nvPr/>
          </p:nvSpPr>
          <p:spPr bwMode="auto">
            <a:xfrm>
              <a:off x="3497263" y="3098800"/>
              <a:ext cx="79375" cy="158750"/>
            </a:xfrm>
            <a:custGeom>
              <a:avLst/>
              <a:gdLst>
                <a:gd name="T0" fmla="*/ 0 w 19"/>
                <a:gd name="T1" fmla="*/ 0 h 38"/>
                <a:gd name="T2" fmla="*/ 19 w 19"/>
                <a:gd name="T3" fmla="*/ 0 h 38"/>
                <a:gd name="T4" fmla="*/ 19 w 19"/>
                <a:gd name="T5" fmla="*/ 28 h 38"/>
                <a:gd name="T6" fmla="*/ 0 w 19"/>
                <a:gd name="T7" fmla="*/ 28 h 38"/>
                <a:gd name="T8" fmla="*/ 0 w 19"/>
                <a:gd name="T9" fmla="*/ 0 h 38"/>
              </a:gdLst>
              <a:ahLst/>
              <a:cxnLst>
                <a:cxn ang="0">
                  <a:pos x="T0" y="T1"/>
                </a:cxn>
                <a:cxn ang="0">
                  <a:pos x="T2" y="T3"/>
                </a:cxn>
                <a:cxn ang="0">
                  <a:pos x="T4" y="T5"/>
                </a:cxn>
                <a:cxn ang="0">
                  <a:pos x="T6" y="T7"/>
                </a:cxn>
                <a:cxn ang="0">
                  <a:pos x="T8" y="T9"/>
                </a:cxn>
              </a:cxnLst>
              <a:rect l="0" t="0" r="r" b="b"/>
              <a:pathLst>
                <a:path w="19" h="38">
                  <a:moveTo>
                    <a:pt x="0" y="0"/>
                  </a:moveTo>
                  <a:cubicBezTo>
                    <a:pt x="19" y="0"/>
                    <a:pt x="19" y="0"/>
                    <a:pt x="19" y="0"/>
                  </a:cubicBezTo>
                  <a:cubicBezTo>
                    <a:pt x="19" y="28"/>
                    <a:pt x="19" y="28"/>
                    <a:pt x="19" y="28"/>
                  </a:cubicBezTo>
                  <a:cubicBezTo>
                    <a:pt x="19" y="37"/>
                    <a:pt x="0" y="38"/>
                    <a:pt x="0" y="28"/>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4" name="Freeform 295"/>
            <p:cNvSpPr/>
            <p:nvPr/>
          </p:nvSpPr>
          <p:spPr bwMode="auto">
            <a:xfrm>
              <a:off x="3497263" y="3157538"/>
              <a:ext cx="79375" cy="53975"/>
            </a:xfrm>
            <a:custGeom>
              <a:avLst/>
              <a:gdLst>
                <a:gd name="T0" fmla="*/ 50 w 50"/>
                <a:gd name="T1" fmla="*/ 11 h 34"/>
                <a:gd name="T2" fmla="*/ 50 w 50"/>
                <a:gd name="T3" fmla="*/ 0 h 34"/>
                <a:gd name="T4" fmla="*/ 0 w 50"/>
                <a:gd name="T5" fmla="*/ 0 h 34"/>
                <a:gd name="T6" fmla="*/ 0 w 50"/>
                <a:gd name="T7" fmla="*/ 34 h 34"/>
                <a:gd name="T8" fmla="*/ 50 w 50"/>
                <a:gd name="T9" fmla="*/ 11 h 34"/>
              </a:gdLst>
              <a:ahLst/>
              <a:cxnLst>
                <a:cxn ang="0">
                  <a:pos x="T0" y="T1"/>
                </a:cxn>
                <a:cxn ang="0">
                  <a:pos x="T2" y="T3"/>
                </a:cxn>
                <a:cxn ang="0">
                  <a:pos x="T4" y="T5"/>
                </a:cxn>
                <a:cxn ang="0">
                  <a:pos x="T6" y="T7"/>
                </a:cxn>
                <a:cxn ang="0">
                  <a:pos x="T8" y="T9"/>
                </a:cxn>
              </a:cxnLst>
              <a:rect l="0" t="0" r="r" b="b"/>
              <a:pathLst>
                <a:path w="50" h="34">
                  <a:moveTo>
                    <a:pt x="50" y="11"/>
                  </a:moveTo>
                  <a:lnTo>
                    <a:pt x="50" y="0"/>
                  </a:lnTo>
                  <a:lnTo>
                    <a:pt x="0" y="0"/>
                  </a:lnTo>
                  <a:lnTo>
                    <a:pt x="0" y="34"/>
                  </a:lnTo>
                  <a:lnTo>
                    <a:pt x="50" y="11"/>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5" name="Freeform 296"/>
            <p:cNvSpPr/>
            <p:nvPr/>
          </p:nvSpPr>
          <p:spPr bwMode="auto">
            <a:xfrm>
              <a:off x="3363913" y="2952750"/>
              <a:ext cx="342900" cy="225425"/>
            </a:xfrm>
            <a:custGeom>
              <a:avLst/>
              <a:gdLst>
                <a:gd name="T0" fmla="*/ 41 w 82"/>
                <a:gd name="T1" fmla="*/ 0 h 54"/>
                <a:gd name="T2" fmla="*/ 41 w 82"/>
                <a:gd name="T3" fmla="*/ 54 h 54"/>
                <a:gd name="T4" fmla="*/ 41 w 82"/>
                <a:gd name="T5" fmla="*/ 0 h 54"/>
              </a:gdLst>
              <a:ahLst/>
              <a:cxnLst>
                <a:cxn ang="0">
                  <a:pos x="T0" y="T1"/>
                </a:cxn>
                <a:cxn ang="0">
                  <a:pos x="T2" y="T3"/>
                </a:cxn>
                <a:cxn ang="0">
                  <a:pos x="T4" y="T5"/>
                </a:cxn>
              </a:cxnLst>
              <a:rect l="0" t="0" r="r" b="b"/>
              <a:pathLst>
                <a:path w="82" h="54">
                  <a:moveTo>
                    <a:pt x="41" y="0"/>
                  </a:moveTo>
                  <a:cubicBezTo>
                    <a:pt x="82" y="0"/>
                    <a:pt x="65" y="54"/>
                    <a:pt x="41" y="54"/>
                  </a:cubicBezTo>
                  <a:cubicBezTo>
                    <a:pt x="17" y="54"/>
                    <a:pt x="0" y="0"/>
                    <a:pt x="41"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6" name="Freeform 297"/>
            <p:cNvSpPr/>
            <p:nvPr/>
          </p:nvSpPr>
          <p:spPr bwMode="auto">
            <a:xfrm>
              <a:off x="3497263" y="3221038"/>
              <a:ext cx="79375" cy="95250"/>
            </a:xfrm>
            <a:custGeom>
              <a:avLst/>
              <a:gdLst>
                <a:gd name="T0" fmla="*/ 9 w 19"/>
                <a:gd name="T1" fmla="*/ 23 h 23"/>
                <a:gd name="T2" fmla="*/ 0 w 19"/>
                <a:gd name="T3" fmla="*/ 0 h 23"/>
                <a:gd name="T4" fmla="*/ 19 w 19"/>
                <a:gd name="T5" fmla="*/ 0 h 23"/>
                <a:gd name="T6" fmla="*/ 9 w 19"/>
                <a:gd name="T7" fmla="*/ 23 h 23"/>
              </a:gdLst>
              <a:ahLst/>
              <a:cxnLst>
                <a:cxn ang="0">
                  <a:pos x="T0" y="T1"/>
                </a:cxn>
                <a:cxn ang="0">
                  <a:pos x="T2" y="T3"/>
                </a:cxn>
                <a:cxn ang="0">
                  <a:pos x="T4" y="T5"/>
                </a:cxn>
                <a:cxn ang="0">
                  <a:pos x="T6" y="T7"/>
                </a:cxn>
              </a:cxnLst>
              <a:rect l="0" t="0" r="r" b="b"/>
              <a:pathLst>
                <a:path w="19" h="23">
                  <a:moveTo>
                    <a:pt x="9" y="23"/>
                  </a:moveTo>
                  <a:cubicBezTo>
                    <a:pt x="9" y="20"/>
                    <a:pt x="0" y="7"/>
                    <a:pt x="0" y="0"/>
                  </a:cubicBezTo>
                  <a:cubicBezTo>
                    <a:pt x="19" y="0"/>
                    <a:pt x="19" y="0"/>
                    <a:pt x="19" y="0"/>
                  </a:cubicBezTo>
                  <a:cubicBezTo>
                    <a:pt x="19" y="7"/>
                    <a:pt x="9" y="20"/>
                    <a:pt x="9" y="23"/>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7" name="Freeform 298"/>
            <p:cNvSpPr/>
            <p:nvPr/>
          </p:nvSpPr>
          <p:spPr bwMode="auto">
            <a:xfrm>
              <a:off x="3440113" y="3187700"/>
              <a:ext cx="95250" cy="133350"/>
            </a:xfrm>
            <a:custGeom>
              <a:avLst/>
              <a:gdLst>
                <a:gd name="T0" fmla="*/ 23 w 23"/>
                <a:gd name="T1" fmla="*/ 32 h 32"/>
                <a:gd name="T2" fmla="*/ 7 w 23"/>
                <a:gd name="T3" fmla="*/ 20 h 32"/>
                <a:gd name="T4" fmla="*/ 11 w 23"/>
                <a:gd name="T5" fmla="*/ 10 h 32"/>
                <a:gd name="T6" fmla="*/ 0 w 23"/>
                <a:gd name="T7" fmla="*/ 14 h 32"/>
                <a:gd name="T8" fmla="*/ 14 w 23"/>
                <a:gd name="T9" fmla="*/ 0 h 32"/>
                <a:gd name="T10" fmla="*/ 17 w 23"/>
                <a:gd name="T11" fmla="*/ 16 h 32"/>
                <a:gd name="T12" fmla="*/ 23 w 23"/>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23" h="32">
                  <a:moveTo>
                    <a:pt x="23" y="32"/>
                  </a:moveTo>
                  <a:cubicBezTo>
                    <a:pt x="17" y="23"/>
                    <a:pt x="11" y="20"/>
                    <a:pt x="7" y="20"/>
                  </a:cubicBezTo>
                  <a:cubicBezTo>
                    <a:pt x="7" y="16"/>
                    <a:pt x="10" y="12"/>
                    <a:pt x="11" y="10"/>
                  </a:cubicBezTo>
                  <a:cubicBezTo>
                    <a:pt x="5" y="10"/>
                    <a:pt x="3" y="12"/>
                    <a:pt x="0" y="14"/>
                  </a:cubicBezTo>
                  <a:cubicBezTo>
                    <a:pt x="1" y="9"/>
                    <a:pt x="8" y="2"/>
                    <a:pt x="14" y="0"/>
                  </a:cubicBezTo>
                  <a:cubicBezTo>
                    <a:pt x="14" y="4"/>
                    <a:pt x="13" y="11"/>
                    <a:pt x="17" y="16"/>
                  </a:cubicBezTo>
                  <a:cubicBezTo>
                    <a:pt x="21" y="21"/>
                    <a:pt x="23" y="25"/>
                    <a:pt x="23" y="32"/>
                  </a:cubicBez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8" name="Freeform 299"/>
            <p:cNvSpPr/>
            <p:nvPr/>
          </p:nvSpPr>
          <p:spPr bwMode="auto">
            <a:xfrm>
              <a:off x="3535363" y="3187700"/>
              <a:ext cx="100013" cy="133350"/>
            </a:xfrm>
            <a:custGeom>
              <a:avLst/>
              <a:gdLst>
                <a:gd name="T0" fmla="*/ 0 w 24"/>
                <a:gd name="T1" fmla="*/ 32 h 32"/>
                <a:gd name="T2" fmla="*/ 17 w 24"/>
                <a:gd name="T3" fmla="*/ 20 h 32"/>
                <a:gd name="T4" fmla="*/ 12 w 24"/>
                <a:gd name="T5" fmla="*/ 10 h 32"/>
                <a:gd name="T6" fmla="*/ 24 w 24"/>
                <a:gd name="T7" fmla="*/ 14 h 32"/>
                <a:gd name="T8" fmla="*/ 10 w 24"/>
                <a:gd name="T9" fmla="*/ 0 h 32"/>
                <a:gd name="T10" fmla="*/ 6 w 24"/>
                <a:gd name="T11" fmla="*/ 16 h 32"/>
                <a:gd name="T12" fmla="*/ 0 w 24"/>
                <a:gd name="T13" fmla="*/ 32 h 32"/>
              </a:gdLst>
              <a:ahLst/>
              <a:cxnLst>
                <a:cxn ang="0">
                  <a:pos x="T0" y="T1"/>
                </a:cxn>
                <a:cxn ang="0">
                  <a:pos x="T2" y="T3"/>
                </a:cxn>
                <a:cxn ang="0">
                  <a:pos x="T4" y="T5"/>
                </a:cxn>
                <a:cxn ang="0">
                  <a:pos x="T6" y="T7"/>
                </a:cxn>
                <a:cxn ang="0">
                  <a:pos x="T8" y="T9"/>
                </a:cxn>
                <a:cxn ang="0">
                  <a:pos x="T10" y="T11"/>
                </a:cxn>
                <a:cxn ang="0">
                  <a:pos x="T12" y="T13"/>
                </a:cxn>
              </a:cxnLst>
              <a:rect l="0" t="0" r="r" b="b"/>
              <a:pathLst>
                <a:path w="24" h="32">
                  <a:moveTo>
                    <a:pt x="0" y="32"/>
                  </a:moveTo>
                  <a:cubicBezTo>
                    <a:pt x="6" y="23"/>
                    <a:pt x="13" y="20"/>
                    <a:pt x="17" y="20"/>
                  </a:cubicBezTo>
                  <a:cubicBezTo>
                    <a:pt x="16" y="16"/>
                    <a:pt x="14" y="12"/>
                    <a:pt x="12" y="10"/>
                  </a:cubicBezTo>
                  <a:cubicBezTo>
                    <a:pt x="19" y="10"/>
                    <a:pt x="21" y="12"/>
                    <a:pt x="24" y="14"/>
                  </a:cubicBezTo>
                  <a:cubicBezTo>
                    <a:pt x="23" y="9"/>
                    <a:pt x="15" y="2"/>
                    <a:pt x="10" y="0"/>
                  </a:cubicBezTo>
                  <a:cubicBezTo>
                    <a:pt x="10" y="4"/>
                    <a:pt x="10" y="11"/>
                    <a:pt x="6" y="16"/>
                  </a:cubicBezTo>
                  <a:cubicBezTo>
                    <a:pt x="3" y="21"/>
                    <a:pt x="0" y="25"/>
                    <a:pt x="0" y="32"/>
                  </a:cubicBez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09" name="Freeform 300"/>
            <p:cNvSpPr/>
            <p:nvPr/>
          </p:nvSpPr>
          <p:spPr bwMode="auto">
            <a:xfrm>
              <a:off x="3573463" y="3157538"/>
              <a:ext cx="90488" cy="41275"/>
            </a:xfrm>
            <a:custGeom>
              <a:avLst/>
              <a:gdLst>
                <a:gd name="T0" fmla="*/ 22 w 22"/>
                <a:gd name="T1" fmla="*/ 6 h 10"/>
                <a:gd name="T2" fmla="*/ 11 w 22"/>
                <a:gd name="T3" fmla="*/ 9 h 10"/>
                <a:gd name="T4" fmla="*/ 1 w 22"/>
                <a:gd name="T5" fmla="*/ 10 h 10"/>
                <a:gd name="T6" fmla="*/ 0 w 22"/>
                <a:gd name="T7" fmla="*/ 7 h 10"/>
                <a:gd name="T8" fmla="*/ 10 w 22"/>
                <a:gd name="T9" fmla="*/ 4 h 10"/>
                <a:gd name="T10" fmla="*/ 21 w 22"/>
                <a:gd name="T11" fmla="*/ 0 h 10"/>
                <a:gd name="T12" fmla="*/ 22 w 22"/>
                <a:gd name="T13" fmla="*/ 6 h 10"/>
              </a:gdLst>
              <a:ahLst/>
              <a:cxnLst>
                <a:cxn ang="0">
                  <a:pos x="T0" y="T1"/>
                </a:cxn>
                <a:cxn ang="0">
                  <a:pos x="T2" y="T3"/>
                </a:cxn>
                <a:cxn ang="0">
                  <a:pos x="T4" y="T5"/>
                </a:cxn>
                <a:cxn ang="0">
                  <a:pos x="T6" y="T7"/>
                </a:cxn>
                <a:cxn ang="0">
                  <a:pos x="T8" y="T9"/>
                </a:cxn>
                <a:cxn ang="0">
                  <a:pos x="T10" y="T11"/>
                </a:cxn>
                <a:cxn ang="0">
                  <a:pos x="T12" y="T13"/>
                </a:cxn>
              </a:cxnLst>
              <a:rect l="0" t="0" r="r" b="b"/>
              <a:pathLst>
                <a:path w="22" h="10">
                  <a:moveTo>
                    <a:pt x="22" y="6"/>
                  </a:moveTo>
                  <a:cubicBezTo>
                    <a:pt x="20" y="9"/>
                    <a:pt x="17" y="10"/>
                    <a:pt x="11" y="9"/>
                  </a:cubicBezTo>
                  <a:cubicBezTo>
                    <a:pt x="7" y="7"/>
                    <a:pt x="3" y="9"/>
                    <a:pt x="1" y="10"/>
                  </a:cubicBezTo>
                  <a:cubicBezTo>
                    <a:pt x="1" y="10"/>
                    <a:pt x="0" y="7"/>
                    <a:pt x="0" y="7"/>
                  </a:cubicBezTo>
                  <a:cubicBezTo>
                    <a:pt x="1" y="6"/>
                    <a:pt x="5" y="3"/>
                    <a:pt x="10" y="4"/>
                  </a:cubicBezTo>
                  <a:cubicBezTo>
                    <a:pt x="16" y="5"/>
                    <a:pt x="19" y="3"/>
                    <a:pt x="21" y="0"/>
                  </a:cubicBezTo>
                  <a:cubicBezTo>
                    <a:pt x="20" y="1"/>
                    <a:pt x="21" y="5"/>
                    <a:pt x="22" y="6"/>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0" name="Freeform 301"/>
            <p:cNvSpPr/>
            <p:nvPr/>
          </p:nvSpPr>
          <p:spPr bwMode="auto">
            <a:xfrm>
              <a:off x="3414713" y="2911475"/>
              <a:ext cx="241300" cy="184150"/>
            </a:xfrm>
            <a:custGeom>
              <a:avLst/>
              <a:gdLst>
                <a:gd name="T0" fmla="*/ 28 w 58"/>
                <a:gd name="T1" fmla="*/ 16 h 44"/>
                <a:gd name="T2" fmla="*/ 49 w 58"/>
                <a:gd name="T3" fmla="*/ 32 h 44"/>
                <a:gd name="T4" fmla="*/ 55 w 58"/>
                <a:gd name="T5" fmla="*/ 33 h 44"/>
                <a:gd name="T6" fmla="*/ 30 w 58"/>
                <a:gd name="T7" fmla="*/ 0 h 44"/>
                <a:gd name="T8" fmla="*/ 3 w 58"/>
                <a:gd name="T9" fmla="*/ 32 h 44"/>
                <a:gd name="T10" fmla="*/ 9 w 58"/>
                <a:gd name="T11" fmla="*/ 32 h 44"/>
                <a:gd name="T12" fmla="*/ 28 w 58"/>
                <a:gd name="T13" fmla="*/ 16 h 44"/>
              </a:gdLst>
              <a:ahLst/>
              <a:cxnLst>
                <a:cxn ang="0">
                  <a:pos x="T0" y="T1"/>
                </a:cxn>
                <a:cxn ang="0">
                  <a:pos x="T2" y="T3"/>
                </a:cxn>
                <a:cxn ang="0">
                  <a:pos x="T4" y="T5"/>
                </a:cxn>
                <a:cxn ang="0">
                  <a:pos x="T6" y="T7"/>
                </a:cxn>
                <a:cxn ang="0">
                  <a:pos x="T8" y="T9"/>
                </a:cxn>
                <a:cxn ang="0">
                  <a:pos x="T10" y="T11"/>
                </a:cxn>
                <a:cxn ang="0">
                  <a:pos x="T12" y="T13"/>
                </a:cxn>
              </a:cxnLst>
              <a:rect l="0" t="0" r="r" b="b"/>
              <a:pathLst>
                <a:path w="58" h="44">
                  <a:moveTo>
                    <a:pt x="28" y="16"/>
                  </a:moveTo>
                  <a:cubicBezTo>
                    <a:pt x="42" y="16"/>
                    <a:pt x="49" y="25"/>
                    <a:pt x="49" y="32"/>
                  </a:cubicBezTo>
                  <a:cubicBezTo>
                    <a:pt x="50" y="39"/>
                    <a:pt x="52" y="40"/>
                    <a:pt x="55" y="33"/>
                  </a:cubicBezTo>
                  <a:cubicBezTo>
                    <a:pt x="58" y="27"/>
                    <a:pt x="51" y="0"/>
                    <a:pt x="30" y="0"/>
                  </a:cubicBezTo>
                  <a:cubicBezTo>
                    <a:pt x="8" y="0"/>
                    <a:pt x="0" y="21"/>
                    <a:pt x="3" y="32"/>
                  </a:cubicBezTo>
                  <a:cubicBezTo>
                    <a:pt x="6" y="44"/>
                    <a:pt x="9" y="37"/>
                    <a:pt x="9" y="32"/>
                  </a:cubicBezTo>
                  <a:cubicBezTo>
                    <a:pt x="9" y="27"/>
                    <a:pt x="13" y="17"/>
                    <a:pt x="28"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1" name="Freeform 302"/>
            <p:cNvSpPr/>
            <p:nvPr/>
          </p:nvSpPr>
          <p:spPr bwMode="auto">
            <a:xfrm>
              <a:off x="3627438" y="3028950"/>
              <a:ext cx="25400" cy="53975"/>
            </a:xfrm>
            <a:custGeom>
              <a:avLst/>
              <a:gdLst>
                <a:gd name="T0" fmla="*/ 4 w 6"/>
                <a:gd name="T1" fmla="*/ 0 h 13"/>
                <a:gd name="T2" fmla="*/ 6 w 6"/>
                <a:gd name="T3" fmla="*/ 7 h 13"/>
                <a:gd name="T4" fmla="*/ 2 w 6"/>
                <a:gd name="T5" fmla="*/ 13 h 13"/>
                <a:gd name="T6" fmla="*/ 0 w 6"/>
                <a:gd name="T7" fmla="*/ 6 h 13"/>
                <a:gd name="T8" fmla="*/ 4 w 6"/>
                <a:gd name="T9" fmla="*/ 0 h 13"/>
              </a:gdLst>
              <a:ahLst/>
              <a:cxnLst>
                <a:cxn ang="0">
                  <a:pos x="T0" y="T1"/>
                </a:cxn>
                <a:cxn ang="0">
                  <a:pos x="T2" y="T3"/>
                </a:cxn>
                <a:cxn ang="0">
                  <a:pos x="T4" y="T5"/>
                </a:cxn>
                <a:cxn ang="0">
                  <a:pos x="T6" y="T7"/>
                </a:cxn>
                <a:cxn ang="0">
                  <a:pos x="T8" y="T9"/>
                </a:cxn>
              </a:cxnLst>
              <a:rect l="0" t="0" r="r" b="b"/>
              <a:pathLst>
                <a:path w="6" h="13">
                  <a:moveTo>
                    <a:pt x="4" y="0"/>
                  </a:moveTo>
                  <a:cubicBezTo>
                    <a:pt x="6" y="1"/>
                    <a:pt x="6" y="4"/>
                    <a:pt x="6" y="7"/>
                  </a:cubicBezTo>
                  <a:cubicBezTo>
                    <a:pt x="5" y="10"/>
                    <a:pt x="3" y="13"/>
                    <a:pt x="2" y="13"/>
                  </a:cubicBezTo>
                  <a:cubicBezTo>
                    <a:pt x="0" y="12"/>
                    <a:pt x="0" y="9"/>
                    <a:pt x="0" y="6"/>
                  </a:cubicBezTo>
                  <a:cubicBezTo>
                    <a:pt x="1" y="2"/>
                    <a:pt x="3" y="0"/>
                    <a:pt x="4"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2" name="Freeform 303"/>
            <p:cNvSpPr/>
            <p:nvPr/>
          </p:nvSpPr>
          <p:spPr bwMode="auto">
            <a:xfrm>
              <a:off x="3417888" y="3028950"/>
              <a:ext cx="30163" cy="53975"/>
            </a:xfrm>
            <a:custGeom>
              <a:avLst/>
              <a:gdLst>
                <a:gd name="T0" fmla="*/ 2 w 7"/>
                <a:gd name="T1" fmla="*/ 0 h 13"/>
                <a:gd name="T2" fmla="*/ 1 w 7"/>
                <a:gd name="T3" fmla="*/ 7 h 13"/>
                <a:gd name="T4" fmla="*/ 5 w 7"/>
                <a:gd name="T5" fmla="*/ 13 h 13"/>
                <a:gd name="T6" fmla="*/ 6 w 7"/>
                <a:gd name="T7" fmla="*/ 6 h 13"/>
                <a:gd name="T8" fmla="*/ 2 w 7"/>
                <a:gd name="T9" fmla="*/ 0 h 13"/>
              </a:gdLst>
              <a:ahLst/>
              <a:cxnLst>
                <a:cxn ang="0">
                  <a:pos x="T0" y="T1"/>
                </a:cxn>
                <a:cxn ang="0">
                  <a:pos x="T2" y="T3"/>
                </a:cxn>
                <a:cxn ang="0">
                  <a:pos x="T4" y="T5"/>
                </a:cxn>
                <a:cxn ang="0">
                  <a:pos x="T6" y="T7"/>
                </a:cxn>
                <a:cxn ang="0">
                  <a:pos x="T8" y="T9"/>
                </a:cxn>
              </a:cxnLst>
              <a:rect l="0" t="0" r="r" b="b"/>
              <a:pathLst>
                <a:path w="7" h="13">
                  <a:moveTo>
                    <a:pt x="2" y="0"/>
                  </a:moveTo>
                  <a:cubicBezTo>
                    <a:pt x="1" y="1"/>
                    <a:pt x="0" y="4"/>
                    <a:pt x="1" y="7"/>
                  </a:cubicBezTo>
                  <a:cubicBezTo>
                    <a:pt x="1" y="10"/>
                    <a:pt x="3" y="13"/>
                    <a:pt x="5" y="13"/>
                  </a:cubicBezTo>
                  <a:cubicBezTo>
                    <a:pt x="6" y="12"/>
                    <a:pt x="7" y="9"/>
                    <a:pt x="6" y="6"/>
                  </a:cubicBezTo>
                  <a:cubicBezTo>
                    <a:pt x="5" y="2"/>
                    <a:pt x="3" y="0"/>
                    <a:pt x="2"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3" name="Freeform 304"/>
            <p:cNvSpPr/>
            <p:nvPr/>
          </p:nvSpPr>
          <p:spPr bwMode="auto">
            <a:xfrm>
              <a:off x="3460750" y="2924175"/>
              <a:ext cx="141288" cy="120650"/>
            </a:xfrm>
            <a:custGeom>
              <a:avLst/>
              <a:gdLst>
                <a:gd name="T0" fmla="*/ 1 w 34"/>
                <a:gd name="T1" fmla="*/ 8 h 29"/>
                <a:gd name="T2" fmla="*/ 33 w 34"/>
                <a:gd name="T3" fmla="*/ 29 h 29"/>
                <a:gd name="T4" fmla="*/ 1 w 34"/>
                <a:gd name="T5" fmla="*/ 8 h 29"/>
              </a:gdLst>
              <a:ahLst/>
              <a:cxnLst>
                <a:cxn ang="0">
                  <a:pos x="T0" y="T1"/>
                </a:cxn>
                <a:cxn ang="0">
                  <a:pos x="T2" y="T3"/>
                </a:cxn>
                <a:cxn ang="0">
                  <a:pos x="T4" y="T5"/>
                </a:cxn>
              </a:cxnLst>
              <a:rect l="0" t="0" r="r" b="b"/>
              <a:pathLst>
                <a:path w="34" h="29">
                  <a:moveTo>
                    <a:pt x="1" y="8"/>
                  </a:moveTo>
                  <a:cubicBezTo>
                    <a:pt x="0" y="16"/>
                    <a:pt x="15" y="28"/>
                    <a:pt x="33" y="29"/>
                  </a:cubicBezTo>
                  <a:cubicBezTo>
                    <a:pt x="34" y="8"/>
                    <a:pt x="15" y="0"/>
                    <a:pt x="1" y="8"/>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4" name="Freeform 305"/>
            <p:cNvSpPr/>
            <p:nvPr/>
          </p:nvSpPr>
          <p:spPr bwMode="auto">
            <a:xfrm>
              <a:off x="3530600" y="3303588"/>
              <a:ext cx="4763" cy="96838"/>
            </a:xfrm>
            <a:custGeom>
              <a:avLst/>
              <a:gdLst>
                <a:gd name="T0" fmla="*/ 1 w 1"/>
                <a:gd name="T1" fmla="*/ 23 h 23"/>
                <a:gd name="T2" fmla="*/ 1 w 1"/>
                <a:gd name="T3" fmla="*/ 0 h 23"/>
                <a:gd name="T4" fmla="*/ 0 w 1"/>
                <a:gd name="T5" fmla="*/ 23 h 23"/>
                <a:gd name="T6" fmla="*/ 1 w 1"/>
                <a:gd name="T7" fmla="*/ 23 h 23"/>
              </a:gdLst>
              <a:ahLst/>
              <a:cxnLst>
                <a:cxn ang="0">
                  <a:pos x="T0" y="T1"/>
                </a:cxn>
                <a:cxn ang="0">
                  <a:pos x="T2" y="T3"/>
                </a:cxn>
                <a:cxn ang="0">
                  <a:pos x="T4" y="T5"/>
                </a:cxn>
                <a:cxn ang="0">
                  <a:pos x="T6" y="T7"/>
                </a:cxn>
              </a:cxnLst>
              <a:rect l="0" t="0" r="r" b="b"/>
              <a:pathLst>
                <a:path w="1" h="23">
                  <a:moveTo>
                    <a:pt x="1" y="23"/>
                  </a:moveTo>
                  <a:cubicBezTo>
                    <a:pt x="1" y="15"/>
                    <a:pt x="1" y="6"/>
                    <a:pt x="1" y="0"/>
                  </a:cubicBezTo>
                  <a:cubicBezTo>
                    <a:pt x="0" y="6"/>
                    <a:pt x="0" y="15"/>
                    <a:pt x="0" y="23"/>
                  </a:cubicBezTo>
                  <a:cubicBezTo>
                    <a:pt x="0" y="23"/>
                    <a:pt x="1" y="23"/>
                    <a:pt x="1" y="23"/>
                  </a:cubicBezTo>
                  <a:close/>
                </a:path>
              </a:pathLst>
            </a:custGeom>
            <a:solidFill>
              <a:srgbClr val="6AC6D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5" name="Freeform 306"/>
            <p:cNvSpPr/>
            <p:nvPr/>
          </p:nvSpPr>
          <p:spPr bwMode="auto">
            <a:xfrm>
              <a:off x="3576638" y="3182938"/>
              <a:ext cx="92075" cy="53975"/>
            </a:xfrm>
            <a:custGeom>
              <a:avLst/>
              <a:gdLst>
                <a:gd name="T0" fmla="*/ 20 w 22"/>
                <a:gd name="T1" fmla="*/ 11 h 13"/>
                <a:gd name="T2" fmla="*/ 9 w 22"/>
                <a:gd name="T3" fmla="*/ 8 h 13"/>
                <a:gd name="T4" fmla="*/ 1 w 22"/>
                <a:gd name="T5" fmla="*/ 6 h 13"/>
                <a:gd name="T6" fmla="*/ 0 w 22"/>
                <a:gd name="T7" fmla="*/ 2 h 13"/>
                <a:gd name="T8" fmla="*/ 10 w 22"/>
                <a:gd name="T9" fmla="*/ 3 h 13"/>
                <a:gd name="T10" fmla="*/ 22 w 22"/>
                <a:gd name="T11" fmla="*/ 5 h 13"/>
                <a:gd name="T12" fmla="*/ 20 w 22"/>
                <a:gd name="T13" fmla="*/ 11 h 13"/>
              </a:gdLst>
              <a:ahLst/>
              <a:cxnLst>
                <a:cxn ang="0">
                  <a:pos x="T0" y="T1"/>
                </a:cxn>
                <a:cxn ang="0">
                  <a:pos x="T2" y="T3"/>
                </a:cxn>
                <a:cxn ang="0">
                  <a:pos x="T4" y="T5"/>
                </a:cxn>
                <a:cxn ang="0">
                  <a:pos x="T6" y="T7"/>
                </a:cxn>
                <a:cxn ang="0">
                  <a:pos x="T8" y="T9"/>
                </a:cxn>
                <a:cxn ang="0">
                  <a:pos x="T10" y="T11"/>
                </a:cxn>
                <a:cxn ang="0">
                  <a:pos x="T12" y="T13"/>
                </a:cxn>
              </a:cxnLst>
              <a:rect l="0" t="0" r="r" b="b"/>
              <a:pathLst>
                <a:path w="22" h="13">
                  <a:moveTo>
                    <a:pt x="20" y="11"/>
                  </a:moveTo>
                  <a:cubicBezTo>
                    <a:pt x="16" y="13"/>
                    <a:pt x="13" y="12"/>
                    <a:pt x="9" y="8"/>
                  </a:cubicBezTo>
                  <a:cubicBezTo>
                    <a:pt x="6" y="5"/>
                    <a:pt x="3" y="5"/>
                    <a:pt x="1" y="6"/>
                  </a:cubicBezTo>
                  <a:cubicBezTo>
                    <a:pt x="1" y="6"/>
                    <a:pt x="0" y="2"/>
                    <a:pt x="0" y="2"/>
                  </a:cubicBezTo>
                  <a:cubicBezTo>
                    <a:pt x="1" y="1"/>
                    <a:pt x="6" y="0"/>
                    <a:pt x="10" y="3"/>
                  </a:cubicBezTo>
                  <a:cubicBezTo>
                    <a:pt x="15" y="6"/>
                    <a:pt x="18" y="7"/>
                    <a:pt x="22" y="5"/>
                  </a:cubicBezTo>
                  <a:cubicBezTo>
                    <a:pt x="20" y="5"/>
                    <a:pt x="19" y="9"/>
                    <a:pt x="20" y="11"/>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6" name="Freeform 307"/>
            <p:cNvSpPr/>
            <p:nvPr/>
          </p:nvSpPr>
          <p:spPr bwMode="auto">
            <a:xfrm>
              <a:off x="3489325" y="3182938"/>
              <a:ext cx="92075" cy="38100"/>
            </a:xfrm>
            <a:custGeom>
              <a:avLst/>
              <a:gdLst>
                <a:gd name="T0" fmla="*/ 0 w 22"/>
                <a:gd name="T1" fmla="*/ 0 h 9"/>
                <a:gd name="T2" fmla="*/ 22 w 22"/>
                <a:gd name="T3" fmla="*/ 0 h 9"/>
                <a:gd name="T4" fmla="*/ 22 w 22"/>
                <a:gd name="T5" fmla="*/ 6 h 9"/>
                <a:gd name="T6" fmla="*/ 0 w 22"/>
                <a:gd name="T7" fmla="*/ 6 h 9"/>
                <a:gd name="T8" fmla="*/ 0 w 22"/>
                <a:gd name="T9" fmla="*/ 0 h 9"/>
              </a:gdLst>
              <a:ahLst/>
              <a:cxnLst>
                <a:cxn ang="0">
                  <a:pos x="T0" y="T1"/>
                </a:cxn>
                <a:cxn ang="0">
                  <a:pos x="T2" y="T3"/>
                </a:cxn>
                <a:cxn ang="0">
                  <a:pos x="T4" y="T5"/>
                </a:cxn>
                <a:cxn ang="0">
                  <a:pos x="T6" y="T7"/>
                </a:cxn>
                <a:cxn ang="0">
                  <a:pos x="T8" y="T9"/>
                </a:cxn>
              </a:cxnLst>
              <a:rect l="0" t="0" r="r" b="b"/>
              <a:pathLst>
                <a:path w="22" h="9">
                  <a:moveTo>
                    <a:pt x="0" y="0"/>
                  </a:moveTo>
                  <a:cubicBezTo>
                    <a:pt x="8" y="2"/>
                    <a:pt x="15" y="2"/>
                    <a:pt x="22" y="0"/>
                  </a:cubicBezTo>
                  <a:cubicBezTo>
                    <a:pt x="22" y="2"/>
                    <a:pt x="22" y="4"/>
                    <a:pt x="22" y="6"/>
                  </a:cubicBezTo>
                  <a:cubicBezTo>
                    <a:pt x="15" y="9"/>
                    <a:pt x="8" y="9"/>
                    <a:pt x="0" y="6"/>
                  </a:cubicBezTo>
                  <a:cubicBezTo>
                    <a:pt x="0" y="4"/>
                    <a:pt x="0" y="2"/>
                    <a:pt x="0" y="0"/>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sp>
        <p:nvSpPr>
          <p:cNvPr id="317" name="Oval 308"/>
          <p:cNvSpPr>
            <a:spLocks noChangeArrowheads="1"/>
          </p:cNvSpPr>
          <p:nvPr/>
        </p:nvSpPr>
        <p:spPr bwMode="auto">
          <a:xfrm>
            <a:off x="5479727" y="4845933"/>
            <a:ext cx="530428" cy="53042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18" name="Oval 309"/>
          <p:cNvSpPr>
            <a:spLocks noChangeArrowheads="1"/>
          </p:cNvSpPr>
          <p:nvPr/>
        </p:nvSpPr>
        <p:spPr bwMode="auto">
          <a:xfrm>
            <a:off x="5509610" y="4879551"/>
            <a:ext cx="466926" cy="466926"/>
          </a:xfrm>
          <a:prstGeom prst="ellipse">
            <a:avLst/>
          </a:prstGeom>
          <a:solidFill>
            <a:schemeClr val="accent4"/>
          </a:solidFill>
          <a:ln>
            <a:noFill/>
          </a:ln>
        </p:spPr>
        <p:txBody>
          <a:bodyPr vert="horz" wrap="square" lIns="121920" tIns="60960" rIns="121920" bIns="60960" numCol="1" anchor="t" anchorCtr="0" compatLnSpc="1"/>
          <a:lstStyle/>
          <a:p>
            <a:endParaRPr lang="en-US" sz="2400"/>
          </a:p>
        </p:txBody>
      </p:sp>
      <p:sp>
        <p:nvSpPr>
          <p:cNvPr id="319" name="Freeform 310"/>
          <p:cNvSpPr/>
          <p:nvPr/>
        </p:nvSpPr>
        <p:spPr bwMode="auto">
          <a:xfrm>
            <a:off x="5612335" y="5183986"/>
            <a:ext cx="265214" cy="162491"/>
          </a:xfrm>
          <a:custGeom>
            <a:avLst/>
            <a:gdLst>
              <a:gd name="T0" fmla="*/ 9 w 54"/>
              <a:gd name="T1" fmla="*/ 7 h 33"/>
              <a:gd name="T2" fmla="*/ 0 w 54"/>
              <a:gd name="T3" fmla="*/ 24 h 33"/>
              <a:gd name="T4" fmla="*/ 27 w 54"/>
              <a:gd name="T5" fmla="*/ 33 h 33"/>
              <a:gd name="T6" fmla="*/ 54 w 54"/>
              <a:gd name="T7" fmla="*/ 24 h 33"/>
              <a:gd name="T8" fmla="*/ 44 w 54"/>
              <a:gd name="T9" fmla="*/ 7 h 33"/>
              <a:gd name="T10" fmla="*/ 27 w 54"/>
              <a:gd name="T11" fmla="*/ 0 h 33"/>
              <a:gd name="T12" fmla="*/ 9 w 54"/>
              <a:gd name="T13" fmla="*/ 7 h 33"/>
            </a:gdLst>
            <a:ahLst/>
            <a:cxnLst>
              <a:cxn ang="0">
                <a:pos x="T0" y="T1"/>
              </a:cxn>
              <a:cxn ang="0">
                <a:pos x="T2" y="T3"/>
              </a:cxn>
              <a:cxn ang="0">
                <a:pos x="T4" y="T5"/>
              </a:cxn>
              <a:cxn ang="0">
                <a:pos x="T6" y="T7"/>
              </a:cxn>
              <a:cxn ang="0">
                <a:pos x="T8" y="T9"/>
              </a:cxn>
              <a:cxn ang="0">
                <a:pos x="T10" y="T11"/>
              </a:cxn>
              <a:cxn ang="0">
                <a:pos x="T12" y="T13"/>
              </a:cxn>
            </a:cxnLst>
            <a:rect l="0" t="0" r="r" b="b"/>
            <a:pathLst>
              <a:path w="54" h="33">
                <a:moveTo>
                  <a:pt x="9" y="7"/>
                </a:moveTo>
                <a:cubicBezTo>
                  <a:pt x="4" y="10"/>
                  <a:pt x="2" y="16"/>
                  <a:pt x="0" y="24"/>
                </a:cubicBezTo>
                <a:cubicBezTo>
                  <a:pt x="7" y="29"/>
                  <a:pt x="17" y="33"/>
                  <a:pt x="27" y="33"/>
                </a:cubicBezTo>
                <a:cubicBezTo>
                  <a:pt x="37" y="33"/>
                  <a:pt x="46" y="29"/>
                  <a:pt x="54" y="24"/>
                </a:cubicBezTo>
                <a:cubicBezTo>
                  <a:pt x="51" y="16"/>
                  <a:pt x="49" y="10"/>
                  <a:pt x="44" y="7"/>
                </a:cubicBezTo>
                <a:cubicBezTo>
                  <a:pt x="36" y="2"/>
                  <a:pt x="32" y="0"/>
                  <a:pt x="27" y="0"/>
                </a:cubicBezTo>
                <a:cubicBezTo>
                  <a:pt x="22" y="0"/>
                  <a:pt x="17" y="2"/>
                  <a:pt x="9" y="7"/>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0" name="Freeform 311"/>
          <p:cNvSpPr/>
          <p:nvPr/>
        </p:nvSpPr>
        <p:spPr bwMode="auto">
          <a:xfrm>
            <a:off x="5711322" y="5090602"/>
            <a:ext cx="63502" cy="132608"/>
          </a:xfrm>
          <a:custGeom>
            <a:avLst/>
            <a:gdLst>
              <a:gd name="T0" fmla="*/ 0 w 13"/>
              <a:gd name="T1" fmla="*/ 0 h 27"/>
              <a:gd name="T2" fmla="*/ 13 w 13"/>
              <a:gd name="T3" fmla="*/ 0 h 27"/>
              <a:gd name="T4" fmla="*/ 13 w 13"/>
              <a:gd name="T5" fmla="*/ 19 h 27"/>
              <a:gd name="T6" fmla="*/ 0 w 13"/>
              <a:gd name="T7" fmla="*/ 19 h 27"/>
              <a:gd name="T8" fmla="*/ 0 w 13"/>
              <a:gd name="T9" fmla="*/ 0 h 27"/>
            </a:gdLst>
            <a:ahLst/>
            <a:cxnLst>
              <a:cxn ang="0">
                <a:pos x="T0" y="T1"/>
              </a:cxn>
              <a:cxn ang="0">
                <a:pos x="T2" y="T3"/>
              </a:cxn>
              <a:cxn ang="0">
                <a:pos x="T4" y="T5"/>
              </a:cxn>
              <a:cxn ang="0">
                <a:pos x="T6" y="T7"/>
              </a:cxn>
              <a:cxn ang="0">
                <a:pos x="T8" y="T9"/>
              </a:cxn>
            </a:cxnLst>
            <a:rect l="0" t="0" r="r" b="b"/>
            <a:pathLst>
              <a:path w="13" h="27">
                <a:moveTo>
                  <a:pt x="0" y="0"/>
                </a:moveTo>
                <a:cubicBezTo>
                  <a:pt x="13" y="0"/>
                  <a:pt x="13" y="0"/>
                  <a:pt x="13" y="0"/>
                </a:cubicBezTo>
                <a:cubicBezTo>
                  <a:pt x="13" y="19"/>
                  <a:pt x="13" y="19"/>
                  <a:pt x="13" y="19"/>
                </a:cubicBezTo>
                <a:cubicBezTo>
                  <a:pt x="13" y="26"/>
                  <a:pt x="0" y="27"/>
                  <a:pt x="0" y="19"/>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1" name="Freeform 312"/>
          <p:cNvSpPr/>
          <p:nvPr/>
        </p:nvSpPr>
        <p:spPr bwMode="auto">
          <a:xfrm>
            <a:off x="5711322" y="5144765"/>
            <a:ext cx="63502" cy="44825"/>
          </a:xfrm>
          <a:custGeom>
            <a:avLst/>
            <a:gdLst>
              <a:gd name="T0" fmla="*/ 34 w 34"/>
              <a:gd name="T1" fmla="*/ 8 h 24"/>
              <a:gd name="T2" fmla="*/ 34 w 34"/>
              <a:gd name="T3" fmla="*/ 0 h 24"/>
              <a:gd name="T4" fmla="*/ 0 w 34"/>
              <a:gd name="T5" fmla="*/ 0 h 24"/>
              <a:gd name="T6" fmla="*/ 0 w 34"/>
              <a:gd name="T7" fmla="*/ 24 h 24"/>
              <a:gd name="T8" fmla="*/ 34 w 34"/>
              <a:gd name="T9" fmla="*/ 8 h 24"/>
            </a:gdLst>
            <a:ahLst/>
            <a:cxnLst>
              <a:cxn ang="0">
                <a:pos x="T0" y="T1"/>
              </a:cxn>
              <a:cxn ang="0">
                <a:pos x="T2" y="T3"/>
              </a:cxn>
              <a:cxn ang="0">
                <a:pos x="T4" y="T5"/>
              </a:cxn>
              <a:cxn ang="0">
                <a:pos x="T6" y="T7"/>
              </a:cxn>
              <a:cxn ang="0">
                <a:pos x="T8" y="T9"/>
              </a:cxn>
            </a:cxnLst>
            <a:rect l="0" t="0" r="r" b="b"/>
            <a:pathLst>
              <a:path w="34" h="24">
                <a:moveTo>
                  <a:pt x="34" y="8"/>
                </a:moveTo>
                <a:lnTo>
                  <a:pt x="34" y="0"/>
                </a:lnTo>
                <a:lnTo>
                  <a:pt x="0" y="0"/>
                </a:lnTo>
                <a:lnTo>
                  <a:pt x="0" y="24"/>
                </a:lnTo>
                <a:lnTo>
                  <a:pt x="34" y="8"/>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2" name="Freeform 313"/>
          <p:cNvSpPr/>
          <p:nvPr/>
        </p:nvSpPr>
        <p:spPr bwMode="auto">
          <a:xfrm>
            <a:off x="5602996" y="4978539"/>
            <a:ext cx="280156" cy="181168"/>
          </a:xfrm>
          <a:custGeom>
            <a:avLst/>
            <a:gdLst>
              <a:gd name="T0" fmla="*/ 29 w 57"/>
              <a:gd name="T1" fmla="*/ 0 h 37"/>
              <a:gd name="T2" fmla="*/ 29 w 57"/>
              <a:gd name="T3" fmla="*/ 37 h 37"/>
              <a:gd name="T4" fmla="*/ 29 w 57"/>
              <a:gd name="T5" fmla="*/ 0 h 37"/>
            </a:gdLst>
            <a:ahLst/>
            <a:cxnLst>
              <a:cxn ang="0">
                <a:pos x="T0" y="T1"/>
              </a:cxn>
              <a:cxn ang="0">
                <a:pos x="T2" y="T3"/>
              </a:cxn>
              <a:cxn ang="0">
                <a:pos x="T4" y="T5"/>
              </a:cxn>
            </a:cxnLst>
            <a:rect l="0" t="0" r="r" b="b"/>
            <a:pathLst>
              <a:path w="57" h="37">
                <a:moveTo>
                  <a:pt x="29" y="0"/>
                </a:moveTo>
                <a:cubicBezTo>
                  <a:pt x="57" y="0"/>
                  <a:pt x="46" y="37"/>
                  <a:pt x="29" y="37"/>
                </a:cubicBezTo>
                <a:cubicBezTo>
                  <a:pt x="12" y="37"/>
                  <a:pt x="0" y="0"/>
                  <a:pt x="29"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3" name="Freeform 314"/>
          <p:cNvSpPr/>
          <p:nvPr/>
        </p:nvSpPr>
        <p:spPr bwMode="auto">
          <a:xfrm>
            <a:off x="5642218" y="4943053"/>
            <a:ext cx="201712" cy="153152"/>
          </a:xfrm>
          <a:custGeom>
            <a:avLst/>
            <a:gdLst>
              <a:gd name="T0" fmla="*/ 29 w 41"/>
              <a:gd name="T1" fmla="*/ 11 h 31"/>
              <a:gd name="T2" fmla="*/ 36 w 41"/>
              <a:gd name="T3" fmla="*/ 23 h 31"/>
              <a:gd name="T4" fmla="*/ 39 w 41"/>
              <a:gd name="T5" fmla="*/ 23 h 31"/>
              <a:gd name="T6" fmla="*/ 21 w 41"/>
              <a:gd name="T7" fmla="*/ 0 h 31"/>
              <a:gd name="T8" fmla="*/ 3 w 41"/>
              <a:gd name="T9" fmla="*/ 23 h 31"/>
              <a:gd name="T10" fmla="*/ 6 w 41"/>
              <a:gd name="T11" fmla="*/ 23 h 31"/>
              <a:gd name="T12" fmla="*/ 29 w 41"/>
              <a:gd name="T13" fmla="*/ 11 h 31"/>
            </a:gdLst>
            <a:ahLst/>
            <a:cxnLst>
              <a:cxn ang="0">
                <a:pos x="T0" y="T1"/>
              </a:cxn>
              <a:cxn ang="0">
                <a:pos x="T2" y="T3"/>
              </a:cxn>
              <a:cxn ang="0">
                <a:pos x="T4" y="T5"/>
              </a:cxn>
              <a:cxn ang="0">
                <a:pos x="T6" y="T7"/>
              </a:cxn>
              <a:cxn ang="0">
                <a:pos x="T8" y="T9"/>
              </a:cxn>
              <a:cxn ang="0">
                <a:pos x="T10" y="T11"/>
              </a:cxn>
              <a:cxn ang="0">
                <a:pos x="T12" y="T13"/>
              </a:cxn>
            </a:cxnLst>
            <a:rect l="0" t="0" r="r" b="b"/>
            <a:pathLst>
              <a:path w="41" h="31">
                <a:moveTo>
                  <a:pt x="29" y="11"/>
                </a:moveTo>
                <a:cubicBezTo>
                  <a:pt x="33" y="13"/>
                  <a:pt x="35" y="19"/>
                  <a:pt x="36" y="23"/>
                </a:cubicBezTo>
                <a:cubicBezTo>
                  <a:pt x="38" y="28"/>
                  <a:pt x="37" y="28"/>
                  <a:pt x="39" y="23"/>
                </a:cubicBezTo>
                <a:cubicBezTo>
                  <a:pt x="41" y="19"/>
                  <a:pt x="36" y="0"/>
                  <a:pt x="21" y="0"/>
                </a:cubicBezTo>
                <a:cubicBezTo>
                  <a:pt x="6" y="0"/>
                  <a:pt x="0" y="15"/>
                  <a:pt x="3" y="23"/>
                </a:cubicBezTo>
                <a:cubicBezTo>
                  <a:pt x="5" y="31"/>
                  <a:pt x="5" y="29"/>
                  <a:pt x="6" y="23"/>
                </a:cubicBezTo>
                <a:cubicBezTo>
                  <a:pt x="9" y="7"/>
                  <a:pt x="21" y="14"/>
                  <a:pt x="29" y="11"/>
                </a:cubicBezTo>
                <a:close/>
              </a:path>
            </a:pathLst>
          </a:custGeom>
          <a:solidFill>
            <a:srgbClr val="7D5F54"/>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4" name="Freeform 315"/>
          <p:cNvSpPr/>
          <p:nvPr/>
        </p:nvSpPr>
        <p:spPr bwMode="auto">
          <a:xfrm>
            <a:off x="5819650" y="5042041"/>
            <a:ext cx="18677" cy="44825"/>
          </a:xfrm>
          <a:custGeom>
            <a:avLst/>
            <a:gdLst>
              <a:gd name="T0" fmla="*/ 3 w 4"/>
              <a:gd name="T1" fmla="*/ 0 h 9"/>
              <a:gd name="T2" fmla="*/ 4 w 4"/>
              <a:gd name="T3" fmla="*/ 5 h 9"/>
              <a:gd name="T4" fmla="*/ 1 w 4"/>
              <a:gd name="T5" fmla="*/ 9 h 9"/>
              <a:gd name="T6" fmla="*/ 0 w 4"/>
              <a:gd name="T7" fmla="*/ 4 h 9"/>
              <a:gd name="T8" fmla="*/ 3 w 4"/>
              <a:gd name="T9" fmla="*/ 0 h 9"/>
            </a:gdLst>
            <a:ahLst/>
            <a:cxnLst>
              <a:cxn ang="0">
                <a:pos x="T0" y="T1"/>
              </a:cxn>
              <a:cxn ang="0">
                <a:pos x="T2" y="T3"/>
              </a:cxn>
              <a:cxn ang="0">
                <a:pos x="T4" y="T5"/>
              </a:cxn>
              <a:cxn ang="0">
                <a:pos x="T6" y="T7"/>
              </a:cxn>
              <a:cxn ang="0">
                <a:pos x="T8" y="T9"/>
              </a:cxn>
            </a:cxnLst>
            <a:rect l="0" t="0" r="r" b="b"/>
            <a:pathLst>
              <a:path w="4" h="9">
                <a:moveTo>
                  <a:pt x="3" y="0"/>
                </a:moveTo>
                <a:cubicBezTo>
                  <a:pt x="4" y="0"/>
                  <a:pt x="4" y="2"/>
                  <a:pt x="4" y="5"/>
                </a:cubicBezTo>
                <a:cubicBezTo>
                  <a:pt x="3" y="7"/>
                  <a:pt x="2" y="9"/>
                  <a:pt x="1" y="9"/>
                </a:cubicBezTo>
                <a:cubicBezTo>
                  <a:pt x="0" y="8"/>
                  <a:pt x="0" y="6"/>
                  <a:pt x="0" y="4"/>
                </a:cubicBezTo>
                <a:cubicBezTo>
                  <a:pt x="1" y="1"/>
                  <a:pt x="2" y="0"/>
                  <a:pt x="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5" name="Freeform 316"/>
          <p:cNvSpPr/>
          <p:nvPr/>
        </p:nvSpPr>
        <p:spPr bwMode="auto">
          <a:xfrm>
            <a:off x="5647820" y="5042041"/>
            <a:ext cx="24280" cy="44825"/>
          </a:xfrm>
          <a:custGeom>
            <a:avLst/>
            <a:gdLst>
              <a:gd name="T0" fmla="*/ 2 w 5"/>
              <a:gd name="T1" fmla="*/ 0 h 9"/>
              <a:gd name="T2" fmla="*/ 1 w 5"/>
              <a:gd name="T3" fmla="*/ 5 h 9"/>
              <a:gd name="T4" fmla="*/ 3 w 5"/>
              <a:gd name="T5" fmla="*/ 9 h 9"/>
              <a:gd name="T6" fmla="*/ 4 w 5"/>
              <a:gd name="T7" fmla="*/ 4 h 9"/>
              <a:gd name="T8" fmla="*/ 2 w 5"/>
              <a:gd name="T9" fmla="*/ 0 h 9"/>
            </a:gdLst>
            <a:ahLst/>
            <a:cxnLst>
              <a:cxn ang="0">
                <a:pos x="T0" y="T1"/>
              </a:cxn>
              <a:cxn ang="0">
                <a:pos x="T2" y="T3"/>
              </a:cxn>
              <a:cxn ang="0">
                <a:pos x="T4" y="T5"/>
              </a:cxn>
              <a:cxn ang="0">
                <a:pos x="T6" y="T7"/>
              </a:cxn>
              <a:cxn ang="0">
                <a:pos x="T8" y="T9"/>
              </a:cxn>
            </a:cxnLst>
            <a:rect l="0" t="0" r="r" b="b"/>
            <a:pathLst>
              <a:path w="5" h="9">
                <a:moveTo>
                  <a:pt x="2" y="0"/>
                </a:moveTo>
                <a:cubicBezTo>
                  <a:pt x="0" y="0"/>
                  <a:pt x="0" y="2"/>
                  <a:pt x="1" y="5"/>
                </a:cubicBezTo>
                <a:cubicBezTo>
                  <a:pt x="1" y="7"/>
                  <a:pt x="2" y="9"/>
                  <a:pt x="3" y="9"/>
                </a:cubicBezTo>
                <a:cubicBezTo>
                  <a:pt x="4" y="8"/>
                  <a:pt x="5" y="6"/>
                  <a:pt x="4" y="4"/>
                </a:cubicBezTo>
                <a:cubicBezTo>
                  <a:pt x="4" y="1"/>
                  <a:pt x="3" y="0"/>
                  <a:pt x="2"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6" name="Freeform 317"/>
          <p:cNvSpPr/>
          <p:nvPr/>
        </p:nvSpPr>
        <p:spPr bwMode="auto">
          <a:xfrm>
            <a:off x="5715058" y="5189590"/>
            <a:ext cx="59766" cy="156887"/>
          </a:xfrm>
          <a:custGeom>
            <a:avLst/>
            <a:gdLst>
              <a:gd name="T0" fmla="*/ 4 w 12"/>
              <a:gd name="T1" fmla="*/ 11 h 32"/>
              <a:gd name="T2" fmla="*/ 3 w 12"/>
              <a:gd name="T3" fmla="*/ 31 h 32"/>
              <a:gd name="T4" fmla="*/ 6 w 12"/>
              <a:gd name="T5" fmla="*/ 32 h 32"/>
              <a:gd name="T6" fmla="*/ 9 w 12"/>
              <a:gd name="T7" fmla="*/ 31 h 32"/>
              <a:gd name="T8" fmla="*/ 7 w 12"/>
              <a:gd name="T9" fmla="*/ 11 h 32"/>
              <a:gd name="T10" fmla="*/ 12 w 12"/>
              <a:gd name="T11" fmla="*/ 0 h 32"/>
              <a:gd name="T12" fmla="*/ 0 w 12"/>
              <a:gd name="T13" fmla="*/ 0 h 32"/>
              <a:gd name="T14" fmla="*/ 4 w 12"/>
              <a:gd name="T15" fmla="*/ 11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2">
                <a:moveTo>
                  <a:pt x="4" y="11"/>
                </a:moveTo>
                <a:cubicBezTo>
                  <a:pt x="3" y="31"/>
                  <a:pt x="3" y="31"/>
                  <a:pt x="3" y="31"/>
                </a:cubicBezTo>
                <a:cubicBezTo>
                  <a:pt x="4" y="31"/>
                  <a:pt x="5" y="32"/>
                  <a:pt x="6" y="32"/>
                </a:cubicBezTo>
                <a:cubicBezTo>
                  <a:pt x="7" y="32"/>
                  <a:pt x="8" y="31"/>
                  <a:pt x="9" y="31"/>
                </a:cubicBezTo>
                <a:cubicBezTo>
                  <a:pt x="7" y="11"/>
                  <a:pt x="7" y="11"/>
                  <a:pt x="7" y="11"/>
                </a:cubicBezTo>
                <a:cubicBezTo>
                  <a:pt x="12" y="0"/>
                  <a:pt x="12" y="0"/>
                  <a:pt x="12" y="0"/>
                </a:cubicBezTo>
                <a:cubicBezTo>
                  <a:pt x="7" y="0"/>
                  <a:pt x="4" y="0"/>
                  <a:pt x="0" y="0"/>
                </a:cubicBezTo>
                <a:lnTo>
                  <a:pt x="4" y="11"/>
                </a:lnTo>
                <a:close/>
              </a:path>
            </a:pathLst>
          </a:custGeom>
          <a:solidFill>
            <a:srgbClr val="70A7CC"/>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7" name="Freeform 318"/>
          <p:cNvSpPr/>
          <p:nvPr/>
        </p:nvSpPr>
        <p:spPr bwMode="auto">
          <a:xfrm>
            <a:off x="5681440" y="5169045"/>
            <a:ext cx="63502" cy="69105"/>
          </a:xfrm>
          <a:custGeom>
            <a:avLst/>
            <a:gdLst>
              <a:gd name="T0" fmla="*/ 16 w 34"/>
              <a:gd name="T1" fmla="*/ 0 h 37"/>
              <a:gd name="T2" fmla="*/ 5 w 34"/>
              <a:gd name="T3" fmla="*/ 13 h 37"/>
              <a:gd name="T4" fmla="*/ 0 w 34"/>
              <a:gd name="T5" fmla="*/ 37 h 37"/>
              <a:gd name="T6" fmla="*/ 34 w 34"/>
              <a:gd name="T7" fmla="*/ 11 h 37"/>
              <a:gd name="T8" fmla="*/ 16 w 34"/>
              <a:gd name="T9" fmla="*/ 0 h 37"/>
            </a:gdLst>
            <a:ahLst/>
            <a:cxnLst>
              <a:cxn ang="0">
                <a:pos x="T0" y="T1"/>
              </a:cxn>
              <a:cxn ang="0">
                <a:pos x="T2" y="T3"/>
              </a:cxn>
              <a:cxn ang="0">
                <a:pos x="T4" y="T5"/>
              </a:cxn>
              <a:cxn ang="0">
                <a:pos x="T6" y="T7"/>
              </a:cxn>
              <a:cxn ang="0">
                <a:pos x="T8" y="T9"/>
              </a:cxn>
            </a:cxnLst>
            <a:rect l="0" t="0" r="r" b="b"/>
            <a:pathLst>
              <a:path w="34" h="37">
                <a:moveTo>
                  <a:pt x="16" y="0"/>
                </a:moveTo>
                <a:lnTo>
                  <a:pt x="5" y="13"/>
                </a:lnTo>
                <a:lnTo>
                  <a:pt x="0" y="37"/>
                </a:lnTo>
                <a:lnTo>
                  <a:pt x="34" y="11"/>
                </a:lnTo>
                <a:lnTo>
                  <a:pt x="16"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8" name="Freeform 319"/>
          <p:cNvSpPr/>
          <p:nvPr/>
        </p:nvSpPr>
        <p:spPr bwMode="auto">
          <a:xfrm>
            <a:off x="5744941" y="5169044"/>
            <a:ext cx="59766" cy="74708"/>
          </a:xfrm>
          <a:custGeom>
            <a:avLst/>
            <a:gdLst>
              <a:gd name="T0" fmla="*/ 16 w 32"/>
              <a:gd name="T1" fmla="*/ 0 h 40"/>
              <a:gd name="T2" fmla="*/ 29 w 32"/>
              <a:gd name="T3" fmla="*/ 13 h 40"/>
              <a:gd name="T4" fmla="*/ 32 w 32"/>
              <a:gd name="T5" fmla="*/ 40 h 40"/>
              <a:gd name="T6" fmla="*/ 0 w 32"/>
              <a:gd name="T7" fmla="*/ 11 h 40"/>
              <a:gd name="T8" fmla="*/ 16 w 32"/>
              <a:gd name="T9" fmla="*/ 0 h 40"/>
            </a:gdLst>
            <a:ahLst/>
            <a:cxnLst>
              <a:cxn ang="0">
                <a:pos x="T0" y="T1"/>
              </a:cxn>
              <a:cxn ang="0">
                <a:pos x="T2" y="T3"/>
              </a:cxn>
              <a:cxn ang="0">
                <a:pos x="T4" y="T5"/>
              </a:cxn>
              <a:cxn ang="0">
                <a:pos x="T6" y="T7"/>
              </a:cxn>
              <a:cxn ang="0">
                <a:pos x="T8" y="T9"/>
              </a:cxn>
            </a:cxnLst>
            <a:rect l="0" t="0" r="r" b="b"/>
            <a:pathLst>
              <a:path w="32" h="40">
                <a:moveTo>
                  <a:pt x="16" y="0"/>
                </a:moveTo>
                <a:lnTo>
                  <a:pt x="29" y="13"/>
                </a:lnTo>
                <a:lnTo>
                  <a:pt x="32" y="40"/>
                </a:lnTo>
                <a:lnTo>
                  <a:pt x="0" y="11"/>
                </a:lnTo>
                <a:lnTo>
                  <a:pt x="16" y="0"/>
                </a:lnTo>
                <a:close/>
              </a:path>
            </a:pathLst>
          </a:custGeom>
          <a:solidFill>
            <a:srgbClr val="E6E6E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29" name="Freeform 320"/>
          <p:cNvSpPr/>
          <p:nvPr/>
        </p:nvSpPr>
        <p:spPr bwMode="auto">
          <a:xfrm>
            <a:off x="5687044" y="5169045"/>
            <a:ext cx="57899" cy="63502"/>
          </a:xfrm>
          <a:custGeom>
            <a:avLst/>
            <a:gdLst>
              <a:gd name="T0" fmla="*/ 13 w 31"/>
              <a:gd name="T1" fmla="*/ 0 h 34"/>
              <a:gd name="T2" fmla="*/ 2 w 31"/>
              <a:gd name="T3" fmla="*/ 13 h 34"/>
              <a:gd name="T4" fmla="*/ 0 w 31"/>
              <a:gd name="T5" fmla="*/ 34 h 34"/>
              <a:gd name="T6" fmla="*/ 31 w 31"/>
              <a:gd name="T7" fmla="*/ 11 h 34"/>
              <a:gd name="T8" fmla="*/ 13 w 31"/>
              <a:gd name="T9" fmla="*/ 0 h 34"/>
            </a:gdLst>
            <a:ahLst/>
            <a:cxnLst>
              <a:cxn ang="0">
                <a:pos x="T0" y="T1"/>
              </a:cxn>
              <a:cxn ang="0">
                <a:pos x="T2" y="T3"/>
              </a:cxn>
              <a:cxn ang="0">
                <a:pos x="T4" y="T5"/>
              </a:cxn>
              <a:cxn ang="0">
                <a:pos x="T6" y="T7"/>
              </a:cxn>
              <a:cxn ang="0">
                <a:pos x="T8" y="T9"/>
              </a:cxn>
            </a:cxnLst>
            <a:rect l="0" t="0" r="r" b="b"/>
            <a:pathLst>
              <a:path w="31" h="34">
                <a:moveTo>
                  <a:pt x="13" y="0"/>
                </a:moveTo>
                <a:lnTo>
                  <a:pt x="2" y="13"/>
                </a:lnTo>
                <a:lnTo>
                  <a:pt x="0" y="34"/>
                </a:lnTo>
                <a:lnTo>
                  <a:pt x="31" y="11"/>
                </a:lnTo>
                <a:lnTo>
                  <a:pt x="1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0" name="Freeform 321"/>
          <p:cNvSpPr/>
          <p:nvPr/>
        </p:nvSpPr>
        <p:spPr bwMode="auto">
          <a:xfrm>
            <a:off x="5744941" y="5169045"/>
            <a:ext cx="54164" cy="63502"/>
          </a:xfrm>
          <a:custGeom>
            <a:avLst/>
            <a:gdLst>
              <a:gd name="T0" fmla="*/ 16 w 29"/>
              <a:gd name="T1" fmla="*/ 0 h 34"/>
              <a:gd name="T2" fmla="*/ 29 w 29"/>
              <a:gd name="T3" fmla="*/ 13 h 34"/>
              <a:gd name="T4" fmla="*/ 29 w 29"/>
              <a:gd name="T5" fmla="*/ 34 h 34"/>
              <a:gd name="T6" fmla="*/ 0 w 29"/>
              <a:gd name="T7" fmla="*/ 11 h 34"/>
              <a:gd name="T8" fmla="*/ 16 w 29"/>
              <a:gd name="T9" fmla="*/ 0 h 34"/>
            </a:gdLst>
            <a:ahLst/>
            <a:cxnLst>
              <a:cxn ang="0">
                <a:pos x="T0" y="T1"/>
              </a:cxn>
              <a:cxn ang="0">
                <a:pos x="T2" y="T3"/>
              </a:cxn>
              <a:cxn ang="0">
                <a:pos x="T4" y="T5"/>
              </a:cxn>
              <a:cxn ang="0">
                <a:pos x="T6" y="T7"/>
              </a:cxn>
              <a:cxn ang="0">
                <a:pos x="T8" y="T9"/>
              </a:cxn>
            </a:cxnLst>
            <a:rect l="0" t="0" r="r" b="b"/>
            <a:pathLst>
              <a:path w="29" h="34">
                <a:moveTo>
                  <a:pt x="16" y="0"/>
                </a:moveTo>
                <a:lnTo>
                  <a:pt x="29" y="13"/>
                </a:lnTo>
                <a:lnTo>
                  <a:pt x="29" y="34"/>
                </a:lnTo>
                <a:lnTo>
                  <a:pt x="0" y="11"/>
                </a:lnTo>
                <a:lnTo>
                  <a:pt x="1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1" name="Rectangle 322"/>
          <p:cNvSpPr>
            <a:spLocks noChangeArrowheads="1"/>
          </p:cNvSpPr>
          <p:nvPr/>
        </p:nvSpPr>
        <p:spPr bwMode="auto">
          <a:xfrm>
            <a:off x="5530156" y="5400640"/>
            <a:ext cx="431441" cy="39223"/>
          </a:xfrm>
          <a:prstGeom prst="rect">
            <a:avLst/>
          </a:prstGeom>
          <a:solidFill>
            <a:schemeClr val="accent3"/>
          </a:solidFill>
          <a:ln>
            <a:noFill/>
          </a:ln>
        </p:spPr>
        <p:txBody>
          <a:bodyPr vert="horz" wrap="square" lIns="121920" tIns="60960" rIns="121920" bIns="60960" numCol="1" anchor="t" anchorCtr="0" compatLnSpc="1"/>
          <a:lstStyle/>
          <a:p>
            <a:endParaRPr lang="en-US" sz="2400"/>
          </a:p>
        </p:txBody>
      </p:sp>
      <p:sp>
        <p:nvSpPr>
          <p:cNvPr id="332" name="Rectangle 323"/>
          <p:cNvSpPr>
            <a:spLocks noChangeArrowheads="1"/>
          </p:cNvSpPr>
          <p:nvPr/>
        </p:nvSpPr>
        <p:spPr bwMode="auto">
          <a:xfrm>
            <a:off x="5530156" y="5479083"/>
            <a:ext cx="431441" cy="39223"/>
          </a:xfrm>
          <a:prstGeom prst="rect">
            <a:avLst/>
          </a:prstGeom>
          <a:solidFill>
            <a:schemeClr val="accent3"/>
          </a:solidFill>
          <a:ln>
            <a:noFill/>
          </a:ln>
        </p:spPr>
        <p:txBody>
          <a:bodyPr vert="horz" wrap="square" lIns="121920" tIns="60960" rIns="121920" bIns="60960" numCol="1" anchor="t" anchorCtr="0" compatLnSpc="1"/>
          <a:lstStyle/>
          <a:p>
            <a:endParaRPr lang="en-US" sz="2400"/>
          </a:p>
        </p:txBody>
      </p:sp>
      <p:sp>
        <p:nvSpPr>
          <p:cNvPr id="333" name="Rectangle 324"/>
          <p:cNvSpPr>
            <a:spLocks noChangeArrowheads="1"/>
          </p:cNvSpPr>
          <p:nvPr/>
        </p:nvSpPr>
        <p:spPr bwMode="auto">
          <a:xfrm>
            <a:off x="5530156" y="5551925"/>
            <a:ext cx="431441" cy="44825"/>
          </a:xfrm>
          <a:prstGeom prst="rect">
            <a:avLst/>
          </a:prstGeom>
          <a:solidFill>
            <a:schemeClr val="accent3"/>
          </a:solidFill>
          <a:ln>
            <a:noFill/>
          </a:ln>
        </p:spPr>
        <p:txBody>
          <a:bodyPr vert="horz" wrap="square" lIns="121920" tIns="60960" rIns="121920" bIns="60960" numCol="1" anchor="t" anchorCtr="0" compatLnSpc="1"/>
          <a:lstStyle/>
          <a:p>
            <a:endParaRPr lang="en-US" sz="2400"/>
          </a:p>
        </p:txBody>
      </p:sp>
      <p:sp>
        <p:nvSpPr>
          <p:cNvPr id="334" name="Freeform 327"/>
          <p:cNvSpPr/>
          <p:nvPr/>
        </p:nvSpPr>
        <p:spPr bwMode="auto">
          <a:xfrm>
            <a:off x="4788677" y="5792859"/>
            <a:ext cx="549105" cy="549105"/>
          </a:xfrm>
          <a:custGeom>
            <a:avLst/>
            <a:gdLst>
              <a:gd name="T0" fmla="*/ 294 w 294"/>
              <a:gd name="T1" fmla="*/ 55 h 294"/>
              <a:gd name="T2" fmla="*/ 192 w 294"/>
              <a:gd name="T3" fmla="*/ 273 h 294"/>
              <a:gd name="T4" fmla="*/ 131 w 294"/>
              <a:gd name="T5" fmla="*/ 294 h 294"/>
              <a:gd name="T6" fmla="*/ 5 w 294"/>
              <a:gd name="T7" fmla="*/ 294 h 294"/>
              <a:gd name="T8" fmla="*/ 0 w 294"/>
              <a:gd name="T9" fmla="*/ 273 h 294"/>
              <a:gd name="T10" fmla="*/ 128 w 294"/>
              <a:gd name="T11" fmla="*/ 0 h 294"/>
              <a:gd name="T12" fmla="*/ 294 w 294"/>
              <a:gd name="T13" fmla="*/ 55 h 294"/>
            </a:gdLst>
            <a:ahLst/>
            <a:cxnLst>
              <a:cxn ang="0">
                <a:pos x="T0" y="T1"/>
              </a:cxn>
              <a:cxn ang="0">
                <a:pos x="T2" y="T3"/>
              </a:cxn>
              <a:cxn ang="0">
                <a:pos x="T4" y="T5"/>
              </a:cxn>
              <a:cxn ang="0">
                <a:pos x="T6" y="T7"/>
              </a:cxn>
              <a:cxn ang="0">
                <a:pos x="T8" y="T9"/>
              </a:cxn>
              <a:cxn ang="0">
                <a:pos x="T10" y="T11"/>
              </a:cxn>
              <a:cxn ang="0">
                <a:pos x="T12" y="T13"/>
              </a:cxn>
            </a:cxnLst>
            <a:rect l="0" t="0" r="r" b="b"/>
            <a:pathLst>
              <a:path w="294" h="294">
                <a:moveTo>
                  <a:pt x="294" y="55"/>
                </a:moveTo>
                <a:lnTo>
                  <a:pt x="192" y="273"/>
                </a:lnTo>
                <a:lnTo>
                  <a:pt x="131" y="294"/>
                </a:lnTo>
                <a:lnTo>
                  <a:pt x="5" y="294"/>
                </a:lnTo>
                <a:lnTo>
                  <a:pt x="0" y="273"/>
                </a:lnTo>
                <a:lnTo>
                  <a:pt x="128" y="0"/>
                </a:lnTo>
                <a:lnTo>
                  <a:pt x="294" y="55"/>
                </a:lnTo>
                <a:close/>
              </a:path>
            </a:pathLst>
          </a:custGeom>
          <a:solidFill>
            <a:srgbClr val="E7D1A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5" name="Freeform 328"/>
          <p:cNvSpPr/>
          <p:nvPr/>
        </p:nvSpPr>
        <p:spPr bwMode="auto">
          <a:xfrm>
            <a:off x="4743852" y="5837684"/>
            <a:ext cx="539767" cy="504280"/>
          </a:xfrm>
          <a:custGeom>
            <a:avLst/>
            <a:gdLst>
              <a:gd name="T0" fmla="*/ 145 w 289"/>
              <a:gd name="T1" fmla="*/ 0 h 270"/>
              <a:gd name="T2" fmla="*/ 0 w 289"/>
              <a:gd name="T3" fmla="*/ 260 h 270"/>
              <a:gd name="T4" fmla="*/ 0 w 289"/>
              <a:gd name="T5" fmla="*/ 270 h 270"/>
              <a:gd name="T6" fmla="*/ 0 w 289"/>
              <a:gd name="T7" fmla="*/ 270 h 270"/>
              <a:gd name="T8" fmla="*/ 150 w 289"/>
              <a:gd name="T9" fmla="*/ 270 h 270"/>
              <a:gd name="T10" fmla="*/ 205 w 289"/>
              <a:gd name="T11" fmla="*/ 252 h 270"/>
              <a:gd name="T12" fmla="*/ 289 w 289"/>
              <a:gd name="T13" fmla="*/ 99 h 270"/>
              <a:gd name="T14" fmla="*/ 145 w 289"/>
              <a:gd name="T15" fmla="*/ 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9" h="270">
                <a:moveTo>
                  <a:pt x="145" y="0"/>
                </a:moveTo>
                <a:lnTo>
                  <a:pt x="0" y="260"/>
                </a:lnTo>
                <a:lnTo>
                  <a:pt x="0" y="270"/>
                </a:lnTo>
                <a:lnTo>
                  <a:pt x="0" y="270"/>
                </a:lnTo>
                <a:lnTo>
                  <a:pt x="150" y="270"/>
                </a:lnTo>
                <a:lnTo>
                  <a:pt x="205" y="252"/>
                </a:lnTo>
                <a:lnTo>
                  <a:pt x="289" y="99"/>
                </a:lnTo>
                <a:lnTo>
                  <a:pt x="145" y="0"/>
                </a:ln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6" name="Freeform 329"/>
          <p:cNvSpPr/>
          <p:nvPr/>
        </p:nvSpPr>
        <p:spPr bwMode="auto">
          <a:xfrm>
            <a:off x="4572023" y="6003909"/>
            <a:ext cx="648094" cy="539767"/>
          </a:xfrm>
          <a:custGeom>
            <a:avLst/>
            <a:gdLst>
              <a:gd name="T0" fmla="*/ 163 w 347"/>
              <a:gd name="T1" fmla="*/ 0 h 289"/>
              <a:gd name="T2" fmla="*/ 0 w 347"/>
              <a:gd name="T3" fmla="*/ 289 h 289"/>
              <a:gd name="T4" fmla="*/ 87 w 347"/>
              <a:gd name="T5" fmla="*/ 289 h 289"/>
              <a:gd name="T6" fmla="*/ 244 w 347"/>
              <a:gd name="T7" fmla="*/ 289 h 289"/>
              <a:gd name="T8" fmla="*/ 347 w 347"/>
              <a:gd name="T9" fmla="*/ 102 h 289"/>
              <a:gd name="T10" fmla="*/ 163 w 347"/>
              <a:gd name="T11" fmla="*/ 0 h 289"/>
            </a:gdLst>
            <a:ahLst/>
            <a:cxnLst>
              <a:cxn ang="0">
                <a:pos x="T0" y="T1"/>
              </a:cxn>
              <a:cxn ang="0">
                <a:pos x="T2" y="T3"/>
              </a:cxn>
              <a:cxn ang="0">
                <a:pos x="T4" y="T5"/>
              </a:cxn>
              <a:cxn ang="0">
                <a:pos x="T6" y="T7"/>
              </a:cxn>
              <a:cxn ang="0">
                <a:pos x="T8" y="T9"/>
              </a:cxn>
              <a:cxn ang="0">
                <a:pos x="T10" y="T11"/>
              </a:cxn>
            </a:cxnLst>
            <a:rect l="0" t="0" r="r" b="b"/>
            <a:pathLst>
              <a:path w="347" h="289">
                <a:moveTo>
                  <a:pt x="163" y="0"/>
                </a:moveTo>
                <a:lnTo>
                  <a:pt x="0" y="289"/>
                </a:lnTo>
                <a:lnTo>
                  <a:pt x="87" y="289"/>
                </a:lnTo>
                <a:lnTo>
                  <a:pt x="244" y="289"/>
                </a:lnTo>
                <a:lnTo>
                  <a:pt x="347" y="102"/>
                </a:lnTo>
                <a:lnTo>
                  <a:pt x="163" y="0"/>
                </a:lnTo>
                <a:close/>
              </a:path>
            </a:pathLst>
          </a:custGeom>
          <a:solidFill>
            <a:schemeClr val="accent2"/>
          </a:solidFill>
          <a:ln>
            <a:noFill/>
          </a:ln>
        </p:spPr>
        <p:txBody>
          <a:bodyPr vert="horz" wrap="square" lIns="121920" tIns="60960" rIns="121920" bIns="60960" numCol="1" anchor="t" anchorCtr="0" compatLnSpc="1"/>
          <a:lstStyle/>
          <a:p>
            <a:endParaRPr lang="en-US" sz="2400"/>
          </a:p>
        </p:txBody>
      </p:sp>
      <p:sp>
        <p:nvSpPr>
          <p:cNvPr id="337" name="Freeform 330"/>
          <p:cNvSpPr/>
          <p:nvPr/>
        </p:nvSpPr>
        <p:spPr bwMode="auto">
          <a:xfrm>
            <a:off x="5195837" y="5675193"/>
            <a:ext cx="519222" cy="377277"/>
          </a:xfrm>
          <a:custGeom>
            <a:avLst/>
            <a:gdLst>
              <a:gd name="T0" fmla="*/ 106 w 106"/>
              <a:gd name="T1" fmla="*/ 17 h 77"/>
              <a:gd name="T2" fmla="*/ 62 w 106"/>
              <a:gd name="T3" fmla="*/ 51 h 77"/>
              <a:gd name="T4" fmla="*/ 5 w 106"/>
              <a:gd name="T5" fmla="*/ 72 h 77"/>
              <a:gd name="T6" fmla="*/ 41 w 106"/>
              <a:gd name="T7" fmla="*/ 35 h 77"/>
              <a:gd name="T8" fmla="*/ 74 w 106"/>
              <a:gd name="T9" fmla="*/ 13 h 77"/>
              <a:gd name="T10" fmla="*/ 106 w 106"/>
              <a:gd name="T11" fmla="*/ 17 h 77"/>
            </a:gdLst>
            <a:ahLst/>
            <a:cxnLst>
              <a:cxn ang="0">
                <a:pos x="T0" y="T1"/>
              </a:cxn>
              <a:cxn ang="0">
                <a:pos x="T2" y="T3"/>
              </a:cxn>
              <a:cxn ang="0">
                <a:pos x="T4" y="T5"/>
              </a:cxn>
              <a:cxn ang="0">
                <a:pos x="T6" y="T7"/>
              </a:cxn>
              <a:cxn ang="0">
                <a:pos x="T8" y="T9"/>
              </a:cxn>
              <a:cxn ang="0">
                <a:pos x="T10" y="T11"/>
              </a:cxn>
            </a:cxnLst>
            <a:rect l="0" t="0" r="r" b="b"/>
            <a:pathLst>
              <a:path w="106" h="77">
                <a:moveTo>
                  <a:pt x="106" y="17"/>
                </a:moveTo>
                <a:cubicBezTo>
                  <a:pt x="62" y="51"/>
                  <a:pt x="62" y="51"/>
                  <a:pt x="62" y="51"/>
                </a:cubicBezTo>
                <a:cubicBezTo>
                  <a:pt x="57" y="55"/>
                  <a:pt x="10" y="77"/>
                  <a:pt x="5" y="72"/>
                </a:cubicBezTo>
                <a:cubicBezTo>
                  <a:pt x="0" y="67"/>
                  <a:pt x="36" y="39"/>
                  <a:pt x="41" y="35"/>
                </a:cubicBezTo>
                <a:cubicBezTo>
                  <a:pt x="74" y="13"/>
                  <a:pt x="74" y="13"/>
                  <a:pt x="74" y="13"/>
                </a:cubicBezTo>
                <a:cubicBezTo>
                  <a:pt x="92" y="0"/>
                  <a:pt x="102" y="11"/>
                  <a:pt x="106" y="17"/>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8" name="Freeform 331"/>
          <p:cNvSpPr/>
          <p:nvPr/>
        </p:nvSpPr>
        <p:spPr bwMode="auto">
          <a:xfrm>
            <a:off x="4979183" y="5150368"/>
            <a:ext cx="819923" cy="917044"/>
          </a:xfrm>
          <a:custGeom>
            <a:avLst/>
            <a:gdLst>
              <a:gd name="T0" fmla="*/ 135 w 167"/>
              <a:gd name="T1" fmla="*/ 18 h 187"/>
              <a:gd name="T2" fmla="*/ 105 w 167"/>
              <a:gd name="T3" fmla="*/ 75 h 187"/>
              <a:gd name="T4" fmla="*/ 81 w 167"/>
              <a:gd name="T5" fmla="*/ 71 h 187"/>
              <a:gd name="T6" fmla="*/ 59 w 167"/>
              <a:gd name="T7" fmla="*/ 63 h 187"/>
              <a:gd name="T8" fmla="*/ 36 w 167"/>
              <a:gd name="T9" fmla="*/ 61 h 187"/>
              <a:gd name="T10" fmla="*/ 10 w 167"/>
              <a:gd name="T11" fmla="*/ 109 h 187"/>
              <a:gd name="T12" fmla="*/ 2 w 167"/>
              <a:gd name="T13" fmla="*/ 153 h 187"/>
              <a:gd name="T14" fmla="*/ 61 w 167"/>
              <a:gd name="T15" fmla="*/ 179 h 187"/>
              <a:gd name="T16" fmla="*/ 84 w 167"/>
              <a:gd name="T17" fmla="*/ 163 h 187"/>
              <a:gd name="T18" fmla="*/ 158 w 167"/>
              <a:gd name="T19" fmla="*/ 30 h 187"/>
              <a:gd name="T20" fmla="*/ 135 w 167"/>
              <a:gd name="T21" fmla="*/ 18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7" h="187">
                <a:moveTo>
                  <a:pt x="135" y="18"/>
                </a:moveTo>
                <a:cubicBezTo>
                  <a:pt x="105" y="75"/>
                  <a:pt x="105" y="75"/>
                  <a:pt x="105" y="75"/>
                </a:cubicBezTo>
                <a:cubicBezTo>
                  <a:pt x="104" y="64"/>
                  <a:pt x="88" y="61"/>
                  <a:pt x="81" y="71"/>
                </a:cubicBezTo>
                <a:cubicBezTo>
                  <a:pt x="82" y="60"/>
                  <a:pt x="67" y="56"/>
                  <a:pt x="59" y="63"/>
                </a:cubicBezTo>
                <a:cubicBezTo>
                  <a:pt x="58" y="53"/>
                  <a:pt x="41" y="50"/>
                  <a:pt x="36" y="61"/>
                </a:cubicBezTo>
                <a:cubicBezTo>
                  <a:pt x="10" y="109"/>
                  <a:pt x="10" y="109"/>
                  <a:pt x="10" y="109"/>
                </a:cubicBezTo>
                <a:cubicBezTo>
                  <a:pt x="3" y="122"/>
                  <a:pt x="0" y="143"/>
                  <a:pt x="2" y="153"/>
                </a:cubicBezTo>
                <a:cubicBezTo>
                  <a:pt x="8" y="183"/>
                  <a:pt x="47" y="187"/>
                  <a:pt x="61" y="179"/>
                </a:cubicBezTo>
                <a:cubicBezTo>
                  <a:pt x="72" y="173"/>
                  <a:pt x="80" y="170"/>
                  <a:pt x="84" y="163"/>
                </a:cubicBezTo>
                <a:cubicBezTo>
                  <a:pt x="158" y="30"/>
                  <a:pt x="158" y="30"/>
                  <a:pt x="158" y="30"/>
                </a:cubicBezTo>
                <a:cubicBezTo>
                  <a:pt x="167" y="14"/>
                  <a:pt x="144" y="0"/>
                  <a:pt x="135" y="18"/>
                </a:cubicBezTo>
                <a:close/>
              </a:path>
            </a:pathLst>
          </a:custGeom>
          <a:solidFill>
            <a:srgbClr val="FFD7B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39" name="Freeform 332"/>
          <p:cNvSpPr>
            <a:spLocks noEditPoints="1"/>
          </p:cNvSpPr>
          <p:nvPr/>
        </p:nvSpPr>
        <p:spPr bwMode="auto">
          <a:xfrm>
            <a:off x="5220117" y="5449201"/>
            <a:ext cx="274553" cy="181168"/>
          </a:xfrm>
          <a:custGeom>
            <a:avLst/>
            <a:gdLst>
              <a:gd name="T0" fmla="*/ 0 w 56"/>
              <a:gd name="T1" fmla="*/ 18 h 37"/>
              <a:gd name="T2" fmla="*/ 10 w 56"/>
              <a:gd name="T3" fmla="*/ 0 h 37"/>
              <a:gd name="T4" fmla="*/ 10 w 56"/>
              <a:gd name="T5" fmla="*/ 2 h 37"/>
              <a:gd name="T6" fmla="*/ 12 w 56"/>
              <a:gd name="T7" fmla="*/ 0 h 37"/>
              <a:gd name="T8" fmla="*/ 0 w 56"/>
              <a:gd name="T9" fmla="*/ 18 h 37"/>
              <a:gd name="T10" fmla="*/ 56 w 56"/>
              <a:gd name="T11" fmla="*/ 14 h 37"/>
              <a:gd name="T12" fmla="*/ 55 w 56"/>
              <a:gd name="T13" fmla="*/ 11 h 37"/>
              <a:gd name="T14" fmla="*/ 42 w 56"/>
              <a:gd name="T15" fmla="*/ 37 h 37"/>
              <a:gd name="T16" fmla="*/ 56 w 56"/>
              <a:gd name="T17" fmla="*/ 14 h 37"/>
              <a:gd name="T18" fmla="*/ 56 w 56"/>
              <a:gd name="T19" fmla="*/ 14 h 37"/>
              <a:gd name="T20" fmla="*/ 36 w 56"/>
              <a:gd name="T21" fmla="*/ 6 h 37"/>
              <a:gd name="T22" fmla="*/ 32 w 56"/>
              <a:gd name="T23" fmla="*/ 10 h 37"/>
              <a:gd name="T24" fmla="*/ 32 w 56"/>
              <a:gd name="T25" fmla="*/ 8 h 37"/>
              <a:gd name="T26" fmla="*/ 21 w 56"/>
              <a:gd name="T27" fmla="*/ 29 h 37"/>
              <a:gd name="T28" fmla="*/ 36 w 56"/>
              <a:gd name="T29"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37">
                <a:moveTo>
                  <a:pt x="0" y="18"/>
                </a:moveTo>
                <a:cubicBezTo>
                  <a:pt x="0" y="18"/>
                  <a:pt x="5" y="9"/>
                  <a:pt x="10" y="0"/>
                </a:cubicBezTo>
                <a:cubicBezTo>
                  <a:pt x="10" y="1"/>
                  <a:pt x="10" y="1"/>
                  <a:pt x="10" y="2"/>
                </a:cubicBezTo>
                <a:cubicBezTo>
                  <a:pt x="11" y="1"/>
                  <a:pt x="11" y="1"/>
                  <a:pt x="12" y="0"/>
                </a:cubicBezTo>
                <a:cubicBezTo>
                  <a:pt x="7" y="8"/>
                  <a:pt x="0" y="18"/>
                  <a:pt x="0" y="18"/>
                </a:cubicBezTo>
                <a:close/>
                <a:moveTo>
                  <a:pt x="56" y="14"/>
                </a:moveTo>
                <a:cubicBezTo>
                  <a:pt x="56" y="13"/>
                  <a:pt x="56" y="12"/>
                  <a:pt x="55" y="11"/>
                </a:cubicBezTo>
                <a:cubicBezTo>
                  <a:pt x="50" y="20"/>
                  <a:pt x="42" y="37"/>
                  <a:pt x="42" y="37"/>
                </a:cubicBezTo>
                <a:cubicBezTo>
                  <a:pt x="42" y="37"/>
                  <a:pt x="52" y="21"/>
                  <a:pt x="56" y="14"/>
                </a:cubicBezTo>
                <a:cubicBezTo>
                  <a:pt x="56" y="14"/>
                  <a:pt x="56" y="14"/>
                  <a:pt x="56" y="14"/>
                </a:cubicBezTo>
                <a:close/>
                <a:moveTo>
                  <a:pt x="36" y="6"/>
                </a:moveTo>
                <a:cubicBezTo>
                  <a:pt x="34" y="7"/>
                  <a:pt x="33" y="8"/>
                  <a:pt x="32" y="10"/>
                </a:cubicBezTo>
                <a:cubicBezTo>
                  <a:pt x="32" y="9"/>
                  <a:pt x="32" y="8"/>
                  <a:pt x="32" y="8"/>
                </a:cubicBezTo>
                <a:cubicBezTo>
                  <a:pt x="27" y="17"/>
                  <a:pt x="21" y="29"/>
                  <a:pt x="21" y="29"/>
                </a:cubicBezTo>
                <a:cubicBezTo>
                  <a:pt x="21" y="29"/>
                  <a:pt x="30" y="15"/>
                  <a:pt x="36" y="6"/>
                </a:cubicBezTo>
                <a:close/>
              </a:path>
            </a:pathLst>
          </a:custGeom>
          <a:solidFill>
            <a:srgbClr val="C7A283"/>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40" name="Freeform 333"/>
          <p:cNvSpPr/>
          <p:nvPr/>
        </p:nvSpPr>
        <p:spPr bwMode="auto">
          <a:xfrm>
            <a:off x="5636615" y="5165309"/>
            <a:ext cx="153152" cy="181168"/>
          </a:xfrm>
          <a:custGeom>
            <a:avLst/>
            <a:gdLst>
              <a:gd name="T0" fmla="*/ 4 w 31"/>
              <a:gd name="T1" fmla="*/ 16 h 37"/>
              <a:gd name="T2" fmla="*/ 2 w 31"/>
              <a:gd name="T3" fmla="*/ 21 h 37"/>
              <a:gd name="T4" fmla="*/ 19 w 31"/>
              <a:gd name="T5" fmla="*/ 29 h 37"/>
              <a:gd name="T6" fmla="*/ 22 w 31"/>
              <a:gd name="T7" fmla="*/ 25 h 37"/>
              <a:gd name="T8" fmla="*/ 4 w 31"/>
              <a:gd name="T9" fmla="*/ 16 h 37"/>
            </a:gdLst>
            <a:ahLst/>
            <a:cxnLst>
              <a:cxn ang="0">
                <a:pos x="T0" y="T1"/>
              </a:cxn>
              <a:cxn ang="0">
                <a:pos x="T2" y="T3"/>
              </a:cxn>
              <a:cxn ang="0">
                <a:pos x="T4" y="T5"/>
              </a:cxn>
              <a:cxn ang="0">
                <a:pos x="T6" y="T7"/>
              </a:cxn>
              <a:cxn ang="0">
                <a:pos x="T8" y="T9"/>
              </a:cxn>
            </a:cxnLst>
            <a:rect l="0" t="0" r="r" b="b"/>
            <a:pathLst>
              <a:path w="31" h="37">
                <a:moveTo>
                  <a:pt x="4" y="16"/>
                </a:moveTo>
                <a:cubicBezTo>
                  <a:pt x="2" y="21"/>
                  <a:pt x="2" y="21"/>
                  <a:pt x="2" y="21"/>
                </a:cubicBezTo>
                <a:cubicBezTo>
                  <a:pt x="0" y="26"/>
                  <a:pt x="13" y="37"/>
                  <a:pt x="19" y="29"/>
                </a:cubicBezTo>
                <a:cubicBezTo>
                  <a:pt x="22" y="25"/>
                  <a:pt x="22" y="25"/>
                  <a:pt x="22" y="25"/>
                </a:cubicBezTo>
                <a:cubicBezTo>
                  <a:pt x="31" y="13"/>
                  <a:pt x="10" y="0"/>
                  <a:pt x="4" y="16"/>
                </a:cubicBezTo>
                <a:close/>
              </a:path>
            </a:pathLst>
          </a:custGeom>
          <a:solidFill>
            <a:srgbClr val="FFE8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41" name="Freeform 334"/>
          <p:cNvSpPr/>
          <p:nvPr/>
        </p:nvSpPr>
        <p:spPr bwMode="auto">
          <a:xfrm>
            <a:off x="5632879" y="5748033"/>
            <a:ext cx="82179" cy="74708"/>
          </a:xfrm>
          <a:custGeom>
            <a:avLst/>
            <a:gdLst>
              <a:gd name="T0" fmla="*/ 5 w 17"/>
              <a:gd name="T1" fmla="*/ 5 h 15"/>
              <a:gd name="T2" fmla="*/ 1 w 17"/>
              <a:gd name="T3" fmla="*/ 9 h 15"/>
              <a:gd name="T4" fmla="*/ 1 w 17"/>
              <a:gd name="T5" fmla="*/ 15 h 15"/>
              <a:gd name="T6" fmla="*/ 17 w 17"/>
              <a:gd name="T7" fmla="*/ 2 h 15"/>
              <a:gd name="T8" fmla="*/ 17 w 17"/>
              <a:gd name="T9" fmla="*/ 2 h 15"/>
              <a:gd name="T10" fmla="*/ 5 w 17"/>
              <a:gd name="T11" fmla="*/ 5 h 15"/>
            </a:gdLst>
            <a:ahLst/>
            <a:cxnLst>
              <a:cxn ang="0">
                <a:pos x="T0" y="T1"/>
              </a:cxn>
              <a:cxn ang="0">
                <a:pos x="T2" y="T3"/>
              </a:cxn>
              <a:cxn ang="0">
                <a:pos x="T4" y="T5"/>
              </a:cxn>
              <a:cxn ang="0">
                <a:pos x="T6" y="T7"/>
              </a:cxn>
              <a:cxn ang="0">
                <a:pos x="T8" y="T9"/>
              </a:cxn>
              <a:cxn ang="0">
                <a:pos x="T10" y="T11"/>
              </a:cxn>
            </a:cxnLst>
            <a:rect l="0" t="0" r="r" b="b"/>
            <a:pathLst>
              <a:path w="17" h="15">
                <a:moveTo>
                  <a:pt x="5" y="5"/>
                </a:moveTo>
                <a:cubicBezTo>
                  <a:pt x="1" y="9"/>
                  <a:pt x="1" y="9"/>
                  <a:pt x="1" y="9"/>
                </a:cubicBezTo>
                <a:cubicBezTo>
                  <a:pt x="0" y="11"/>
                  <a:pt x="0" y="13"/>
                  <a:pt x="1" y="15"/>
                </a:cubicBezTo>
                <a:cubicBezTo>
                  <a:pt x="17" y="2"/>
                  <a:pt x="17" y="2"/>
                  <a:pt x="17" y="2"/>
                </a:cubicBezTo>
                <a:cubicBezTo>
                  <a:pt x="17" y="2"/>
                  <a:pt x="17" y="2"/>
                  <a:pt x="17" y="2"/>
                </a:cubicBezTo>
                <a:cubicBezTo>
                  <a:pt x="13" y="0"/>
                  <a:pt x="9" y="0"/>
                  <a:pt x="5" y="5"/>
                </a:cubicBezTo>
                <a:close/>
              </a:path>
            </a:pathLst>
          </a:custGeom>
          <a:solidFill>
            <a:srgbClr val="FFE8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42" name="Rectangle 581"/>
          <p:cNvSpPr/>
          <p:nvPr/>
        </p:nvSpPr>
        <p:spPr>
          <a:xfrm>
            <a:off x="5430075" y="2544604"/>
            <a:ext cx="1210588" cy="326436"/>
          </a:xfrm>
          <a:prstGeom prst="rect">
            <a:avLst/>
          </a:prstGeom>
        </p:spPr>
        <p:txBody>
          <a:bodyPr wrap="none">
            <a:spAutoFit/>
          </a:bodyPr>
          <a:lstStyle/>
          <a:p>
            <a:pPr algn="ctr">
              <a:lnSpc>
                <a:spcPct val="75000"/>
              </a:lnSpc>
              <a:defRPr/>
            </a:pPr>
            <a:r>
              <a:rPr lang="en-US" sz="20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描述文字</a:t>
            </a:r>
            <a:endParaRPr lang="en-US" sz="2000" dirty="0">
              <a:solidFill>
                <a:schemeClr val="tx1">
                  <a:lumMod val="75000"/>
                  <a:lumOff val="25000"/>
                </a:schemeClr>
              </a:solidFill>
              <a:latin typeface="微软雅黑" panose="020B0503020204020204" pitchFamily="34" charset="-122"/>
              <a:ea typeface="微软雅黑" panose="020B0503020204020204" pitchFamily="34" charset="-122"/>
              <a:cs typeface="+mn-ea"/>
            </a:endParaRPr>
          </a:p>
        </p:txBody>
      </p:sp>
      <p:grpSp>
        <p:nvGrpSpPr>
          <p:cNvPr id="355" name="组合 354"/>
          <p:cNvGrpSpPr/>
          <p:nvPr/>
        </p:nvGrpSpPr>
        <p:grpSpPr>
          <a:xfrm>
            <a:off x="583501" y="471624"/>
            <a:ext cx="2177776" cy="553998"/>
            <a:chOff x="592429" y="482522"/>
            <a:chExt cx="2177776" cy="553998"/>
          </a:xfrm>
        </p:grpSpPr>
        <p:grpSp>
          <p:nvGrpSpPr>
            <p:cNvPr id="356" name="组合 355"/>
            <p:cNvGrpSpPr/>
            <p:nvPr/>
          </p:nvGrpSpPr>
          <p:grpSpPr>
            <a:xfrm>
              <a:off x="592429" y="584272"/>
              <a:ext cx="433087" cy="360490"/>
              <a:chOff x="2770053" y="2524936"/>
              <a:chExt cx="433087" cy="317447"/>
            </a:xfrm>
            <a:solidFill>
              <a:srgbClr val="2F5EB2"/>
            </a:solidFill>
          </p:grpSpPr>
          <p:sp>
            <p:nvSpPr>
              <p:cNvPr id="358"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59"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60"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57"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六项内容</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64" name="组合 363"/>
          <p:cNvGrpSpPr/>
          <p:nvPr/>
        </p:nvGrpSpPr>
        <p:grpSpPr>
          <a:xfrm>
            <a:off x="8877542" y="1979069"/>
            <a:ext cx="2288600" cy="786039"/>
            <a:chOff x="5933202" y="2347855"/>
            <a:chExt cx="5310629" cy="786039"/>
          </a:xfrm>
        </p:grpSpPr>
        <p:sp>
          <p:nvSpPr>
            <p:cNvPr id="365" name="TextBox 28"/>
            <p:cNvSpPr txBox="1"/>
            <p:nvPr/>
          </p:nvSpPr>
          <p:spPr>
            <a:xfrm>
              <a:off x="5972499" y="2347855"/>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366" name="Rectangle 28"/>
            <p:cNvSpPr/>
            <p:nvPr/>
          </p:nvSpPr>
          <p:spPr>
            <a:xfrm>
              <a:off x="5933202" y="2606121"/>
              <a:ext cx="5310629"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367" name="组合 366"/>
          <p:cNvGrpSpPr/>
          <p:nvPr/>
        </p:nvGrpSpPr>
        <p:grpSpPr>
          <a:xfrm>
            <a:off x="8877542" y="3125122"/>
            <a:ext cx="2293473" cy="786039"/>
            <a:chOff x="5933202" y="2347855"/>
            <a:chExt cx="5321937" cy="786039"/>
          </a:xfrm>
        </p:grpSpPr>
        <p:sp>
          <p:nvSpPr>
            <p:cNvPr id="368" name="TextBox 28"/>
            <p:cNvSpPr txBox="1"/>
            <p:nvPr/>
          </p:nvSpPr>
          <p:spPr>
            <a:xfrm>
              <a:off x="5939347" y="2347855"/>
              <a:ext cx="2094947"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369" name="Rectangle 28"/>
            <p:cNvSpPr/>
            <p:nvPr/>
          </p:nvSpPr>
          <p:spPr>
            <a:xfrm>
              <a:off x="5933202" y="2606121"/>
              <a:ext cx="5321937"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370" name="组合 369"/>
          <p:cNvGrpSpPr/>
          <p:nvPr/>
        </p:nvGrpSpPr>
        <p:grpSpPr>
          <a:xfrm>
            <a:off x="8877542" y="4271175"/>
            <a:ext cx="2245162" cy="786039"/>
            <a:chOff x="5933202" y="2347855"/>
            <a:chExt cx="5209833" cy="786039"/>
          </a:xfrm>
        </p:grpSpPr>
        <p:sp>
          <p:nvSpPr>
            <p:cNvPr id="371" name="TextBox 28"/>
            <p:cNvSpPr txBox="1"/>
            <p:nvPr/>
          </p:nvSpPr>
          <p:spPr>
            <a:xfrm>
              <a:off x="5939335" y="2347855"/>
              <a:ext cx="2094947"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372" name="Rectangle 28"/>
            <p:cNvSpPr/>
            <p:nvPr/>
          </p:nvSpPr>
          <p:spPr>
            <a:xfrm>
              <a:off x="5933202" y="2606121"/>
              <a:ext cx="5209833"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373" name="组合 372"/>
          <p:cNvGrpSpPr/>
          <p:nvPr/>
        </p:nvGrpSpPr>
        <p:grpSpPr>
          <a:xfrm>
            <a:off x="935599" y="2003919"/>
            <a:ext cx="2288600" cy="786039"/>
            <a:chOff x="5933202" y="2347855"/>
            <a:chExt cx="5310629" cy="786039"/>
          </a:xfrm>
        </p:grpSpPr>
        <p:sp>
          <p:nvSpPr>
            <p:cNvPr id="374" name="TextBox 28"/>
            <p:cNvSpPr txBox="1"/>
            <p:nvPr/>
          </p:nvSpPr>
          <p:spPr>
            <a:xfrm>
              <a:off x="9122157" y="2347855"/>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375" name="Rectangle 28"/>
            <p:cNvSpPr/>
            <p:nvPr/>
          </p:nvSpPr>
          <p:spPr>
            <a:xfrm>
              <a:off x="5933202" y="2606121"/>
              <a:ext cx="5310629"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376" name="组合 375"/>
          <p:cNvGrpSpPr/>
          <p:nvPr/>
        </p:nvGrpSpPr>
        <p:grpSpPr>
          <a:xfrm>
            <a:off x="935599" y="3149972"/>
            <a:ext cx="2293473" cy="786039"/>
            <a:chOff x="5933202" y="2347855"/>
            <a:chExt cx="5321937" cy="786039"/>
          </a:xfrm>
        </p:grpSpPr>
        <p:sp>
          <p:nvSpPr>
            <p:cNvPr id="377" name="TextBox 28"/>
            <p:cNvSpPr txBox="1"/>
            <p:nvPr/>
          </p:nvSpPr>
          <p:spPr>
            <a:xfrm>
              <a:off x="9155299" y="2347855"/>
              <a:ext cx="2094947"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378" name="Rectangle 28"/>
            <p:cNvSpPr/>
            <p:nvPr/>
          </p:nvSpPr>
          <p:spPr>
            <a:xfrm>
              <a:off x="5933202" y="2606121"/>
              <a:ext cx="5321937"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379" name="组合 378"/>
          <p:cNvGrpSpPr/>
          <p:nvPr/>
        </p:nvGrpSpPr>
        <p:grpSpPr>
          <a:xfrm>
            <a:off x="935599" y="4296025"/>
            <a:ext cx="2248505" cy="786039"/>
            <a:chOff x="5933202" y="2347855"/>
            <a:chExt cx="5217590" cy="786039"/>
          </a:xfrm>
        </p:grpSpPr>
        <p:sp>
          <p:nvSpPr>
            <p:cNvPr id="380" name="TextBox 28"/>
            <p:cNvSpPr txBox="1"/>
            <p:nvPr/>
          </p:nvSpPr>
          <p:spPr>
            <a:xfrm>
              <a:off x="9055846" y="2347855"/>
              <a:ext cx="2094946"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381" name="Rectangle 28"/>
            <p:cNvSpPr/>
            <p:nvPr/>
          </p:nvSpPr>
          <p:spPr>
            <a:xfrm>
              <a:off x="5933202" y="2606121"/>
              <a:ext cx="5209833"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382" name="Group 571"/>
          <p:cNvGrpSpPr/>
          <p:nvPr/>
        </p:nvGrpSpPr>
        <p:grpSpPr>
          <a:xfrm>
            <a:off x="6066300" y="4854656"/>
            <a:ext cx="512688" cy="519122"/>
            <a:chOff x="5162550" y="2155825"/>
            <a:chExt cx="379413" cy="384175"/>
          </a:xfrm>
        </p:grpSpPr>
        <p:sp>
          <p:nvSpPr>
            <p:cNvPr id="383" name="Oval 249"/>
            <p:cNvSpPr>
              <a:spLocks noChangeArrowheads="1"/>
            </p:cNvSpPr>
            <p:nvPr/>
          </p:nvSpPr>
          <p:spPr bwMode="auto">
            <a:xfrm>
              <a:off x="5162550" y="2155825"/>
              <a:ext cx="379413" cy="384175"/>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4" name="Oval 250"/>
            <p:cNvSpPr>
              <a:spLocks noChangeArrowheads="1"/>
            </p:cNvSpPr>
            <p:nvPr/>
          </p:nvSpPr>
          <p:spPr bwMode="auto">
            <a:xfrm>
              <a:off x="5183188" y="2178050"/>
              <a:ext cx="338138" cy="336550"/>
            </a:xfrm>
            <a:prstGeom prst="ellipse">
              <a:avLst/>
            </a:prstGeom>
            <a:solidFill>
              <a:schemeClr val="tx2">
                <a:lumMod val="60000"/>
                <a:lumOff val="40000"/>
              </a:schemeClr>
            </a:solidFill>
            <a:ln>
              <a:noFill/>
            </a:ln>
          </p:spPr>
          <p:txBody>
            <a:bodyPr vert="horz" wrap="square" lIns="121920" tIns="60960" rIns="121920" bIns="60960" numCol="1" anchor="t" anchorCtr="0" compatLnSpc="1"/>
            <a:lstStyle/>
            <a:p>
              <a:endParaRPr lang="en-US" sz="2400" dirty="0"/>
            </a:p>
          </p:txBody>
        </p:sp>
        <p:sp>
          <p:nvSpPr>
            <p:cNvPr id="385" name="Freeform 251"/>
            <p:cNvSpPr/>
            <p:nvPr/>
          </p:nvSpPr>
          <p:spPr bwMode="auto">
            <a:xfrm>
              <a:off x="5254625" y="2401888"/>
              <a:ext cx="195263" cy="112713"/>
            </a:xfrm>
            <a:custGeom>
              <a:avLst/>
              <a:gdLst>
                <a:gd name="T0" fmla="*/ 8 w 47"/>
                <a:gd name="T1" fmla="*/ 5 h 27"/>
                <a:gd name="T2" fmla="*/ 0 w 47"/>
                <a:gd name="T3" fmla="*/ 20 h 27"/>
                <a:gd name="T4" fmla="*/ 24 w 47"/>
                <a:gd name="T5" fmla="*/ 27 h 27"/>
                <a:gd name="T6" fmla="*/ 47 w 47"/>
                <a:gd name="T7" fmla="*/ 20 h 27"/>
                <a:gd name="T8" fmla="*/ 39 w 47"/>
                <a:gd name="T9" fmla="*/ 5 h 27"/>
                <a:gd name="T10" fmla="*/ 23 w 47"/>
                <a:gd name="T11" fmla="*/ 0 h 27"/>
                <a:gd name="T12" fmla="*/ 8 w 47"/>
                <a:gd name="T13" fmla="*/ 5 h 27"/>
              </a:gdLst>
              <a:ahLst/>
              <a:cxnLst>
                <a:cxn ang="0">
                  <a:pos x="T0" y="T1"/>
                </a:cxn>
                <a:cxn ang="0">
                  <a:pos x="T2" y="T3"/>
                </a:cxn>
                <a:cxn ang="0">
                  <a:pos x="T4" y="T5"/>
                </a:cxn>
                <a:cxn ang="0">
                  <a:pos x="T6" y="T7"/>
                </a:cxn>
                <a:cxn ang="0">
                  <a:pos x="T8" y="T9"/>
                </a:cxn>
                <a:cxn ang="0">
                  <a:pos x="T10" y="T11"/>
                </a:cxn>
                <a:cxn ang="0">
                  <a:pos x="T12" y="T13"/>
                </a:cxn>
              </a:cxnLst>
              <a:rect l="0" t="0" r="r" b="b"/>
              <a:pathLst>
                <a:path w="47" h="27">
                  <a:moveTo>
                    <a:pt x="8" y="5"/>
                  </a:moveTo>
                  <a:cubicBezTo>
                    <a:pt x="4" y="8"/>
                    <a:pt x="3" y="13"/>
                    <a:pt x="0" y="20"/>
                  </a:cubicBezTo>
                  <a:cubicBezTo>
                    <a:pt x="7" y="24"/>
                    <a:pt x="15" y="27"/>
                    <a:pt x="24" y="27"/>
                  </a:cubicBezTo>
                  <a:cubicBezTo>
                    <a:pt x="32" y="27"/>
                    <a:pt x="40" y="24"/>
                    <a:pt x="47" y="20"/>
                  </a:cubicBezTo>
                  <a:cubicBezTo>
                    <a:pt x="44" y="13"/>
                    <a:pt x="43" y="8"/>
                    <a:pt x="39" y="5"/>
                  </a:cubicBezTo>
                  <a:cubicBezTo>
                    <a:pt x="32" y="1"/>
                    <a:pt x="27" y="0"/>
                    <a:pt x="23" y="0"/>
                  </a:cubicBezTo>
                  <a:cubicBezTo>
                    <a:pt x="19" y="0"/>
                    <a:pt x="15" y="1"/>
                    <a:pt x="8" y="5"/>
                  </a:cubicBezTo>
                  <a:close/>
                </a:path>
              </a:pathLst>
            </a:custGeom>
            <a:solidFill>
              <a:srgbClr val="E6615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6" name="Freeform 252"/>
            <p:cNvSpPr/>
            <p:nvPr/>
          </p:nvSpPr>
          <p:spPr bwMode="auto">
            <a:xfrm>
              <a:off x="5329238" y="2339975"/>
              <a:ext cx="46038" cy="117475"/>
            </a:xfrm>
            <a:custGeom>
              <a:avLst/>
              <a:gdLst>
                <a:gd name="T0" fmla="*/ 0 w 11"/>
                <a:gd name="T1" fmla="*/ 0 h 28"/>
                <a:gd name="T2" fmla="*/ 11 w 11"/>
                <a:gd name="T3" fmla="*/ 0 h 28"/>
                <a:gd name="T4" fmla="*/ 11 w 11"/>
                <a:gd name="T5" fmla="*/ 16 h 28"/>
                <a:gd name="T6" fmla="*/ 5 w 11"/>
                <a:gd name="T7" fmla="*/ 28 h 28"/>
                <a:gd name="T8" fmla="*/ 0 w 11"/>
                <a:gd name="T9" fmla="*/ 16 h 28"/>
                <a:gd name="T10" fmla="*/ 0 w 11"/>
                <a:gd name="T11" fmla="*/ 0 h 28"/>
              </a:gdLst>
              <a:ahLst/>
              <a:cxnLst>
                <a:cxn ang="0">
                  <a:pos x="T0" y="T1"/>
                </a:cxn>
                <a:cxn ang="0">
                  <a:pos x="T2" y="T3"/>
                </a:cxn>
                <a:cxn ang="0">
                  <a:pos x="T4" y="T5"/>
                </a:cxn>
                <a:cxn ang="0">
                  <a:pos x="T6" y="T7"/>
                </a:cxn>
                <a:cxn ang="0">
                  <a:pos x="T8" y="T9"/>
                </a:cxn>
                <a:cxn ang="0">
                  <a:pos x="T10" y="T11"/>
                </a:cxn>
              </a:cxnLst>
              <a:rect l="0" t="0" r="r" b="b"/>
              <a:pathLst>
                <a:path w="11" h="28">
                  <a:moveTo>
                    <a:pt x="0" y="0"/>
                  </a:moveTo>
                  <a:cubicBezTo>
                    <a:pt x="11" y="0"/>
                    <a:pt x="11" y="0"/>
                    <a:pt x="11" y="0"/>
                  </a:cubicBezTo>
                  <a:cubicBezTo>
                    <a:pt x="11" y="16"/>
                    <a:pt x="11" y="16"/>
                    <a:pt x="11" y="16"/>
                  </a:cubicBezTo>
                  <a:cubicBezTo>
                    <a:pt x="11" y="19"/>
                    <a:pt x="8" y="28"/>
                    <a:pt x="5" y="28"/>
                  </a:cubicBezTo>
                  <a:cubicBezTo>
                    <a:pt x="2" y="28"/>
                    <a:pt x="0" y="19"/>
                    <a:pt x="0" y="16"/>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7" name="Freeform 253"/>
            <p:cNvSpPr/>
            <p:nvPr/>
          </p:nvSpPr>
          <p:spPr bwMode="auto">
            <a:xfrm>
              <a:off x="5329238" y="2373313"/>
              <a:ext cx="46038" cy="33338"/>
            </a:xfrm>
            <a:custGeom>
              <a:avLst/>
              <a:gdLst>
                <a:gd name="T0" fmla="*/ 29 w 29"/>
                <a:gd name="T1" fmla="*/ 5 h 21"/>
                <a:gd name="T2" fmla="*/ 29 w 29"/>
                <a:gd name="T3" fmla="*/ 0 h 21"/>
                <a:gd name="T4" fmla="*/ 0 w 29"/>
                <a:gd name="T5" fmla="*/ 0 h 21"/>
                <a:gd name="T6" fmla="*/ 0 w 29"/>
                <a:gd name="T7" fmla="*/ 21 h 21"/>
                <a:gd name="T8" fmla="*/ 29 w 29"/>
                <a:gd name="T9" fmla="*/ 5 h 21"/>
              </a:gdLst>
              <a:ahLst/>
              <a:cxnLst>
                <a:cxn ang="0">
                  <a:pos x="T0" y="T1"/>
                </a:cxn>
                <a:cxn ang="0">
                  <a:pos x="T2" y="T3"/>
                </a:cxn>
                <a:cxn ang="0">
                  <a:pos x="T4" y="T5"/>
                </a:cxn>
                <a:cxn ang="0">
                  <a:pos x="T6" y="T7"/>
                </a:cxn>
                <a:cxn ang="0">
                  <a:pos x="T8" y="T9"/>
                </a:cxn>
              </a:cxnLst>
              <a:rect l="0" t="0" r="r" b="b"/>
              <a:pathLst>
                <a:path w="29" h="21">
                  <a:moveTo>
                    <a:pt x="29" y="5"/>
                  </a:moveTo>
                  <a:lnTo>
                    <a:pt x="29" y="0"/>
                  </a:lnTo>
                  <a:lnTo>
                    <a:pt x="0" y="0"/>
                  </a:lnTo>
                  <a:lnTo>
                    <a:pt x="0" y="21"/>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8" name="Freeform 254"/>
            <p:cNvSpPr/>
            <p:nvPr/>
          </p:nvSpPr>
          <p:spPr bwMode="auto">
            <a:xfrm>
              <a:off x="5249863" y="2247900"/>
              <a:ext cx="204788" cy="133350"/>
            </a:xfrm>
            <a:custGeom>
              <a:avLst/>
              <a:gdLst>
                <a:gd name="T0" fmla="*/ 24 w 49"/>
                <a:gd name="T1" fmla="*/ 0 h 32"/>
                <a:gd name="T2" fmla="*/ 24 w 49"/>
                <a:gd name="T3" fmla="*/ 32 h 32"/>
                <a:gd name="T4" fmla="*/ 24 w 49"/>
                <a:gd name="T5" fmla="*/ 0 h 32"/>
              </a:gdLst>
              <a:ahLst/>
              <a:cxnLst>
                <a:cxn ang="0">
                  <a:pos x="T0" y="T1"/>
                </a:cxn>
                <a:cxn ang="0">
                  <a:pos x="T2" y="T3"/>
                </a:cxn>
                <a:cxn ang="0">
                  <a:pos x="T4" y="T5"/>
                </a:cxn>
              </a:cxnLst>
              <a:rect l="0" t="0" r="r" b="b"/>
              <a:pathLst>
                <a:path w="49" h="32">
                  <a:moveTo>
                    <a:pt x="24" y="0"/>
                  </a:moveTo>
                  <a:cubicBezTo>
                    <a:pt x="49" y="0"/>
                    <a:pt x="39" y="32"/>
                    <a:pt x="24" y="32"/>
                  </a:cubicBezTo>
                  <a:cubicBezTo>
                    <a:pt x="10" y="32"/>
                    <a:pt x="0" y="0"/>
                    <a:pt x="24"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89" name="Freeform 255"/>
            <p:cNvSpPr/>
            <p:nvPr/>
          </p:nvSpPr>
          <p:spPr bwMode="auto">
            <a:xfrm>
              <a:off x="5278438" y="2222500"/>
              <a:ext cx="146050" cy="109538"/>
            </a:xfrm>
            <a:custGeom>
              <a:avLst/>
              <a:gdLst>
                <a:gd name="T0" fmla="*/ 24 w 35"/>
                <a:gd name="T1" fmla="*/ 9 h 26"/>
                <a:gd name="T2" fmla="*/ 31 w 35"/>
                <a:gd name="T3" fmla="*/ 19 h 26"/>
                <a:gd name="T4" fmla="*/ 33 w 35"/>
                <a:gd name="T5" fmla="*/ 20 h 26"/>
                <a:gd name="T6" fmla="*/ 18 w 35"/>
                <a:gd name="T7" fmla="*/ 0 h 26"/>
                <a:gd name="T8" fmla="*/ 2 w 35"/>
                <a:gd name="T9" fmla="*/ 19 h 26"/>
                <a:gd name="T10" fmla="*/ 5 w 35"/>
                <a:gd name="T11" fmla="*/ 19 h 26"/>
                <a:gd name="T12" fmla="*/ 24 w 35"/>
                <a:gd name="T13" fmla="*/ 9 h 26"/>
              </a:gdLst>
              <a:ahLst/>
              <a:cxnLst>
                <a:cxn ang="0">
                  <a:pos x="T0" y="T1"/>
                </a:cxn>
                <a:cxn ang="0">
                  <a:pos x="T2" y="T3"/>
                </a:cxn>
                <a:cxn ang="0">
                  <a:pos x="T4" y="T5"/>
                </a:cxn>
                <a:cxn ang="0">
                  <a:pos x="T6" y="T7"/>
                </a:cxn>
                <a:cxn ang="0">
                  <a:pos x="T8" y="T9"/>
                </a:cxn>
                <a:cxn ang="0">
                  <a:pos x="T10" y="T11"/>
                </a:cxn>
                <a:cxn ang="0">
                  <a:pos x="T12" y="T13"/>
                </a:cxn>
              </a:cxnLst>
              <a:rect l="0" t="0" r="r" b="b"/>
              <a:pathLst>
                <a:path w="35" h="26">
                  <a:moveTo>
                    <a:pt x="24" y="9"/>
                  </a:moveTo>
                  <a:cubicBezTo>
                    <a:pt x="28" y="11"/>
                    <a:pt x="30" y="16"/>
                    <a:pt x="31" y="19"/>
                  </a:cubicBezTo>
                  <a:cubicBezTo>
                    <a:pt x="32" y="24"/>
                    <a:pt x="31" y="24"/>
                    <a:pt x="33" y="20"/>
                  </a:cubicBezTo>
                  <a:cubicBezTo>
                    <a:pt x="35" y="16"/>
                    <a:pt x="31" y="0"/>
                    <a:pt x="18" y="0"/>
                  </a:cubicBezTo>
                  <a:cubicBezTo>
                    <a:pt x="6" y="0"/>
                    <a:pt x="0" y="12"/>
                    <a:pt x="2" y="19"/>
                  </a:cubicBezTo>
                  <a:cubicBezTo>
                    <a:pt x="4" y="26"/>
                    <a:pt x="4" y="24"/>
                    <a:pt x="5" y="19"/>
                  </a:cubicBezTo>
                  <a:cubicBezTo>
                    <a:pt x="8" y="6"/>
                    <a:pt x="18" y="12"/>
                    <a:pt x="24" y="9"/>
                  </a:cubicBezTo>
                  <a:close/>
                </a:path>
              </a:pathLst>
            </a:custGeom>
            <a:solidFill>
              <a:schemeClr val="bg2">
                <a:lumMod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0" name="Freeform 256"/>
            <p:cNvSpPr/>
            <p:nvPr/>
          </p:nvSpPr>
          <p:spPr bwMode="auto">
            <a:xfrm>
              <a:off x="5287963" y="2257425"/>
              <a:ext cx="128588" cy="61913"/>
            </a:xfrm>
            <a:custGeom>
              <a:avLst/>
              <a:gdLst>
                <a:gd name="T0" fmla="*/ 23 w 31"/>
                <a:gd name="T1" fmla="*/ 4 h 15"/>
                <a:gd name="T2" fmla="*/ 10 w 31"/>
                <a:gd name="T3" fmla="*/ 10 h 15"/>
                <a:gd name="T4" fmla="*/ 12 w 31"/>
                <a:gd name="T5" fmla="*/ 8 h 15"/>
                <a:gd name="T6" fmla="*/ 4 w 31"/>
                <a:gd name="T7" fmla="*/ 10 h 15"/>
                <a:gd name="T8" fmla="*/ 5 w 31"/>
                <a:gd name="T9" fmla="*/ 9 h 15"/>
                <a:gd name="T10" fmla="*/ 3 w 31"/>
                <a:gd name="T11" fmla="*/ 13 h 15"/>
                <a:gd name="T12" fmla="*/ 0 w 31"/>
                <a:gd name="T13" fmla="*/ 12 h 15"/>
                <a:gd name="T14" fmla="*/ 1 w 31"/>
                <a:gd name="T15" fmla="*/ 6 h 15"/>
                <a:gd name="T16" fmla="*/ 21 w 31"/>
                <a:gd name="T17" fmla="*/ 0 h 15"/>
                <a:gd name="T18" fmla="*/ 30 w 31"/>
                <a:gd name="T19" fmla="*/ 6 h 15"/>
                <a:gd name="T20" fmla="*/ 30 w 31"/>
                <a:gd name="T21" fmla="*/ 12 h 15"/>
                <a:gd name="T22" fmla="*/ 28 w 31"/>
                <a:gd name="T23" fmla="*/ 12 h 15"/>
                <a:gd name="T24" fmla="*/ 23 w 31"/>
                <a:gd name="T25" fmla="*/ 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15">
                  <a:moveTo>
                    <a:pt x="23" y="4"/>
                  </a:moveTo>
                  <a:cubicBezTo>
                    <a:pt x="21" y="5"/>
                    <a:pt x="14" y="10"/>
                    <a:pt x="10" y="10"/>
                  </a:cubicBezTo>
                  <a:cubicBezTo>
                    <a:pt x="7" y="10"/>
                    <a:pt x="11" y="9"/>
                    <a:pt x="12" y="8"/>
                  </a:cubicBezTo>
                  <a:cubicBezTo>
                    <a:pt x="13" y="7"/>
                    <a:pt x="6" y="10"/>
                    <a:pt x="4" y="10"/>
                  </a:cubicBezTo>
                  <a:cubicBezTo>
                    <a:pt x="3" y="10"/>
                    <a:pt x="4" y="10"/>
                    <a:pt x="5" y="9"/>
                  </a:cubicBezTo>
                  <a:cubicBezTo>
                    <a:pt x="6" y="8"/>
                    <a:pt x="2" y="10"/>
                    <a:pt x="3" y="13"/>
                  </a:cubicBezTo>
                  <a:cubicBezTo>
                    <a:pt x="3" y="15"/>
                    <a:pt x="1" y="14"/>
                    <a:pt x="0" y="12"/>
                  </a:cubicBezTo>
                  <a:cubicBezTo>
                    <a:pt x="0" y="9"/>
                    <a:pt x="0" y="9"/>
                    <a:pt x="1" y="6"/>
                  </a:cubicBezTo>
                  <a:cubicBezTo>
                    <a:pt x="3" y="4"/>
                    <a:pt x="16" y="0"/>
                    <a:pt x="21" y="0"/>
                  </a:cubicBezTo>
                  <a:cubicBezTo>
                    <a:pt x="25" y="0"/>
                    <a:pt x="29" y="5"/>
                    <a:pt x="30" y="6"/>
                  </a:cubicBezTo>
                  <a:cubicBezTo>
                    <a:pt x="31" y="8"/>
                    <a:pt x="31" y="10"/>
                    <a:pt x="30" y="12"/>
                  </a:cubicBezTo>
                  <a:cubicBezTo>
                    <a:pt x="30" y="14"/>
                    <a:pt x="28" y="15"/>
                    <a:pt x="28" y="12"/>
                  </a:cubicBezTo>
                  <a:cubicBezTo>
                    <a:pt x="28" y="10"/>
                    <a:pt x="25" y="8"/>
                    <a:pt x="23" y="4"/>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1" name="Freeform 257"/>
            <p:cNvSpPr/>
            <p:nvPr/>
          </p:nvSpPr>
          <p:spPr bwMode="auto">
            <a:xfrm>
              <a:off x="5403850" y="2293938"/>
              <a:ext cx="17463" cy="33338"/>
            </a:xfrm>
            <a:custGeom>
              <a:avLst/>
              <a:gdLst>
                <a:gd name="T0" fmla="*/ 3 w 4"/>
                <a:gd name="T1" fmla="*/ 0 h 8"/>
                <a:gd name="T2" fmla="*/ 4 w 4"/>
                <a:gd name="T3" fmla="*/ 5 h 8"/>
                <a:gd name="T4" fmla="*/ 1 w 4"/>
                <a:gd name="T5" fmla="*/ 8 h 8"/>
                <a:gd name="T6" fmla="*/ 1 w 4"/>
                <a:gd name="T7" fmla="*/ 4 h 8"/>
                <a:gd name="T8" fmla="*/ 3 w 4"/>
                <a:gd name="T9" fmla="*/ 0 h 8"/>
              </a:gdLst>
              <a:ahLst/>
              <a:cxnLst>
                <a:cxn ang="0">
                  <a:pos x="T0" y="T1"/>
                </a:cxn>
                <a:cxn ang="0">
                  <a:pos x="T2" y="T3"/>
                </a:cxn>
                <a:cxn ang="0">
                  <a:pos x="T4" y="T5"/>
                </a:cxn>
                <a:cxn ang="0">
                  <a:pos x="T6" y="T7"/>
                </a:cxn>
                <a:cxn ang="0">
                  <a:pos x="T8" y="T9"/>
                </a:cxn>
              </a:cxnLst>
              <a:rect l="0" t="0" r="r" b="b"/>
              <a:pathLst>
                <a:path w="4" h="8">
                  <a:moveTo>
                    <a:pt x="3" y="0"/>
                  </a:moveTo>
                  <a:cubicBezTo>
                    <a:pt x="4" y="1"/>
                    <a:pt x="4" y="2"/>
                    <a:pt x="4" y="5"/>
                  </a:cubicBezTo>
                  <a:cubicBezTo>
                    <a:pt x="3" y="7"/>
                    <a:pt x="2" y="8"/>
                    <a:pt x="1" y="8"/>
                  </a:cubicBezTo>
                  <a:cubicBezTo>
                    <a:pt x="1" y="8"/>
                    <a:pt x="0" y="6"/>
                    <a:pt x="1" y="4"/>
                  </a:cubicBezTo>
                  <a:cubicBezTo>
                    <a:pt x="1" y="2"/>
                    <a:pt x="2" y="0"/>
                    <a:pt x="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2" name="Freeform 258"/>
            <p:cNvSpPr/>
            <p:nvPr/>
          </p:nvSpPr>
          <p:spPr bwMode="auto">
            <a:xfrm>
              <a:off x="5283200" y="2293938"/>
              <a:ext cx="17463" cy="33338"/>
            </a:xfrm>
            <a:custGeom>
              <a:avLst/>
              <a:gdLst>
                <a:gd name="T0" fmla="*/ 1 w 4"/>
                <a:gd name="T1" fmla="*/ 0 h 8"/>
                <a:gd name="T2" fmla="*/ 0 w 4"/>
                <a:gd name="T3" fmla="*/ 5 h 8"/>
                <a:gd name="T4" fmla="*/ 3 w 4"/>
                <a:gd name="T5" fmla="*/ 8 h 8"/>
                <a:gd name="T6" fmla="*/ 3 w 4"/>
                <a:gd name="T7" fmla="*/ 4 h 8"/>
                <a:gd name="T8" fmla="*/ 1 w 4"/>
                <a:gd name="T9" fmla="*/ 0 h 8"/>
              </a:gdLst>
              <a:ahLst/>
              <a:cxnLst>
                <a:cxn ang="0">
                  <a:pos x="T0" y="T1"/>
                </a:cxn>
                <a:cxn ang="0">
                  <a:pos x="T2" y="T3"/>
                </a:cxn>
                <a:cxn ang="0">
                  <a:pos x="T4" y="T5"/>
                </a:cxn>
                <a:cxn ang="0">
                  <a:pos x="T6" y="T7"/>
                </a:cxn>
                <a:cxn ang="0">
                  <a:pos x="T8" y="T9"/>
                </a:cxn>
              </a:cxnLst>
              <a:rect l="0" t="0" r="r" b="b"/>
              <a:pathLst>
                <a:path w="4" h="8">
                  <a:moveTo>
                    <a:pt x="1" y="0"/>
                  </a:moveTo>
                  <a:cubicBezTo>
                    <a:pt x="0" y="1"/>
                    <a:pt x="0" y="2"/>
                    <a:pt x="0" y="5"/>
                  </a:cubicBezTo>
                  <a:cubicBezTo>
                    <a:pt x="1" y="7"/>
                    <a:pt x="2" y="8"/>
                    <a:pt x="3" y="8"/>
                  </a:cubicBezTo>
                  <a:cubicBezTo>
                    <a:pt x="4" y="8"/>
                    <a:pt x="4" y="6"/>
                    <a:pt x="3" y="4"/>
                  </a:cubicBezTo>
                  <a:cubicBezTo>
                    <a:pt x="3" y="2"/>
                    <a:pt x="2" y="0"/>
                    <a:pt x="1" y="0"/>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3" name="Freeform 259"/>
            <p:cNvSpPr/>
            <p:nvPr/>
          </p:nvSpPr>
          <p:spPr bwMode="auto">
            <a:xfrm>
              <a:off x="5254625" y="2432050"/>
              <a:ext cx="36513" cy="71438"/>
            </a:xfrm>
            <a:custGeom>
              <a:avLst/>
              <a:gdLst>
                <a:gd name="T0" fmla="*/ 6 w 9"/>
                <a:gd name="T1" fmla="*/ 0 h 17"/>
                <a:gd name="T2" fmla="*/ 0 w 9"/>
                <a:gd name="T3" fmla="*/ 13 h 17"/>
                <a:gd name="T4" fmla="*/ 9 w 9"/>
                <a:gd name="T5" fmla="*/ 17 h 17"/>
                <a:gd name="T6" fmla="*/ 9 w 9"/>
                <a:gd name="T7" fmla="*/ 12 h 17"/>
                <a:gd name="T8" fmla="*/ 6 w 9"/>
                <a:gd name="T9" fmla="*/ 0 h 17"/>
              </a:gdLst>
              <a:ahLst/>
              <a:cxnLst>
                <a:cxn ang="0">
                  <a:pos x="T0" y="T1"/>
                </a:cxn>
                <a:cxn ang="0">
                  <a:pos x="T2" y="T3"/>
                </a:cxn>
                <a:cxn ang="0">
                  <a:pos x="T4" y="T5"/>
                </a:cxn>
                <a:cxn ang="0">
                  <a:pos x="T6" y="T7"/>
                </a:cxn>
                <a:cxn ang="0">
                  <a:pos x="T8" y="T9"/>
                </a:cxn>
              </a:cxnLst>
              <a:rect l="0" t="0" r="r" b="b"/>
              <a:pathLst>
                <a:path w="9" h="17">
                  <a:moveTo>
                    <a:pt x="6" y="0"/>
                  </a:moveTo>
                  <a:cubicBezTo>
                    <a:pt x="4" y="3"/>
                    <a:pt x="2" y="8"/>
                    <a:pt x="0" y="13"/>
                  </a:cubicBezTo>
                  <a:cubicBezTo>
                    <a:pt x="3" y="15"/>
                    <a:pt x="6" y="16"/>
                    <a:pt x="9" y="17"/>
                  </a:cubicBezTo>
                  <a:cubicBezTo>
                    <a:pt x="9" y="16"/>
                    <a:pt x="9" y="14"/>
                    <a:pt x="9" y="12"/>
                  </a:cubicBezTo>
                  <a:cubicBezTo>
                    <a:pt x="9" y="7"/>
                    <a:pt x="8" y="3"/>
                    <a:pt x="6" y="0"/>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4" name="Freeform 260"/>
            <p:cNvSpPr/>
            <p:nvPr/>
          </p:nvSpPr>
          <p:spPr bwMode="auto">
            <a:xfrm>
              <a:off x="5408613" y="2432050"/>
              <a:ext cx="41275" cy="71438"/>
            </a:xfrm>
            <a:custGeom>
              <a:avLst/>
              <a:gdLst>
                <a:gd name="T0" fmla="*/ 1 w 10"/>
                <a:gd name="T1" fmla="*/ 17 h 17"/>
                <a:gd name="T2" fmla="*/ 10 w 10"/>
                <a:gd name="T3" fmla="*/ 13 h 17"/>
                <a:gd name="T4" fmla="*/ 4 w 10"/>
                <a:gd name="T5" fmla="*/ 0 h 17"/>
                <a:gd name="T6" fmla="*/ 0 w 10"/>
                <a:gd name="T7" fmla="*/ 12 h 17"/>
                <a:gd name="T8" fmla="*/ 1 w 10"/>
                <a:gd name="T9" fmla="*/ 17 h 17"/>
              </a:gdLst>
              <a:ahLst/>
              <a:cxnLst>
                <a:cxn ang="0">
                  <a:pos x="T0" y="T1"/>
                </a:cxn>
                <a:cxn ang="0">
                  <a:pos x="T2" y="T3"/>
                </a:cxn>
                <a:cxn ang="0">
                  <a:pos x="T4" y="T5"/>
                </a:cxn>
                <a:cxn ang="0">
                  <a:pos x="T6" y="T7"/>
                </a:cxn>
                <a:cxn ang="0">
                  <a:pos x="T8" y="T9"/>
                </a:cxn>
              </a:cxnLst>
              <a:rect l="0" t="0" r="r" b="b"/>
              <a:pathLst>
                <a:path w="10" h="17">
                  <a:moveTo>
                    <a:pt x="1" y="17"/>
                  </a:moveTo>
                  <a:cubicBezTo>
                    <a:pt x="4" y="16"/>
                    <a:pt x="7" y="15"/>
                    <a:pt x="10" y="13"/>
                  </a:cubicBezTo>
                  <a:cubicBezTo>
                    <a:pt x="8" y="8"/>
                    <a:pt x="6" y="3"/>
                    <a:pt x="4" y="0"/>
                  </a:cubicBezTo>
                  <a:cubicBezTo>
                    <a:pt x="2" y="3"/>
                    <a:pt x="0" y="7"/>
                    <a:pt x="0" y="12"/>
                  </a:cubicBezTo>
                  <a:cubicBezTo>
                    <a:pt x="0" y="14"/>
                    <a:pt x="1" y="16"/>
                    <a:pt x="1" y="17"/>
                  </a:cubicBezTo>
                  <a:close/>
                </a:path>
              </a:pathLst>
            </a:custGeom>
            <a:solidFill>
              <a:srgbClr val="FFAEAD"/>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grpSp>
        <p:nvGrpSpPr>
          <p:cNvPr id="395" name="Group 577"/>
          <p:cNvGrpSpPr/>
          <p:nvPr/>
        </p:nvGrpSpPr>
        <p:grpSpPr>
          <a:xfrm>
            <a:off x="7026187" y="2172861"/>
            <a:ext cx="530428" cy="534961"/>
            <a:chOff x="3297238" y="2211388"/>
            <a:chExt cx="371475" cy="374650"/>
          </a:xfrm>
        </p:grpSpPr>
        <p:sp>
          <p:nvSpPr>
            <p:cNvPr id="396" name="Oval 186"/>
            <p:cNvSpPr>
              <a:spLocks noChangeArrowheads="1"/>
            </p:cNvSpPr>
            <p:nvPr/>
          </p:nvSpPr>
          <p:spPr bwMode="auto">
            <a:xfrm>
              <a:off x="3297238" y="2211388"/>
              <a:ext cx="371475" cy="3746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7" name="Oval 187"/>
            <p:cNvSpPr>
              <a:spLocks noChangeArrowheads="1"/>
            </p:cNvSpPr>
            <p:nvPr/>
          </p:nvSpPr>
          <p:spPr bwMode="auto">
            <a:xfrm>
              <a:off x="3327401" y="2239963"/>
              <a:ext cx="315913" cy="317500"/>
            </a:xfrm>
            <a:prstGeom prst="ellipse">
              <a:avLst/>
            </a:prstGeom>
            <a:solidFill>
              <a:srgbClr val="DAB971"/>
            </a:solidFill>
            <a:ln>
              <a:noFill/>
            </a:ln>
          </p:spPr>
          <p:txBody>
            <a:bodyPr vert="horz" wrap="square" lIns="121920" tIns="60960" rIns="121920" bIns="60960" numCol="1" anchor="t" anchorCtr="0" compatLnSpc="1"/>
            <a:lstStyle/>
            <a:p>
              <a:endParaRPr lang="en-US" sz="2400"/>
            </a:p>
          </p:txBody>
        </p:sp>
        <p:sp>
          <p:nvSpPr>
            <p:cNvPr id="398" name="Freeform 188"/>
            <p:cNvSpPr/>
            <p:nvPr/>
          </p:nvSpPr>
          <p:spPr bwMode="auto">
            <a:xfrm>
              <a:off x="3394076" y="2327275"/>
              <a:ext cx="123825" cy="196850"/>
            </a:xfrm>
            <a:custGeom>
              <a:avLst/>
              <a:gdLst>
                <a:gd name="T0" fmla="*/ 7 w 30"/>
                <a:gd name="T1" fmla="*/ 16 h 47"/>
                <a:gd name="T2" fmla="*/ 3 w 30"/>
                <a:gd name="T3" fmla="*/ 26 h 47"/>
                <a:gd name="T4" fmla="*/ 17 w 30"/>
                <a:gd name="T5" fmla="*/ 39 h 47"/>
                <a:gd name="T6" fmla="*/ 7 w 30"/>
                <a:gd name="T7" fmla="*/ 16 h 47"/>
              </a:gdLst>
              <a:ahLst/>
              <a:cxnLst>
                <a:cxn ang="0">
                  <a:pos x="T0" y="T1"/>
                </a:cxn>
                <a:cxn ang="0">
                  <a:pos x="T2" y="T3"/>
                </a:cxn>
                <a:cxn ang="0">
                  <a:pos x="T4" y="T5"/>
                </a:cxn>
                <a:cxn ang="0">
                  <a:pos x="T6" y="T7"/>
                </a:cxn>
              </a:cxnLst>
              <a:rect l="0" t="0" r="r" b="b"/>
              <a:pathLst>
                <a:path w="30" h="47">
                  <a:moveTo>
                    <a:pt x="7" y="16"/>
                  </a:moveTo>
                  <a:cubicBezTo>
                    <a:pt x="8" y="23"/>
                    <a:pt x="4" y="32"/>
                    <a:pt x="3" y="26"/>
                  </a:cubicBezTo>
                  <a:cubicBezTo>
                    <a:pt x="0" y="30"/>
                    <a:pt x="3" y="47"/>
                    <a:pt x="17" y="39"/>
                  </a:cubicBezTo>
                  <a:cubicBezTo>
                    <a:pt x="30" y="31"/>
                    <a:pt x="19" y="0"/>
                    <a:pt x="7"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399" name="Freeform 189"/>
            <p:cNvSpPr/>
            <p:nvPr/>
          </p:nvSpPr>
          <p:spPr bwMode="auto">
            <a:xfrm>
              <a:off x="3448051" y="2327275"/>
              <a:ext cx="128588" cy="196850"/>
            </a:xfrm>
            <a:custGeom>
              <a:avLst/>
              <a:gdLst>
                <a:gd name="T0" fmla="*/ 24 w 31"/>
                <a:gd name="T1" fmla="*/ 16 h 47"/>
                <a:gd name="T2" fmla="*/ 28 w 31"/>
                <a:gd name="T3" fmla="*/ 26 h 47"/>
                <a:gd name="T4" fmla="*/ 14 w 31"/>
                <a:gd name="T5" fmla="*/ 39 h 47"/>
                <a:gd name="T6" fmla="*/ 24 w 31"/>
                <a:gd name="T7" fmla="*/ 16 h 47"/>
              </a:gdLst>
              <a:ahLst/>
              <a:cxnLst>
                <a:cxn ang="0">
                  <a:pos x="T0" y="T1"/>
                </a:cxn>
                <a:cxn ang="0">
                  <a:pos x="T2" y="T3"/>
                </a:cxn>
                <a:cxn ang="0">
                  <a:pos x="T4" y="T5"/>
                </a:cxn>
                <a:cxn ang="0">
                  <a:pos x="T6" y="T7"/>
                </a:cxn>
              </a:cxnLst>
              <a:rect l="0" t="0" r="r" b="b"/>
              <a:pathLst>
                <a:path w="31" h="47">
                  <a:moveTo>
                    <a:pt x="24" y="16"/>
                  </a:moveTo>
                  <a:cubicBezTo>
                    <a:pt x="22" y="24"/>
                    <a:pt x="26" y="32"/>
                    <a:pt x="28" y="26"/>
                  </a:cubicBezTo>
                  <a:cubicBezTo>
                    <a:pt x="31" y="30"/>
                    <a:pt x="27" y="47"/>
                    <a:pt x="14" y="39"/>
                  </a:cubicBezTo>
                  <a:cubicBezTo>
                    <a:pt x="0" y="31"/>
                    <a:pt x="11" y="0"/>
                    <a:pt x="24" y="16"/>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0" name="Freeform 190"/>
            <p:cNvSpPr/>
            <p:nvPr/>
          </p:nvSpPr>
          <p:spPr bwMode="auto">
            <a:xfrm>
              <a:off x="3402013" y="2478088"/>
              <a:ext cx="161925" cy="79375"/>
            </a:xfrm>
            <a:custGeom>
              <a:avLst/>
              <a:gdLst>
                <a:gd name="T0" fmla="*/ 5 w 39"/>
                <a:gd name="T1" fmla="*/ 5 h 19"/>
                <a:gd name="T2" fmla="*/ 0 w 39"/>
                <a:gd name="T3" fmla="*/ 14 h 19"/>
                <a:gd name="T4" fmla="*/ 20 w 39"/>
                <a:gd name="T5" fmla="*/ 19 h 19"/>
                <a:gd name="T6" fmla="*/ 39 w 39"/>
                <a:gd name="T7" fmla="*/ 14 h 19"/>
                <a:gd name="T8" fmla="*/ 34 w 39"/>
                <a:gd name="T9" fmla="*/ 5 h 19"/>
                <a:gd name="T10" fmla="*/ 20 w 39"/>
                <a:gd name="T11" fmla="*/ 0 h 19"/>
                <a:gd name="T12" fmla="*/ 5 w 39"/>
                <a:gd name="T13" fmla="*/ 5 h 19"/>
              </a:gdLst>
              <a:ahLst/>
              <a:cxnLst>
                <a:cxn ang="0">
                  <a:pos x="T0" y="T1"/>
                </a:cxn>
                <a:cxn ang="0">
                  <a:pos x="T2" y="T3"/>
                </a:cxn>
                <a:cxn ang="0">
                  <a:pos x="T4" y="T5"/>
                </a:cxn>
                <a:cxn ang="0">
                  <a:pos x="T6" y="T7"/>
                </a:cxn>
                <a:cxn ang="0">
                  <a:pos x="T8" y="T9"/>
                </a:cxn>
                <a:cxn ang="0">
                  <a:pos x="T10" y="T11"/>
                </a:cxn>
                <a:cxn ang="0">
                  <a:pos x="T12" y="T13"/>
                </a:cxn>
              </a:cxnLst>
              <a:rect l="0" t="0" r="r" b="b"/>
              <a:pathLst>
                <a:path w="39" h="19">
                  <a:moveTo>
                    <a:pt x="5" y="5"/>
                  </a:moveTo>
                  <a:cubicBezTo>
                    <a:pt x="3" y="7"/>
                    <a:pt x="1" y="10"/>
                    <a:pt x="0" y="14"/>
                  </a:cubicBezTo>
                  <a:cubicBezTo>
                    <a:pt x="6" y="17"/>
                    <a:pt x="12" y="19"/>
                    <a:pt x="20" y="19"/>
                  </a:cubicBezTo>
                  <a:cubicBezTo>
                    <a:pt x="27" y="19"/>
                    <a:pt x="34" y="17"/>
                    <a:pt x="39" y="14"/>
                  </a:cubicBezTo>
                  <a:cubicBezTo>
                    <a:pt x="38" y="10"/>
                    <a:pt x="36" y="7"/>
                    <a:pt x="34" y="5"/>
                  </a:cubicBezTo>
                  <a:cubicBezTo>
                    <a:pt x="27" y="1"/>
                    <a:pt x="23" y="0"/>
                    <a:pt x="20" y="0"/>
                  </a:cubicBezTo>
                  <a:cubicBezTo>
                    <a:pt x="16" y="0"/>
                    <a:pt x="12" y="1"/>
                    <a:pt x="5" y="5"/>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1" name="Freeform 191"/>
            <p:cNvSpPr/>
            <p:nvPr/>
          </p:nvSpPr>
          <p:spPr bwMode="auto">
            <a:xfrm>
              <a:off x="3460751" y="2419350"/>
              <a:ext cx="46038" cy="87313"/>
            </a:xfrm>
            <a:custGeom>
              <a:avLst/>
              <a:gdLst>
                <a:gd name="T0" fmla="*/ 0 w 11"/>
                <a:gd name="T1" fmla="*/ 0 h 21"/>
                <a:gd name="T2" fmla="*/ 11 w 11"/>
                <a:gd name="T3" fmla="*/ 0 h 21"/>
                <a:gd name="T4" fmla="*/ 11 w 11"/>
                <a:gd name="T5" fmla="*/ 15 h 21"/>
                <a:gd name="T6" fmla="*/ 0 w 11"/>
                <a:gd name="T7" fmla="*/ 15 h 21"/>
                <a:gd name="T8" fmla="*/ 0 w 11"/>
                <a:gd name="T9" fmla="*/ 0 h 21"/>
              </a:gdLst>
              <a:ahLst/>
              <a:cxnLst>
                <a:cxn ang="0">
                  <a:pos x="T0" y="T1"/>
                </a:cxn>
                <a:cxn ang="0">
                  <a:pos x="T2" y="T3"/>
                </a:cxn>
                <a:cxn ang="0">
                  <a:pos x="T4" y="T5"/>
                </a:cxn>
                <a:cxn ang="0">
                  <a:pos x="T6" y="T7"/>
                </a:cxn>
                <a:cxn ang="0">
                  <a:pos x="T8" y="T9"/>
                </a:cxn>
              </a:cxnLst>
              <a:rect l="0" t="0" r="r" b="b"/>
              <a:pathLst>
                <a:path w="11" h="21">
                  <a:moveTo>
                    <a:pt x="0" y="0"/>
                  </a:moveTo>
                  <a:cubicBezTo>
                    <a:pt x="11" y="0"/>
                    <a:pt x="11" y="0"/>
                    <a:pt x="11" y="0"/>
                  </a:cubicBezTo>
                  <a:cubicBezTo>
                    <a:pt x="11" y="15"/>
                    <a:pt x="11" y="15"/>
                    <a:pt x="11" y="15"/>
                  </a:cubicBezTo>
                  <a:cubicBezTo>
                    <a:pt x="11" y="21"/>
                    <a:pt x="0" y="21"/>
                    <a:pt x="0" y="15"/>
                  </a:cubicBezTo>
                  <a:lnTo>
                    <a:pt x="0" y="0"/>
                  </a:ln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2" name="Freeform 192"/>
            <p:cNvSpPr/>
            <p:nvPr/>
          </p:nvSpPr>
          <p:spPr bwMode="auto">
            <a:xfrm>
              <a:off x="3460751" y="2452688"/>
              <a:ext cx="46038" cy="28575"/>
            </a:xfrm>
            <a:custGeom>
              <a:avLst/>
              <a:gdLst>
                <a:gd name="T0" fmla="*/ 29 w 29"/>
                <a:gd name="T1" fmla="*/ 5 h 18"/>
                <a:gd name="T2" fmla="*/ 29 w 29"/>
                <a:gd name="T3" fmla="*/ 0 h 18"/>
                <a:gd name="T4" fmla="*/ 0 w 29"/>
                <a:gd name="T5" fmla="*/ 0 h 18"/>
                <a:gd name="T6" fmla="*/ 0 w 29"/>
                <a:gd name="T7" fmla="*/ 18 h 18"/>
                <a:gd name="T8" fmla="*/ 29 w 29"/>
                <a:gd name="T9" fmla="*/ 5 h 18"/>
              </a:gdLst>
              <a:ahLst/>
              <a:cxnLst>
                <a:cxn ang="0">
                  <a:pos x="T0" y="T1"/>
                </a:cxn>
                <a:cxn ang="0">
                  <a:pos x="T2" y="T3"/>
                </a:cxn>
                <a:cxn ang="0">
                  <a:pos x="T4" y="T5"/>
                </a:cxn>
                <a:cxn ang="0">
                  <a:pos x="T6" y="T7"/>
                </a:cxn>
                <a:cxn ang="0">
                  <a:pos x="T8" y="T9"/>
                </a:cxn>
              </a:cxnLst>
              <a:rect l="0" t="0" r="r" b="b"/>
              <a:pathLst>
                <a:path w="29" h="18">
                  <a:moveTo>
                    <a:pt x="29" y="5"/>
                  </a:moveTo>
                  <a:lnTo>
                    <a:pt x="29" y="0"/>
                  </a:lnTo>
                  <a:lnTo>
                    <a:pt x="0" y="0"/>
                  </a:lnTo>
                  <a:lnTo>
                    <a:pt x="0" y="18"/>
                  </a:lnTo>
                  <a:lnTo>
                    <a:pt x="29" y="5"/>
                  </a:lnTo>
                  <a:close/>
                </a:path>
              </a:pathLst>
            </a:custGeom>
            <a:solidFill>
              <a:srgbClr val="E8C5A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3" name="Freeform 193"/>
            <p:cNvSpPr/>
            <p:nvPr/>
          </p:nvSpPr>
          <p:spPr bwMode="auto">
            <a:xfrm>
              <a:off x="3389313" y="2335213"/>
              <a:ext cx="187325" cy="125413"/>
            </a:xfrm>
            <a:custGeom>
              <a:avLst/>
              <a:gdLst>
                <a:gd name="T0" fmla="*/ 23 w 45"/>
                <a:gd name="T1" fmla="*/ 0 h 30"/>
                <a:gd name="T2" fmla="*/ 23 w 45"/>
                <a:gd name="T3" fmla="*/ 30 h 30"/>
                <a:gd name="T4" fmla="*/ 23 w 45"/>
                <a:gd name="T5" fmla="*/ 0 h 30"/>
              </a:gdLst>
              <a:ahLst/>
              <a:cxnLst>
                <a:cxn ang="0">
                  <a:pos x="T0" y="T1"/>
                </a:cxn>
                <a:cxn ang="0">
                  <a:pos x="T2" y="T3"/>
                </a:cxn>
                <a:cxn ang="0">
                  <a:pos x="T4" y="T5"/>
                </a:cxn>
              </a:cxnLst>
              <a:rect l="0" t="0" r="r" b="b"/>
              <a:pathLst>
                <a:path w="45" h="30">
                  <a:moveTo>
                    <a:pt x="23" y="0"/>
                  </a:moveTo>
                  <a:cubicBezTo>
                    <a:pt x="45" y="0"/>
                    <a:pt x="36" y="30"/>
                    <a:pt x="23" y="30"/>
                  </a:cubicBezTo>
                  <a:cubicBezTo>
                    <a:pt x="9" y="30"/>
                    <a:pt x="0" y="0"/>
                    <a:pt x="23" y="0"/>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4" name="Freeform 194"/>
            <p:cNvSpPr/>
            <p:nvPr/>
          </p:nvSpPr>
          <p:spPr bwMode="auto">
            <a:xfrm>
              <a:off x="3460751" y="2486025"/>
              <a:ext cx="46038" cy="53975"/>
            </a:xfrm>
            <a:custGeom>
              <a:avLst/>
              <a:gdLst>
                <a:gd name="T0" fmla="*/ 6 w 11"/>
                <a:gd name="T1" fmla="*/ 13 h 13"/>
                <a:gd name="T2" fmla="*/ 0 w 11"/>
                <a:gd name="T3" fmla="*/ 0 h 13"/>
                <a:gd name="T4" fmla="*/ 11 w 11"/>
                <a:gd name="T5" fmla="*/ 0 h 13"/>
                <a:gd name="T6" fmla="*/ 6 w 11"/>
                <a:gd name="T7" fmla="*/ 13 h 13"/>
              </a:gdLst>
              <a:ahLst/>
              <a:cxnLst>
                <a:cxn ang="0">
                  <a:pos x="T0" y="T1"/>
                </a:cxn>
                <a:cxn ang="0">
                  <a:pos x="T2" y="T3"/>
                </a:cxn>
                <a:cxn ang="0">
                  <a:pos x="T4" y="T5"/>
                </a:cxn>
                <a:cxn ang="0">
                  <a:pos x="T6" y="T7"/>
                </a:cxn>
              </a:cxnLst>
              <a:rect l="0" t="0" r="r" b="b"/>
              <a:pathLst>
                <a:path w="11" h="13">
                  <a:moveTo>
                    <a:pt x="6" y="13"/>
                  </a:moveTo>
                  <a:cubicBezTo>
                    <a:pt x="6" y="11"/>
                    <a:pt x="0" y="4"/>
                    <a:pt x="0" y="0"/>
                  </a:cubicBezTo>
                  <a:cubicBezTo>
                    <a:pt x="11" y="0"/>
                    <a:pt x="11" y="0"/>
                    <a:pt x="11" y="0"/>
                  </a:cubicBezTo>
                  <a:cubicBezTo>
                    <a:pt x="11" y="4"/>
                    <a:pt x="6" y="11"/>
                    <a:pt x="6" y="13"/>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5" name="Freeform 195"/>
            <p:cNvSpPr/>
            <p:nvPr/>
          </p:nvSpPr>
          <p:spPr bwMode="auto">
            <a:xfrm>
              <a:off x="3427413" y="2470150"/>
              <a:ext cx="53975" cy="87313"/>
            </a:xfrm>
            <a:custGeom>
              <a:avLst/>
              <a:gdLst>
                <a:gd name="T0" fmla="*/ 11 w 13"/>
                <a:gd name="T1" fmla="*/ 21 h 21"/>
                <a:gd name="T2" fmla="*/ 3 w 13"/>
                <a:gd name="T3" fmla="*/ 14 h 21"/>
                <a:gd name="T4" fmla="*/ 4 w 13"/>
                <a:gd name="T5" fmla="*/ 8 h 21"/>
                <a:gd name="T6" fmla="*/ 0 w 13"/>
                <a:gd name="T7" fmla="*/ 9 h 21"/>
                <a:gd name="T8" fmla="*/ 8 w 13"/>
                <a:gd name="T9" fmla="*/ 0 h 21"/>
                <a:gd name="T10" fmla="*/ 10 w 13"/>
                <a:gd name="T11" fmla="*/ 9 h 21"/>
                <a:gd name="T12" fmla="*/ 13 w 13"/>
                <a:gd name="T13" fmla="*/ 21 h 21"/>
                <a:gd name="T14" fmla="*/ 11 w 13"/>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21">
                  <a:moveTo>
                    <a:pt x="11" y="21"/>
                  </a:moveTo>
                  <a:cubicBezTo>
                    <a:pt x="9" y="17"/>
                    <a:pt x="6" y="14"/>
                    <a:pt x="3" y="14"/>
                  </a:cubicBezTo>
                  <a:cubicBezTo>
                    <a:pt x="2" y="12"/>
                    <a:pt x="3" y="10"/>
                    <a:pt x="4" y="8"/>
                  </a:cubicBezTo>
                  <a:cubicBezTo>
                    <a:pt x="3" y="8"/>
                    <a:pt x="2" y="8"/>
                    <a:pt x="0" y="9"/>
                  </a:cubicBezTo>
                  <a:cubicBezTo>
                    <a:pt x="0" y="6"/>
                    <a:pt x="4" y="1"/>
                    <a:pt x="8" y="0"/>
                  </a:cubicBezTo>
                  <a:cubicBezTo>
                    <a:pt x="8" y="2"/>
                    <a:pt x="8" y="6"/>
                    <a:pt x="10" y="9"/>
                  </a:cubicBezTo>
                  <a:cubicBezTo>
                    <a:pt x="12" y="10"/>
                    <a:pt x="13" y="16"/>
                    <a:pt x="13" y="21"/>
                  </a:cubicBezTo>
                  <a:cubicBezTo>
                    <a:pt x="13" y="21"/>
                    <a:pt x="12" y="21"/>
                    <a:pt x="11" y="21"/>
                  </a:cubicBezTo>
                  <a:close/>
                </a:path>
              </a:pathLst>
            </a:custGeom>
            <a:solidFill>
              <a:srgbClr val="EDA2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6" name="Freeform 196"/>
            <p:cNvSpPr/>
            <p:nvPr/>
          </p:nvSpPr>
          <p:spPr bwMode="auto">
            <a:xfrm>
              <a:off x="3427413" y="2470150"/>
              <a:ext cx="53975" cy="87313"/>
            </a:xfrm>
            <a:custGeom>
              <a:avLst/>
              <a:gdLst>
                <a:gd name="T0" fmla="*/ 12 w 13"/>
                <a:gd name="T1" fmla="*/ 21 h 21"/>
                <a:gd name="T2" fmla="*/ 4 w 13"/>
                <a:gd name="T3" fmla="*/ 13 h 21"/>
                <a:gd name="T4" fmla="*/ 5 w 13"/>
                <a:gd name="T5" fmla="*/ 7 h 21"/>
                <a:gd name="T6" fmla="*/ 0 w 13"/>
                <a:gd name="T7" fmla="*/ 8 h 21"/>
                <a:gd name="T8" fmla="*/ 8 w 13"/>
                <a:gd name="T9" fmla="*/ 0 h 21"/>
                <a:gd name="T10" fmla="*/ 10 w 13"/>
                <a:gd name="T11" fmla="*/ 9 h 21"/>
                <a:gd name="T12" fmla="*/ 13 w 13"/>
                <a:gd name="T13" fmla="*/ 21 h 21"/>
                <a:gd name="T14" fmla="*/ 12 w 13"/>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21">
                  <a:moveTo>
                    <a:pt x="12" y="21"/>
                  </a:moveTo>
                  <a:cubicBezTo>
                    <a:pt x="10" y="17"/>
                    <a:pt x="6" y="13"/>
                    <a:pt x="4" y="13"/>
                  </a:cubicBezTo>
                  <a:cubicBezTo>
                    <a:pt x="4" y="10"/>
                    <a:pt x="4" y="9"/>
                    <a:pt x="5" y="7"/>
                  </a:cubicBezTo>
                  <a:cubicBezTo>
                    <a:pt x="3" y="7"/>
                    <a:pt x="2" y="7"/>
                    <a:pt x="0" y="8"/>
                  </a:cubicBezTo>
                  <a:cubicBezTo>
                    <a:pt x="1" y="5"/>
                    <a:pt x="5" y="1"/>
                    <a:pt x="8" y="0"/>
                  </a:cubicBezTo>
                  <a:cubicBezTo>
                    <a:pt x="8" y="2"/>
                    <a:pt x="8" y="6"/>
                    <a:pt x="10" y="9"/>
                  </a:cubicBezTo>
                  <a:cubicBezTo>
                    <a:pt x="12" y="11"/>
                    <a:pt x="13" y="16"/>
                    <a:pt x="13" y="21"/>
                  </a:cubicBezTo>
                  <a:cubicBezTo>
                    <a:pt x="13" y="21"/>
                    <a:pt x="12" y="21"/>
                    <a:pt x="12" y="21"/>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7" name="Freeform 197"/>
            <p:cNvSpPr/>
            <p:nvPr/>
          </p:nvSpPr>
          <p:spPr bwMode="auto">
            <a:xfrm>
              <a:off x="3430588" y="2470150"/>
              <a:ext cx="53975" cy="74613"/>
            </a:xfrm>
            <a:custGeom>
              <a:avLst/>
              <a:gdLst>
                <a:gd name="T0" fmla="*/ 13 w 13"/>
                <a:gd name="T1" fmla="*/ 18 h 18"/>
                <a:gd name="T2" fmla="*/ 3 w 13"/>
                <a:gd name="T3" fmla="*/ 11 h 18"/>
                <a:gd name="T4" fmla="*/ 6 w 13"/>
                <a:gd name="T5" fmla="*/ 5 h 18"/>
                <a:gd name="T6" fmla="*/ 0 w 13"/>
                <a:gd name="T7" fmla="*/ 7 h 18"/>
                <a:gd name="T8" fmla="*/ 7 w 13"/>
                <a:gd name="T9" fmla="*/ 0 h 18"/>
                <a:gd name="T10" fmla="*/ 9 w 13"/>
                <a:gd name="T11" fmla="*/ 9 h 18"/>
                <a:gd name="T12" fmla="*/ 13 w 13"/>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3" h="18">
                  <a:moveTo>
                    <a:pt x="13" y="18"/>
                  </a:moveTo>
                  <a:cubicBezTo>
                    <a:pt x="9" y="13"/>
                    <a:pt x="6" y="11"/>
                    <a:pt x="3" y="11"/>
                  </a:cubicBezTo>
                  <a:cubicBezTo>
                    <a:pt x="4" y="9"/>
                    <a:pt x="5" y="6"/>
                    <a:pt x="6" y="5"/>
                  </a:cubicBezTo>
                  <a:cubicBezTo>
                    <a:pt x="2" y="5"/>
                    <a:pt x="1" y="6"/>
                    <a:pt x="0" y="7"/>
                  </a:cubicBezTo>
                  <a:cubicBezTo>
                    <a:pt x="0" y="4"/>
                    <a:pt x="4" y="1"/>
                    <a:pt x="7" y="0"/>
                  </a:cubicBezTo>
                  <a:cubicBezTo>
                    <a:pt x="7" y="2"/>
                    <a:pt x="7" y="6"/>
                    <a:pt x="9" y="9"/>
                  </a:cubicBezTo>
                  <a:cubicBezTo>
                    <a:pt x="11" y="11"/>
                    <a:pt x="13" y="13"/>
                    <a:pt x="13"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8" name="Freeform 198"/>
            <p:cNvSpPr/>
            <p:nvPr/>
          </p:nvSpPr>
          <p:spPr bwMode="auto">
            <a:xfrm>
              <a:off x="3481388" y="2470150"/>
              <a:ext cx="58738" cy="87313"/>
            </a:xfrm>
            <a:custGeom>
              <a:avLst/>
              <a:gdLst>
                <a:gd name="T0" fmla="*/ 3 w 14"/>
                <a:gd name="T1" fmla="*/ 21 h 21"/>
                <a:gd name="T2" fmla="*/ 11 w 14"/>
                <a:gd name="T3" fmla="*/ 14 h 21"/>
                <a:gd name="T4" fmla="*/ 10 w 14"/>
                <a:gd name="T5" fmla="*/ 8 h 21"/>
                <a:gd name="T6" fmla="*/ 14 w 14"/>
                <a:gd name="T7" fmla="*/ 9 h 21"/>
                <a:gd name="T8" fmla="*/ 6 w 14"/>
                <a:gd name="T9" fmla="*/ 0 h 21"/>
                <a:gd name="T10" fmla="*/ 4 w 14"/>
                <a:gd name="T11" fmla="*/ 9 h 21"/>
                <a:gd name="T12" fmla="*/ 0 w 14"/>
                <a:gd name="T13" fmla="*/ 21 h 21"/>
                <a:gd name="T14" fmla="*/ 1 w 14"/>
                <a:gd name="T15" fmla="*/ 21 h 21"/>
                <a:gd name="T16" fmla="*/ 3 w 14"/>
                <a:gd name="T17"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21">
                  <a:moveTo>
                    <a:pt x="3" y="21"/>
                  </a:moveTo>
                  <a:cubicBezTo>
                    <a:pt x="5" y="17"/>
                    <a:pt x="8" y="14"/>
                    <a:pt x="11" y="14"/>
                  </a:cubicBezTo>
                  <a:cubicBezTo>
                    <a:pt x="12" y="12"/>
                    <a:pt x="11" y="10"/>
                    <a:pt x="10" y="8"/>
                  </a:cubicBezTo>
                  <a:cubicBezTo>
                    <a:pt x="12" y="8"/>
                    <a:pt x="12" y="8"/>
                    <a:pt x="14" y="9"/>
                  </a:cubicBezTo>
                  <a:cubicBezTo>
                    <a:pt x="14" y="6"/>
                    <a:pt x="10" y="1"/>
                    <a:pt x="6" y="0"/>
                  </a:cubicBezTo>
                  <a:cubicBezTo>
                    <a:pt x="6" y="2"/>
                    <a:pt x="8" y="6"/>
                    <a:pt x="4" y="9"/>
                  </a:cubicBezTo>
                  <a:cubicBezTo>
                    <a:pt x="2" y="10"/>
                    <a:pt x="1" y="16"/>
                    <a:pt x="0" y="21"/>
                  </a:cubicBezTo>
                  <a:cubicBezTo>
                    <a:pt x="0" y="21"/>
                    <a:pt x="0" y="21"/>
                    <a:pt x="1" y="21"/>
                  </a:cubicBezTo>
                  <a:cubicBezTo>
                    <a:pt x="1" y="21"/>
                    <a:pt x="2" y="21"/>
                    <a:pt x="3" y="21"/>
                  </a:cubicBezTo>
                  <a:close/>
                </a:path>
              </a:pathLst>
            </a:custGeom>
            <a:solidFill>
              <a:srgbClr val="EDA2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09" name="Freeform 199"/>
            <p:cNvSpPr/>
            <p:nvPr/>
          </p:nvSpPr>
          <p:spPr bwMode="auto">
            <a:xfrm>
              <a:off x="3484563" y="2470150"/>
              <a:ext cx="55563" cy="87313"/>
            </a:xfrm>
            <a:custGeom>
              <a:avLst/>
              <a:gdLst>
                <a:gd name="T0" fmla="*/ 1 w 13"/>
                <a:gd name="T1" fmla="*/ 21 h 21"/>
                <a:gd name="T2" fmla="*/ 10 w 13"/>
                <a:gd name="T3" fmla="*/ 13 h 21"/>
                <a:gd name="T4" fmla="*/ 8 w 13"/>
                <a:gd name="T5" fmla="*/ 7 h 21"/>
                <a:gd name="T6" fmla="*/ 13 w 13"/>
                <a:gd name="T7" fmla="*/ 8 h 21"/>
                <a:gd name="T8" fmla="*/ 5 w 13"/>
                <a:gd name="T9" fmla="*/ 0 h 21"/>
                <a:gd name="T10" fmla="*/ 3 w 13"/>
                <a:gd name="T11" fmla="*/ 9 h 21"/>
                <a:gd name="T12" fmla="*/ 0 w 13"/>
                <a:gd name="T13" fmla="*/ 21 h 21"/>
                <a:gd name="T14" fmla="*/ 1 w 13"/>
                <a:gd name="T15" fmla="*/ 21 h 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21">
                  <a:moveTo>
                    <a:pt x="1" y="21"/>
                  </a:moveTo>
                  <a:cubicBezTo>
                    <a:pt x="3" y="17"/>
                    <a:pt x="7" y="13"/>
                    <a:pt x="10" y="13"/>
                  </a:cubicBezTo>
                  <a:cubicBezTo>
                    <a:pt x="10" y="10"/>
                    <a:pt x="9" y="9"/>
                    <a:pt x="8" y="7"/>
                  </a:cubicBezTo>
                  <a:cubicBezTo>
                    <a:pt x="10" y="7"/>
                    <a:pt x="11" y="7"/>
                    <a:pt x="13" y="8"/>
                  </a:cubicBezTo>
                  <a:cubicBezTo>
                    <a:pt x="12" y="5"/>
                    <a:pt x="8" y="1"/>
                    <a:pt x="5" y="0"/>
                  </a:cubicBezTo>
                  <a:cubicBezTo>
                    <a:pt x="5" y="2"/>
                    <a:pt x="5" y="6"/>
                    <a:pt x="3" y="9"/>
                  </a:cubicBezTo>
                  <a:cubicBezTo>
                    <a:pt x="1" y="10"/>
                    <a:pt x="0" y="16"/>
                    <a:pt x="0" y="21"/>
                  </a:cubicBezTo>
                  <a:cubicBezTo>
                    <a:pt x="0" y="21"/>
                    <a:pt x="1" y="21"/>
                    <a:pt x="1" y="21"/>
                  </a:cubicBezTo>
                  <a:close/>
                </a:path>
              </a:pathLst>
            </a:custGeom>
            <a:solidFill>
              <a:srgbClr val="FFAE00"/>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0" name="Freeform 200"/>
            <p:cNvSpPr/>
            <p:nvPr/>
          </p:nvSpPr>
          <p:spPr bwMode="auto">
            <a:xfrm>
              <a:off x="3484563" y="2470150"/>
              <a:ext cx="55563" cy="74613"/>
            </a:xfrm>
            <a:custGeom>
              <a:avLst/>
              <a:gdLst>
                <a:gd name="T0" fmla="*/ 0 w 13"/>
                <a:gd name="T1" fmla="*/ 18 h 18"/>
                <a:gd name="T2" fmla="*/ 9 w 13"/>
                <a:gd name="T3" fmla="*/ 11 h 18"/>
                <a:gd name="T4" fmla="*/ 6 w 13"/>
                <a:gd name="T5" fmla="*/ 5 h 18"/>
                <a:gd name="T6" fmla="*/ 13 w 13"/>
                <a:gd name="T7" fmla="*/ 7 h 18"/>
                <a:gd name="T8" fmla="*/ 5 w 13"/>
                <a:gd name="T9" fmla="*/ 0 h 18"/>
                <a:gd name="T10" fmla="*/ 3 w 13"/>
                <a:gd name="T11" fmla="*/ 9 h 18"/>
                <a:gd name="T12" fmla="*/ 0 w 13"/>
                <a:gd name="T13" fmla="*/ 18 h 18"/>
              </a:gdLst>
              <a:ahLst/>
              <a:cxnLst>
                <a:cxn ang="0">
                  <a:pos x="T0" y="T1"/>
                </a:cxn>
                <a:cxn ang="0">
                  <a:pos x="T2" y="T3"/>
                </a:cxn>
                <a:cxn ang="0">
                  <a:pos x="T4" y="T5"/>
                </a:cxn>
                <a:cxn ang="0">
                  <a:pos x="T6" y="T7"/>
                </a:cxn>
                <a:cxn ang="0">
                  <a:pos x="T8" y="T9"/>
                </a:cxn>
                <a:cxn ang="0">
                  <a:pos x="T10" y="T11"/>
                </a:cxn>
                <a:cxn ang="0">
                  <a:pos x="T12" y="T13"/>
                </a:cxn>
              </a:cxnLst>
              <a:rect l="0" t="0" r="r" b="b"/>
              <a:pathLst>
                <a:path w="13" h="18">
                  <a:moveTo>
                    <a:pt x="0" y="18"/>
                  </a:moveTo>
                  <a:cubicBezTo>
                    <a:pt x="3" y="13"/>
                    <a:pt x="7" y="11"/>
                    <a:pt x="9" y="11"/>
                  </a:cubicBezTo>
                  <a:cubicBezTo>
                    <a:pt x="8" y="9"/>
                    <a:pt x="7" y="6"/>
                    <a:pt x="6" y="5"/>
                  </a:cubicBezTo>
                  <a:cubicBezTo>
                    <a:pt x="10" y="5"/>
                    <a:pt x="11" y="6"/>
                    <a:pt x="13" y="7"/>
                  </a:cubicBezTo>
                  <a:cubicBezTo>
                    <a:pt x="12" y="4"/>
                    <a:pt x="8" y="1"/>
                    <a:pt x="5" y="0"/>
                  </a:cubicBezTo>
                  <a:cubicBezTo>
                    <a:pt x="5" y="2"/>
                    <a:pt x="5" y="6"/>
                    <a:pt x="3" y="9"/>
                  </a:cubicBezTo>
                  <a:cubicBezTo>
                    <a:pt x="1" y="11"/>
                    <a:pt x="0" y="13"/>
                    <a:pt x="0" y="1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1" name="Freeform 201"/>
            <p:cNvSpPr/>
            <p:nvPr/>
          </p:nvSpPr>
          <p:spPr bwMode="auto">
            <a:xfrm>
              <a:off x="3414713" y="2314575"/>
              <a:ext cx="136525" cy="100013"/>
            </a:xfrm>
            <a:custGeom>
              <a:avLst/>
              <a:gdLst>
                <a:gd name="T0" fmla="*/ 16 w 33"/>
                <a:gd name="T1" fmla="*/ 9 h 24"/>
                <a:gd name="T2" fmla="*/ 28 w 33"/>
                <a:gd name="T3" fmla="*/ 18 h 24"/>
                <a:gd name="T4" fmla="*/ 31 w 33"/>
                <a:gd name="T5" fmla="*/ 18 h 24"/>
                <a:gd name="T6" fmla="*/ 17 w 33"/>
                <a:gd name="T7" fmla="*/ 0 h 24"/>
                <a:gd name="T8" fmla="*/ 2 w 33"/>
                <a:gd name="T9" fmla="*/ 18 h 24"/>
                <a:gd name="T10" fmla="*/ 6 w 33"/>
                <a:gd name="T11" fmla="*/ 18 h 24"/>
                <a:gd name="T12" fmla="*/ 16 w 33"/>
                <a:gd name="T13" fmla="*/ 9 h 24"/>
              </a:gdLst>
              <a:ahLst/>
              <a:cxnLst>
                <a:cxn ang="0">
                  <a:pos x="T0" y="T1"/>
                </a:cxn>
                <a:cxn ang="0">
                  <a:pos x="T2" y="T3"/>
                </a:cxn>
                <a:cxn ang="0">
                  <a:pos x="T4" y="T5"/>
                </a:cxn>
                <a:cxn ang="0">
                  <a:pos x="T6" y="T7"/>
                </a:cxn>
                <a:cxn ang="0">
                  <a:pos x="T8" y="T9"/>
                </a:cxn>
                <a:cxn ang="0">
                  <a:pos x="T10" y="T11"/>
                </a:cxn>
                <a:cxn ang="0">
                  <a:pos x="T12" y="T13"/>
                </a:cxn>
              </a:cxnLst>
              <a:rect l="0" t="0" r="r" b="b"/>
              <a:pathLst>
                <a:path w="33" h="24">
                  <a:moveTo>
                    <a:pt x="16" y="9"/>
                  </a:moveTo>
                  <a:cubicBezTo>
                    <a:pt x="24" y="9"/>
                    <a:pt x="28" y="14"/>
                    <a:pt x="28" y="18"/>
                  </a:cubicBezTo>
                  <a:cubicBezTo>
                    <a:pt x="28" y="22"/>
                    <a:pt x="29" y="22"/>
                    <a:pt x="31" y="18"/>
                  </a:cubicBezTo>
                  <a:cubicBezTo>
                    <a:pt x="33" y="15"/>
                    <a:pt x="29" y="0"/>
                    <a:pt x="17" y="0"/>
                  </a:cubicBezTo>
                  <a:cubicBezTo>
                    <a:pt x="5" y="0"/>
                    <a:pt x="0" y="11"/>
                    <a:pt x="2" y="18"/>
                  </a:cubicBezTo>
                  <a:cubicBezTo>
                    <a:pt x="4" y="24"/>
                    <a:pt x="6" y="20"/>
                    <a:pt x="6" y="18"/>
                  </a:cubicBezTo>
                  <a:cubicBezTo>
                    <a:pt x="5" y="15"/>
                    <a:pt x="8" y="9"/>
                    <a:pt x="16" y="9"/>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2" name="Freeform 202"/>
            <p:cNvSpPr/>
            <p:nvPr/>
          </p:nvSpPr>
          <p:spPr bwMode="auto">
            <a:xfrm>
              <a:off x="3530601" y="2378075"/>
              <a:ext cx="17463" cy="33338"/>
            </a:xfrm>
            <a:custGeom>
              <a:avLst/>
              <a:gdLst>
                <a:gd name="T0" fmla="*/ 3 w 4"/>
                <a:gd name="T1" fmla="*/ 1 h 8"/>
                <a:gd name="T2" fmla="*/ 4 w 4"/>
                <a:gd name="T3" fmla="*/ 4 h 8"/>
                <a:gd name="T4" fmla="*/ 2 w 4"/>
                <a:gd name="T5" fmla="*/ 7 h 8"/>
                <a:gd name="T6" fmla="*/ 1 w 4"/>
                <a:gd name="T7" fmla="*/ 4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4" y="1"/>
                    <a:pt x="4" y="2"/>
                    <a:pt x="4" y="4"/>
                  </a:cubicBezTo>
                  <a:cubicBezTo>
                    <a:pt x="3" y="6"/>
                    <a:pt x="2" y="8"/>
                    <a:pt x="2" y="7"/>
                  </a:cubicBezTo>
                  <a:cubicBezTo>
                    <a:pt x="1" y="7"/>
                    <a:pt x="0" y="6"/>
                    <a:pt x="1" y="4"/>
                  </a:cubicBezTo>
                  <a:cubicBezTo>
                    <a:pt x="1" y="2"/>
                    <a:pt x="2" y="0"/>
                    <a:pt x="3" y="1"/>
                  </a:cubicBezTo>
                  <a:close/>
                </a:path>
              </a:pathLst>
            </a:custGeom>
            <a:solidFill>
              <a:srgbClr val="FFDDB8"/>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3" name="Freeform 203"/>
            <p:cNvSpPr/>
            <p:nvPr/>
          </p:nvSpPr>
          <p:spPr bwMode="auto">
            <a:xfrm>
              <a:off x="3417888" y="2378075"/>
              <a:ext cx="17463" cy="33338"/>
            </a:xfrm>
            <a:custGeom>
              <a:avLst/>
              <a:gdLst>
                <a:gd name="T0" fmla="*/ 1 w 4"/>
                <a:gd name="T1" fmla="*/ 1 h 8"/>
                <a:gd name="T2" fmla="*/ 0 w 4"/>
                <a:gd name="T3" fmla="*/ 4 h 8"/>
                <a:gd name="T4" fmla="*/ 3 w 4"/>
                <a:gd name="T5" fmla="*/ 7 h 8"/>
                <a:gd name="T6" fmla="*/ 3 w 4"/>
                <a:gd name="T7" fmla="*/ 4 h 8"/>
                <a:gd name="T8" fmla="*/ 1 w 4"/>
                <a:gd name="T9" fmla="*/ 1 h 8"/>
              </a:gdLst>
              <a:ahLst/>
              <a:cxnLst>
                <a:cxn ang="0">
                  <a:pos x="T0" y="T1"/>
                </a:cxn>
                <a:cxn ang="0">
                  <a:pos x="T2" y="T3"/>
                </a:cxn>
                <a:cxn ang="0">
                  <a:pos x="T4" y="T5"/>
                </a:cxn>
                <a:cxn ang="0">
                  <a:pos x="T6" y="T7"/>
                </a:cxn>
                <a:cxn ang="0">
                  <a:pos x="T8" y="T9"/>
                </a:cxn>
              </a:cxnLst>
              <a:rect l="0" t="0" r="r" b="b"/>
              <a:pathLst>
                <a:path w="4" h="8">
                  <a:moveTo>
                    <a:pt x="1" y="1"/>
                  </a:moveTo>
                  <a:cubicBezTo>
                    <a:pt x="0" y="1"/>
                    <a:pt x="0" y="2"/>
                    <a:pt x="0" y="4"/>
                  </a:cubicBezTo>
                  <a:cubicBezTo>
                    <a:pt x="1" y="6"/>
                    <a:pt x="2" y="8"/>
                    <a:pt x="3" y="7"/>
                  </a:cubicBezTo>
                  <a:cubicBezTo>
                    <a:pt x="3" y="7"/>
                    <a:pt x="4" y="6"/>
                    <a:pt x="3" y="4"/>
                  </a:cubicBezTo>
                  <a:cubicBezTo>
                    <a:pt x="3" y="2"/>
                    <a:pt x="2" y="0"/>
                    <a:pt x="1" y="1"/>
                  </a:cubicBezTo>
                  <a:close/>
                </a:path>
              </a:pathLst>
            </a:custGeom>
            <a:solidFill>
              <a:srgbClr val="F7D6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sp>
          <p:nvSpPr>
            <p:cNvPr id="414" name="Freeform 204"/>
            <p:cNvSpPr/>
            <p:nvPr/>
          </p:nvSpPr>
          <p:spPr bwMode="auto">
            <a:xfrm>
              <a:off x="3440113" y="2324100"/>
              <a:ext cx="95250" cy="57150"/>
            </a:xfrm>
            <a:custGeom>
              <a:avLst/>
              <a:gdLst>
                <a:gd name="T0" fmla="*/ 1 w 23"/>
                <a:gd name="T1" fmla="*/ 4 h 14"/>
                <a:gd name="T2" fmla="*/ 22 w 23"/>
                <a:gd name="T3" fmla="*/ 14 h 14"/>
                <a:gd name="T4" fmla="*/ 1 w 23"/>
                <a:gd name="T5" fmla="*/ 4 h 14"/>
              </a:gdLst>
              <a:ahLst/>
              <a:cxnLst>
                <a:cxn ang="0">
                  <a:pos x="T0" y="T1"/>
                </a:cxn>
                <a:cxn ang="0">
                  <a:pos x="T2" y="T3"/>
                </a:cxn>
                <a:cxn ang="0">
                  <a:pos x="T4" y="T5"/>
                </a:cxn>
              </a:cxnLst>
              <a:rect l="0" t="0" r="r" b="b"/>
              <a:pathLst>
                <a:path w="23" h="14">
                  <a:moveTo>
                    <a:pt x="1" y="4"/>
                  </a:moveTo>
                  <a:cubicBezTo>
                    <a:pt x="0" y="9"/>
                    <a:pt x="13" y="14"/>
                    <a:pt x="22" y="14"/>
                  </a:cubicBezTo>
                  <a:cubicBezTo>
                    <a:pt x="23" y="3"/>
                    <a:pt x="9" y="0"/>
                    <a:pt x="1" y="4"/>
                  </a:cubicBez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en-US" sz="2400"/>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49"/>
          <p:cNvSpPr/>
          <p:nvPr/>
        </p:nvSpPr>
        <p:spPr>
          <a:xfrm>
            <a:off x="4671502" y="2558855"/>
            <a:ext cx="6491798" cy="1469403"/>
          </a:xfrm>
          <a:custGeom>
            <a:avLst/>
            <a:gdLst>
              <a:gd name="connsiteX0" fmla="*/ 0 w 5625316"/>
              <a:gd name="connsiteY0" fmla="*/ 0 h 648959"/>
              <a:gd name="connsiteX1" fmla="*/ 5625316 w 5625316"/>
              <a:gd name="connsiteY1" fmla="*/ 0 h 648959"/>
              <a:gd name="connsiteX2" fmla="*/ 5321390 w 5625316"/>
              <a:gd name="connsiteY2" fmla="*/ 648959 h 648959"/>
              <a:gd name="connsiteX3" fmla="*/ 0 w 5625316"/>
              <a:gd name="connsiteY3" fmla="*/ 648959 h 648959"/>
            </a:gdLst>
            <a:ahLst/>
            <a:cxnLst>
              <a:cxn ang="0">
                <a:pos x="connsiteX0" y="connsiteY0"/>
              </a:cxn>
              <a:cxn ang="0">
                <a:pos x="connsiteX1" y="connsiteY1"/>
              </a:cxn>
              <a:cxn ang="0">
                <a:pos x="connsiteX2" y="connsiteY2"/>
              </a:cxn>
              <a:cxn ang="0">
                <a:pos x="connsiteX3" y="connsiteY3"/>
              </a:cxn>
            </a:cxnLst>
            <a:rect l="l" t="t" r="r" b="b"/>
            <a:pathLst>
              <a:path w="5625316" h="648959">
                <a:moveTo>
                  <a:pt x="0" y="0"/>
                </a:moveTo>
                <a:lnTo>
                  <a:pt x="5625316" y="0"/>
                </a:lnTo>
                <a:lnTo>
                  <a:pt x="5321390" y="648959"/>
                </a:lnTo>
                <a:lnTo>
                  <a:pt x="0" y="648959"/>
                </a:lnTo>
                <a:close/>
              </a:path>
            </a:pathLst>
          </a:custGeom>
          <a:solidFill>
            <a:srgbClr val="1C6B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7"/>
          <p:cNvSpPr txBox="1"/>
          <p:nvPr/>
        </p:nvSpPr>
        <p:spPr>
          <a:xfrm>
            <a:off x="5004934" y="2928320"/>
            <a:ext cx="2031325" cy="646331"/>
          </a:xfrm>
          <a:prstGeom prst="rect">
            <a:avLst/>
          </a:prstGeom>
          <a:noFill/>
        </p:spPr>
        <p:txBody>
          <a:bodyPr wrap="none" rtlCol="0">
            <a:spAutoFit/>
            <a:scene3d>
              <a:camera prst="orthographicFront"/>
              <a:lightRig rig="threePt" dir="t"/>
            </a:scene3d>
            <a:sp3d contourW="12700"/>
          </a:bodyPr>
          <a:lstStyle/>
          <a:p>
            <a:r>
              <a:rPr lang="zh-CN" altLang="en-US" sz="3600" b="1" dirty="0" smtClean="0">
                <a:solidFill>
                  <a:schemeClr val="bg1"/>
                </a:solidFill>
                <a:latin typeface="微软雅黑" panose="020B0503020204020204" pitchFamily="34" charset="-122"/>
                <a:ea typeface="微软雅黑" panose="020B0503020204020204" pitchFamily="34" charset="-122"/>
              </a:rPr>
              <a:t>关联排列</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11" name="文本框 5"/>
          <p:cNvSpPr txBox="1"/>
          <p:nvPr/>
        </p:nvSpPr>
        <p:spPr>
          <a:xfrm>
            <a:off x="1195599" y="2774431"/>
            <a:ext cx="2754665" cy="830997"/>
          </a:xfrm>
          <a:prstGeom prst="rect">
            <a:avLst/>
          </a:prstGeom>
          <a:noFill/>
        </p:spPr>
        <p:txBody>
          <a:bodyPr wrap="none" rtlCol="0">
            <a:spAutoFit/>
            <a:scene3d>
              <a:camera prst="orthographicFront"/>
              <a:lightRig rig="threePt" dir="t"/>
            </a:scene3d>
            <a:sp3d contourW="12700"/>
          </a:bodyPr>
          <a:lstStyle/>
          <a:p>
            <a:r>
              <a:rPr lang="en-US" altLang="zh-CN" sz="4800" b="1" dirty="0" smtClean="0">
                <a:solidFill>
                  <a:srgbClr val="1C6BB6"/>
                </a:solidFill>
                <a:latin typeface="微软雅黑" panose="020B0503020204020204" pitchFamily="34" charset="-122"/>
                <a:ea typeface="微软雅黑" panose="020B0503020204020204" pitchFamily="34" charset="-122"/>
              </a:rPr>
              <a:t>PART 06</a:t>
            </a:r>
            <a:endParaRPr lang="zh-CN" altLang="en-US" sz="4800" b="1" dirty="0">
              <a:solidFill>
                <a:srgbClr val="1C6BB6"/>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0" y="396"/>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pic>
        <p:nvPicPr>
          <p:cNvPr id="24" name="图片 23"/>
          <p:cNvPicPr>
            <a:picLocks noChangeAspect="1"/>
          </p:cNvPicPr>
          <p:nvPr/>
        </p:nvPicPr>
        <p:blipFill rotWithShape="1">
          <a:blip r:embed="rId1">
            <a:biLevel thresh="75000"/>
            <a:extLst>
              <a:ext uri="{BEBA8EAE-BF5A-486C-A8C5-ECC9F3942E4B}">
                <a14:imgProps xmlns:a14="http://schemas.microsoft.com/office/drawing/2010/main">
                  <a14:imgLayer r:embed="rId2">
                    <a14:imgEffect>
                      <a14:saturation sat="66000"/>
                    </a14:imgEffect>
                  </a14:imgLayer>
                </a14:imgProps>
              </a:ext>
            </a:extLst>
          </a:blip>
          <a:srcRect t="76775"/>
          <a:stretch>
            <a:fillRect/>
          </a:stretch>
        </p:blipFill>
        <p:spPr>
          <a:xfrm rot="16200000" flipV="1">
            <a:off x="955854" y="3357304"/>
            <a:ext cx="6257640" cy="268818"/>
          </a:xfrm>
          <a:prstGeom prst="rect">
            <a:avLst/>
          </a:prstGeom>
          <a:ln>
            <a:noFill/>
          </a:ln>
          <a:effectLst>
            <a:outerShdw blurRad="50800" dist="38100" dir="8100000" algn="tr" rotWithShape="0">
              <a:schemeClr val="accent2">
                <a:alpha val="40000"/>
              </a:schemeClr>
            </a:outerShdw>
          </a:effectLst>
        </p:spPr>
      </p:pic>
      <p:cxnSp>
        <p:nvCxnSpPr>
          <p:cNvPr id="20" name="直接连接符 19"/>
          <p:cNvCxnSpPr/>
          <p:nvPr/>
        </p:nvCxnSpPr>
        <p:spPr>
          <a:xfrm>
            <a:off x="0" y="6760233"/>
            <a:ext cx="12192000" cy="0"/>
          </a:xfrm>
          <a:prstGeom prst="line">
            <a:avLst/>
          </a:prstGeom>
          <a:noFill/>
          <a:ln>
            <a:solidFill>
              <a:srgbClr val="1C6BB6"/>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583501" y="471624"/>
            <a:ext cx="2177776" cy="553998"/>
            <a:chOff x="592429" y="482522"/>
            <a:chExt cx="2177776" cy="553998"/>
          </a:xfrm>
        </p:grpSpPr>
        <p:grpSp>
          <p:nvGrpSpPr>
            <p:cNvPr id="27" name="组合 26"/>
            <p:cNvGrpSpPr/>
            <p:nvPr/>
          </p:nvGrpSpPr>
          <p:grpSpPr>
            <a:xfrm>
              <a:off x="592429" y="584272"/>
              <a:ext cx="433087" cy="360490"/>
              <a:chOff x="2770053" y="2524936"/>
              <a:chExt cx="433087" cy="317447"/>
            </a:xfrm>
            <a:solidFill>
              <a:srgbClr val="2F5EB2"/>
            </a:solidFill>
          </p:grpSpPr>
          <p:sp>
            <p:nvSpPr>
              <p:cNvPr id="29"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8"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图表展示</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aphicFrame>
        <p:nvGraphicFramePr>
          <p:cNvPr id="32" name="表格 5"/>
          <p:cNvGraphicFramePr>
            <a:graphicFrameLocks noGrp="1"/>
          </p:cNvGraphicFramePr>
          <p:nvPr/>
        </p:nvGraphicFramePr>
        <p:xfrm>
          <a:off x="912788" y="1800931"/>
          <a:ext cx="10380580" cy="3471334"/>
        </p:xfrm>
        <a:graphic>
          <a:graphicData uri="http://schemas.openxmlformats.org/drawingml/2006/table">
            <a:tbl>
              <a:tblPr firstRow="1" bandRow="1">
                <a:tableStyleId>{5C22544A-7EE6-4342-B048-85BDC9FD1C3A}</a:tableStyleId>
              </a:tblPr>
              <a:tblGrid>
                <a:gridCol w="2076116"/>
                <a:gridCol w="2076116"/>
                <a:gridCol w="2076116"/>
                <a:gridCol w="2076116"/>
                <a:gridCol w="2076116"/>
              </a:tblGrid>
              <a:tr h="496122">
                <a:tc>
                  <a:txBody>
                    <a:bodyPr/>
                    <a:lstStyle/>
                    <a:p>
                      <a:pPr algn="ctr"/>
                      <a:r>
                        <a:rPr lang="zh-CN" altLang="en-US" sz="1600" b="0" i="0" dirty="0">
                          <a:latin typeface="微软雅黑" panose="020B0503020204020204" pitchFamily="34" charset="-122"/>
                          <a:ea typeface="微软雅黑" panose="020B0503020204020204" pitchFamily="34" charset="-122"/>
                          <a:cs typeface="字魂105号-简雅黑" panose="00000500000000000000" pitchFamily="2" charset="-122"/>
                        </a:rPr>
                        <a:t>输入标题</a:t>
                      </a:r>
                      <a:endParaRPr lang="zh-CN" altLang="en-US" sz="1600" b="0" i="0" dirty="0">
                        <a:latin typeface="微软雅黑" panose="020B0503020204020204" pitchFamily="34" charset="-122"/>
                        <a:ea typeface="微软雅黑" panose="020B0503020204020204" pitchFamily="34" charset="-122"/>
                        <a:cs typeface="字魂105号-简雅黑" panose="00000500000000000000"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algn="ctr" defTabSz="914400" rtl="0" eaLnBrk="1" latinLnBrk="0" hangingPunct="1"/>
                      <a:r>
                        <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rPr>
                        <a:t>输入标题</a:t>
                      </a:r>
                      <a:endPar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algn="ctr" defTabSz="914400" rtl="0" eaLnBrk="1" latinLnBrk="0" hangingPunct="1"/>
                      <a:r>
                        <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rPr>
                        <a:t>输入标题</a:t>
                      </a:r>
                      <a:endPar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algn="ctr" defTabSz="914400" rtl="0" eaLnBrk="1" latinLnBrk="0" hangingPunct="1"/>
                      <a:r>
                        <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rPr>
                        <a:t>输入标题</a:t>
                      </a:r>
                      <a:endPar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algn="ctr" defTabSz="914400" rtl="0" eaLnBrk="1" latinLnBrk="0" hangingPunct="1"/>
                      <a:r>
                        <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rPr>
                        <a:t>输入标题</a:t>
                      </a:r>
                      <a:endParaRPr lang="zh-CN" altLang="en-US" sz="1600" b="0" i="0" kern="1200" dirty="0">
                        <a:solidFill>
                          <a:schemeClr val="lt1"/>
                        </a:solidFill>
                        <a:latin typeface="微软雅黑" panose="020B0503020204020204" pitchFamily="34" charset="-122"/>
                        <a:ea typeface="微软雅黑" panose="020B0503020204020204" pitchFamily="34" charset="-122"/>
                        <a:cs typeface="字魂105号-简雅黑" panose="00000500000000000000"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40000"/>
                        <a:lumOff val="60000"/>
                      </a:schemeClr>
                    </a:solidFill>
                  </a:tcPr>
                </a:tc>
              </a:tr>
              <a:tr h="496122">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r>
              <a:tr h="496122">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r h="494602">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96122">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r h="496122">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r>
              <a:tr h="496122">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rPr>
                        <a:t>文字描述</a:t>
                      </a:r>
                      <a:endParaRPr lang="zh-CN" altLang="en-US" sz="1000" kern="1200" dirty="0">
                        <a:solidFill>
                          <a:schemeClr val="bg1">
                            <a:lumMod val="50000"/>
                          </a:schemeClr>
                        </a:solidFill>
                        <a:latin typeface="微软雅黑 Light" panose="020B0502040204020203" pitchFamily="34" charset="-122"/>
                        <a:ea typeface="微软雅黑 Light" panose="020B0502040204020203" pitchFamily="34" charset="-122"/>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r>
            </a:tbl>
          </a:graphicData>
        </a:graphic>
      </p:graphicFrame>
      <p:sp>
        <p:nvSpPr>
          <p:cNvPr id="33" name="文本框 32"/>
          <p:cNvSpPr txBox="1"/>
          <p:nvPr/>
        </p:nvSpPr>
        <p:spPr>
          <a:xfrm>
            <a:off x="912788" y="5500580"/>
            <a:ext cx="10380580" cy="411588"/>
          </a:xfrm>
          <a:prstGeom prst="rect">
            <a:avLst/>
          </a:prstGeom>
          <a:noFill/>
        </p:spPr>
        <p:txBody>
          <a:bodyPr wrap="square" rtlCol="0">
            <a:spAutoFit/>
          </a:bodyPr>
          <a:lstStyle/>
          <a:p>
            <a:pPr>
              <a:lnSpc>
                <a:spcPct val="120000"/>
              </a:lnSpc>
            </a:pPr>
            <a:r>
              <a:rPr lang="zh-CN" altLang="en-US" sz="9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文字描述文字描述文字描述文字描述文字描述文字描述文字描述文字描述字描述文字文字描述文字描述文字描述文字描述文字描述文字描述文字描述文字描述字描述</a:t>
            </a:r>
            <a:endParaRPr lang="en-US" altLang="zh-CN" sz="900"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2"/>
          <p:cNvGraphicFramePr/>
          <p:nvPr/>
        </p:nvGraphicFramePr>
        <p:xfrm>
          <a:off x="1084306" y="2148313"/>
          <a:ext cx="5447574" cy="3661484"/>
        </p:xfrm>
        <a:graphic>
          <a:graphicData uri="http://schemas.openxmlformats.org/drawingml/2006/chart">
            <c:chart xmlns:c="http://schemas.openxmlformats.org/drawingml/2006/chart" xmlns:r="http://schemas.openxmlformats.org/officeDocument/2006/relationships" r:id="rId1"/>
          </a:graphicData>
        </a:graphic>
      </p:graphicFrame>
      <p:sp>
        <p:nvSpPr>
          <p:cNvPr id="3" name="Oval 13"/>
          <p:cNvSpPr/>
          <p:nvPr/>
        </p:nvSpPr>
        <p:spPr>
          <a:xfrm>
            <a:off x="6892317" y="2536187"/>
            <a:ext cx="571172" cy="574448"/>
          </a:xfrm>
          <a:prstGeom prst="ellipse">
            <a:avLst/>
          </a:prstGeom>
          <a:solidFill>
            <a:srgbClr val="48BAF8"/>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20000"/>
              </a:lnSpc>
              <a:spcBef>
                <a:spcPts val="0"/>
              </a:spcBef>
              <a:spcAft>
                <a:spcPts val="0"/>
              </a:spcAft>
            </a:pPr>
            <a:endParaRPr lang="en-US" sz="8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Oval 15"/>
          <p:cNvSpPr/>
          <p:nvPr/>
        </p:nvSpPr>
        <p:spPr>
          <a:xfrm>
            <a:off x="6892317" y="3336204"/>
            <a:ext cx="571172" cy="574448"/>
          </a:xfrm>
          <a:prstGeom prst="ellipse">
            <a:avLst/>
          </a:prstGeom>
          <a:solidFill>
            <a:schemeClr val="tx2">
              <a:lumMod val="40000"/>
              <a:lumOff val="6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20000"/>
              </a:lnSpc>
              <a:spcBef>
                <a:spcPts val="0"/>
              </a:spcBef>
              <a:spcAft>
                <a:spcPts val="0"/>
              </a:spcAft>
            </a:pPr>
            <a:endParaRPr lang="en-US" sz="8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Oval 17"/>
          <p:cNvSpPr/>
          <p:nvPr/>
        </p:nvSpPr>
        <p:spPr>
          <a:xfrm>
            <a:off x="6892317" y="4131534"/>
            <a:ext cx="571172" cy="574448"/>
          </a:xfrm>
          <a:prstGeom prst="ellipse">
            <a:avLst/>
          </a:prstGeom>
          <a:solidFill>
            <a:srgbClr val="DAB971"/>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20000"/>
              </a:lnSpc>
              <a:spcBef>
                <a:spcPts val="0"/>
              </a:spcBef>
              <a:spcAft>
                <a:spcPts val="0"/>
              </a:spcAft>
            </a:pPr>
            <a:endParaRPr lang="en-US" sz="8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Oval 19"/>
          <p:cNvSpPr/>
          <p:nvPr/>
        </p:nvSpPr>
        <p:spPr>
          <a:xfrm>
            <a:off x="6892317" y="4891319"/>
            <a:ext cx="571172" cy="574448"/>
          </a:xfrm>
          <a:prstGeom prst="ellipse">
            <a:avLst/>
          </a:prstGeom>
          <a:solidFill>
            <a:srgbClr val="015BAB"/>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lnSpc>
                <a:spcPct val="120000"/>
              </a:lnSpc>
              <a:spcBef>
                <a:spcPts val="0"/>
              </a:spcBef>
              <a:spcAft>
                <a:spcPts val="0"/>
              </a:spcAft>
            </a:pPr>
            <a:endParaRPr lang="en-US" sz="80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35"/>
          <p:cNvSpPr>
            <a:spLocks noEditPoints="1"/>
          </p:cNvSpPr>
          <p:nvPr/>
        </p:nvSpPr>
        <p:spPr bwMode="auto">
          <a:xfrm>
            <a:off x="6968639" y="2682233"/>
            <a:ext cx="418529" cy="282357"/>
          </a:xfrm>
          <a:custGeom>
            <a:avLst/>
            <a:gdLst>
              <a:gd name="T0" fmla="*/ 135 w 157"/>
              <a:gd name="T1" fmla="*/ 46 h 106"/>
              <a:gd name="T2" fmla="*/ 136 w 157"/>
              <a:gd name="T3" fmla="*/ 37 h 106"/>
              <a:gd name="T4" fmla="*/ 99 w 157"/>
              <a:gd name="T5" fmla="*/ 0 h 106"/>
              <a:gd name="T6" fmla="*/ 73 w 157"/>
              <a:gd name="T7" fmla="*/ 18 h 106"/>
              <a:gd name="T8" fmla="*/ 45 w 157"/>
              <a:gd name="T9" fmla="*/ 8 h 106"/>
              <a:gd name="T10" fmla="*/ 19 w 157"/>
              <a:gd name="T11" fmla="*/ 39 h 106"/>
              <a:gd name="T12" fmla="*/ 20 w 157"/>
              <a:gd name="T13" fmla="*/ 47 h 106"/>
              <a:gd name="T14" fmla="*/ 0 w 157"/>
              <a:gd name="T15" fmla="*/ 75 h 106"/>
              <a:gd name="T16" fmla="*/ 31 w 157"/>
              <a:gd name="T17" fmla="*/ 106 h 106"/>
              <a:gd name="T18" fmla="*/ 126 w 157"/>
              <a:gd name="T19" fmla="*/ 106 h 106"/>
              <a:gd name="T20" fmla="*/ 157 w 157"/>
              <a:gd name="T21" fmla="*/ 75 h 106"/>
              <a:gd name="T22" fmla="*/ 135 w 157"/>
              <a:gd name="T23" fmla="*/ 46 h 106"/>
              <a:gd name="T24" fmla="*/ 120 w 157"/>
              <a:gd name="T25" fmla="*/ 100 h 106"/>
              <a:gd name="T26" fmla="*/ 79 w 157"/>
              <a:gd name="T27" fmla="*/ 100 h 106"/>
              <a:gd name="T28" fmla="*/ 103 w 157"/>
              <a:gd name="T29" fmla="*/ 75 h 106"/>
              <a:gd name="T30" fmla="*/ 102 w 157"/>
              <a:gd name="T31" fmla="*/ 72 h 106"/>
              <a:gd name="T32" fmla="*/ 92 w 157"/>
              <a:gd name="T33" fmla="*/ 72 h 106"/>
              <a:gd name="T34" fmla="*/ 92 w 157"/>
              <a:gd name="T35" fmla="*/ 68 h 106"/>
              <a:gd name="T36" fmla="*/ 92 w 157"/>
              <a:gd name="T37" fmla="*/ 37 h 106"/>
              <a:gd name="T38" fmla="*/ 90 w 157"/>
              <a:gd name="T39" fmla="*/ 35 h 106"/>
              <a:gd name="T40" fmla="*/ 64 w 157"/>
              <a:gd name="T41" fmla="*/ 35 h 106"/>
              <a:gd name="T42" fmla="*/ 62 w 157"/>
              <a:gd name="T43" fmla="*/ 37 h 106"/>
              <a:gd name="T44" fmla="*/ 62 w 157"/>
              <a:gd name="T45" fmla="*/ 68 h 106"/>
              <a:gd name="T46" fmla="*/ 62 w 157"/>
              <a:gd name="T47" fmla="*/ 73 h 106"/>
              <a:gd name="T48" fmla="*/ 51 w 157"/>
              <a:gd name="T49" fmla="*/ 73 h 106"/>
              <a:gd name="T50" fmla="*/ 50 w 157"/>
              <a:gd name="T51" fmla="*/ 76 h 106"/>
              <a:gd name="T52" fmla="*/ 75 w 157"/>
              <a:gd name="T53" fmla="*/ 100 h 106"/>
              <a:gd name="T54" fmla="*/ 38 w 157"/>
              <a:gd name="T55" fmla="*/ 100 h 106"/>
              <a:gd name="T56" fmla="*/ 11 w 157"/>
              <a:gd name="T57" fmla="*/ 74 h 106"/>
              <a:gd name="T58" fmla="*/ 29 w 157"/>
              <a:gd name="T59" fmla="*/ 50 h 106"/>
              <a:gd name="T60" fmla="*/ 28 w 157"/>
              <a:gd name="T61" fmla="*/ 44 h 106"/>
              <a:gd name="T62" fmla="*/ 50 w 157"/>
              <a:gd name="T63" fmla="*/ 17 h 106"/>
              <a:gd name="T64" fmla="*/ 74 w 157"/>
              <a:gd name="T65" fmla="*/ 29 h 106"/>
              <a:gd name="T66" fmla="*/ 97 w 157"/>
              <a:gd name="T67" fmla="*/ 10 h 106"/>
              <a:gd name="T68" fmla="*/ 128 w 157"/>
              <a:gd name="T69" fmla="*/ 42 h 106"/>
              <a:gd name="T70" fmla="*/ 127 w 157"/>
              <a:gd name="T71" fmla="*/ 49 h 106"/>
              <a:gd name="T72" fmla="*/ 147 w 157"/>
              <a:gd name="T73" fmla="*/ 74 h 106"/>
              <a:gd name="T74" fmla="*/ 120 w 157"/>
              <a:gd name="T75" fmla="*/ 10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7" h="106">
                <a:moveTo>
                  <a:pt x="135" y="46"/>
                </a:moveTo>
                <a:cubicBezTo>
                  <a:pt x="136" y="43"/>
                  <a:pt x="136" y="40"/>
                  <a:pt x="136" y="37"/>
                </a:cubicBezTo>
                <a:cubicBezTo>
                  <a:pt x="136" y="16"/>
                  <a:pt x="120" y="0"/>
                  <a:pt x="99" y="0"/>
                </a:cubicBezTo>
                <a:cubicBezTo>
                  <a:pt x="76" y="0"/>
                  <a:pt x="73" y="18"/>
                  <a:pt x="73" y="18"/>
                </a:cubicBezTo>
                <a:cubicBezTo>
                  <a:pt x="73" y="18"/>
                  <a:pt x="63" y="6"/>
                  <a:pt x="45" y="8"/>
                </a:cubicBezTo>
                <a:cubicBezTo>
                  <a:pt x="30" y="11"/>
                  <a:pt x="19" y="25"/>
                  <a:pt x="19" y="39"/>
                </a:cubicBezTo>
                <a:cubicBezTo>
                  <a:pt x="19" y="42"/>
                  <a:pt x="20" y="44"/>
                  <a:pt x="20" y="47"/>
                </a:cubicBezTo>
                <a:cubicBezTo>
                  <a:pt x="9" y="51"/>
                  <a:pt x="0" y="62"/>
                  <a:pt x="0" y="75"/>
                </a:cubicBezTo>
                <a:cubicBezTo>
                  <a:pt x="0" y="92"/>
                  <a:pt x="14" y="106"/>
                  <a:pt x="31" y="106"/>
                </a:cubicBezTo>
                <a:cubicBezTo>
                  <a:pt x="126" y="106"/>
                  <a:pt x="126" y="106"/>
                  <a:pt x="126" y="106"/>
                </a:cubicBezTo>
                <a:cubicBezTo>
                  <a:pt x="143" y="106"/>
                  <a:pt x="157" y="92"/>
                  <a:pt x="157" y="75"/>
                </a:cubicBezTo>
                <a:cubicBezTo>
                  <a:pt x="157" y="62"/>
                  <a:pt x="148" y="50"/>
                  <a:pt x="135" y="46"/>
                </a:cubicBezTo>
                <a:close/>
                <a:moveTo>
                  <a:pt x="120" y="100"/>
                </a:moveTo>
                <a:cubicBezTo>
                  <a:pt x="79" y="100"/>
                  <a:pt x="79" y="100"/>
                  <a:pt x="79" y="100"/>
                </a:cubicBezTo>
                <a:cubicBezTo>
                  <a:pt x="82" y="97"/>
                  <a:pt x="103" y="75"/>
                  <a:pt x="103" y="75"/>
                </a:cubicBezTo>
                <a:cubicBezTo>
                  <a:pt x="103" y="75"/>
                  <a:pt x="106" y="72"/>
                  <a:pt x="102" y="72"/>
                </a:cubicBezTo>
                <a:cubicBezTo>
                  <a:pt x="98" y="72"/>
                  <a:pt x="92" y="72"/>
                  <a:pt x="92" y="72"/>
                </a:cubicBezTo>
                <a:cubicBezTo>
                  <a:pt x="92" y="72"/>
                  <a:pt x="92" y="70"/>
                  <a:pt x="92" y="68"/>
                </a:cubicBezTo>
                <a:cubicBezTo>
                  <a:pt x="92" y="59"/>
                  <a:pt x="92" y="43"/>
                  <a:pt x="92" y="37"/>
                </a:cubicBezTo>
                <a:cubicBezTo>
                  <a:pt x="92" y="37"/>
                  <a:pt x="92" y="35"/>
                  <a:pt x="90" y="35"/>
                </a:cubicBezTo>
                <a:cubicBezTo>
                  <a:pt x="88" y="35"/>
                  <a:pt x="67" y="35"/>
                  <a:pt x="64" y="35"/>
                </a:cubicBezTo>
                <a:cubicBezTo>
                  <a:pt x="61" y="35"/>
                  <a:pt x="62" y="37"/>
                  <a:pt x="62" y="37"/>
                </a:cubicBezTo>
                <a:cubicBezTo>
                  <a:pt x="62" y="44"/>
                  <a:pt x="62" y="59"/>
                  <a:pt x="62" y="68"/>
                </a:cubicBezTo>
                <a:cubicBezTo>
                  <a:pt x="62" y="71"/>
                  <a:pt x="62" y="73"/>
                  <a:pt x="62" y="73"/>
                </a:cubicBezTo>
                <a:cubicBezTo>
                  <a:pt x="62" y="73"/>
                  <a:pt x="54" y="73"/>
                  <a:pt x="51" y="73"/>
                </a:cubicBezTo>
                <a:cubicBezTo>
                  <a:pt x="47" y="73"/>
                  <a:pt x="50" y="76"/>
                  <a:pt x="50" y="76"/>
                </a:cubicBezTo>
                <a:cubicBezTo>
                  <a:pt x="75" y="100"/>
                  <a:pt x="75" y="100"/>
                  <a:pt x="75" y="100"/>
                </a:cubicBezTo>
                <a:cubicBezTo>
                  <a:pt x="38" y="100"/>
                  <a:pt x="38" y="100"/>
                  <a:pt x="38" y="100"/>
                </a:cubicBezTo>
                <a:cubicBezTo>
                  <a:pt x="23" y="100"/>
                  <a:pt x="11" y="88"/>
                  <a:pt x="11" y="74"/>
                </a:cubicBezTo>
                <a:cubicBezTo>
                  <a:pt x="11" y="63"/>
                  <a:pt x="18" y="53"/>
                  <a:pt x="29" y="50"/>
                </a:cubicBezTo>
                <a:cubicBezTo>
                  <a:pt x="28" y="48"/>
                  <a:pt x="28" y="46"/>
                  <a:pt x="28" y="44"/>
                </a:cubicBezTo>
                <a:cubicBezTo>
                  <a:pt x="28" y="31"/>
                  <a:pt x="37" y="19"/>
                  <a:pt x="50" y="17"/>
                </a:cubicBezTo>
                <a:cubicBezTo>
                  <a:pt x="65" y="15"/>
                  <a:pt x="74" y="29"/>
                  <a:pt x="74" y="29"/>
                </a:cubicBezTo>
                <a:cubicBezTo>
                  <a:pt x="74" y="29"/>
                  <a:pt x="77" y="10"/>
                  <a:pt x="97" y="10"/>
                </a:cubicBezTo>
                <a:cubicBezTo>
                  <a:pt x="115" y="10"/>
                  <a:pt x="128" y="24"/>
                  <a:pt x="128" y="42"/>
                </a:cubicBezTo>
                <a:cubicBezTo>
                  <a:pt x="128" y="44"/>
                  <a:pt x="127" y="47"/>
                  <a:pt x="127" y="49"/>
                </a:cubicBezTo>
                <a:cubicBezTo>
                  <a:pt x="138" y="53"/>
                  <a:pt x="147" y="62"/>
                  <a:pt x="147" y="74"/>
                </a:cubicBezTo>
                <a:cubicBezTo>
                  <a:pt x="147" y="88"/>
                  <a:pt x="135" y="100"/>
                  <a:pt x="120" y="100"/>
                </a:cubicBezTo>
                <a:close/>
              </a:path>
            </a:pathLst>
          </a:custGeom>
          <a:solidFill>
            <a:schemeClr val="bg1"/>
          </a:solidFill>
          <a:ln>
            <a:noFill/>
          </a:ln>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106"/>
          <p:cNvSpPr>
            <a:spLocks noEditPoints="1"/>
          </p:cNvSpPr>
          <p:nvPr/>
        </p:nvSpPr>
        <p:spPr bwMode="auto">
          <a:xfrm>
            <a:off x="7070767" y="4257913"/>
            <a:ext cx="214271" cy="288364"/>
          </a:xfrm>
          <a:custGeom>
            <a:avLst/>
            <a:gdLst>
              <a:gd name="T0" fmla="*/ 0 w 107"/>
              <a:gd name="T1" fmla="*/ 0 h 144"/>
              <a:gd name="T2" fmla="*/ 0 w 107"/>
              <a:gd name="T3" fmla="*/ 144 h 144"/>
              <a:gd name="T4" fmla="*/ 80 w 107"/>
              <a:gd name="T5" fmla="*/ 144 h 144"/>
              <a:gd name="T6" fmla="*/ 107 w 107"/>
              <a:gd name="T7" fmla="*/ 113 h 144"/>
              <a:gd name="T8" fmla="*/ 107 w 107"/>
              <a:gd name="T9" fmla="*/ 0 h 144"/>
              <a:gd name="T10" fmla="*/ 0 w 107"/>
              <a:gd name="T11" fmla="*/ 0 h 144"/>
              <a:gd name="T12" fmla="*/ 9 w 107"/>
              <a:gd name="T13" fmla="*/ 134 h 144"/>
              <a:gd name="T14" fmla="*/ 9 w 107"/>
              <a:gd name="T15" fmla="*/ 9 h 144"/>
              <a:gd name="T16" fmla="*/ 99 w 107"/>
              <a:gd name="T17" fmla="*/ 9 h 144"/>
              <a:gd name="T18" fmla="*/ 99 w 107"/>
              <a:gd name="T19" fmla="*/ 102 h 144"/>
              <a:gd name="T20" fmla="*/ 72 w 107"/>
              <a:gd name="T21" fmla="*/ 102 h 144"/>
              <a:gd name="T22" fmla="*/ 72 w 107"/>
              <a:gd name="T23" fmla="*/ 134 h 144"/>
              <a:gd name="T24" fmla="*/ 9 w 107"/>
              <a:gd name="T25" fmla="*/ 13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7" h="144">
                <a:moveTo>
                  <a:pt x="0" y="0"/>
                </a:moveTo>
                <a:lnTo>
                  <a:pt x="0" y="144"/>
                </a:lnTo>
                <a:lnTo>
                  <a:pt x="80" y="144"/>
                </a:lnTo>
                <a:lnTo>
                  <a:pt x="107" y="113"/>
                </a:lnTo>
                <a:lnTo>
                  <a:pt x="107" y="0"/>
                </a:lnTo>
                <a:lnTo>
                  <a:pt x="0" y="0"/>
                </a:lnTo>
                <a:close/>
                <a:moveTo>
                  <a:pt x="9" y="134"/>
                </a:moveTo>
                <a:lnTo>
                  <a:pt x="9" y="9"/>
                </a:lnTo>
                <a:lnTo>
                  <a:pt x="99" y="9"/>
                </a:lnTo>
                <a:lnTo>
                  <a:pt x="99" y="102"/>
                </a:lnTo>
                <a:lnTo>
                  <a:pt x="72" y="102"/>
                </a:lnTo>
                <a:lnTo>
                  <a:pt x="72" y="134"/>
                </a:lnTo>
                <a:lnTo>
                  <a:pt x="9" y="134"/>
                </a:lnTo>
                <a:close/>
              </a:path>
            </a:pathLst>
          </a:custGeom>
          <a:solidFill>
            <a:schemeClr val="bg1"/>
          </a:solidFill>
          <a:ln>
            <a:noFill/>
          </a:ln>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3" name="Group 23"/>
          <p:cNvGrpSpPr/>
          <p:nvPr/>
        </p:nvGrpSpPr>
        <p:grpSpPr>
          <a:xfrm>
            <a:off x="7065762" y="3456216"/>
            <a:ext cx="224283" cy="334423"/>
            <a:chOff x="4669866" y="3800264"/>
            <a:chExt cx="279527" cy="416797"/>
          </a:xfrm>
          <a:solidFill>
            <a:schemeClr val="bg1"/>
          </a:solidFill>
        </p:grpSpPr>
        <p:sp>
          <p:nvSpPr>
            <p:cNvPr id="14" name="Freeform 141"/>
            <p:cNvSpPr>
              <a:spLocks noEditPoints="1"/>
            </p:cNvSpPr>
            <p:nvPr/>
          </p:nvSpPr>
          <p:spPr bwMode="auto">
            <a:xfrm>
              <a:off x="4669866" y="3800264"/>
              <a:ext cx="279527" cy="316965"/>
            </a:xfrm>
            <a:custGeom>
              <a:avLst/>
              <a:gdLst>
                <a:gd name="T0" fmla="*/ 84 w 84"/>
                <a:gd name="T1" fmla="*/ 42 h 95"/>
                <a:gd name="T2" fmla="*/ 42 w 84"/>
                <a:gd name="T3" fmla="*/ 0 h 95"/>
                <a:gd name="T4" fmla="*/ 0 w 84"/>
                <a:gd name="T5" fmla="*/ 42 h 95"/>
                <a:gd name="T6" fmla="*/ 28 w 84"/>
                <a:gd name="T7" fmla="*/ 81 h 95"/>
                <a:gd name="T8" fmla="*/ 25 w 84"/>
                <a:gd name="T9" fmla="*/ 81 h 95"/>
                <a:gd name="T10" fmla="*/ 25 w 84"/>
                <a:gd name="T11" fmla="*/ 95 h 95"/>
                <a:gd name="T12" fmla="*/ 60 w 84"/>
                <a:gd name="T13" fmla="*/ 95 h 95"/>
                <a:gd name="T14" fmla="*/ 60 w 84"/>
                <a:gd name="T15" fmla="*/ 81 h 95"/>
                <a:gd name="T16" fmla="*/ 57 w 84"/>
                <a:gd name="T17" fmla="*/ 81 h 95"/>
                <a:gd name="T18" fmla="*/ 84 w 84"/>
                <a:gd name="T19" fmla="*/ 42 h 95"/>
                <a:gd name="T20" fmla="*/ 42 w 84"/>
                <a:gd name="T21" fmla="*/ 77 h 95"/>
                <a:gd name="T22" fmla="*/ 7 w 84"/>
                <a:gd name="T23" fmla="*/ 42 h 95"/>
                <a:gd name="T24" fmla="*/ 42 w 84"/>
                <a:gd name="T25" fmla="*/ 7 h 95"/>
                <a:gd name="T26" fmla="*/ 77 w 84"/>
                <a:gd name="T27" fmla="*/ 42 h 95"/>
                <a:gd name="T28" fmla="*/ 42 w 84"/>
                <a:gd name="T29"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95">
                  <a:moveTo>
                    <a:pt x="84" y="42"/>
                  </a:moveTo>
                  <a:cubicBezTo>
                    <a:pt x="84" y="19"/>
                    <a:pt x="65" y="0"/>
                    <a:pt x="42" y="0"/>
                  </a:cubicBezTo>
                  <a:cubicBezTo>
                    <a:pt x="19" y="0"/>
                    <a:pt x="0" y="19"/>
                    <a:pt x="0" y="42"/>
                  </a:cubicBezTo>
                  <a:cubicBezTo>
                    <a:pt x="0" y="60"/>
                    <a:pt x="12" y="75"/>
                    <a:pt x="28" y="81"/>
                  </a:cubicBezTo>
                  <a:cubicBezTo>
                    <a:pt x="25" y="81"/>
                    <a:pt x="25" y="81"/>
                    <a:pt x="25" y="81"/>
                  </a:cubicBezTo>
                  <a:cubicBezTo>
                    <a:pt x="25" y="95"/>
                    <a:pt x="25" y="95"/>
                    <a:pt x="25" y="95"/>
                  </a:cubicBezTo>
                  <a:cubicBezTo>
                    <a:pt x="60" y="95"/>
                    <a:pt x="60" y="95"/>
                    <a:pt x="60" y="95"/>
                  </a:cubicBezTo>
                  <a:cubicBezTo>
                    <a:pt x="60" y="81"/>
                    <a:pt x="60" y="81"/>
                    <a:pt x="60" y="81"/>
                  </a:cubicBezTo>
                  <a:cubicBezTo>
                    <a:pt x="57" y="81"/>
                    <a:pt x="57" y="81"/>
                    <a:pt x="57" y="81"/>
                  </a:cubicBezTo>
                  <a:cubicBezTo>
                    <a:pt x="73" y="75"/>
                    <a:pt x="84" y="60"/>
                    <a:pt x="84" y="42"/>
                  </a:cubicBezTo>
                  <a:close/>
                  <a:moveTo>
                    <a:pt x="42" y="77"/>
                  </a:moveTo>
                  <a:cubicBezTo>
                    <a:pt x="23" y="77"/>
                    <a:pt x="7" y="61"/>
                    <a:pt x="7" y="42"/>
                  </a:cubicBezTo>
                  <a:cubicBezTo>
                    <a:pt x="7" y="23"/>
                    <a:pt x="23" y="7"/>
                    <a:pt x="42" y="7"/>
                  </a:cubicBezTo>
                  <a:cubicBezTo>
                    <a:pt x="62" y="7"/>
                    <a:pt x="77" y="23"/>
                    <a:pt x="77" y="42"/>
                  </a:cubicBezTo>
                  <a:cubicBezTo>
                    <a:pt x="77" y="61"/>
                    <a:pt x="62" y="77"/>
                    <a:pt x="42"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Rectangle 142"/>
            <p:cNvSpPr>
              <a:spLocks noChangeArrowheads="1"/>
            </p:cNvSpPr>
            <p:nvPr/>
          </p:nvSpPr>
          <p:spPr bwMode="auto">
            <a:xfrm>
              <a:off x="4752226" y="4127210"/>
              <a:ext cx="117302" cy="424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43"/>
            <p:cNvSpPr/>
            <p:nvPr/>
          </p:nvSpPr>
          <p:spPr bwMode="auto">
            <a:xfrm>
              <a:off x="4752226" y="4179623"/>
              <a:ext cx="117302" cy="37438"/>
            </a:xfrm>
            <a:custGeom>
              <a:avLst/>
              <a:gdLst>
                <a:gd name="T0" fmla="*/ 0 w 47"/>
                <a:gd name="T1" fmla="*/ 9 h 15"/>
                <a:gd name="T2" fmla="*/ 16 w 47"/>
                <a:gd name="T3" fmla="*/ 9 h 15"/>
                <a:gd name="T4" fmla="*/ 16 w 47"/>
                <a:gd name="T5" fmla="*/ 15 h 15"/>
                <a:gd name="T6" fmla="*/ 31 w 47"/>
                <a:gd name="T7" fmla="*/ 15 h 15"/>
                <a:gd name="T8" fmla="*/ 31 w 47"/>
                <a:gd name="T9" fmla="*/ 9 h 15"/>
                <a:gd name="T10" fmla="*/ 47 w 47"/>
                <a:gd name="T11" fmla="*/ 9 h 15"/>
                <a:gd name="T12" fmla="*/ 47 w 47"/>
                <a:gd name="T13" fmla="*/ 0 h 15"/>
                <a:gd name="T14" fmla="*/ 0 w 47"/>
                <a:gd name="T15" fmla="*/ 0 h 15"/>
                <a:gd name="T16" fmla="*/ 0 w 47"/>
                <a:gd name="T1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5">
                  <a:moveTo>
                    <a:pt x="0" y="9"/>
                  </a:moveTo>
                  <a:lnTo>
                    <a:pt x="16" y="9"/>
                  </a:lnTo>
                  <a:lnTo>
                    <a:pt x="16" y="15"/>
                  </a:lnTo>
                  <a:lnTo>
                    <a:pt x="31" y="15"/>
                  </a:lnTo>
                  <a:lnTo>
                    <a:pt x="31" y="9"/>
                  </a:lnTo>
                  <a:lnTo>
                    <a:pt x="47" y="9"/>
                  </a:lnTo>
                  <a:lnTo>
                    <a:pt x="47" y="0"/>
                  </a:lnTo>
                  <a:lnTo>
                    <a:pt x="0"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44"/>
            <p:cNvSpPr>
              <a:spLocks noEditPoints="1"/>
            </p:cNvSpPr>
            <p:nvPr/>
          </p:nvSpPr>
          <p:spPr bwMode="auto">
            <a:xfrm>
              <a:off x="4769697" y="3890112"/>
              <a:ext cx="82362" cy="162227"/>
            </a:xfrm>
            <a:custGeom>
              <a:avLst/>
              <a:gdLst>
                <a:gd name="T0" fmla="*/ 32 w 33"/>
                <a:gd name="T1" fmla="*/ 3 h 65"/>
                <a:gd name="T2" fmla="*/ 28 w 33"/>
                <a:gd name="T3" fmla="*/ 0 h 65"/>
                <a:gd name="T4" fmla="*/ 16 w 33"/>
                <a:gd name="T5" fmla="*/ 5 h 65"/>
                <a:gd name="T6" fmla="*/ 4 w 33"/>
                <a:gd name="T7" fmla="*/ 0 h 65"/>
                <a:gd name="T8" fmla="*/ 0 w 33"/>
                <a:gd name="T9" fmla="*/ 3 h 65"/>
                <a:gd name="T10" fmla="*/ 0 w 33"/>
                <a:gd name="T11" fmla="*/ 3 h 65"/>
                <a:gd name="T12" fmla="*/ 0 w 33"/>
                <a:gd name="T13" fmla="*/ 3 h 65"/>
                <a:gd name="T14" fmla="*/ 15 w 33"/>
                <a:gd name="T15" fmla="*/ 65 h 65"/>
                <a:gd name="T16" fmla="*/ 19 w 33"/>
                <a:gd name="T17" fmla="*/ 65 h 65"/>
                <a:gd name="T18" fmla="*/ 33 w 33"/>
                <a:gd name="T19" fmla="*/ 3 h 65"/>
                <a:gd name="T20" fmla="*/ 33 w 33"/>
                <a:gd name="T21" fmla="*/ 3 h 65"/>
                <a:gd name="T22" fmla="*/ 33 w 33"/>
                <a:gd name="T23" fmla="*/ 3 h 65"/>
                <a:gd name="T24" fmla="*/ 33 w 33"/>
                <a:gd name="T25" fmla="*/ 3 h 65"/>
                <a:gd name="T26" fmla="*/ 32 w 33"/>
                <a:gd name="T27" fmla="*/ 3 h 65"/>
                <a:gd name="T28" fmla="*/ 16 w 33"/>
                <a:gd name="T29" fmla="*/ 57 h 65"/>
                <a:gd name="T30" fmla="*/ 4 w 33"/>
                <a:gd name="T31" fmla="*/ 4 h 65"/>
                <a:gd name="T32" fmla="*/ 16 w 33"/>
                <a:gd name="T33" fmla="*/ 8 h 65"/>
                <a:gd name="T34" fmla="*/ 29 w 33"/>
                <a:gd name="T35" fmla="*/ 4 h 65"/>
                <a:gd name="T36" fmla="*/ 16 w 33"/>
                <a:gd name="T37" fmla="*/ 5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65">
                  <a:moveTo>
                    <a:pt x="32" y="3"/>
                  </a:moveTo>
                  <a:lnTo>
                    <a:pt x="28" y="0"/>
                  </a:lnTo>
                  <a:lnTo>
                    <a:pt x="16" y="5"/>
                  </a:lnTo>
                  <a:lnTo>
                    <a:pt x="4" y="0"/>
                  </a:lnTo>
                  <a:lnTo>
                    <a:pt x="0" y="3"/>
                  </a:lnTo>
                  <a:lnTo>
                    <a:pt x="0" y="3"/>
                  </a:lnTo>
                  <a:lnTo>
                    <a:pt x="0" y="3"/>
                  </a:lnTo>
                  <a:lnTo>
                    <a:pt x="15" y="65"/>
                  </a:lnTo>
                  <a:lnTo>
                    <a:pt x="19" y="65"/>
                  </a:lnTo>
                  <a:lnTo>
                    <a:pt x="33" y="3"/>
                  </a:lnTo>
                  <a:lnTo>
                    <a:pt x="33" y="3"/>
                  </a:lnTo>
                  <a:lnTo>
                    <a:pt x="33" y="3"/>
                  </a:lnTo>
                  <a:lnTo>
                    <a:pt x="33" y="3"/>
                  </a:lnTo>
                  <a:lnTo>
                    <a:pt x="32" y="3"/>
                  </a:lnTo>
                  <a:close/>
                  <a:moveTo>
                    <a:pt x="16" y="57"/>
                  </a:moveTo>
                  <a:lnTo>
                    <a:pt x="4" y="4"/>
                  </a:lnTo>
                  <a:lnTo>
                    <a:pt x="16" y="8"/>
                  </a:lnTo>
                  <a:lnTo>
                    <a:pt x="29" y="4"/>
                  </a:lnTo>
                  <a:lnTo>
                    <a:pt x="16"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8" name="Group 28"/>
          <p:cNvGrpSpPr/>
          <p:nvPr/>
        </p:nvGrpSpPr>
        <p:grpSpPr>
          <a:xfrm>
            <a:off x="7057750" y="5022346"/>
            <a:ext cx="240304" cy="312395"/>
            <a:chOff x="6421904" y="4798576"/>
            <a:chExt cx="299494" cy="389342"/>
          </a:xfrm>
          <a:solidFill>
            <a:schemeClr val="bg1"/>
          </a:solidFill>
        </p:grpSpPr>
        <p:sp>
          <p:nvSpPr>
            <p:cNvPr id="19" name="Freeform 170"/>
            <p:cNvSpPr/>
            <p:nvPr/>
          </p:nvSpPr>
          <p:spPr bwMode="auto">
            <a:xfrm>
              <a:off x="6421904" y="4910886"/>
              <a:ext cx="299494" cy="277032"/>
            </a:xfrm>
            <a:custGeom>
              <a:avLst/>
              <a:gdLst>
                <a:gd name="T0" fmla="*/ 45 w 90"/>
                <a:gd name="T1" fmla="*/ 83 h 83"/>
                <a:gd name="T2" fmla="*/ 90 w 90"/>
                <a:gd name="T3" fmla="*/ 0 h 83"/>
                <a:gd name="T4" fmla="*/ 0 w 90"/>
                <a:gd name="T5" fmla="*/ 0 h 83"/>
                <a:gd name="T6" fmla="*/ 45 w 90"/>
                <a:gd name="T7" fmla="*/ 83 h 83"/>
              </a:gdLst>
              <a:ahLst/>
              <a:cxnLst>
                <a:cxn ang="0">
                  <a:pos x="T0" y="T1"/>
                </a:cxn>
                <a:cxn ang="0">
                  <a:pos x="T2" y="T3"/>
                </a:cxn>
                <a:cxn ang="0">
                  <a:pos x="T4" y="T5"/>
                </a:cxn>
                <a:cxn ang="0">
                  <a:pos x="T6" y="T7"/>
                </a:cxn>
              </a:cxnLst>
              <a:rect l="0" t="0" r="r" b="b"/>
              <a:pathLst>
                <a:path w="90" h="83">
                  <a:moveTo>
                    <a:pt x="45" y="83"/>
                  </a:moveTo>
                  <a:cubicBezTo>
                    <a:pt x="90" y="59"/>
                    <a:pt x="90" y="0"/>
                    <a:pt x="90" y="0"/>
                  </a:cubicBezTo>
                  <a:cubicBezTo>
                    <a:pt x="0" y="0"/>
                    <a:pt x="0" y="0"/>
                    <a:pt x="0" y="0"/>
                  </a:cubicBezTo>
                  <a:cubicBezTo>
                    <a:pt x="0" y="0"/>
                    <a:pt x="0" y="59"/>
                    <a:pt x="45"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71"/>
            <p:cNvSpPr/>
            <p:nvPr/>
          </p:nvSpPr>
          <p:spPr bwMode="auto">
            <a:xfrm>
              <a:off x="6421904" y="4798576"/>
              <a:ext cx="299494" cy="94840"/>
            </a:xfrm>
            <a:custGeom>
              <a:avLst/>
              <a:gdLst>
                <a:gd name="T0" fmla="*/ 84 w 90"/>
                <a:gd name="T1" fmla="*/ 0 h 29"/>
                <a:gd name="T2" fmla="*/ 68 w 90"/>
                <a:gd name="T3" fmla="*/ 16 h 29"/>
                <a:gd name="T4" fmla="*/ 52 w 90"/>
                <a:gd name="T5" fmla="*/ 0 h 29"/>
                <a:gd name="T6" fmla="*/ 39 w 90"/>
                <a:gd name="T7" fmla="*/ 0 h 29"/>
                <a:gd name="T8" fmla="*/ 23 w 90"/>
                <a:gd name="T9" fmla="*/ 16 h 29"/>
                <a:gd name="T10" fmla="*/ 7 w 90"/>
                <a:gd name="T11" fmla="*/ 0 h 29"/>
                <a:gd name="T12" fmla="*/ 0 w 90"/>
                <a:gd name="T13" fmla="*/ 0 h 29"/>
                <a:gd name="T14" fmla="*/ 0 w 90"/>
                <a:gd name="T15" fmla="*/ 29 h 29"/>
                <a:gd name="T16" fmla="*/ 90 w 90"/>
                <a:gd name="T17" fmla="*/ 29 h 29"/>
                <a:gd name="T18" fmla="*/ 90 w 90"/>
                <a:gd name="T19" fmla="*/ 0 h 29"/>
                <a:gd name="T20" fmla="*/ 84 w 90"/>
                <a:gd name="T21"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spcBef>
                  <a:spcPts val="0"/>
                </a:spcBef>
                <a:spcAft>
                  <a:spcPts val="0"/>
                </a:spcAft>
              </a:pPr>
              <a:endParaRPr lang="en-US" sz="8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组合 20"/>
          <p:cNvGrpSpPr/>
          <p:nvPr/>
        </p:nvGrpSpPr>
        <p:grpSpPr>
          <a:xfrm>
            <a:off x="583501" y="471624"/>
            <a:ext cx="2177776" cy="553998"/>
            <a:chOff x="592429" y="482522"/>
            <a:chExt cx="2177776" cy="553998"/>
          </a:xfrm>
        </p:grpSpPr>
        <p:grpSp>
          <p:nvGrpSpPr>
            <p:cNvPr id="22" name="组合 21"/>
            <p:cNvGrpSpPr/>
            <p:nvPr/>
          </p:nvGrpSpPr>
          <p:grpSpPr>
            <a:xfrm>
              <a:off x="592429" y="584272"/>
              <a:ext cx="433087" cy="360490"/>
              <a:chOff x="2770053" y="2524936"/>
              <a:chExt cx="433087" cy="317447"/>
            </a:xfrm>
            <a:solidFill>
              <a:srgbClr val="2F5EB2"/>
            </a:solidFill>
          </p:grpSpPr>
          <p:sp>
            <p:nvSpPr>
              <p:cNvPr id="2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2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3"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图表展示</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33" name="TextBox 20"/>
          <p:cNvSpPr txBox="1"/>
          <p:nvPr/>
        </p:nvSpPr>
        <p:spPr>
          <a:xfrm>
            <a:off x="7539811" y="2536187"/>
            <a:ext cx="366676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4" name="TextBox 20"/>
          <p:cNvSpPr txBox="1"/>
          <p:nvPr/>
        </p:nvSpPr>
        <p:spPr>
          <a:xfrm>
            <a:off x="7529573" y="3319489"/>
            <a:ext cx="366676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5" name="TextBox 20"/>
          <p:cNvSpPr txBox="1"/>
          <p:nvPr/>
        </p:nvSpPr>
        <p:spPr>
          <a:xfrm>
            <a:off x="7539811" y="4154871"/>
            <a:ext cx="366676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6" name="TextBox 20"/>
          <p:cNvSpPr txBox="1"/>
          <p:nvPr/>
        </p:nvSpPr>
        <p:spPr>
          <a:xfrm>
            <a:off x="7529573" y="4891319"/>
            <a:ext cx="3666760"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中心辐射</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26" name="组合 25"/>
          <p:cNvGrpSpPr/>
          <p:nvPr/>
        </p:nvGrpSpPr>
        <p:grpSpPr>
          <a:xfrm>
            <a:off x="8828151" y="2856972"/>
            <a:ext cx="2663359" cy="2107325"/>
            <a:chOff x="7759292" y="1652202"/>
            <a:chExt cx="2814165" cy="2107325"/>
          </a:xfrm>
        </p:grpSpPr>
        <p:sp>
          <p:nvSpPr>
            <p:cNvPr id="27" name="TextBox 20"/>
            <p:cNvSpPr txBox="1"/>
            <p:nvPr/>
          </p:nvSpPr>
          <p:spPr>
            <a:xfrm>
              <a:off x="7759292" y="2065152"/>
              <a:ext cx="2814165" cy="1694375"/>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描述文字描述文字文字描述文字描述文字描述文字描述文字描述文字描述文字描述文字描述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a:p>
              <a:pPr>
                <a:lnSpc>
                  <a:spcPct val="150000"/>
                </a:lnSpc>
              </a:pPr>
              <a:endParaRPr lang="zh-CN" altLang="en-US" sz="1050" dirty="0">
                <a:solidFill>
                  <a:schemeClr val="tx1">
                    <a:lumMod val="65000"/>
                    <a:lumOff val="35000"/>
                  </a:schemeClr>
                </a:solidFill>
                <a:latin typeface="FZLanTingHeiS-R-GB" panose="02000000000000000000" pitchFamily="2" charset="-122"/>
                <a:ea typeface="FZLanTingHeiS-R-GB" panose="02000000000000000000" pitchFamily="2" charset="-122"/>
                <a:cs typeface="字魂105号-简雅黑" panose="00000500000000000000" pitchFamily="2" charset="-122"/>
              </a:endParaRPr>
            </a:p>
          </p:txBody>
        </p:sp>
        <p:sp>
          <p:nvSpPr>
            <p:cNvPr id="28" name="矩形 27"/>
            <p:cNvSpPr/>
            <p:nvPr/>
          </p:nvSpPr>
          <p:spPr>
            <a:xfrm>
              <a:off x="7759292" y="1652202"/>
              <a:ext cx="2429491"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7" name="组合 46"/>
          <p:cNvGrpSpPr/>
          <p:nvPr/>
        </p:nvGrpSpPr>
        <p:grpSpPr>
          <a:xfrm>
            <a:off x="3705210" y="1840731"/>
            <a:ext cx="5015757" cy="4109492"/>
            <a:chOff x="2677130" y="1389734"/>
            <a:chExt cx="3614449" cy="2961377"/>
          </a:xfrm>
        </p:grpSpPr>
        <p:sp>
          <p:nvSpPr>
            <p:cNvPr id="48" name="Line 11"/>
            <p:cNvSpPr>
              <a:spLocks noChangeShapeType="1"/>
            </p:cNvSpPr>
            <p:nvPr/>
          </p:nvSpPr>
          <p:spPr bwMode="auto">
            <a:xfrm flipH="1" flipV="1">
              <a:off x="4053581" y="2013314"/>
              <a:ext cx="1105214" cy="565931"/>
            </a:xfrm>
            <a:prstGeom prst="line">
              <a:avLst/>
            </a:prstGeom>
            <a:noFill/>
            <a:ln w="9525" cap="flat">
              <a:solidFill>
                <a:srgbClr val="ADB9CA"/>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40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49" name="Line 12"/>
            <p:cNvSpPr>
              <a:spLocks noChangeShapeType="1"/>
            </p:cNvSpPr>
            <p:nvPr/>
          </p:nvSpPr>
          <p:spPr bwMode="auto">
            <a:xfrm flipH="1">
              <a:off x="4220303" y="3149954"/>
              <a:ext cx="938492" cy="576195"/>
            </a:xfrm>
            <a:prstGeom prst="line">
              <a:avLst/>
            </a:prstGeom>
            <a:noFill/>
            <a:ln w="9525" cap="flat">
              <a:solidFill>
                <a:srgbClr val="ADB9CA"/>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400" dirty="0">
                <a:solidFill>
                  <a:schemeClr val="bg1">
                    <a:lumMod val="50000"/>
                  </a:schemeClr>
                </a:solidFill>
                <a:ea typeface="印品黑体" panose="00000500000000000000" pitchFamily="2" charset="-122"/>
              </a:endParaRPr>
            </a:p>
          </p:txBody>
        </p:sp>
        <p:sp>
          <p:nvSpPr>
            <p:cNvPr id="50" name="Line 13"/>
            <p:cNvSpPr>
              <a:spLocks noChangeShapeType="1"/>
            </p:cNvSpPr>
            <p:nvPr/>
          </p:nvSpPr>
          <p:spPr bwMode="auto">
            <a:xfrm flipH="1">
              <a:off x="3674365" y="2877410"/>
              <a:ext cx="1484430" cy="0"/>
            </a:xfrm>
            <a:prstGeom prst="line">
              <a:avLst/>
            </a:prstGeom>
            <a:noFill/>
            <a:ln w="9525" cap="flat">
              <a:solidFill>
                <a:srgbClr val="ADB9CA"/>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2400" dirty="0">
                <a:solidFill>
                  <a:schemeClr val="bg1">
                    <a:lumMod val="50000"/>
                  </a:schemeClr>
                </a:solidFill>
                <a:ea typeface="印品黑体" panose="00000500000000000000" pitchFamily="2" charset="-122"/>
              </a:endParaRPr>
            </a:p>
          </p:txBody>
        </p:sp>
        <p:grpSp>
          <p:nvGrpSpPr>
            <p:cNvPr id="55" name="组合 54"/>
            <p:cNvGrpSpPr/>
            <p:nvPr/>
          </p:nvGrpSpPr>
          <p:grpSpPr>
            <a:xfrm>
              <a:off x="5112094" y="2273647"/>
              <a:ext cx="1179485" cy="1181873"/>
              <a:chOff x="5112094" y="2273647"/>
              <a:chExt cx="1179485" cy="1181873"/>
            </a:xfrm>
          </p:grpSpPr>
          <p:sp>
            <p:nvSpPr>
              <p:cNvPr id="70" name="任意多边形 83"/>
              <p:cNvSpPr/>
              <p:nvPr/>
            </p:nvSpPr>
            <p:spPr bwMode="auto">
              <a:xfrm rot="16377237">
                <a:off x="5110900" y="2274841"/>
                <a:ext cx="1181873" cy="1179485"/>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solidFill>
                <a:srgbClr val="015BAB"/>
              </a:soli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40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71" name="TextBox 49"/>
              <p:cNvSpPr txBox="1"/>
              <p:nvPr/>
            </p:nvSpPr>
            <p:spPr>
              <a:xfrm>
                <a:off x="5283079" y="2677121"/>
                <a:ext cx="837514" cy="443579"/>
              </a:xfrm>
              <a:prstGeom prst="rect">
                <a:avLst/>
              </a:prstGeom>
              <a:noFill/>
            </p:spPr>
            <p:txBody>
              <a:bodyPr wrap="square" lIns="0" tIns="0" rIns="0" bIns="0"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标题</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文字</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56" name="组合 55"/>
            <p:cNvGrpSpPr/>
            <p:nvPr/>
          </p:nvGrpSpPr>
          <p:grpSpPr>
            <a:xfrm>
              <a:off x="3150010" y="1389734"/>
              <a:ext cx="1036867" cy="665742"/>
              <a:chOff x="3150010" y="1389734"/>
              <a:chExt cx="1036867" cy="665742"/>
            </a:xfrm>
          </p:grpSpPr>
          <p:sp>
            <p:nvSpPr>
              <p:cNvPr id="67" name="椭圆 80"/>
              <p:cNvSpPr/>
              <p:nvPr/>
            </p:nvSpPr>
            <p:spPr bwMode="auto">
              <a:xfrm>
                <a:off x="3342168" y="1389734"/>
                <a:ext cx="664395" cy="665742"/>
              </a:xfrm>
              <a:prstGeom prst="ellipse">
                <a:avLst/>
              </a:prstGeom>
              <a:solidFill>
                <a:srgbClr val="ADB9CA"/>
              </a:solidFill>
              <a:ln w="25400" cap="flat" cmpd="sng" algn="ctr">
                <a:noFill/>
                <a:prstDash val="solid"/>
              </a:ln>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6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69" name="TextBox 52"/>
              <p:cNvSpPr txBox="1"/>
              <p:nvPr/>
            </p:nvSpPr>
            <p:spPr>
              <a:xfrm>
                <a:off x="3150010" y="1615343"/>
                <a:ext cx="1036867" cy="199611"/>
              </a:xfrm>
              <a:prstGeom prst="rect">
                <a:avLst/>
              </a:prstGeom>
              <a:noFill/>
            </p:spPr>
            <p:txBody>
              <a:bodyPr wrap="square" lIns="0" tIns="0" rIns="0" bIns="0"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标题</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2677130" y="2531531"/>
              <a:ext cx="1036867" cy="691758"/>
              <a:chOff x="2677130" y="2531531"/>
              <a:chExt cx="1036867" cy="691758"/>
            </a:xfrm>
          </p:grpSpPr>
          <p:sp>
            <p:nvSpPr>
              <p:cNvPr id="65" name="椭圆 80"/>
              <p:cNvSpPr/>
              <p:nvPr/>
            </p:nvSpPr>
            <p:spPr bwMode="auto">
              <a:xfrm>
                <a:off x="2860681" y="2531531"/>
                <a:ext cx="690358" cy="691758"/>
              </a:xfrm>
              <a:prstGeom prst="ellipse">
                <a:avLst/>
              </a:prstGeom>
              <a:solidFill>
                <a:srgbClr val="48BAF8"/>
              </a:solidFill>
              <a:ln w="25400" cap="flat" cmpd="sng" algn="ctr">
                <a:noFill/>
                <a:prstDash val="solid"/>
              </a:ln>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6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66" name="TextBox 55"/>
              <p:cNvSpPr txBox="1"/>
              <p:nvPr/>
            </p:nvSpPr>
            <p:spPr>
              <a:xfrm>
                <a:off x="2677130" y="2764779"/>
                <a:ext cx="1036867" cy="199611"/>
              </a:xfrm>
              <a:prstGeom prst="rect">
                <a:avLst/>
              </a:prstGeom>
              <a:noFill/>
            </p:spPr>
            <p:txBody>
              <a:bodyPr wrap="square" lIns="0" tIns="0" rIns="0" bIns="0"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标题</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a:off x="3301808" y="3685369"/>
              <a:ext cx="1036867" cy="665742"/>
              <a:chOff x="3301808" y="3685369"/>
              <a:chExt cx="1036867" cy="665742"/>
            </a:xfrm>
          </p:grpSpPr>
          <p:sp>
            <p:nvSpPr>
              <p:cNvPr id="63" name="椭圆 80"/>
              <p:cNvSpPr/>
              <p:nvPr/>
            </p:nvSpPr>
            <p:spPr bwMode="auto">
              <a:xfrm>
                <a:off x="3488044" y="3685369"/>
                <a:ext cx="664395" cy="665742"/>
              </a:xfrm>
              <a:prstGeom prst="ellipse">
                <a:avLst/>
              </a:prstGeom>
              <a:solidFill>
                <a:schemeClr val="tx2">
                  <a:lumMod val="20000"/>
                  <a:lumOff val="80000"/>
                </a:schemeClr>
              </a:solidFill>
              <a:ln w="25400" cap="flat" cmpd="sng" algn="ctr">
                <a:noFill/>
                <a:prstDash val="solid"/>
              </a:ln>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1600" kern="0" dirty="0">
                  <a:solidFill>
                    <a:schemeClr val="bg1">
                      <a:lumMod val="50000"/>
                    </a:schemeClr>
                  </a:solidFill>
                  <a:latin typeface="印品黑体" panose="00000500000000000000" pitchFamily="2" charset="-122"/>
                  <a:ea typeface="印品黑体" panose="00000500000000000000" pitchFamily="2" charset="-122"/>
                </a:endParaRPr>
              </a:p>
            </p:txBody>
          </p:sp>
          <p:sp>
            <p:nvSpPr>
              <p:cNvPr id="64" name="TextBox 58"/>
              <p:cNvSpPr txBox="1"/>
              <p:nvPr/>
            </p:nvSpPr>
            <p:spPr>
              <a:xfrm>
                <a:off x="3301808" y="3931715"/>
                <a:ext cx="1036867" cy="199611"/>
              </a:xfrm>
              <a:prstGeom prst="rect">
                <a:avLst/>
              </a:prstGeom>
              <a:noFill/>
            </p:spPr>
            <p:txBody>
              <a:bodyPr wrap="square" lIns="0" tIns="0" rIns="0" bIns="0"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标题</a:t>
                </a:r>
                <a:endParaRPr lang="zh-CN" altLang="en-US" dirty="0">
                  <a:solidFill>
                    <a:schemeClr val="bg1"/>
                  </a:solidFill>
                  <a:latin typeface="微软雅黑" panose="020B0503020204020204" pitchFamily="34" charset="-122"/>
                  <a:ea typeface="微软雅黑" panose="020B0503020204020204" pitchFamily="34" charset="-122"/>
                </a:endParaRPr>
              </a:p>
            </p:txBody>
          </p:sp>
        </p:grpSp>
      </p:grpSp>
      <p:grpSp>
        <p:nvGrpSpPr>
          <p:cNvPr id="41" name="组合 40"/>
          <p:cNvGrpSpPr/>
          <p:nvPr/>
        </p:nvGrpSpPr>
        <p:grpSpPr>
          <a:xfrm>
            <a:off x="1607078" y="1826956"/>
            <a:ext cx="2689099" cy="930704"/>
            <a:chOff x="500148" y="4173331"/>
            <a:chExt cx="3606127" cy="930704"/>
          </a:xfrm>
        </p:grpSpPr>
        <p:sp>
          <p:nvSpPr>
            <p:cNvPr id="42"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3" name="矩形 42"/>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4" name="组合 43"/>
          <p:cNvGrpSpPr/>
          <p:nvPr/>
        </p:nvGrpSpPr>
        <p:grpSpPr>
          <a:xfrm>
            <a:off x="1040784" y="3319456"/>
            <a:ext cx="2689099" cy="930704"/>
            <a:chOff x="500148" y="4173331"/>
            <a:chExt cx="3606127" cy="930704"/>
          </a:xfrm>
        </p:grpSpPr>
        <p:sp>
          <p:nvSpPr>
            <p:cNvPr id="45"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6" name="矩形 45"/>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1708390" y="5082966"/>
            <a:ext cx="2689099" cy="930704"/>
            <a:chOff x="500148" y="4173331"/>
            <a:chExt cx="3606127" cy="930704"/>
          </a:xfrm>
        </p:grpSpPr>
        <p:sp>
          <p:nvSpPr>
            <p:cNvPr id="52"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3" name="矩形 52"/>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4257431" y="2090683"/>
            <a:ext cx="3666635" cy="3692628"/>
            <a:chOff x="4055084" y="1573969"/>
            <a:chExt cx="4030926" cy="4059502"/>
          </a:xfrm>
        </p:grpSpPr>
        <p:sp>
          <p:nvSpPr>
            <p:cNvPr id="2" name="Freeform 5"/>
            <p:cNvSpPr/>
            <p:nvPr/>
          </p:nvSpPr>
          <p:spPr bwMode="auto">
            <a:xfrm>
              <a:off x="4055084" y="1573969"/>
              <a:ext cx="2919096" cy="1647861"/>
            </a:xfrm>
            <a:custGeom>
              <a:avLst/>
              <a:gdLst>
                <a:gd name="T0" fmla="*/ 1248 w 1248"/>
                <a:gd name="T1" fmla="*/ 705 h 705"/>
                <a:gd name="T2" fmla="*/ 1233 w 1248"/>
                <a:gd name="T3" fmla="*/ 519 h 705"/>
                <a:gd name="T4" fmla="*/ 1192 w 1248"/>
                <a:gd name="T5" fmla="*/ 567 h 705"/>
                <a:gd name="T6" fmla="*/ 1182 w 1248"/>
                <a:gd name="T7" fmla="*/ 542 h 705"/>
                <a:gd name="T8" fmla="*/ 623 w 1248"/>
                <a:gd name="T9" fmla="*/ 281 h 705"/>
                <a:gd name="T10" fmla="*/ 312 w 1248"/>
                <a:gd name="T11" fmla="*/ 0 h 705"/>
                <a:gd name="T12" fmla="*/ 0 w 1248"/>
                <a:gd name="T13" fmla="*/ 312 h 705"/>
                <a:gd name="T14" fmla="*/ 226 w 1248"/>
                <a:gd name="T15" fmla="*/ 612 h 705"/>
                <a:gd name="T16" fmla="*/ 226 w 1248"/>
                <a:gd name="T17" fmla="*/ 612 h 705"/>
                <a:gd name="T18" fmla="*/ 250 w 1248"/>
                <a:gd name="T19" fmla="*/ 618 h 705"/>
                <a:gd name="T20" fmla="*/ 251 w 1248"/>
                <a:gd name="T21" fmla="*/ 618 h 705"/>
                <a:gd name="T22" fmla="*/ 251 w 1248"/>
                <a:gd name="T23" fmla="*/ 618 h 705"/>
                <a:gd name="T24" fmla="*/ 511 w 1248"/>
                <a:gd name="T25" fmla="*/ 368 h 705"/>
                <a:gd name="T26" fmla="*/ 627 w 1248"/>
                <a:gd name="T27" fmla="*/ 328 h 705"/>
                <a:gd name="T28" fmla="*/ 1181 w 1248"/>
                <a:gd name="T29" fmla="*/ 571 h 705"/>
                <a:gd name="T30" fmla="*/ 1117 w 1248"/>
                <a:gd name="T31" fmla="*/ 572 h 705"/>
                <a:gd name="T32" fmla="*/ 1248 w 1248"/>
                <a:gd name="T33" fmla="*/ 705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48" h="705">
                  <a:moveTo>
                    <a:pt x="1248" y="705"/>
                  </a:moveTo>
                  <a:cubicBezTo>
                    <a:pt x="1233" y="519"/>
                    <a:pt x="1233" y="519"/>
                    <a:pt x="1233" y="519"/>
                  </a:cubicBezTo>
                  <a:cubicBezTo>
                    <a:pt x="1192" y="567"/>
                    <a:pt x="1192" y="567"/>
                    <a:pt x="1192" y="567"/>
                  </a:cubicBezTo>
                  <a:cubicBezTo>
                    <a:pt x="1188" y="556"/>
                    <a:pt x="1187" y="553"/>
                    <a:pt x="1182" y="542"/>
                  </a:cubicBezTo>
                  <a:cubicBezTo>
                    <a:pt x="1087" y="335"/>
                    <a:pt x="851" y="233"/>
                    <a:pt x="623" y="281"/>
                  </a:cubicBezTo>
                  <a:cubicBezTo>
                    <a:pt x="607" y="123"/>
                    <a:pt x="474" y="0"/>
                    <a:pt x="312" y="0"/>
                  </a:cubicBezTo>
                  <a:cubicBezTo>
                    <a:pt x="140" y="0"/>
                    <a:pt x="0" y="139"/>
                    <a:pt x="0" y="312"/>
                  </a:cubicBezTo>
                  <a:cubicBezTo>
                    <a:pt x="0" y="454"/>
                    <a:pt x="96" y="574"/>
                    <a:pt x="226" y="612"/>
                  </a:cubicBezTo>
                  <a:cubicBezTo>
                    <a:pt x="226" y="612"/>
                    <a:pt x="226" y="612"/>
                    <a:pt x="226" y="612"/>
                  </a:cubicBezTo>
                  <a:cubicBezTo>
                    <a:pt x="234" y="614"/>
                    <a:pt x="242" y="616"/>
                    <a:pt x="250" y="618"/>
                  </a:cubicBezTo>
                  <a:cubicBezTo>
                    <a:pt x="251" y="618"/>
                    <a:pt x="251" y="618"/>
                    <a:pt x="251" y="618"/>
                  </a:cubicBezTo>
                  <a:cubicBezTo>
                    <a:pt x="251" y="618"/>
                    <a:pt x="251" y="618"/>
                    <a:pt x="251" y="618"/>
                  </a:cubicBezTo>
                  <a:cubicBezTo>
                    <a:pt x="303" y="513"/>
                    <a:pt x="393" y="423"/>
                    <a:pt x="511" y="368"/>
                  </a:cubicBezTo>
                  <a:cubicBezTo>
                    <a:pt x="580" y="336"/>
                    <a:pt x="626" y="328"/>
                    <a:pt x="627" y="328"/>
                  </a:cubicBezTo>
                  <a:cubicBezTo>
                    <a:pt x="853" y="278"/>
                    <a:pt x="1082" y="370"/>
                    <a:pt x="1181" y="571"/>
                  </a:cubicBezTo>
                  <a:cubicBezTo>
                    <a:pt x="1117" y="572"/>
                    <a:pt x="1117" y="572"/>
                    <a:pt x="1117" y="572"/>
                  </a:cubicBezTo>
                  <a:lnTo>
                    <a:pt x="1248" y="705"/>
                  </a:lnTo>
                  <a:close/>
                </a:path>
              </a:pathLst>
            </a:custGeom>
            <a:solidFill>
              <a:srgbClr val="48BAF8"/>
            </a:solidFill>
            <a:ln>
              <a:noFill/>
            </a:ln>
          </p:spPr>
          <p:txBody>
            <a:bodyPr vert="horz" wrap="square" lIns="365760" tIns="45720" rIns="91440" bIns="365760" numCol="1" anchor="ctr"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01</a:t>
              </a:r>
              <a:endPar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sp>
          <p:nvSpPr>
            <p:cNvPr id="3" name="Freeform 7"/>
            <p:cNvSpPr/>
            <p:nvPr/>
          </p:nvSpPr>
          <p:spPr bwMode="auto">
            <a:xfrm>
              <a:off x="6437161" y="1573969"/>
              <a:ext cx="1648849" cy="2921073"/>
            </a:xfrm>
            <a:custGeom>
              <a:avLst/>
              <a:gdLst>
                <a:gd name="T0" fmla="*/ 0 w 705"/>
                <a:gd name="T1" fmla="*/ 1249 h 1249"/>
                <a:gd name="T2" fmla="*/ 186 w 705"/>
                <a:gd name="T3" fmla="*/ 1234 h 1249"/>
                <a:gd name="T4" fmla="*/ 139 w 705"/>
                <a:gd name="T5" fmla="*/ 1192 h 1249"/>
                <a:gd name="T6" fmla="*/ 164 w 705"/>
                <a:gd name="T7" fmla="*/ 1182 h 1249"/>
                <a:gd name="T8" fmla="*/ 424 w 705"/>
                <a:gd name="T9" fmla="*/ 623 h 1249"/>
                <a:gd name="T10" fmla="*/ 705 w 705"/>
                <a:gd name="T11" fmla="*/ 312 h 1249"/>
                <a:gd name="T12" fmla="*/ 393 w 705"/>
                <a:gd name="T13" fmla="*/ 0 h 1249"/>
                <a:gd name="T14" fmla="*/ 93 w 705"/>
                <a:gd name="T15" fmla="*/ 227 h 1249"/>
                <a:gd name="T16" fmla="*/ 93 w 705"/>
                <a:gd name="T17" fmla="*/ 227 h 1249"/>
                <a:gd name="T18" fmla="*/ 87 w 705"/>
                <a:gd name="T19" fmla="*/ 251 h 1249"/>
                <a:gd name="T20" fmla="*/ 87 w 705"/>
                <a:gd name="T21" fmla="*/ 251 h 1249"/>
                <a:gd name="T22" fmla="*/ 87 w 705"/>
                <a:gd name="T23" fmla="*/ 252 h 1249"/>
                <a:gd name="T24" fmla="*/ 337 w 705"/>
                <a:gd name="T25" fmla="*/ 512 h 1249"/>
                <a:gd name="T26" fmla="*/ 377 w 705"/>
                <a:gd name="T27" fmla="*/ 627 h 1249"/>
                <a:gd name="T28" fmla="*/ 135 w 705"/>
                <a:gd name="T29" fmla="*/ 1182 h 1249"/>
                <a:gd name="T30" fmla="*/ 133 w 705"/>
                <a:gd name="T31" fmla="*/ 1118 h 1249"/>
                <a:gd name="T32" fmla="*/ 0 w 705"/>
                <a:gd name="T33" fmla="*/ 1249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5" h="1249">
                  <a:moveTo>
                    <a:pt x="0" y="1249"/>
                  </a:moveTo>
                  <a:cubicBezTo>
                    <a:pt x="186" y="1234"/>
                    <a:pt x="186" y="1234"/>
                    <a:pt x="186" y="1234"/>
                  </a:cubicBezTo>
                  <a:cubicBezTo>
                    <a:pt x="139" y="1192"/>
                    <a:pt x="139" y="1192"/>
                    <a:pt x="139" y="1192"/>
                  </a:cubicBezTo>
                  <a:cubicBezTo>
                    <a:pt x="150" y="1188"/>
                    <a:pt x="153" y="1187"/>
                    <a:pt x="164" y="1182"/>
                  </a:cubicBezTo>
                  <a:cubicBezTo>
                    <a:pt x="370" y="1087"/>
                    <a:pt x="473" y="851"/>
                    <a:pt x="424" y="623"/>
                  </a:cubicBezTo>
                  <a:cubicBezTo>
                    <a:pt x="582" y="608"/>
                    <a:pt x="705" y="474"/>
                    <a:pt x="705" y="312"/>
                  </a:cubicBezTo>
                  <a:cubicBezTo>
                    <a:pt x="705" y="140"/>
                    <a:pt x="565" y="0"/>
                    <a:pt x="393" y="0"/>
                  </a:cubicBezTo>
                  <a:cubicBezTo>
                    <a:pt x="250" y="1"/>
                    <a:pt x="130" y="96"/>
                    <a:pt x="93" y="227"/>
                  </a:cubicBezTo>
                  <a:cubicBezTo>
                    <a:pt x="93" y="227"/>
                    <a:pt x="93" y="227"/>
                    <a:pt x="93" y="227"/>
                  </a:cubicBezTo>
                  <a:cubicBezTo>
                    <a:pt x="90" y="235"/>
                    <a:pt x="88" y="243"/>
                    <a:pt x="87" y="251"/>
                  </a:cubicBezTo>
                  <a:cubicBezTo>
                    <a:pt x="87" y="251"/>
                    <a:pt x="87" y="251"/>
                    <a:pt x="87" y="251"/>
                  </a:cubicBezTo>
                  <a:cubicBezTo>
                    <a:pt x="87" y="252"/>
                    <a:pt x="87" y="252"/>
                    <a:pt x="87" y="252"/>
                  </a:cubicBezTo>
                  <a:cubicBezTo>
                    <a:pt x="192" y="304"/>
                    <a:pt x="282" y="394"/>
                    <a:pt x="337" y="512"/>
                  </a:cubicBezTo>
                  <a:cubicBezTo>
                    <a:pt x="369" y="580"/>
                    <a:pt x="377" y="626"/>
                    <a:pt x="377" y="627"/>
                  </a:cubicBezTo>
                  <a:cubicBezTo>
                    <a:pt x="428" y="854"/>
                    <a:pt x="336" y="1083"/>
                    <a:pt x="135" y="1182"/>
                  </a:cubicBezTo>
                  <a:cubicBezTo>
                    <a:pt x="133" y="1118"/>
                    <a:pt x="133" y="1118"/>
                    <a:pt x="133" y="1118"/>
                  </a:cubicBezTo>
                  <a:lnTo>
                    <a:pt x="0" y="1249"/>
                  </a:lnTo>
                  <a:close/>
                </a:path>
              </a:pathLst>
            </a:custGeom>
            <a:solidFill>
              <a:schemeClr val="tx2">
                <a:lumMod val="40000"/>
                <a:lumOff val="60000"/>
              </a:schemeClr>
            </a:solidFill>
            <a:ln>
              <a:noFill/>
            </a:ln>
          </p:spPr>
          <p:txBody>
            <a:bodyPr vert="horz" wrap="square" lIns="365760" tIns="0" rIns="91440" bIns="155448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02</a:t>
              </a:r>
              <a:endPar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sp>
          <p:nvSpPr>
            <p:cNvPr id="4" name="Freeform 8"/>
            <p:cNvSpPr/>
            <p:nvPr/>
          </p:nvSpPr>
          <p:spPr bwMode="auto">
            <a:xfrm>
              <a:off x="5115511" y="4059749"/>
              <a:ext cx="2970499" cy="1573722"/>
            </a:xfrm>
            <a:custGeom>
              <a:avLst/>
              <a:gdLst>
                <a:gd name="T0" fmla="*/ 0 w 1270"/>
                <a:gd name="T1" fmla="*/ 0 h 673"/>
                <a:gd name="T2" fmla="*/ 22 w 1270"/>
                <a:gd name="T3" fmla="*/ 185 h 673"/>
                <a:gd name="T4" fmla="*/ 62 w 1270"/>
                <a:gd name="T5" fmla="*/ 136 h 673"/>
                <a:gd name="T6" fmla="*/ 73 w 1270"/>
                <a:gd name="T7" fmla="*/ 161 h 673"/>
                <a:gd name="T8" fmla="*/ 642 w 1270"/>
                <a:gd name="T9" fmla="*/ 398 h 673"/>
                <a:gd name="T10" fmla="*/ 964 w 1270"/>
                <a:gd name="T11" fmla="*/ 666 h 673"/>
                <a:gd name="T12" fmla="*/ 1263 w 1270"/>
                <a:gd name="T13" fmla="*/ 342 h 673"/>
                <a:gd name="T14" fmla="*/ 1025 w 1270"/>
                <a:gd name="T15" fmla="*/ 51 h 673"/>
                <a:gd name="T16" fmla="*/ 1025 w 1270"/>
                <a:gd name="T17" fmla="*/ 51 h 673"/>
                <a:gd name="T18" fmla="*/ 1000 w 1270"/>
                <a:gd name="T19" fmla="*/ 46 h 673"/>
                <a:gd name="T20" fmla="*/ 1000 w 1270"/>
                <a:gd name="T21" fmla="*/ 46 h 673"/>
                <a:gd name="T22" fmla="*/ 999 w 1270"/>
                <a:gd name="T23" fmla="*/ 46 h 673"/>
                <a:gd name="T24" fmla="*/ 750 w 1270"/>
                <a:gd name="T25" fmla="*/ 306 h 673"/>
                <a:gd name="T26" fmla="*/ 636 w 1270"/>
                <a:gd name="T27" fmla="*/ 351 h 673"/>
                <a:gd name="T28" fmla="*/ 72 w 1270"/>
                <a:gd name="T29" fmla="*/ 131 h 673"/>
                <a:gd name="T30" fmla="*/ 136 w 1270"/>
                <a:gd name="T31" fmla="*/ 127 h 673"/>
                <a:gd name="T32" fmla="*/ 0 w 1270"/>
                <a:gd name="T33" fmla="*/ 0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673">
                  <a:moveTo>
                    <a:pt x="0" y="0"/>
                  </a:moveTo>
                  <a:cubicBezTo>
                    <a:pt x="22" y="185"/>
                    <a:pt x="22" y="185"/>
                    <a:pt x="22" y="185"/>
                  </a:cubicBezTo>
                  <a:cubicBezTo>
                    <a:pt x="62" y="136"/>
                    <a:pt x="62" y="136"/>
                    <a:pt x="62" y="136"/>
                  </a:cubicBezTo>
                  <a:cubicBezTo>
                    <a:pt x="66" y="147"/>
                    <a:pt x="67" y="150"/>
                    <a:pt x="73" y="161"/>
                  </a:cubicBezTo>
                  <a:cubicBezTo>
                    <a:pt x="176" y="363"/>
                    <a:pt x="416" y="456"/>
                    <a:pt x="642" y="398"/>
                  </a:cubicBezTo>
                  <a:cubicBezTo>
                    <a:pt x="664" y="555"/>
                    <a:pt x="802" y="673"/>
                    <a:pt x="964" y="666"/>
                  </a:cubicBezTo>
                  <a:cubicBezTo>
                    <a:pt x="1136" y="659"/>
                    <a:pt x="1270" y="514"/>
                    <a:pt x="1263" y="342"/>
                  </a:cubicBezTo>
                  <a:cubicBezTo>
                    <a:pt x="1257" y="199"/>
                    <a:pt x="1156" y="83"/>
                    <a:pt x="1025" y="51"/>
                  </a:cubicBezTo>
                  <a:cubicBezTo>
                    <a:pt x="1025" y="51"/>
                    <a:pt x="1025" y="51"/>
                    <a:pt x="1025" y="51"/>
                  </a:cubicBezTo>
                  <a:cubicBezTo>
                    <a:pt x="1017" y="49"/>
                    <a:pt x="1008" y="47"/>
                    <a:pt x="1000" y="46"/>
                  </a:cubicBezTo>
                  <a:cubicBezTo>
                    <a:pt x="1000" y="46"/>
                    <a:pt x="1000" y="46"/>
                    <a:pt x="1000" y="46"/>
                  </a:cubicBezTo>
                  <a:cubicBezTo>
                    <a:pt x="1000" y="46"/>
                    <a:pt x="999" y="46"/>
                    <a:pt x="999" y="46"/>
                  </a:cubicBezTo>
                  <a:cubicBezTo>
                    <a:pt x="951" y="153"/>
                    <a:pt x="865" y="247"/>
                    <a:pt x="750" y="306"/>
                  </a:cubicBezTo>
                  <a:cubicBezTo>
                    <a:pt x="682" y="341"/>
                    <a:pt x="637" y="351"/>
                    <a:pt x="636" y="351"/>
                  </a:cubicBezTo>
                  <a:cubicBezTo>
                    <a:pt x="412" y="411"/>
                    <a:pt x="179" y="328"/>
                    <a:pt x="72" y="131"/>
                  </a:cubicBezTo>
                  <a:cubicBezTo>
                    <a:pt x="136" y="127"/>
                    <a:pt x="136" y="127"/>
                    <a:pt x="136" y="127"/>
                  </a:cubicBezTo>
                  <a:lnTo>
                    <a:pt x="0" y="0"/>
                  </a:lnTo>
                  <a:close/>
                </a:path>
              </a:pathLst>
            </a:custGeom>
            <a:solidFill>
              <a:srgbClr val="015BAB"/>
            </a:solidFill>
            <a:ln>
              <a:noFill/>
            </a:ln>
          </p:spPr>
          <p:txBody>
            <a:bodyPr vert="horz" wrap="square" lIns="1645920" tIns="274320" rIns="91440" bIns="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04</a:t>
              </a:r>
              <a:endPar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sp>
          <p:nvSpPr>
            <p:cNvPr id="5" name="Freeform 9"/>
            <p:cNvSpPr/>
            <p:nvPr/>
          </p:nvSpPr>
          <p:spPr bwMode="auto">
            <a:xfrm>
              <a:off x="4055084" y="2660995"/>
              <a:ext cx="1571745" cy="2972476"/>
            </a:xfrm>
            <a:custGeom>
              <a:avLst/>
              <a:gdLst>
                <a:gd name="T0" fmla="*/ 672 w 672"/>
                <a:gd name="T1" fmla="*/ 0 h 1271"/>
                <a:gd name="T2" fmla="*/ 487 w 672"/>
                <a:gd name="T3" fmla="*/ 23 h 1271"/>
                <a:gd name="T4" fmla="*/ 536 w 672"/>
                <a:gd name="T5" fmla="*/ 62 h 1271"/>
                <a:gd name="T6" fmla="*/ 511 w 672"/>
                <a:gd name="T7" fmla="*/ 73 h 1271"/>
                <a:gd name="T8" fmla="*/ 274 w 672"/>
                <a:gd name="T9" fmla="*/ 643 h 1271"/>
                <a:gd name="T10" fmla="*/ 6 w 672"/>
                <a:gd name="T11" fmla="*/ 965 h 1271"/>
                <a:gd name="T12" fmla="*/ 331 w 672"/>
                <a:gd name="T13" fmla="*/ 1264 h 1271"/>
                <a:gd name="T14" fmla="*/ 622 w 672"/>
                <a:gd name="T15" fmla="*/ 1025 h 1271"/>
                <a:gd name="T16" fmla="*/ 622 w 672"/>
                <a:gd name="T17" fmla="*/ 1025 h 1271"/>
                <a:gd name="T18" fmla="*/ 627 w 672"/>
                <a:gd name="T19" fmla="*/ 1000 h 1271"/>
                <a:gd name="T20" fmla="*/ 627 w 672"/>
                <a:gd name="T21" fmla="*/ 1000 h 1271"/>
                <a:gd name="T22" fmla="*/ 627 w 672"/>
                <a:gd name="T23" fmla="*/ 1000 h 1271"/>
                <a:gd name="T24" fmla="*/ 366 w 672"/>
                <a:gd name="T25" fmla="*/ 750 h 1271"/>
                <a:gd name="T26" fmla="*/ 321 w 672"/>
                <a:gd name="T27" fmla="*/ 637 h 1271"/>
                <a:gd name="T28" fmla="*/ 540 w 672"/>
                <a:gd name="T29" fmla="*/ 73 h 1271"/>
                <a:gd name="T30" fmla="*/ 545 w 672"/>
                <a:gd name="T31" fmla="*/ 137 h 1271"/>
                <a:gd name="T32" fmla="*/ 672 w 672"/>
                <a:gd name="T33" fmla="*/ 0 h 1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2" h="1271">
                  <a:moveTo>
                    <a:pt x="672" y="0"/>
                  </a:moveTo>
                  <a:cubicBezTo>
                    <a:pt x="487" y="23"/>
                    <a:pt x="487" y="23"/>
                    <a:pt x="487" y="23"/>
                  </a:cubicBezTo>
                  <a:cubicBezTo>
                    <a:pt x="536" y="62"/>
                    <a:pt x="536" y="62"/>
                    <a:pt x="536" y="62"/>
                  </a:cubicBezTo>
                  <a:cubicBezTo>
                    <a:pt x="525" y="67"/>
                    <a:pt x="522" y="68"/>
                    <a:pt x="511" y="73"/>
                  </a:cubicBezTo>
                  <a:cubicBezTo>
                    <a:pt x="309" y="177"/>
                    <a:pt x="216" y="417"/>
                    <a:pt x="274" y="643"/>
                  </a:cubicBezTo>
                  <a:cubicBezTo>
                    <a:pt x="117" y="665"/>
                    <a:pt x="0" y="803"/>
                    <a:pt x="6" y="965"/>
                  </a:cubicBezTo>
                  <a:cubicBezTo>
                    <a:pt x="14" y="1137"/>
                    <a:pt x="159" y="1271"/>
                    <a:pt x="331" y="1264"/>
                  </a:cubicBezTo>
                  <a:cubicBezTo>
                    <a:pt x="474" y="1258"/>
                    <a:pt x="590" y="1157"/>
                    <a:pt x="622" y="1025"/>
                  </a:cubicBezTo>
                  <a:cubicBezTo>
                    <a:pt x="622" y="1025"/>
                    <a:pt x="622" y="1025"/>
                    <a:pt x="622" y="1025"/>
                  </a:cubicBezTo>
                  <a:cubicBezTo>
                    <a:pt x="624" y="1017"/>
                    <a:pt x="625" y="1009"/>
                    <a:pt x="627" y="1000"/>
                  </a:cubicBezTo>
                  <a:cubicBezTo>
                    <a:pt x="627" y="1000"/>
                    <a:pt x="627" y="1000"/>
                    <a:pt x="627" y="1000"/>
                  </a:cubicBezTo>
                  <a:cubicBezTo>
                    <a:pt x="627" y="1000"/>
                    <a:pt x="627" y="1000"/>
                    <a:pt x="627" y="1000"/>
                  </a:cubicBezTo>
                  <a:cubicBezTo>
                    <a:pt x="520" y="952"/>
                    <a:pt x="426" y="866"/>
                    <a:pt x="366" y="750"/>
                  </a:cubicBezTo>
                  <a:cubicBezTo>
                    <a:pt x="331" y="683"/>
                    <a:pt x="322" y="638"/>
                    <a:pt x="321" y="637"/>
                  </a:cubicBezTo>
                  <a:cubicBezTo>
                    <a:pt x="261" y="413"/>
                    <a:pt x="344" y="180"/>
                    <a:pt x="540" y="73"/>
                  </a:cubicBezTo>
                  <a:cubicBezTo>
                    <a:pt x="545" y="137"/>
                    <a:pt x="545" y="137"/>
                    <a:pt x="545" y="137"/>
                  </a:cubicBezTo>
                  <a:lnTo>
                    <a:pt x="672" y="0"/>
                  </a:lnTo>
                  <a:close/>
                </a:path>
              </a:pathLst>
            </a:custGeom>
            <a:solidFill>
              <a:schemeClr val="tx2">
                <a:lumMod val="20000"/>
                <a:lumOff val="80000"/>
              </a:schemeClr>
            </a:solidFill>
            <a:ln>
              <a:noFill/>
            </a:ln>
          </p:spPr>
          <p:txBody>
            <a:bodyPr vert="horz" wrap="square" lIns="91440" tIns="45720" rIns="274320" bIns="365760" numCol="1" anchor="b"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rPr>
                <a:t>03</a:t>
              </a:r>
              <a:endParaRPr kumimoji="0" lang="en-US" sz="4000" b="1" i="0" u="none" strike="noStrike" kern="1200" cap="none" spc="0" normalizeH="0" baseline="0" noProof="0" dirty="0">
                <a:ln>
                  <a:noFill/>
                </a:ln>
                <a:solidFill>
                  <a:srgbClr val="FFFFFF"/>
                </a:solidFill>
                <a:effectLst/>
                <a:uLnTx/>
                <a:uFillTx/>
                <a:latin typeface="Bebas Neue" charset="0"/>
                <a:ea typeface="Bebas Neue" charset="0"/>
                <a:cs typeface="Bebas Neue" charset="0"/>
              </a:endParaRPr>
            </a:p>
          </p:txBody>
        </p:sp>
      </p:grpSp>
      <p:sp>
        <p:nvSpPr>
          <p:cNvPr id="6" name="Freeform 11"/>
          <p:cNvSpPr/>
          <p:nvPr/>
        </p:nvSpPr>
        <p:spPr>
          <a:xfrm flipH="1">
            <a:off x="1074766" y="2771747"/>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rgbClr val="48BAF8">
                <a:alpha val="50000"/>
              </a:srgb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8" name="Freeform 13"/>
          <p:cNvSpPr/>
          <p:nvPr/>
        </p:nvSpPr>
        <p:spPr>
          <a:xfrm>
            <a:off x="7888211" y="2737880"/>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mpd="sng">
            <a:solidFill>
              <a:schemeClr val="tx2">
                <a:lumMod val="40000"/>
                <a:lumOff val="60000"/>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9" name="Freeform 14"/>
          <p:cNvSpPr/>
          <p:nvPr/>
        </p:nvSpPr>
        <p:spPr>
          <a:xfrm flipV="1">
            <a:off x="7888211" y="4790741"/>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rgbClr val="015BAB">
                <a:alpha val="50000"/>
              </a:srgb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sp>
        <p:nvSpPr>
          <p:cNvPr id="10" name="Freeform 15"/>
          <p:cNvSpPr/>
          <p:nvPr/>
        </p:nvSpPr>
        <p:spPr>
          <a:xfrm flipH="1" flipV="1">
            <a:off x="1074766" y="4790741"/>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noFill/>
          <a:ln w="6350" cmpd="sng">
            <a:solidFill>
              <a:schemeClr val="tx2">
                <a:lumMod val="40000"/>
                <a:lumOff val="60000"/>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rgbClr val="222222"/>
              </a:solidFill>
              <a:effectLst/>
              <a:uLnTx/>
              <a:uFillTx/>
              <a:latin typeface="Source Sans Pro" charset="0"/>
              <a:ea typeface="+mn-ea"/>
              <a:cs typeface="+mn-cs"/>
            </a:endParaRPr>
          </a:p>
        </p:txBody>
      </p:sp>
      <p:grpSp>
        <p:nvGrpSpPr>
          <p:cNvPr id="14" name="组合 13"/>
          <p:cNvGrpSpPr/>
          <p:nvPr/>
        </p:nvGrpSpPr>
        <p:grpSpPr>
          <a:xfrm>
            <a:off x="1100244" y="2456363"/>
            <a:ext cx="2486474" cy="930704"/>
            <a:chOff x="771872" y="4173331"/>
            <a:chExt cx="3334403" cy="930704"/>
          </a:xfrm>
        </p:grpSpPr>
        <p:sp>
          <p:nvSpPr>
            <p:cNvPr id="15" name="TextBox 26"/>
            <p:cNvSpPr txBox="1"/>
            <p:nvPr/>
          </p:nvSpPr>
          <p:spPr>
            <a:xfrm>
              <a:off x="771872" y="4576262"/>
              <a:ext cx="3334403"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6" name="矩形 15"/>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7" name="组合 16"/>
          <p:cNvGrpSpPr/>
          <p:nvPr/>
        </p:nvGrpSpPr>
        <p:grpSpPr>
          <a:xfrm>
            <a:off x="1164760" y="4713311"/>
            <a:ext cx="2486474" cy="930704"/>
            <a:chOff x="771872" y="4173331"/>
            <a:chExt cx="3334403" cy="930704"/>
          </a:xfrm>
        </p:grpSpPr>
        <p:sp>
          <p:nvSpPr>
            <p:cNvPr id="18" name="TextBox 26"/>
            <p:cNvSpPr txBox="1"/>
            <p:nvPr/>
          </p:nvSpPr>
          <p:spPr>
            <a:xfrm>
              <a:off x="771872" y="4576262"/>
              <a:ext cx="3334403"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19" name="矩形 18"/>
            <p:cNvSpPr/>
            <p:nvPr/>
          </p:nvSpPr>
          <p:spPr>
            <a:xfrm>
              <a:off x="771872" y="4173331"/>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0" name="组合 19"/>
          <p:cNvGrpSpPr/>
          <p:nvPr/>
        </p:nvGrpSpPr>
        <p:grpSpPr>
          <a:xfrm>
            <a:off x="8555383" y="2410058"/>
            <a:ext cx="2777037" cy="930705"/>
            <a:chOff x="7972672" y="1662220"/>
            <a:chExt cx="3343178" cy="930705"/>
          </a:xfrm>
        </p:grpSpPr>
        <p:sp>
          <p:nvSpPr>
            <p:cNvPr id="21" name="TextBox 20"/>
            <p:cNvSpPr txBox="1"/>
            <p:nvPr/>
          </p:nvSpPr>
          <p:spPr>
            <a:xfrm>
              <a:off x="7972672" y="2065152"/>
              <a:ext cx="3053449"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2" name="矩形 21"/>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3" name="组合 22"/>
          <p:cNvGrpSpPr/>
          <p:nvPr/>
        </p:nvGrpSpPr>
        <p:grpSpPr>
          <a:xfrm>
            <a:off x="8607146" y="4697647"/>
            <a:ext cx="2777037" cy="930705"/>
            <a:chOff x="7972672" y="1662220"/>
            <a:chExt cx="3343178" cy="930705"/>
          </a:xfrm>
        </p:grpSpPr>
        <p:sp>
          <p:nvSpPr>
            <p:cNvPr id="24" name="TextBox 20"/>
            <p:cNvSpPr txBox="1"/>
            <p:nvPr/>
          </p:nvSpPr>
          <p:spPr>
            <a:xfrm>
              <a:off x="7972672" y="2065152"/>
              <a:ext cx="2993379"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25" name="矩形 24"/>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7" name="组合 26"/>
          <p:cNvGrpSpPr/>
          <p:nvPr/>
        </p:nvGrpSpPr>
        <p:grpSpPr>
          <a:xfrm>
            <a:off x="583501" y="471624"/>
            <a:ext cx="2177776" cy="553998"/>
            <a:chOff x="592429" y="482522"/>
            <a:chExt cx="2177776" cy="553998"/>
          </a:xfrm>
        </p:grpSpPr>
        <p:grpSp>
          <p:nvGrpSpPr>
            <p:cNvPr id="28" name="组合 27"/>
            <p:cNvGrpSpPr/>
            <p:nvPr/>
          </p:nvGrpSpPr>
          <p:grpSpPr>
            <a:xfrm>
              <a:off x="592429" y="584272"/>
              <a:ext cx="433087" cy="360490"/>
              <a:chOff x="2770053" y="2524936"/>
              <a:chExt cx="433087" cy="317447"/>
            </a:xfrm>
            <a:solidFill>
              <a:srgbClr val="2F5EB2"/>
            </a:solidFill>
          </p:grpSpPr>
          <p:sp>
            <p:nvSpPr>
              <p:cNvPr id="3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1"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2"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2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循环递进</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3"/>
          <p:cNvSpPr txBox="1"/>
          <p:nvPr/>
        </p:nvSpPr>
        <p:spPr>
          <a:xfrm>
            <a:off x="2244956" y="5311873"/>
            <a:ext cx="670055" cy="473271"/>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just" defTabSz="1116965">
              <a:lnSpc>
                <a:spcPct val="120000"/>
              </a:lnSpc>
              <a:defRPr/>
            </a:pPr>
            <a:r>
              <a:rPr 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inpin heiti" panose="00000500000000000000" pitchFamily="2" charset="-122"/>
              </a:rPr>
              <a:t>35</a:t>
            </a:r>
            <a:r>
              <a:rPr lang="en-US" sz="2000" b="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inpin heiti" panose="00000500000000000000" pitchFamily="2" charset="-122"/>
              </a:rPr>
              <a:t>%</a:t>
            </a:r>
            <a:endParaRPr lang="en-US" sz="2000" b="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inpin heiti" panose="00000500000000000000" pitchFamily="2" charset="-122"/>
            </a:endParaRPr>
          </a:p>
        </p:txBody>
      </p:sp>
      <p:sp>
        <p:nvSpPr>
          <p:cNvPr id="24" name="Text Placeholder 3"/>
          <p:cNvSpPr txBox="1"/>
          <p:nvPr/>
        </p:nvSpPr>
        <p:spPr>
          <a:xfrm>
            <a:off x="10015354" y="5296183"/>
            <a:ext cx="670055" cy="473271"/>
          </a:xfrm>
          <a:prstGeom prst="rect">
            <a:avLst/>
          </a:prstGeom>
        </p:spPr>
        <p:txBody>
          <a:bodyPr wrap="none" lIns="0" tIns="0" rIns="0" bIns="0" anchor="t">
            <a:spAutoFit/>
          </a:bodyPr>
          <a:lstStyle>
            <a:lvl1pPr marL="0" indent="0" algn="ctr">
              <a:buNone/>
              <a:defRPr sz="2800" b="1" baseline="0">
                <a:solidFill>
                  <a:schemeClr val="tx2">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lgn="just" defTabSz="1116965">
              <a:lnSpc>
                <a:spcPct val="120000"/>
              </a:lnSpc>
              <a:defRPr/>
            </a:pPr>
            <a:r>
              <a:rPr lang="en-US"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inpin heiti" panose="00000500000000000000" pitchFamily="2" charset="-122"/>
              </a:rPr>
              <a:t>65</a:t>
            </a:r>
            <a:r>
              <a:rPr lang="en-US" sz="2000" b="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inpin heiti" panose="00000500000000000000" pitchFamily="2" charset="-122"/>
              </a:rPr>
              <a:t>%</a:t>
            </a:r>
            <a:endParaRPr lang="en-US" sz="2000" b="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inpin heiti" panose="00000500000000000000" pitchFamily="2" charset="-122"/>
            </a:endParaRPr>
          </a:p>
        </p:txBody>
      </p:sp>
      <p:grpSp>
        <p:nvGrpSpPr>
          <p:cNvPr id="25" name="Group 79"/>
          <p:cNvGrpSpPr/>
          <p:nvPr/>
        </p:nvGrpSpPr>
        <p:grpSpPr>
          <a:xfrm>
            <a:off x="3035150" y="5188345"/>
            <a:ext cx="324239" cy="696092"/>
            <a:chOff x="5458840" y="2803573"/>
            <a:chExt cx="265516" cy="570022"/>
          </a:xfrm>
          <a:solidFill>
            <a:srgbClr val="48BAF8"/>
          </a:solidFill>
        </p:grpSpPr>
        <p:sp>
          <p:nvSpPr>
            <p:cNvPr id="26" name="Oval 98"/>
            <p:cNvSpPr>
              <a:spLocks noChangeArrowheads="1"/>
            </p:cNvSpPr>
            <p:nvPr/>
          </p:nvSpPr>
          <p:spPr bwMode="auto">
            <a:xfrm>
              <a:off x="5549821" y="2803573"/>
              <a:ext cx="85411" cy="85411"/>
            </a:xfrm>
            <a:prstGeom prst="ellipse">
              <a:avLst/>
            </a:prstGeom>
            <a:grpFill/>
            <a:ln w="9525">
              <a:noFill/>
              <a:round/>
            </a:ln>
          </p:spPr>
          <p:txBody>
            <a:bodyPr vert="horz" wrap="square" lIns="111664" tIns="55832" rIns="111664" bIns="55832" numCol="1" anchor="t" anchorCtr="0" compatLnSpc="1"/>
            <a:lstStyle/>
            <a:p>
              <a:pPr algn="just">
                <a:lnSpc>
                  <a:spcPct val="120000"/>
                </a:lnSpc>
              </a:pPr>
              <a:endParaRPr lang="en-US" sz="800" dirty="0">
                <a:solidFill>
                  <a:srgbClr val="ADB9CA"/>
                </a:solidFill>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27" name="Freeform 99"/>
            <p:cNvSpPr/>
            <p:nvPr/>
          </p:nvSpPr>
          <p:spPr bwMode="auto">
            <a:xfrm>
              <a:off x="5458840" y="2907551"/>
              <a:ext cx="265516" cy="466044"/>
            </a:xfrm>
            <a:custGeom>
              <a:avLst/>
              <a:gdLst/>
              <a:ahLst/>
              <a:cxnLst>
                <a:cxn ang="0">
                  <a:pos x="87" y="56"/>
                </a:cxn>
                <a:cxn ang="0">
                  <a:pos x="71" y="9"/>
                </a:cxn>
                <a:cxn ang="0">
                  <a:pos x="61" y="0"/>
                </a:cxn>
                <a:cxn ang="0">
                  <a:pos x="26" y="0"/>
                </a:cxn>
                <a:cxn ang="0">
                  <a:pos x="18" y="4"/>
                </a:cxn>
                <a:cxn ang="0">
                  <a:pos x="17" y="6"/>
                </a:cxn>
                <a:cxn ang="0">
                  <a:pos x="17" y="6"/>
                </a:cxn>
                <a:cxn ang="0">
                  <a:pos x="16" y="7"/>
                </a:cxn>
                <a:cxn ang="0">
                  <a:pos x="1" y="56"/>
                </a:cxn>
                <a:cxn ang="0">
                  <a:pos x="5" y="64"/>
                </a:cxn>
                <a:cxn ang="0">
                  <a:pos x="13" y="60"/>
                </a:cxn>
                <a:cxn ang="0">
                  <a:pos x="25" y="21"/>
                </a:cxn>
                <a:cxn ang="0">
                  <a:pos x="26" y="21"/>
                </a:cxn>
                <a:cxn ang="0">
                  <a:pos x="27" y="21"/>
                </a:cxn>
                <a:cxn ang="0">
                  <a:pos x="9" y="91"/>
                </a:cxn>
                <a:cxn ang="0">
                  <a:pos x="28" y="91"/>
                </a:cxn>
                <a:cxn ang="0">
                  <a:pos x="28" y="146"/>
                </a:cxn>
                <a:cxn ang="0">
                  <a:pos x="35" y="153"/>
                </a:cxn>
                <a:cxn ang="0">
                  <a:pos x="42" y="146"/>
                </a:cxn>
                <a:cxn ang="0">
                  <a:pos x="42" y="91"/>
                </a:cxn>
                <a:cxn ang="0">
                  <a:pos x="46" y="91"/>
                </a:cxn>
                <a:cxn ang="0">
                  <a:pos x="46" y="146"/>
                </a:cxn>
                <a:cxn ang="0">
                  <a:pos x="54" y="153"/>
                </a:cxn>
                <a:cxn ang="0">
                  <a:pos x="61" y="146"/>
                </a:cxn>
                <a:cxn ang="0">
                  <a:pos x="61" y="91"/>
                </a:cxn>
                <a:cxn ang="0">
                  <a:pos x="80" y="91"/>
                </a:cxn>
                <a:cxn ang="0">
                  <a:pos x="60" y="21"/>
                </a:cxn>
                <a:cxn ang="0">
                  <a:pos x="61" y="21"/>
                </a:cxn>
                <a:cxn ang="0">
                  <a:pos x="62" y="21"/>
                </a:cxn>
                <a:cxn ang="0">
                  <a:pos x="75" y="60"/>
                </a:cxn>
                <a:cxn ang="0">
                  <a:pos x="83" y="64"/>
                </a:cxn>
                <a:cxn ang="0">
                  <a:pos x="87" y="56"/>
                </a:cxn>
              </a:cxnLst>
              <a:rect l="0" t="0" r="r" b="b"/>
              <a:pathLst>
                <a:path w="88" h="153">
                  <a:moveTo>
                    <a:pt x="87" y="56"/>
                  </a:moveTo>
                  <a:cubicBezTo>
                    <a:pt x="71" y="9"/>
                    <a:pt x="71" y="9"/>
                    <a:pt x="71" y="9"/>
                  </a:cubicBezTo>
                  <a:cubicBezTo>
                    <a:pt x="71" y="4"/>
                    <a:pt x="67" y="0"/>
                    <a:pt x="61" y="0"/>
                  </a:cubicBezTo>
                  <a:cubicBezTo>
                    <a:pt x="26" y="0"/>
                    <a:pt x="26" y="0"/>
                    <a:pt x="26" y="0"/>
                  </a:cubicBezTo>
                  <a:cubicBezTo>
                    <a:pt x="23" y="0"/>
                    <a:pt x="19" y="1"/>
                    <a:pt x="18" y="4"/>
                  </a:cubicBezTo>
                  <a:cubicBezTo>
                    <a:pt x="17" y="5"/>
                    <a:pt x="17" y="5"/>
                    <a:pt x="17" y="6"/>
                  </a:cubicBezTo>
                  <a:cubicBezTo>
                    <a:pt x="17" y="6"/>
                    <a:pt x="17" y="6"/>
                    <a:pt x="17" y="6"/>
                  </a:cubicBezTo>
                  <a:cubicBezTo>
                    <a:pt x="17" y="7"/>
                    <a:pt x="16" y="7"/>
                    <a:pt x="16" y="7"/>
                  </a:cubicBezTo>
                  <a:cubicBezTo>
                    <a:pt x="1" y="56"/>
                    <a:pt x="1" y="56"/>
                    <a:pt x="1" y="56"/>
                  </a:cubicBezTo>
                  <a:cubicBezTo>
                    <a:pt x="0" y="60"/>
                    <a:pt x="2" y="63"/>
                    <a:pt x="5" y="64"/>
                  </a:cubicBezTo>
                  <a:cubicBezTo>
                    <a:pt x="8" y="65"/>
                    <a:pt x="12" y="63"/>
                    <a:pt x="13" y="60"/>
                  </a:cubicBezTo>
                  <a:cubicBezTo>
                    <a:pt x="25" y="21"/>
                    <a:pt x="25" y="21"/>
                    <a:pt x="25" y="21"/>
                  </a:cubicBezTo>
                  <a:cubicBezTo>
                    <a:pt x="25" y="21"/>
                    <a:pt x="26" y="21"/>
                    <a:pt x="26" y="21"/>
                  </a:cubicBezTo>
                  <a:cubicBezTo>
                    <a:pt x="27" y="21"/>
                    <a:pt x="27" y="21"/>
                    <a:pt x="27" y="21"/>
                  </a:cubicBezTo>
                  <a:cubicBezTo>
                    <a:pt x="9" y="91"/>
                    <a:pt x="9" y="91"/>
                    <a:pt x="9" y="91"/>
                  </a:cubicBezTo>
                  <a:cubicBezTo>
                    <a:pt x="28" y="91"/>
                    <a:pt x="28" y="91"/>
                    <a:pt x="28" y="91"/>
                  </a:cubicBezTo>
                  <a:cubicBezTo>
                    <a:pt x="28" y="146"/>
                    <a:pt x="28" y="146"/>
                    <a:pt x="28" y="146"/>
                  </a:cubicBezTo>
                  <a:cubicBezTo>
                    <a:pt x="28" y="150"/>
                    <a:pt x="31" y="153"/>
                    <a:pt x="35" y="153"/>
                  </a:cubicBezTo>
                  <a:cubicBezTo>
                    <a:pt x="39" y="153"/>
                    <a:pt x="42" y="150"/>
                    <a:pt x="42" y="146"/>
                  </a:cubicBezTo>
                  <a:cubicBezTo>
                    <a:pt x="42" y="91"/>
                    <a:pt x="42" y="91"/>
                    <a:pt x="42" y="91"/>
                  </a:cubicBezTo>
                  <a:cubicBezTo>
                    <a:pt x="46" y="91"/>
                    <a:pt x="46" y="91"/>
                    <a:pt x="46" y="91"/>
                  </a:cubicBezTo>
                  <a:cubicBezTo>
                    <a:pt x="46" y="146"/>
                    <a:pt x="46" y="146"/>
                    <a:pt x="46" y="146"/>
                  </a:cubicBezTo>
                  <a:cubicBezTo>
                    <a:pt x="46" y="150"/>
                    <a:pt x="50" y="153"/>
                    <a:pt x="54" y="153"/>
                  </a:cubicBezTo>
                  <a:cubicBezTo>
                    <a:pt x="58" y="153"/>
                    <a:pt x="61" y="150"/>
                    <a:pt x="61" y="146"/>
                  </a:cubicBezTo>
                  <a:cubicBezTo>
                    <a:pt x="61" y="91"/>
                    <a:pt x="61" y="91"/>
                    <a:pt x="61" y="91"/>
                  </a:cubicBezTo>
                  <a:cubicBezTo>
                    <a:pt x="80" y="91"/>
                    <a:pt x="80" y="91"/>
                    <a:pt x="80" y="91"/>
                  </a:cubicBezTo>
                  <a:cubicBezTo>
                    <a:pt x="60" y="21"/>
                    <a:pt x="60" y="21"/>
                    <a:pt x="60" y="21"/>
                  </a:cubicBezTo>
                  <a:cubicBezTo>
                    <a:pt x="61" y="21"/>
                    <a:pt x="61" y="21"/>
                    <a:pt x="61" y="21"/>
                  </a:cubicBezTo>
                  <a:cubicBezTo>
                    <a:pt x="62" y="21"/>
                    <a:pt x="62" y="21"/>
                    <a:pt x="62" y="21"/>
                  </a:cubicBezTo>
                  <a:cubicBezTo>
                    <a:pt x="75" y="60"/>
                    <a:pt x="75" y="60"/>
                    <a:pt x="75" y="60"/>
                  </a:cubicBezTo>
                  <a:cubicBezTo>
                    <a:pt x="77" y="63"/>
                    <a:pt x="80" y="65"/>
                    <a:pt x="83" y="64"/>
                  </a:cubicBezTo>
                  <a:cubicBezTo>
                    <a:pt x="87" y="63"/>
                    <a:pt x="88" y="59"/>
                    <a:pt x="87" y="56"/>
                  </a:cubicBezTo>
                  <a:close/>
                </a:path>
              </a:pathLst>
            </a:custGeom>
            <a:grpFill/>
            <a:ln w="9525">
              <a:noFill/>
              <a:round/>
            </a:ln>
          </p:spPr>
          <p:txBody>
            <a:bodyPr vert="horz" wrap="square" lIns="111664" tIns="55832" rIns="111664" bIns="55832" numCol="1" anchor="t" anchorCtr="0" compatLnSpc="1"/>
            <a:lstStyle/>
            <a:p>
              <a:pPr algn="just">
                <a:lnSpc>
                  <a:spcPct val="120000"/>
                </a:lnSpc>
              </a:pPr>
              <a:endParaRPr lang="en-US" sz="800" dirty="0">
                <a:solidFill>
                  <a:srgbClr val="ADB9CA"/>
                </a:solidFill>
                <a:latin typeface="inpin heiti" panose="00000500000000000000" pitchFamily="2" charset="-122"/>
                <a:ea typeface="inpin heiti" panose="00000500000000000000" pitchFamily="2" charset="-122"/>
                <a:cs typeface="+mn-ea"/>
                <a:sym typeface="inpin heiti" panose="00000500000000000000" pitchFamily="2" charset="-122"/>
              </a:endParaRPr>
            </a:p>
          </p:txBody>
        </p:sp>
      </p:grpSp>
      <p:grpSp>
        <p:nvGrpSpPr>
          <p:cNvPr id="28" name="Group 82"/>
          <p:cNvGrpSpPr/>
          <p:nvPr/>
        </p:nvGrpSpPr>
        <p:grpSpPr>
          <a:xfrm>
            <a:off x="9548423" y="5185895"/>
            <a:ext cx="273901" cy="700992"/>
            <a:chOff x="5479451" y="3669116"/>
            <a:chExt cx="224294" cy="574034"/>
          </a:xfrm>
          <a:solidFill>
            <a:srgbClr val="015BAB"/>
          </a:solidFill>
        </p:grpSpPr>
        <p:sp>
          <p:nvSpPr>
            <p:cNvPr id="29" name="Freeform 96"/>
            <p:cNvSpPr/>
            <p:nvPr/>
          </p:nvSpPr>
          <p:spPr bwMode="auto">
            <a:xfrm>
              <a:off x="5479451" y="3766055"/>
              <a:ext cx="224294" cy="477095"/>
            </a:xfrm>
            <a:custGeom>
              <a:avLst/>
              <a:gdLst/>
              <a:ahLst/>
              <a:cxnLst>
                <a:cxn ang="0">
                  <a:pos x="55" y="1"/>
                </a:cxn>
                <a:cxn ang="0">
                  <a:pos x="19" y="0"/>
                </a:cxn>
                <a:cxn ang="0">
                  <a:pos x="0" y="16"/>
                </a:cxn>
                <a:cxn ang="0">
                  <a:pos x="0" y="16"/>
                </a:cxn>
                <a:cxn ang="0">
                  <a:pos x="0" y="18"/>
                </a:cxn>
                <a:cxn ang="0">
                  <a:pos x="0" y="69"/>
                </a:cxn>
                <a:cxn ang="0">
                  <a:pos x="6" y="75"/>
                </a:cxn>
                <a:cxn ang="0">
                  <a:pos x="12" y="69"/>
                </a:cxn>
                <a:cxn ang="0">
                  <a:pos x="12" y="25"/>
                </a:cxn>
                <a:cxn ang="0">
                  <a:pos x="18" y="25"/>
                </a:cxn>
                <a:cxn ang="0">
                  <a:pos x="18" y="68"/>
                </a:cxn>
                <a:cxn ang="0">
                  <a:pos x="18" y="69"/>
                </a:cxn>
                <a:cxn ang="0">
                  <a:pos x="18" y="145"/>
                </a:cxn>
                <a:cxn ang="0">
                  <a:pos x="26" y="153"/>
                </a:cxn>
                <a:cxn ang="0">
                  <a:pos x="34" y="145"/>
                </a:cxn>
                <a:cxn ang="0">
                  <a:pos x="34" y="78"/>
                </a:cxn>
                <a:cxn ang="0">
                  <a:pos x="39" y="78"/>
                </a:cxn>
                <a:cxn ang="0">
                  <a:pos x="39" y="145"/>
                </a:cxn>
                <a:cxn ang="0">
                  <a:pos x="47" y="153"/>
                </a:cxn>
                <a:cxn ang="0">
                  <a:pos x="55" y="145"/>
                </a:cxn>
                <a:cxn ang="0">
                  <a:pos x="55" y="68"/>
                </a:cxn>
                <a:cxn ang="0">
                  <a:pos x="55" y="67"/>
                </a:cxn>
                <a:cxn ang="0">
                  <a:pos x="55" y="25"/>
                </a:cxn>
                <a:cxn ang="0">
                  <a:pos x="60" y="25"/>
                </a:cxn>
                <a:cxn ang="0">
                  <a:pos x="60" y="69"/>
                </a:cxn>
                <a:cxn ang="0">
                  <a:pos x="66" y="75"/>
                </a:cxn>
                <a:cxn ang="0">
                  <a:pos x="73" y="69"/>
                </a:cxn>
                <a:cxn ang="0">
                  <a:pos x="73" y="18"/>
                </a:cxn>
                <a:cxn ang="0">
                  <a:pos x="73" y="16"/>
                </a:cxn>
                <a:cxn ang="0">
                  <a:pos x="73" y="15"/>
                </a:cxn>
                <a:cxn ang="0">
                  <a:pos x="55" y="1"/>
                </a:cxn>
              </a:cxnLst>
              <a:rect l="0" t="0" r="r" b="b"/>
              <a:pathLst>
                <a:path w="73" h="153">
                  <a:moveTo>
                    <a:pt x="55" y="1"/>
                  </a:moveTo>
                  <a:cubicBezTo>
                    <a:pt x="19" y="0"/>
                    <a:pt x="19" y="0"/>
                    <a:pt x="19" y="0"/>
                  </a:cubicBezTo>
                  <a:cubicBezTo>
                    <a:pt x="5" y="1"/>
                    <a:pt x="0" y="12"/>
                    <a:pt x="0" y="16"/>
                  </a:cubicBezTo>
                  <a:cubicBezTo>
                    <a:pt x="0" y="16"/>
                    <a:pt x="0" y="16"/>
                    <a:pt x="0" y="16"/>
                  </a:cubicBezTo>
                  <a:cubicBezTo>
                    <a:pt x="0" y="18"/>
                    <a:pt x="0" y="18"/>
                    <a:pt x="0" y="18"/>
                  </a:cubicBezTo>
                  <a:cubicBezTo>
                    <a:pt x="0" y="69"/>
                    <a:pt x="0" y="69"/>
                    <a:pt x="0" y="69"/>
                  </a:cubicBezTo>
                  <a:cubicBezTo>
                    <a:pt x="0" y="73"/>
                    <a:pt x="3" y="75"/>
                    <a:pt x="6" y="75"/>
                  </a:cubicBezTo>
                  <a:cubicBezTo>
                    <a:pt x="10" y="75"/>
                    <a:pt x="12" y="73"/>
                    <a:pt x="12" y="69"/>
                  </a:cubicBezTo>
                  <a:cubicBezTo>
                    <a:pt x="12" y="25"/>
                    <a:pt x="12" y="25"/>
                    <a:pt x="12" y="25"/>
                  </a:cubicBezTo>
                  <a:cubicBezTo>
                    <a:pt x="18" y="25"/>
                    <a:pt x="18" y="25"/>
                    <a:pt x="18" y="25"/>
                  </a:cubicBezTo>
                  <a:cubicBezTo>
                    <a:pt x="18" y="68"/>
                    <a:pt x="18" y="68"/>
                    <a:pt x="18" y="68"/>
                  </a:cubicBezTo>
                  <a:cubicBezTo>
                    <a:pt x="18" y="68"/>
                    <a:pt x="18" y="69"/>
                    <a:pt x="18" y="69"/>
                  </a:cubicBezTo>
                  <a:cubicBezTo>
                    <a:pt x="18" y="145"/>
                    <a:pt x="18" y="145"/>
                    <a:pt x="18" y="145"/>
                  </a:cubicBezTo>
                  <a:cubicBezTo>
                    <a:pt x="18" y="150"/>
                    <a:pt x="21" y="153"/>
                    <a:pt x="26" y="153"/>
                  </a:cubicBezTo>
                  <a:cubicBezTo>
                    <a:pt x="31" y="153"/>
                    <a:pt x="34" y="150"/>
                    <a:pt x="34" y="145"/>
                  </a:cubicBezTo>
                  <a:cubicBezTo>
                    <a:pt x="34" y="78"/>
                    <a:pt x="34" y="78"/>
                    <a:pt x="34" y="78"/>
                  </a:cubicBezTo>
                  <a:cubicBezTo>
                    <a:pt x="39" y="78"/>
                    <a:pt x="39" y="78"/>
                    <a:pt x="39" y="78"/>
                  </a:cubicBezTo>
                  <a:cubicBezTo>
                    <a:pt x="39" y="145"/>
                    <a:pt x="39" y="145"/>
                    <a:pt x="39" y="145"/>
                  </a:cubicBezTo>
                  <a:cubicBezTo>
                    <a:pt x="39" y="150"/>
                    <a:pt x="42" y="153"/>
                    <a:pt x="47" y="153"/>
                  </a:cubicBezTo>
                  <a:cubicBezTo>
                    <a:pt x="52" y="153"/>
                    <a:pt x="55" y="150"/>
                    <a:pt x="55" y="145"/>
                  </a:cubicBezTo>
                  <a:cubicBezTo>
                    <a:pt x="55" y="68"/>
                    <a:pt x="55" y="68"/>
                    <a:pt x="55" y="68"/>
                  </a:cubicBezTo>
                  <a:cubicBezTo>
                    <a:pt x="55" y="67"/>
                    <a:pt x="55" y="67"/>
                    <a:pt x="55" y="67"/>
                  </a:cubicBezTo>
                  <a:cubicBezTo>
                    <a:pt x="55" y="25"/>
                    <a:pt x="55" y="25"/>
                    <a:pt x="55" y="25"/>
                  </a:cubicBezTo>
                  <a:cubicBezTo>
                    <a:pt x="60" y="25"/>
                    <a:pt x="60" y="25"/>
                    <a:pt x="60" y="25"/>
                  </a:cubicBezTo>
                  <a:cubicBezTo>
                    <a:pt x="60" y="69"/>
                    <a:pt x="60" y="69"/>
                    <a:pt x="60" y="69"/>
                  </a:cubicBezTo>
                  <a:cubicBezTo>
                    <a:pt x="60" y="73"/>
                    <a:pt x="63" y="75"/>
                    <a:pt x="66" y="75"/>
                  </a:cubicBezTo>
                  <a:cubicBezTo>
                    <a:pt x="70" y="75"/>
                    <a:pt x="73" y="73"/>
                    <a:pt x="73" y="69"/>
                  </a:cubicBezTo>
                  <a:cubicBezTo>
                    <a:pt x="73" y="18"/>
                    <a:pt x="73" y="18"/>
                    <a:pt x="73" y="18"/>
                  </a:cubicBezTo>
                  <a:cubicBezTo>
                    <a:pt x="73" y="16"/>
                    <a:pt x="73" y="16"/>
                    <a:pt x="73" y="16"/>
                  </a:cubicBezTo>
                  <a:cubicBezTo>
                    <a:pt x="73" y="15"/>
                    <a:pt x="73" y="15"/>
                    <a:pt x="73" y="15"/>
                  </a:cubicBezTo>
                  <a:cubicBezTo>
                    <a:pt x="73" y="10"/>
                    <a:pt x="67" y="1"/>
                    <a:pt x="55" y="1"/>
                  </a:cubicBezTo>
                  <a:close/>
                </a:path>
              </a:pathLst>
            </a:custGeom>
            <a:grpFill/>
            <a:ln w="9525">
              <a:noFill/>
              <a:round/>
            </a:ln>
          </p:spPr>
          <p:txBody>
            <a:bodyPr vert="horz" wrap="square" lIns="111664" tIns="55832" rIns="111664" bIns="55832" numCol="1" anchor="t" anchorCtr="0" compatLnSpc="1"/>
            <a:lstStyle/>
            <a:p>
              <a:pPr algn="just">
                <a:lnSpc>
                  <a:spcPct val="120000"/>
                </a:lnSpc>
              </a:pPr>
              <a:endParaRPr lang="en-US" sz="800" dirty="0">
                <a:solidFill>
                  <a:schemeClr val="accent2"/>
                </a:solidFill>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30" name="Oval 97"/>
            <p:cNvSpPr>
              <a:spLocks noChangeArrowheads="1"/>
            </p:cNvSpPr>
            <p:nvPr/>
          </p:nvSpPr>
          <p:spPr bwMode="auto">
            <a:xfrm>
              <a:off x="5545979" y="3669116"/>
              <a:ext cx="89338" cy="91237"/>
            </a:xfrm>
            <a:prstGeom prst="ellipse">
              <a:avLst/>
            </a:prstGeom>
            <a:grpFill/>
            <a:ln w="9525">
              <a:noFill/>
              <a:round/>
            </a:ln>
          </p:spPr>
          <p:txBody>
            <a:bodyPr vert="horz" wrap="square" lIns="111664" tIns="55832" rIns="111664" bIns="55832" numCol="1" anchor="t" anchorCtr="0" compatLnSpc="1"/>
            <a:lstStyle/>
            <a:p>
              <a:pPr algn="just">
                <a:lnSpc>
                  <a:spcPct val="120000"/>
                </a:lnSpc>
              </a:pPr>
              <a:endParaRPr lang="en-US" sz="800" dirty="0">
                <a:solidFill>
                  <a:schemeClr val="accent2"/>
                </a:solidFill>
                <a:latin typeface="inpin heiti" panose="00000500000000000000" pitchFamily="2" charset="-122"/>
                <a:ea typeface="inpin heiti" panose="00000500000000000000" pitchFamily="2" charset="-122"/>
                <a:cs typeface="+mn-ea"/>
                <a:sym typeface="inpin heiti" panose="00000500000000000000" pitchFamily="2" charset="-122"/>
              </a:endParaRPr>
            </a:p>
          </p:txBody>
        </p:sp>
      </p:grpSp>
      <p:grpSp>
        <p:nvGrpSpPr>
          <p:cNvPr id="32" name="组合 31"/>
          <p:cNvGrpSpPr/>
          <p:nvPr/>
        </p:nvGrpSpPr>
        <p:grpSpPr>
          <a:xfrm>
            <a:off x="583501" y="471624"/>
            <a:ext cx="2177776" cy="553998"/>
            <a:chOff x="592429" y="482522"/>
            <a:chExt cx="2177776" cy="553998"/>
          </a:xfrm>
        </p:grpSpPr>
        <p:grpSp>
          <p:nvGrpSpPr>
            <p:cNvPr id="33" name="组合 32"/>
            <p:cNvGrpSpPr/>
            <p:nvPr/>
          </p:nvGrpSpPr>
          <p:grpSpPr>
            <a:xfrm>
              <a:off x="592429" y="584272"/>
              <a:ext cx="433087" cy="360490"/>
              <a:chOff x="2770053" y="2524936"/>
              <a:chExt cx="433087" cy="317447"/>
            </a:xfrm>
            <a:solidFill>
              <a:srgbClr val="2F5EB2"/>
            </a:solidFill>
          </p:grpSpPr>
          <p:sp>
            <p:nvSpPr>
              <p:cNvPr id="35"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6"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7"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4"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分布对照</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54" name="组合 53"/>
          <p:cNvGrpSpPr/>
          <p:nvPr/>
        </p:nvGrpSpPr>
        <p:grpSpPr>
          <a:xfrm>
            <a:off x="1432146" y="1646397"/>
            <a:ext cx="9327707" cy="3095151"/>
            <a:chOff x="1727606" y="2057553"/>
            <a:chExt cx="9327707" cy="3095151"/>
          </a:xfrm>
        </p:grpSpPr>
        <p:sp>
          <p:nvSpPr>
            <p:cNvPr id="2" name="Freeform 6"/>
            <p:cNvSpPr/>
            <p:nvPr/>
          </p:nvSpPr>
          <p:spPr bwMode="auto">
            <a:xfrm>
              <a:off x="5667451" y="2219298"/>
              <a:ext cx="1843241" cy="918033"/>
            </a:xfrm>
            <a:custGeom>
              <a:avLst/>
              <a:gdLst/>
              <a:ahLst/>
              <a:cxnLst>
                <a:cxn ang="0">
                  <a:pos x="718" y="90"/>
                </a:cxn>
                <a:cxn ang="0">
                  <a:pos x="1531" y="333"/>
                </a:cxn>
                <a:cxn ang="0">
                  <a:pos x="1529" y="421"/>
                </a:cxn>
                <a:cxn ang="0">
                  <a:pos x="1228" y="762"/>
                </a:cxn>
                <a:cxn ang="0">
                  <a:pos x="941" y="750"/>
                </a:cxn>
                <a:cxn ang="0">
                  <a:pos x="715" y="532"/>
                </a:cxn>
                <a:cxn ang="0">
                  <a:pos x="439" y="533"/>
                </a:cxn>
                <a:cxn ang="0">
                  <a:pos x="0" y="164"/>
                </a:cxn>
                <a:cxn ang="0">
                  <a:pos x="166" y="66"/>
                </a:cxn>
                <a:cxn ang="0">
                  <a:pos x="660" y="66"/>
                </a:cxn>
                <a:cxn ang="0">
                  <a:pos x="715" y="89"/>
                </a:cxn>
                <a:cxn ang="0">
                  <a:pos x="718" y="90"/>
                </a:cxn>
              </a:cxnLst>
              <a:rect l="0" t="0" r="r" b="b"/>
              <a:pathLst>
                <a:path w="1531" h="762">
                  <a:moveTo>
                    <a:pt x="718" y="90"/>
                  </a:moveTo>
                  <a:cubicBezTo>
                    <a:pt x="1081" y="5"/>
                    <a:pt x="1352" y="86"/>
                    <a:pt x="1531" y="333"/>
                  </a:cubicBezTo>
                  <a:cubicBezTo>
                    <a:pt x="1531" y="383"/>
                    <a:pt x="1530" y="412"/>
                    <a:pt x="1529" y="421"/>
                  </a:cubicBezTo>
                  <a:cubicBezTo>
                    <a:pt x="1506" y="570"/>
                    <a:pt x="1406" y="684"/>
                    <a:pt x="1228" y="762"/>
                  </a:cubicBezTo>
                  <a:cubicBezTo>
                    <a:pt x="1130" y="733"/>
                    <a:pt x="1035" y="729"/>
                    <a:pt x="941" y="750"/>
                  </a:cubicBezTo>
                  <a:cubicBezTo>
                    <a:pt x="905" y="633"/>
                    <a:pt x="830" y="560"/>
                    <a:pt x="715" y="532"/>
                  </a:cubicBezTo>
                  <a:cubicBezTo>
                    <a:pt x="640" y="513"/>
                    <a:pt x="548" y="514"/>
                    <a:pt x="439" y="533"/>
                  </a:cubicBezTo>
                  <a:cubicBezTo>
                    <a:pt x="368" y="379"/>
                    <a:pt x="222" y="256"/>
                    <a:pt x="0" y="164"/>
                  </a:cubicBezTo>
                  <a:cubicBezTo>
                    <a:pt x="54" y="123"/>
                    <a:pt x="110" y="90"/>
                    <a:pt x="166" y="66"/>
                  </a:cubicBezTo>
                  <a:cubicBezTo>
                    <a:pt x="321" y="0"/>
                    <a:pt x="485" y="0"/>
                    <a:pt x="660" y="66"/>
                  </a:cubicBezTo>
                  <a:cubicBezTo>
                    <a:pt x="678" y="73"/>
                    <a:pt x="697" y="80"/>
                    <a:pt x="715" y="89"/>
                  </a:cubicBezTo>
                  <a:cubicBezTo>
                    <a:pt x="716" y="89"/>
                    <a:pt x="717" y="89"/>
                    <a:pt x="718" y="90"/>
                  </a:cubicBezTo>
                  <a:close/>
                </a:path>
              </a:pathLst>
            </a:custGeom>
            <a:solidFill>
              <a:srgbClr val="D2AB4B"/>
            </a:solidFill>
            <a:ln w="9525">
              <a:noFill/>
              <a:round/>
            </a:ln>
          </p:spPr>
          <p:txBody>
            <a:bodyPr vert="horz" wrap="square" lIns="111664" tIns="55832" rIns="111664" bIns="55832" numCol="1" anchor="t" anchorCtr="0" compatLnSpc="1"/>
            <a:lstStyle/>
            <a:p>
              <a:pPr algn="just">
                <a:lnSpc>
                  <a:spcPct val="120000"/>
                </a:lnSpc>
              </a:pPr>
              <a:endParaRPr lang="en-US" sz="800" dirty="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3" name="Freeform 7"/>
            <p:cNvSpPr/>
            <p:nvPr/>
          </p:nvSpPr>
          <p:spPr bwMode="auto">
            <a:xfrm>
              <a:off x="4609559" y="2481082"/>
              <a:ext cx="2079920" cy="1224643"/>
            </a:xfrm>
            <a:custGeom>
              <a:avLst/>
              <a:gdLst/>
              <a:ahLst/>
              <a:cxnLst>
                <a:cxn ang="0">
                  <a:pos x="1690" y="555"/>
                </a:cxn>
                <a:cxn ang="0">
                  <a:pos x="1690" y="825"/>
                </a:cxn>
                <a:cxn ang="0">
                  <a:pos x="1627" y="894"/>
                </a:cxn>
                <a:cxn ang="0">
                  <a:pos x="1593" y="918"/>
                </a:cxn>
                <a:cxn ang="0">
                  <a:pos x="1400" y="981"/>
                </a:cxn>
                <a:cxn ang="0">
                  <a:pos x="1252" y="974"/>
                </a:cxn>
                <a:cxn ang="0">
                  <a:pos x="1245" y="973"/>
                </a:cxn>
                <a:cxn ang="0">
                  <a:pos x="968" y="1016"/>
                </a:cxn>
                <a:cxn ang="0">
                  <a:pos x="769" y="874"/>
                </a:cxn>
                <a:cxn ang="0">
                  <a:pos x="0" y="784"/>
                </a:cxn>
                <a:cxn ang="0">
                  <a:pos x="223" y="471"/>
                </a:cxn>
                <a:cxn ang="0">
                  <a:pos x="684" y="6"/>
                </a:cxn>
                <a:cxn ang="0">
                  <a:pos x="667" y="0"/>
                </a:cxn>
                <a:cxn ang="0">
                  <a:pos x="684" y="6"/>
                </a:cxn>
                <a:cxn ang="0">
                  <a:pos x="684" y="6"/>
                </a:cxn>
                <a:cxn ang="0">
                  <a:pos x="1218" y="409"/>
                </a:cxn>
                <a:cxn ang="0">
                  <a:pos x="1247" y="443"/>
                </a:cxn>
                <a:cxn ang="0">
                  <a:pos x="1291" y="449"/>
                </a:cxn>
                <a:cxn ang="0">
                  <a:pos x="1593" y="457"/>
                </a:cxn>
                <a:cxn ang="0">
                  <a:pos x="1690" y="555"/>
                </a:cxn>
              </a:cxnLst>
              <a:rect l="0" t="0" r="r" b="b"/>
              <a:pathLst>
                <a:path w="1727" h="1016">
                  <a:moveTo>
                    <a:pt x="1690" y="555"/>
                  </a:moveTo>
                  <a:cubicBezTo>
                    <a:pt x="1727" y="647"/>
                    <a:pt x="1727" y="737"/>
                    <a:pt x="1690" y="825"/>
                  </a:cubicBezTo>
                  <a:cubicBezTo>
                    <a:pt x="1674" y="850"/>
                    <a:pt x="1653" y="873"/>
                    <a:pt x="1627" y="894"/>
                  </a:cubicBezTo>
                  <a:cubicBezTo>
                    <a:pt x="1616" y="903"/>
                    <a:pt x="1605" y="911"/>
                    <a:pt x="1593" y="918"/>
                  </a:cubicBezTo>
                  <a:cubicBezTo>
                    <a:pt x="1537" y="954"/>
                    <a:pt x="1473" y="975"/>
                    <a:pt x="1400" y="981"/>
                  </a:cubicBezTo>
                  <a:cubicBezTo>
                    <a:pt x="1354" y="985"/>
                    <a:pt x="1305" y="982"/>
                    <a:pt x="1252" y="974"/>
                  </a:cubicBezTo>
                  <a:cubicBezTo>
                    <a:pt x="1249" y="974"/>
                    <a:pt x="1247" y="974"/>
                    <a:pt x="1245" y="973"/>
                  </a:cubicBezTo>
                  <a:cubicBezTo>
                    <a:pt x="1145" y="970"/>
                    <a:pt x="1053" y="984"/>
                    <a:pt x="968" y="1016"/>
                  </a:cubicBezTo>
                  <a:cubicBezTo>
                    <a:pt x="901" y="960"/>
                    <a:pt x="835" y="913"/>
                    <a:pt x="769" y="874"/>
                  </a:cubicBezTo>
                  <a:cubicBezTo>
                    <a:pt x="507" y="717"/>
                    <a:pt x="250" y="687"/>
                    <a:pt x="0" y="784"/>
                  </a:cubicBezTo>
                  <a:cubicBezTo>
                    <a:pt x="35" y="673"/>
                    <a:pt x="109" y="569"/>
                    <a:pt x="223" y="471"/>
                  </a:cubicBezTo>
                  <a:cubicBezTo>
                    <a:pt x="293" y="238"/>
                    <a:pt x="446" y="83"/>
                    <a:pt x="684" y="6"/>
                  </a:cubicBezTo>
                  <a:cubicBezTo>
                    <a:pt x="679" y="4"/>
                    <a:pt x="673" y="2"/>
                    <a:pt x="667" y="0"/>
                  </a:cubicBezTo>
                  <a:cubicBezTo>
                    <a:pt x="673" y="2"/>
                    <a:pt x="678" y="4"/>
                    <a:pt x="684" y="6"/>
                  </a:cubicBezTo>
                  <a:cubicBezTo>
                    <a:pt x="684" y="6"/>
                    <a:pt x="684" y="6"/>
                    <a:pt x="684" y="6"/>
                  </a:cubicBezTo>
                  <a:cubicBezTo>
                    <a:pt x="983" y="121"/>
                    <a:pt x="1161" y="255"/>
                    <a:pt x="1218" y="409"/>
                  </a:cubicBezTo>
                  <a:cubicBezTo>
                    <a:pt x="1223" y="424"/>
                    <a:pt x="1233" y="435"/>
                    <a:pt x="1247" y="443"/>
                  </a:cubicBezTo>
                  <a:cubicBezTo>
                    <a:pt x="1261" y="450"/>
                    <a:pt x="1276" y="453"/>
                    <a:pt x="1291" y="449"/>
                  </a:cubicBezTo>
                  <a:cubicBezTo>
                    <a:pt x="1422" y="420"/>
                    <a:pt x="1522" y="423"/>
                    <a:pt x="1593" y="457"/>
                  </a:cubicBezTo>
                  <a:cubicBezTo>
                    <a:pt x="1636" y="478"/>
                    <a:pt x="1668" y="511"/>
                    <a:pt x="1690" y="555"/>
                  </a:cubicBezTo>
                  <a:close/>
                </a:path>
              </a:pathLst>
            </a:custGeom>
            <a:solidFill>
              <a:srgbClr val="ADB9CA"/>
            </a:solidFill>
            <a:ln w="9525">
              <a:noFill/>
              <a:round/>
            </a:ln>
          </p:spPr>
          <p:txBody>
            <a:bodyPr vert="horz" wrap="square" lIns="111664" tIns="55832" rIns="111664" bIns="55832" numCol="1" anchor="t" anchorCtr="0" compatLnSpc="1"/>
            <a:lstStyle/>
            <a:p>
              <a:pPr algn="just">
                <a:lnSpc>
                  <a:spcPct val="120000"/>
                </a:lnSpc>
              </a:pPr>
              <a:endParaRPr lang="en-US" sz="80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4" name="Freeform 8"/>
            <p:cNvSpPr/>
            <p:nvPr/>
          </p:nvSpPr>
          <p:spPr bwMode="auto">
            <a:xfrm>
              <a:off x="7311664" y="2785897"/>
              <a:ext cx="851693" cy="1084786"/>
            </a:xfrm>
            <a:custGeom>
              <a:avLst/>
              <a:gdLst/>
              <a:ahLst/>
              <a:cxnLst>
                <a:cxn ang="0">
                  <a:pos x="284" y="0"/>
                </a:cxn>
                <a:cxn ang="0">
                  <a:pos x="593" y="900"/>
                </a:cxn>
                <a:cxn ang="0">
                  <a:pos x="292" y="797"/>
                </a:cxn>
                <a:cxn ang="0">
                  <a:pos x="0" y="364"/>
                </a:cxn>
                <a:cxn ang="0">
                  <a:pos x="284" y="0"/>
                </a:cxn>
              </a:cxnLst>
              <a:rect l="0" t="0" r="r" b="b"/>
              <a:pathLst>
                <a:path w="707" h="900">
                  <a:moveTo>
                    <a:pt x="284" y="0"/>
                  </a:moveTo>
                  <a:cubicBezTo>
                    <a:pt x="604" y="216"/>
                    <a:pt x="707" y="517"/>
                    <a:pt x="593" y="900"/>
                  </a:cubicBezTo>
                  <a:cubicBezTo>
                    <a:pt x="496" y="834"/>
                    <a:pt x="396" y="800"/>
                    <a:pt x="292" y="797"/>
                  </a:cubicBezTo>
                  <a:cubicBezTo>
                    <a:pt x="279" y="629"/>
                    <a:pt x="181" y="485"/>
                    <a:pt x="0" y="364"/>
                  </a:cubicBezTo>
                  <a:cubicBezTo>
                    <a:pt x="161" y="274"/>
                    <a:pt x="255" y="153"/>
                    <a:pt x="284" y="0"/>
                  </a:cubicBezTo>
                  <a:close/>
                </a:path>
              </a:pathLst>
            </a:custGeom>
            <a:solidFill>
              <a:srgbClr val="ADB9CA"/>
            </a:solidFill>
            <a:ln w="9525">
              <a:noFill/>
              <a:round/>
            </a:ln>
          </p:spPr>
          <p:txBody>
            <a:bodyPr vert="horz" wrap="square" lIns="111664" tIns="55832" rIns="111664" bIns="55832" numCol="1" anchor="t" anchorCtr="0" compatLnSpc="1"/>
            <a:lstStyle/>
            <a:p>
              <a:pPr algn="just">
                <a:lnSpc>
                  <a:spcPct val="120000"/>
                </a:lnSpc>
              </a:pPr>
              <a:endParaRPr lang="en-US" sz="80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5" name="Freeform 9"/>
            <p:cNvSpPr/>
            <p:nvPr/>
          </p:nvSpPr>
          <p:spPr bwMode="auto">
            <a:xfrm>
              <a:off x="5574213" y="3250293"/>
              <a:ext cx="2425977" cy="1902411"/>
            </a:xfrm>
            <a:custGeom>
              <a:avLst/>
              <a:gdLst/>
              <a:ahLst/>
              <a:cxnLst>
                <a:cxn ang="0">
                  <a:pos x="1678" y="541"/>
                </a:cxn>
                <a:cxn ang="0">
                  <a:pos x="2005" y="648"/>
                </a:cxn>
                <a:cxn ang="0">
                  <a:pos x="2006" y="648"/>
                </a:cxn>
                <a:cxn ang="0">
                  <a:pos x="2009" y="651"/>
                </a:cxn>
                <a:cxn ang="0">
                  <a:pos x="1428" y="1227"/>
                </a:cxn>
                <a:cxn ang="0">
                  <a:pos x="1520" y="1543"/>
                </a:cxn>
                <a:cxn ang="0">
                  <a:pos x="1520" y="1578"/>
                </a:cxn>
                <a:cxn ang="0">
                  <a:pos x="963" y="1056"/>
                </a:cxn>
                <a:cxn ang="0">
                  <a:pos x="634" y="1030"/>
                </a:cxn>
                <a:cxn ang="0">
                  <a:pos x="599" y="1055"/>
                </a:cxn>
                <a:cxn ang="0">
                  <a:pos x="0" y="898"/>
                </a:cxn>
                <a:cxn ang="0">
                  <a:pos x="2" y="877"/>
                </a:cxn>
                <a:cxn ang="0">
                  <a:pos x="5" y="834"/>
                </a:cxn>
                <a:cxn ang="0">
                  <a:pos x="108" y="548"/>
                </a:cxn>
                <a:cxn ang="0">
                  <a:pos x="179" y="510"/>
                </a:cxn>
                <a:cxn ang="0">
                  <a:pos x="181" y="509"/>
                </a:cxn>
                <a:cxn ang="0">
                  <a:pos x="181" y="509"/>
                </a:cxn>
                <a:cxn ang="0">
                  <a:pos x="183" y="508"/>
                </a:cxn>
                <a:cxn ang="0">
                  <a:pos x="435" y="462"/>
                </a:cxn>
                <a:cxn ang="0">
                  <a:pos x="599" y="471"/>
                </a:cxn>
                <a:cxn ang="0">
                  <a:pos x="792" y="425"/>
                </a:cxn>
                <a:cxn ang="0">
                  <a:pos x="906" y="355"/>
                </a:cxn>
                <a:cxn ang="0">
                  <a:pos x="1047" y="17"/>
                </a:cxn>
                <a:cxn ang="0">
                  <a:pos x="1283" y="32"/>
                </a:cxn>
                <a:cxn ang="0">
                  <a:pos x="1609" y="475"/>
                </a:cxn>
                <a:cxn ang="0">
                  <a:pos x="1617" y="510"/>
                </a:cxn>
                <a:cxn ang="0">
                  <a:pos x="1643" y="534"/>
                </a:cxn>
                <a:cxn ang="0">
                  <a:pos x="1678" y="541"/>
                </a:cxn>
              </a:cxnLst>
              <a:rect l="0" t="0" r="r" b="b"/>
              <a:pathLst>
                <a:path w="2013" h="1578">
                  <a:moveTo>
                    <a:pt x="1678" y="541"/>
                  </a:moveTo>
                  <a:cubicBezTo>
                    <a:pt x="1772" y="532"/>
                    <a:pt x="1881" y="568"/>
                    <a:pt x="2005" y="648"/>
                  </a:cubicBezTo>
                  <a:cubicBezTo>
                    <a:pt x="2000" y="645"/>
                    <a:pt x="2000" y="645"/>
                    <a:pt x="2006" y="648"/>
                  </a:cubicBezTo>
                  <a:cubicBezTo>
                    <a:pt x="2012" y="651"/>
                    <a:pt x="2013" y="652"/>
                    <a:pt x="2009" y="651"/>
                  </a:cubicBezTo>
                  <a:cubicBezTo>
                    <a:pt x="1987" y="975"/>
                    <a:pt x="1793" y="1167"/>
                    <a:pt x="1428" y="1227"/>
                  </a:cubicBezTo>
                  <a:cubicBezTo>
                    <a:pt x="1389" y="1326"/>
                    <a:pt x="1420" y="1432"/>
                    <a:pt x="1520" y="1543"/>
                  </a:cubicBezTo>
                  <a:cubicBezTo>
                    <a:pt x="1520" y="1578"/>
                    <a:pt x="1520" y="1578"/>
                    <a:pt x="1520" y="1578"/>
                  </a:cubicBezTo>
                  <a:cubicBezTo>
                    <a:pt x="1203" y="1534"/>
                    <a:pt x="1017" y="1360"/>
                    <a:pt x="963" y="1056"/>
                  </a:cubicBezTo>
                  <a:cubicBezTo>
                    <a:pt x="844" y="1099"/>
                    <a:pt x="734" y="1090"/>
                    <a:pt x="634" y="1030"/>
                  </a:cubicBezTo>
                  <a:cubicBezTo>
                    <a:pt x="623" y="1039"/>
                    <a:pt x="611" y="1047"/>
                    <a:pt x="599" y="1055"/>
                  </a:cubicBezTo>
                  <a:cubicBezTo>
                    <a:pt x="415" y="1175"/>
                    <a:pt x="215" y="1123"/>
                    <a:pt x="0" y="898"/>
                  </a:cubicBezTo>
                  <a:cubicBezTo>
                    <a:pt x="1" y="890"/>
                    <a:pt x="1" y="883"/>
                    <a:pt x="2" y="877"/>
                  </a:cubicBezTo>
                  <a:cubicBezTo>
                    <a:pt x="4" y="850"/>
                    <a:pt x="5" y="835"/>
                    <a:pt x="5" y="834"/>
                  </a:cubicBezTo>
                  <a:cubicBezTo>
                    <a:pt x="8" y="704"/>
                    <a:pt x="42" y="608"/>
                    <a:pt x="108" y="548"/>
                  </a:cubicBezTo>
                  <a:cubicBezTo>
                    <a:pt x="131" y="533"/>
                    <a:pt x="155" y="520"/>
                    <a:pt x="179" y="510"/>
                  </a:cubicBezTo>
                  <a:cubicBezTo>
                    <a:pt x="181" y="509"/>
                    <a:pt x="181" y="509"/>
                    <a:pt x="181" y="509"/>
                  </a:cubicBezTo>
                  <a:cubicBezTo>
                    <a:pt x="181" y="509"/>
                    <a:pt x="181" y="509"/>
                    <a:pt x="181" y="509"/>
                  </a:cubicBezTo>
                  <a:cubicBezTo>
                    <a:pt x="183" y="508"/>
                    <a:pt x="183" y="508"/>
                    <a:pt x="183" y="508"/>
                  </a:cubicBezTo>
                  <a:cubicBezTo>
                    <a:pt x="259" y="474"/>
                    <a:pt x="343" y="459"/>
                    <a:pt x="435" y="462"/>
                  </a:cubicBezTo>
                  <a:cubicBezTo>
                    <a:pt x="493" y="471"/>
                    <a:pt x="548" y="474"/>
                    <a:pt x="599" y="471"/>
                  </a:cubicBezTo>
                  <a:cubicBezTo>
                    <a:pt x="670" y="467"/>
                    <a:pt x="734" y="452"/>
                    <a:pt x="792" y="425"/>
                  </a:cubicBezTo>
                  <a:cubicBezTo>
                    <a:pt x="833" y="407"/>
                    <a:pt x="871" y="384"/>
                    <a:pt x="906" y="355"/>
                  </a:cubicBezTo>
                  <a:cubicBezTo>
                    <a:pt x="1020" y="262"/>
                    <a:pt x="1067" y="149"/>
                    <a:pt x="1047" y="17"/>
                  </a:cubicBezTo>
                  <a:cubicBezTo>
                    <a:pt x="1124" y="0"/>
                    <a:pt x="1203" y="5"/>
                    <a:pt x="1283" y="32"/>
                  </a:cubicBezTo>
                  <a:cubicBezTo>
                    <a:pt x="1503" y="150"/>
                    <a:pt x="1611" y="298"/>
                    <a:pt x="1609" y="475"/>
                  </a:cubicBezTo>
                  <a:cubicBezTo>
                    <a:pt x="1608" y="488"/>
                    <a:pt x="1611" y="499"/>
                    <a:pt x="1617" y="510"/>
                  </a:cubicBezTo>
                  <a:cubicBezTo>
                    <a:pt x="1624" y="520"/>
                    <a:pt x="1632" y="528"/>
                    <a:pt x="1643" y="534"/>
                  </a:cubicBezTo>
                  <a:cubicBezTo>
                    <a:pt x="1654" y="540"/>
                    <a:pt x="1666" y="542"/>
                    <a:pt x="1678" y="541"/>
                  </a:cubicBezTo>
                  <a:close/>
                </a:path>
              </a:pathLst>
            </a:custGeom>
            <a:solidFill>
              <a:srgbClr val="015BAB"/>
            </a:solidFill>
            <a:ln w="9525">
              <a:noFill/>
              <a:round/>
            </a:ln>
          </p:spPr>
          <p:txBody>
            <a:bodyPr vert="horz" wrap="square" lIns="111664" tIns="55832" rIns="111664" bIns="55832" numCol="1" anchor="t" anchorCtr="0" compatLnSpc="1"/>
            <a:lstStyle/>
            <a:p>
              <a:pPr algn="just">
                <a:lnSpc>
                  <a:spcPct val="120000"/>
                </a:lnSpc>
              </a:pPr>
              <a:endParaRPr lang="en-US" sz="80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6" name="Freeform 10"/>
            <p:cNvSpPr/>
            <p:nvPr/>
          </p:nvSpPr>
          <p:spPr bwMode="auto">
            <a:xfrm>
              <a:off x="4579078" y="3499526"/>
              <a:ext cx="1045341" cy="765626"/>
            </a:xfrm>
            <a:custGeom>
              <a:avLst/>
              <a:gdLst/>
              <a:ahLst/>
              <a:cxnLst>
                <a:cxn ang="0">
                  <a:pos x="861" y="238"/>
                </a:cxn>
                <a:cxn ang="0">
                  <a:pos x="855" y="242"/>
                </a:cxn>
                <a:cxn ang="0">
                  <a:pos x="703" y="625"/>
                </a:cxn>
                <a:cxn ang="0">
                  <a:pos x="703" y="631"/>
                </a:cxn>
                <a:cxn ang="0">
                  <a:pos x="424" y="604"/>
                </a:cxn>
                <a:cxn ang="0">
                  <a:pos x="21" y="245"/>
                </a:cxn>
                <a:cxn ang="0">
                  <a:pos x="0" y="89"/>
                </a:cxn>
                <a:cxn ang="0">
                  <a:pos x="32" y="74"/>
                </a:cxn>
                <a:cxn ang="0">
                  <a:pos x="453" y="30"/>
                </a:cxn>
                <a:cxn ang="0">
                  <a:pos x="867" y="234"/>
                </a:cxn>
                <a:cxn ang="0">
                  <a:pos x="861" y="238"/>
                </a:cxn>
              </a:cxnLst>
              <a:rect l="0" t="0" r="r" b="b"/>
              <a:pathLst>
                <a:path w="867" h="635">
                  <a:moveTo>
                    <a:pt x="861" y="238"/>
                  </a:moveTo>
                  <a:cubicBezTo>
                    <a:pt x="859" y="239"/>
                    <a:pt x="857" y="241"/>
                    <a:pt x="855" y="242"/>
                  </a:cubicBezTo>
                  <a:cubicBezTo>
                    <a:pt x="758" y="321"/>
                    <a:pt x="707" y="448"/>
                    <a:pt x="703" y="625"/>
                  </a:cubicBezTo>
                  <a:cubicBezTo>
                    <a:pt x="703" y="627"/>
                    <a:pt x="703" y="629"/>
                    <a:pt x="703" y="631"/>
                  </a:cubicBezTo>
                  <a:cubicBezTo>
                    <a:pt x="600" y="635"/>
                    <a:pt x="507" y="626"/>
                    <a:pt x="424" y="604"/>
                  </a:cubicBezTo>
                  <a:cubicBezTo>
                    <a:pt x="234" y="554"/>
                    <a:pt x="100" y="434"/>
                    <a:pt x="21" y="245"/>
                  </a:cubicBezTo>
                  <a:cubicBezTo>
                    <a:pt x="7" y="192"/>
                    <a:pt x="0" y="139"/>
                    <a:pt x="0" y="89"/>
                  </a:cubicBezTo>
                  <a:cubicBezTo>
                    <a:pt x="17" y="81"/>
                    <a:pt x="28" y="76"/>
                    <a:pt x="32" y="74"/>
                  </a:cubicBezTo>
                  <a:cubicBezTo>
                    <a:pt x="170" y="15"/>
                    <a:pt x="310" y="0"/>
                    <a:pt x="453" y="30"/>
                  </a:cubicBezTo>
                  <a:cubicBezTo>
                    <a:pt x="589" y="58"/>
                    <a:pt x="727" y="126"/>
                    <a:pt x="867" y="234"/>
                  </a:cubicBezTo>
                  <a:cubicBezTo>
                    <a:pt x="865" y="235"/>
                    <a:pt x="863" y="237"/>
                    <a:pt x="861" y="238"/>
                  </a:cubicBezTo>
                  <a:close/>
                </a:path>
              </a:pathLst>
            </a:custGeom>
            <a:solidFill>
              <a:srgbClr val="48BAF8"/>
            </a:solidFill>
            <a:ln w="9525">
              <a:noFill/>
              <a:round/>
            </a:ln>
          </p:spPr>
          <p:txBody>
            <a:bodyPr vert="horz" wrap="square" lIns="111664" tIns="55832" rIns="111664" bIns="55832" numCol="1" anchor="t" anchorCtr="0" compatLnSpc="1"/>
            <a:lstStyle/>
            <a:p>
              <a:pPr algn="just">
                <a:lnSpc>
                  <a:spcPct val="120000"/>
                </a:lnSpc>
              </a:pPr>
              <a:endParaRPr lang="en-US" sz="80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7" name="Oval 57"/>
            <p:cNvSpPr/>
            <p:nvPr/>
          </p:nvSpPr>
          <p:spPr>
            <a:xfrm>
              <a:off x="6509805" y="3918612"/>
              <a:ext cx="930529" cy="930529"/>
            </a:xfrm>
            <a:prstGeom prst="ellipse">
              <a:avLst/>
            </a:prstGeom>
            <a:solidFill>
              <a:schemeClr val="bg1">
                <a:lumMod val="95000"/>
                <a:alpha val="60000"/>
              </a:schemeClr>
            </a:solidFill>
            <a:ln>
              <a:solidFill>
                <a:srgbClr val="015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800" dirty="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8" name="Oval 58"/>
            <p:cNvSpPr/>
            <p:nvPr/>
          </p:nvSpPr>
          <p:spPr>
            <a:xfrm>
              <a:off x="7441325" y="3074433"/>
              <a:ext cx="658073" cy="658073"/>
            </a:xfrm>
            <a:prstGeom prst="ellipse">
              <a:avLst/>
            </a:prstGeom>
            <a:solidFill>
              <a:schemeClr val="bg1">
                <a:lumMod val="95000"/>
                <a:alpha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800" dirty="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9" name="Oval 59"/>
            <p:cNvSpPr/>
            <p:nvPr/>
          </p:nvSpPr>
          <p:spPr>
            <a:xfrm>
              <a:off x="4717924" y="2386590"/>
              <a:ext cx="856289" cy="856289"/>
            </a:xfrm>
            <a:prstGeom prst="ellipse">
              <a:avLst/>
            </a:prstGeom>
            <a:solidFill>
              <a:schemeClr val="bg1">
                <a:lumMod val="95000"/>
                <a:alpha val="60000"/>
              </a:schemeClr>
            </a:solidFill>
            <a:ln>
              <a:solidFill>
                <a:srgbClr val="ADB9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800" dirty="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10" name="Oval 60"/>
            <p:cNvSpPr/>
            <p:nvPr/>
          </p:nvSpPr>
          <p:spPr>
            <a:xfrm>
              <a:off x="6509804" y="2057553"/>
              <a:ext cx="658073" cy="658073"/>
            </a:xfrm>
            <a:prstGeom prst="ellipse">
              <a:avLst/>
            </a:prstGeom>
            <a:solidFill>
              <a:schemeClr val="bg1">
                <a:lumMod val="95000"/>
                <a:alpha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800" dirty="0">
                <a:latin typeface="inpin heiti" panose="00000500000000000000" pitchFamily="2" charset="-122"/>
                <a:ea typeface="inpin heiti" panose="00000500000000000000" pitchFamily="2" charset="-122"/>
                <a:cs typeface="+mn-ea"/>
                <a:sym typeface="inpin heiti" panose="00000500000000000000" pitchFamily="2" charset="-122"/>
              </a:endParaRPr>
            </a:p>
          </p:txBody>
        </p:sp>
        <p:sp>
          <p:nvSpPr>
            <p:cNvPr id="11" name="Oval 61"/>
            <p:cNvSpPr/>
            <p:nvPr/>
          </p:nvSpPr>
          <p:spPr>
            <a:xfrm>
              <a:off x="4632821" y="3678178"/>
              <a:ext cx="658073" cy="658073"/>
            </a:xfrm>
            <a:prstGeom prst="ellipse">
              <a:avLst/>
            </a:prstGeom>
            <a:solidFill>
              <a:schemeClr val="bg1">
                <a:lumMod val="95000"/>
                <a:alpha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800" dirty="0">
                <a:latin typeface="inpin heiti" panose="00000500000000000000" pitchFamily="2" charset="-122"/>
                <a:ea typeface="inpin heiti" panose="00000500000000000000" pitchFamily="2" charset="-122"/>
                <a:cs typeface="+mn-ea"/>
                <a:sym typeface="inpin heiti" panose="00000500000000000000" pitchFamily="2" charset="-122"/>
              </a:endParaRPr>
            </a:p>
          </p:txBody>
        </p:sp>
        <p:cxnSp>
          <p:nvCxnSpPr>
            <p:cNvPr id="12" name="Straight Connector 62"/>
            <p:cNvCxnSpPr/>
            <p:nvPr/>
          </p:nvCxnSpPr>
          <p:spPr>
            <a:xfrm rot="10800000" flipV="1">
              <a:off x="6849074" y="2384651"/>
              <a:ext cx="1098916" cy="1939"/>
            </a:xfrm>
            <a:prstGeom prst="line">
              <a:avLst/>
            </a:prstGeom>
            <a:ln w="6350" cap="rnd">
              <a:solidFill>
                <a:schemeClr val="bg1">
                  <a:lumMod val="6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3" name="Straight Connector 63"/>
            <p:cNvCxnSpPr/>
            <p:nvPr/>
          </p:nvCxnSpPr>
          <p:spPr>
            <a:xfrm rot="10800000" flipV="1">
              <a:off x="7784730" y="3406822"/>
              <a:ext cx="1098916" cy="1939"/>
            </a:xfrm>
            <a:prstGeom prst="line">
              <a:avLst/>
            </a:prstGeom>
            <a:ln w="6350" cap="rnd">
              <a:solidFill>
                <a:schemeClr val="bg1">
                  <a:lumMod val="6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64"/>
            <p:cNvCxnSpPr/>
            <p:nvPr/>
          </p:nvCxnSpPr>
          <p:spPr>
            <a:xfrm rot="10800000" flipV="1">
              <a:off x="4029620" y="2813765"/>
              <a:ext cx="1098916" cy="1939"/>
            </a:xfrm>
            <a:prstGeom prst="line">
              <a:avLst/>
            </a:prstGeom>
            <a:ln w="6350" cap="rnd">
              <a:solidFill>
                <a:schemeClr val="bg1">
                  <a:lumMod val="6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5" name="Straight Connector 65"/>
            <p:cNvCxnSpPr/>
            <p:nvPr/>
          </p:nvCxnSpPr>
          <p:spPr>
            <a:xfrm rot="10800000" flipV="1">
              <a:off x="3858789" y="4006246"/>
              <a:ext cx="1098916" cy="1939"/>
            </a:xfrm>
            <a:prstGeom prst="line">
              <a:avLst/>
            </a:prstGeom>
            <a:ln w="6350" cap="rnd">
              <a:solidFill>
                <a:schemeClr val="bg1">
                  <a:lumMod val="6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cxnSp>
          <p:nvCxnSpPr>
            <p:cNvPr id="16" name="Straight Connector 66"/>
            <p:cNvCxnSpPr/>
            <p:nvPr/>
          </p:nvCxnSpPr>
          <p:spPr>
            <a:xfrm rot="10800000">
              <a:off x="6958886" y="4384846"/>
              <a:ext cx="1843339" cy="3253"/>
            </a:xfrm>
            <a:prstGeom prst="line">
              <a:avLst/>
            </a:prstGeom>
            <a:ln w="6350" cap="rnd">
              <a:solidFill>
                <a:schemeClr val="bg1">
                  <a:lumMod val="65000"/>
                </a:schemeClr>
              </a:solidFill>
              <a:prstDash val="solid"/>
              <a:headEnd type="oval"/>
              <a:tailEnd type="oval"/>
            </a:ln>
          </p:spPr>
          <p:style>
            <a:lnRef idx="1">
              <a:schemeClr val="accent1"/>
            </a:lnRef>
            <a:fillRef idx="0">
              <a:schemeClr val="accent1"/>
            </a:fillRef>
            <a:effectRef idx="0">
              <a:schemeClr val="accent1"/>
            </a:effectRef>
            <a:fontRef idx="minor">
              <a:schemeClr val="tx1"/>
            </a:fontRef>
          </p:style>
        </p:cxnSp>
        <p:sp>
          <p:nvSpPr>
            <p:cNvPr id="39" name="TextBox 26"/>
            <p:cNvSpPr txBox="1"/>
            <p:nvPr/>
          </p:nvSpPr>
          <p:spPr>
            <a:xfrm>
              <a:off x="1768382" y="2463230"/>
              <a:ext cx="2079918" cy="758606"/>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2" name="TextBox 26"/>
            <p:cNvSpPr txBox="1"/>
            <p:nvPr/>
          </p:nvSpPr>
          <p:spPr>
            <a:xfrm>
              <a:off x="1727606" y="3693475"/>
              <a:ext cx="2079918" cy="758606"/>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5" name="TextBox 26"/>
            <p:cNvSpPr txBox="1"/>
            <p:nvPr/>
          </p:nvSpPr>
          <p:spPr>
            <a:xfrm>
              <a:off x="8174837" y="2062996"/>
              <a:ext cx="2079918"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0" name="TextBox 26"/>
            <p:cNvSpPr txBox="1"/>
            <p:nvPr/>
          </p:nvSpPr>
          <p:spPr>
            <a:xfrm>
              <a:off x="8975395" y="3074433"/>
              <a:ext cx="2079918"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1" name="TextBox 26"/>
            <p:cNvSpPr txBox="1"/>
            <p:nvPr/>
          </p:nvSpPr>
          <p:spPr>
            <a:xfrm>
              <a:off x="8975395" y="3998182"/>
              <a:ext cx="2079918" cy="758606"/>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sp>
        <p:nvSpPr>
          <p:cNvPr id="52" name="TextBox 26"/>
          <p:cNvSpPr txBox="1"/>
          <p:nvPr/>
        </p:nvSpPr>
        <p:spPr>
          <a:xfrm>
            <a:off x="3498965" y="5240495"/>
            <a:ext cx="2831839"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3" name="TextBox 26"/>
          <p:cNvSpPr txBox="1"/>
          <p:nvPr/>
        </p:nvSpPr>
        <p:spPr>
          <a:xfrm>
            <a:off x="6577008" y="5271093"/>
            <a:ext cx="2831839"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302547" y="2138692"/>
            <a:ext cx="3586905" cy="4401373"/>
            <a:chOff x="4005943" y="1703851"/>
            <a:chExt cx="4180114" cy="5154149"/>
          </a:xfrm>
        </p:grpSpPr>
        <p:sp>
          <p:nvSpPr>
            <p:cNvPr id="2" name="Freeform 7"/>
            <p:cNvSpPr>
              <a:spLocks noEditPoints="1"/>
            </p:cNvSpPr>
            <p:nvPr/>
          </p:nvSpPr>
          <p:spPr bwMode="auto">
            <a:xfrm>
              <a:off x="4343873" y="4395935"/>
              <a:ext cx="1465312" cy="1378700"/>
            </a:xfrm>
            <a:custGeom>
              <a:avLst/>
              <a:gdLst>
                <a:gd name="T0" fmla="*/ 778 w 822"/>
                <a:gd name="T1" fmla="*/ 203 h 774"/>
                <a:gd name="T2" fmla="*/ 581 w 822"/>
                <a:gd name="T3" fmla="*/ 131 h 774"/>
                <a:gd name="T4" fmla="*/ 292 w 822"/>
                <a:gd name="T5" fmla="*/ 131 h 774"/>
                <a:gd name="T6" fmla="*/ 146 w 822"/>
                <a:gd name="T7" fmla="*/ 0 h 774"/>
                <a:gd name="T8" fmla="*/ 0 w 822"/>
                <a:gd name="T9" fmla="*/ 147 h 774"/>
                <a:gd name="T10" fmla="*/ 146 w 822"/>
                <a:gd name="T11" fmla="*/ 293 h 774"/>
                <a:gd name="T12" fmla="*/ 289 w 822"/>
                <a:gd name="T13" fmla="*/ 180 h 774"/>
                <a:gd name="T14" fmla="*/ 581 w 822"/>
                <a:gd name="T15" fmla="*/ 180 h 774"/>
                <a:gd name="T16" fmla="*/ 773 w 822"/>
                <a:gd name="T17" fmla="*/ 330 h 774"/>
                <a:gd name="T18" fmla="*/ 773 w 822"/>
                <a:gd name="T19" fmla="*/ 774 h 774"/>
                <a:gd name="T20" fmla="*/ 822 w 822"/>
                <a:gd name="T21" fmla="*/ 774 h 774"/>
                <a:gd name="T22" fmla="*/ 822 w 822"/>
                <a:gd name="T23" fmla="*/ 330 h 774"/>
                <a:gd name="T24" fmla="*/ 778 w 822"/>
                <a:gd name="T25" fmla="*/ 203 h 774"/>
                <a:gd name="T26" fmla="*/ 146 w 822"/>
                <a:gd name="T27" fmla="*/ 233 h 774"/>
                <a:gd name="T28" fmla="*/ 60 w 822"/>
                <a:gd name="T29" fmla="*/ 147 h 774"/>
                <a:gd name="T30" fmla="*/ 146 w 822"/>
                <a:gd name="T31" fmla="*/ 61 h 774"/>
                <a:gd name="T32" fmla="*/ 232 w 822"/>
                <a:gd name="T33" fmla="*/ 147 h 774"/>
                <a:gd name="T34" fmla="*/ 146 w 822"/>
                <a:gd name="T35" fmla="*/ 233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2" h="774">
                  <a:moveTo>
                    <a:pt x="778" y="203"/>
                  </a:moveTo>
                  <a:cubicBezTo>
                    <a:pt x="736" y="155"/>
                    <a:pt x="670" y="131"/>
                    <a:pt x="581" y="131"/>
                  </a:cubicBezTo>
                  <a:cubicBezTo>
                    <a:pt x="292" y="131"/>
                    <a:pt x="292" y="131"/>
                    <a:pt x="292" y="131"/>
                  </a:cubicBezTo>
                  <a:cubicBezTo>
                    <a:pt x="284" y="58"/>
                    <a:pt x="222" y="0"/>
                    <a:pt x="146" y="0"/>
                  </a:cubicBezTo>
                  <a:cubicBezTo>
                    <a:pt x="65" y="0"/>
                    <a:pt x="0" y="66"/>
                    <a:pt x="0" y="147"/>
                  </a:cubicBezTo>
                  <a:cubicBezTo>
                    <a:pt x="0" y="227"/>
                    <a:pt x="65" y="293"/>
                    <a:pt x="146" y="293"/>
                  </a:cubicBezTo>
                  <a:cubicBezTo>
                    <a:pt x="215" y="293"/>
                    <a:pt x="273" y="245"/>
                    <a:pt x="289" y="180"/>
                  </a:cubicBezTo>
                  <a:cubicBezTo>
                    <a:pt x="581" y="180"/>
                    <a:pt x="581" y="180"/>
                    <a:pt x="581" y="180"/>
                  </a:cubicBezTo>
                  <a:cubicBezTo>
                    <a:pt x="652" y="180"/>
                    <a:pt x="773" y="200"/>
                    <a:pt x="773" y="330"/>
                  </a:cubicBezTo>
                  <a:cubicBezTo>
                    <a:pt x="773" y="774"/>
                    <a:pt x="773" y="774"/>
                    <a:pt x="773" y="774"/>
                  </a:cubicBezTo>
                  <a:cubicBezTo>
                    <a:pt x="822" y="774"/>
                    <a:pt x="822" y="774"/>
                    <a:pt x="822" y="774"/>
                  </a:cubicBezTo>
                  <a:cubicBezTo>
                    <a:pt x="822" y="330"/>
                    <a:pt x="822" y="330"/>
                    <a:pt x="822" y="330"/>
                  </a:cubicBezTo>
                  <a:cubicBezTo>
                    <a:pt x="822" y="295"/>
                    <a:pt x="815" y="245"/>
                    <a:pt x="778" y="203"/>
                  </a:cubicBezTo>
                  <a:close/>
                  <a:moveTo>
                    <a:pt x="146" y="233"/>
                  </a:moveTo>
                  <a:cubicBezTo>
                    <a:pt x="99" y="233"/>
                    <a:pt x="60" y="194"/>
                    <a:pt x="60" y="147"/>
                  </a:cubicBezTo>
                  <a:cubicBezTo>
                    <a:pt x="60" y="99"/>
                    <a:pt x="99" y="61"/>
                    <a:pt x="146" y="61"/>
                  </a:cubicBezTo>
                  <a:cubicBezTo>
                    <a:pt x="194" y="61"/>
                    <a:pt x="232" y="99"/>
                    <a:pt x="232" y="147"/>
                  </a:cubicBezTo>
                  <a:cubicBezTo>
                    <a:pt x="232" y="194"/>
                    <a:pt x="194" y="233"/>
                    <a:pt x="146" y="233"/>
                  </a:cubicBezTo>
                  <a:close/>
                </a:path>
              </a:pathLst>
            </a:custGeom>
            <a:solidFill>
              <a:srgbClr val="ADB9CA"/>
            </a:solidFill>
            <a:ln>
              <a:noFill/>
            </a:ln>
          </p:spPr>
          <p:txBody>
            <a:bodyPr vert="horz" wrap="square" lIns="91440" tIns="45720" rIns="91440" bIns="45720" numCol="1" anchor="ctr" anchorCtr="0" compatLnSpc="1"/>
            <a:lstStyle/>
            <a:p>
              <a:pPr algn="ctr"/>
              <a:endParaRPr lang="en-US" b="1">
                <a:solidFill>
                  <a:schemeClr val="bg1"/>
                </a:solidFill>
              </a:endParaRPr>
            </a:p>
          </p:txBody>
        </p:sp>
        <p:grpSp>
          <p:nvGrpSpPr>
            <p:cNvPr id="3" name="Group 40"/>
            <p:cNvGrpSpPr/>
            <p:nvPr/>
          </p:nvGrpSpPr>
          <p:grpSpPr>
            <a:xfrm>
              <a:off x="4005943" y="5774634"/>
              <a:ext cx="1803242" cy="1079107"/>
              <a:chOff x="4005943" y="5774634"/>
              <a:chExt cx="1803242" cy="1079107"/>
            </a:xfrm>
          </p:grpSpPr>
          <p:sp>
            <p:nvSpPr>
              <p:cNvPr id="4" name="Freeform 10"/>
              <p:cNvSpPr/>
              <p:nvPr/>
            </p:nvSpPr>
            <p:spPr bwMode="auto">
              <a:xfrm>
                <a:off x="4005943" y="5774634"/>
                <a:ext cx="1803242" cy="452941"/>
              </a:xfrm>
              <a:custGeom>
                <a:avLst/>
                <a:gdLst>
                  <a:gd name="T0" fmla="*/ 1209 w 1270"/>
                  <a:gd name="T1" fmla="*/ 0 h 319"/>
                  <a:gd name="T2" fmla="*/ 0 w 1270"/>
                  <a:gd name="T3" fmla="*/ 319 h 319"/>
                  <a:gd name="T4" fmla="*/ 373 w 1270"/>
                  <a:gd name="T5" fmla="*/ 319 h 319"/>
                  <a:gd name="T6" fmla="*/ 1270 w 1270"/>
                  <a:gd name="T7" fmla="*/ 0 h 319"/>
                  <a:gd name="T8" fmla="*/ 1209 w 1270"/>
                  <a:gd name="T9" fmla="*/ 0 h 319"/>
                </a:gdLst>
                <a:ahLst/>
                <a:cxnLst>
                  <a:cxn ang="0">
                    <a:pos x="T0" y="T1"/>
                  </a:cxn>
                  <a:cxn ang="0">
                    <a:pos x="T2" y="T3"/>
                  </a:cxn>
                  <a:cxn ang="0">
                    <a:pos x="T4" y="T5"/>
                  </a:cxn>
                  <a:cxn ang="0">
                    <a:pos x="T6" y="T7"/>
                  </a:cxn>
                  <a:cxn ang="0">
                    <a:pos x="T8" y="T9"/>
                  </a:cxn>
                </a:cxnLst>
                <a:rect l="0" t="0" r="r" b="b"/>
                <a:pathLst>
                  <a:path w="1270" h="319">
                    <a:moveTo>
                      <a:pt x="1209" y="0"/>
                    </a:moveTo>
                    <a:lnTo>
                      <a:pt x="0" y="319"/>
                    </a:lnTo>
                    <a:lnTo>
                      <a:pt x="373" y="319"/>
                    </a:lnTo>
                    <a:lnTo>
                      <a:pt x="1270" y="0"/>
                    </a:lnTo>
                    <a:lnTo>
                      <a:pt x="1209" y="0"/>
                    </a:lnTo>
                    <a:close/>
                  </a:path>
                </a:pathLst>
              </a:custGeom>
              <a:solidFill>
                <a:srgbClr val="C9C9CB"/>
              </a:solidFill>
              <a:ln>
                <a:noFill/>
              </a:ln>
            </p:spPr>
            <p:txBody>
              <a:bodyPr vert="horz" wrap="square" lIns="91440" tIns="45720" rIns="91440" bIns="45720" numCol="1" anchor="ctr" anchorCtr="0" compatLnSpc="1"/>
              <a:lstStyle/>
              <a:p>
                <a:pPr algn="ctr"/>
                <a:endParaRPr lang="en-US" b="1">
                  <a:solidFill>
                    <a:schemeClr val="bg1"/>
                  </a:solidFill>
                </a:endParaRPr>
              </a:p>
            </p:txBody>
          </p:sp>
          <p:sp>
            <p:nvSpPr>
              <p:cNvPr id="5" name="Rectangle 15"/>
              <p:cNvSpPr>
                <a:spLocks noChangeArrowheads="1"/>
              </p:cNvSpPr>
              <p:nvPr/>
            </p:nvSpPr>
            <p:spPr bwMode="auto">
              <a:xfrm>
                <a:off x="4005943" y="6227575"/>
                <a:ext cx="525354" cy="626166"/>
              </a:xfrm>
              <a:prstGeom prst="rect">
                <a:avLst/>
              </a:prstGeom>
              <a:solidFill>
                <a:srgbClr val="ADB9CA"/>
              </a:solidFill>
              <a:ln>
                <a:noFill/>
              </a:ln>
            </p:spPr>
            <p:txBody>
              <a:bodyPr vert="horz" wrap="square" lIns="91440" tIns="45720" rIns="91440" bIns="45720" numCol="1" anchor="ctr" anchorCtr="0" compatLnSpc="1"/>
              <a:lstStyle/>
              <a:p>
                <a:pPr algn="ctr"/>
                <a:r>
                  <a:rPr lang="en-US" b="1" dirty="0">
                    <a:solidFill>
                      <a:schemeClr val="bg1"/>
                    </a:solidFill>
                  </a:rPr>
                  <a:t>01</a:t>
                </a:r>
                <a:endParaRPr lang="en-US" b="1" dirty="0">
                  <a:solidFill>
                    <a:schemeClr val="bg1"/>
                  </a:solidFill>
                </a:endParaRPr>
              </a:p>
            </p:txBody>
          </p:sp>
        </p:grpSp>
        <p:sp>
          <p:nvSpPr>
            <p:cNvPr id="6" name="Freeform 6"/>
            <p:cNvSpPr>
              <a:spLocks noEditPoints="1"/>
            </p:cNvSpPr>
            <p:nvPr/>
          </p:nvSpPr>
          <p:spPr bwMode="auto">
            <a:xfrm>
              <a:off x="4343873" y="3061252"/>
              <a:ext cx="1624338" cy="2707704"/>
            </a:xfrm>
            <a:custGeom>
              <a:avLst/>
              <a:gdLst>
                <a:gd name="T0" fmla="*/ 672 w 911"/>
                <a:gd name="T1" fmla="*/ 125 h 1520"/>
                <a:gd name="T2" fmla="*/ 291 w 911"/>
                <a:gd name="T3" fmla="*/ 125 h 1520"/>
                <a:gd name="T4" fmla="*/ 146 w 911"/>
                <a:gd name="T5" fmla="*/ 0 h 1520"/>
                <a:gd name="T6" fmla="*/ 0 w 911"/>
                <a:gd name="T7" fmla="*/ 146 h 1520"/>
                <a:gd name="T8" fmla="*/ 146 w 911"/>
                <a:gd name="T9" fmla="*/ 293 h 1520"/>
                <a:gd name="T10" fmla="*/ 290 w 911"/>
                <a:gd name="T11" fmla="*/ 174 h 1520"/>
                <a:gd name="T12" fmla="*/ 672 w 911"/>
                <a:gd name="T13" fmla="*/ 174 h 1520"/>
                <a:gd name="T14" fmla="*/ 862 w 911"/>
                <a:gd name="T15" fmla="*/ 318 h 1520"/>
                <a:gd name="T16" fmla="*/ 862 w 911"/>
                <a:gd name="T17" fmla="*/ 1520 h 1520"/>
                <a:gd name="T18" fmla="*/ 911 w 911"/>
                <a:gd name="T19" fmla="*/ 1520 h 1520"/>
                <a:gd name="T20" fmla="*/ 911 w 911"/>
                <a:gd name="T21" fmla="*/ 318 h 1520"/>
                <a:gd name="T22" fmla="*/ 672 w 911"/>
                <a:gd name="T23" fmla="*/ 125 h 1520"/>
                <a:gd name="T24" fmla="*/ 146 w 911"/>
                <a:gd name="T25" fmla="*/ 232 h 1520"/>
                <a:gd name="T26" fmla="*/ 60 w 911"/>
                <a:gd name="T27" fmla="*/ 146 h 1520"/>
                <a:gd name="T28" fmla="*/ 146 w 911"/>
                <a:gd name="T29" fmla="*/ 60 h 1520"/>
                <a:gd name="T30" fmla="*/ 232 w 911"/>
                <a:gd name="T31" fmla="*/ 146 h 1520"/>
                <a:gd name="T32" fmla="*/ 146 w 911"/>
                <a:gd name="T33" fmla="*/ 232 h 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11" h="1520">
                  <a:moveTo>
                    <a:pt x="672" y="125"/>
                  </a:moveTo>
                  <a:cubicBezTo>
                    <a:pt x="291" y="125"/>
                    <a:pt x="291" y="125"/>
                    <a:pt x="291" y="125"/>
                  </a:cubicBezTo>
                  <a:cubicBezTo>
                    <a:pt x="280" y="54"/>
                    <a:pt x="220" y="0"/>
                    <a:pt x="146" y="0"/>
                  </a:cubicBezTo>
                  <a:cubicBezTo>
                    <a:pt x="65" y="0"/>
                    <a:pt x="0" y="66"/>
                    <a:pt x="0" y="146"/>
                  </a:cubicBezTo>
                  <a:cubicBezTo>
                    <a:pt x="0" y="227"/>
                    <a:pt x="65" y="293"/>
                    <a:pt x="146" y="293"/>
                  </a:cubicBezTo>
                  <a:cubicBezTo>
                    <a:pt x="217" y="293"/>
                    <a:pt x="277" y="241"/>
                    <a:pt x="290" y="174"/>
                  </a:cubicBezTo>
                  <a:cubicBezTo>
                    <a:pt x="672" y="174"/>
                    <a:pt x="672" y="174"/>
                    <a:pt x="672" y="174"/>
                  </a:cubicBezTo>
                  <a:cubicBezTo>
                    <a:pt x="843" y="174"/>
                    <a:pt x="862" y="274"/>
                    <a:pt x="862" y="318"/>
                  </a:cubicBezTo>
                  <a:cubicBezTo>
                    <a:pt x="862" y="1520"/>
                    <a:pt x="862" y="1520"/>
                    <a:pt x="862" y="1520"/>
                  </a:cubicBezTo>
                  <a:cubicBezTo>
                    <a:pt x="911" y="1520"/>
                    <a:pt x="911" y="1520"/>
                    <a:pt x="911" y="1520"/>
                  </a:cubicBezTo>
                  <a:cubicBezTo>
                    <a:pt x="911" y="318"/>
                    <a:pt x="911" y="318"/>
                    <a:pt x="911" y="318"/>
                  </a:cubicBezTo>
                  <a:cubicBezTo>
                    <a:pt x="911" y="199"/>
                    <a:pt x="820" y="125"/>
                    <a:pt x="672" y="125"/>
                  </a:cubicBezTo>
                  <a:close/>
                  <a:moveTo>
                    <a:pt x="146" y="232"/>
                  </a:moveTo>
                  <a:cubicBezTo>
                    <a:pt x="99" y="232"/>
                    <a:pt x="60" y="194"/>
                    <a:pt x="60" y="146"/>
                  </a:cubicBezTo>
                  <a:cubicBezTo>
                    <a:pt x="60" y="99"/>
                    <a:pt x="99" y="60"/>
                    <a:pt x="146" y="60"/>
                  </a:cubicBezTo>
                  <a:cubicBezTo>
                    <a:pt x="194" y="60"/>
                    <a:pt x="232" y="99"/>
                    <a:pt x="232" y="146"/>
                  </a:cubicBezTo>
                  <a:cubicBezTo>
                    <a:pt x="232" y="194"/>
                    <a:pt x="194" y="232"/>
                    <a:pt x="146" y="232"/>
                  </a:cubicBezTo>
                  <a:close/>
                </a:path>
              </a:pathLst>
            </a:custGeom>
            <a:solidFill>
              <a:srgbClr val="DAB971"/>
            </a:solidFill>
            <a:ln>
              <a:noFill/>
            </a:ln>
          </p:spPr>
          <p:txBody>
            <a:bodyPr vert="horz" wrap="square" lIns="91440" tIns="45720" rIns="91440" bIns="45720" numCol="1" anchor="ctr" anchorCtr="0" compatLnSpc="1"/>
            <a:lstStyle/>
            <a:p>
              <a:pPr algn="ctr"/>
              <a:endParaRPr lang="en-US" b="1">
                <a:solidFill>
                  <a:schemeClr val="bg1"/>
                </a:solidFill>
              </a:endParaRPr>
            </a:p>
          </p:txBody>
        </p:sp>
        <p:grpSp>
          <p:nvGrpSpPr>
            <p:cNvPr id="7" name="Group 41"/>
            <p:cNvGrpSpPr/>
            <p:nvPr/>
          </p:nvGrpSpPr>
          <p:grpSpPr>
            <a:xfrm>
              <a:off x="4913244" y="5768955"/>
              <a:ext cx="1054968" cy="1084785"/>
              <a:chOff x="4913244" y="5768955"/>
              <a:chExt cx="1054968" cy="1084785"/>
            </a:xfrm>
          </p:grpSpPr>
          <p:sp>
            <p:nvSpPr>
              <p:cNvPr id="8" name="Freeform 11"/>
              <p:cNvSpPr/>
              <p:nvPr/>
            </p:nvSpPr>
            <p:spPr bwMode="auto">
              <a:xfrm>
                <a:off x="4913244" y="5768955"/>
                <a:ext cx="1054968" cy="467140"/>
              </a:xfrm>
              <a:custGeom>
                <a:avLst/>
                <a:gdLst>
                  <a:gd name="T0" fmla="*/ 681 w 743"/>
                  <a:gd name="T1" fmla="*/ 0 h 329"/>
                  <a:gd name="T2" fmla="*/ 0 w 743"/>
                  <a:gd name="T3" fmla="*/ 329 h 329"/>
                  <a:gd name="T4" fmla="*/ 383 w 743"/>
                  <a:gd name="T5" fmla="*/ 329 h 329"/>
                  <a:gd name="T6" fmla="*/ 743 w 743"/>
                  <a:gd name="T7" fmla="*/ 0 h 329"/>
                  <a:gd name="T8" fmla="*/ 681 w 743"/>
                  <a:gd name="T9" fmla="*/ 0 h 329"/>
                </a:gdLst>
                <a:ahLst/>
                <a:cxnLst>
                  <a:cxn ang="0">
                    <a:pos x="T0" y="T1"/>
                  </a:cxn>
                  <a:cxn ang="0">
                    <a:pos x="T2" y="T3"/>
                  </a:cxn>
                  <a:cxn ang="0">
                    <a:pos x="T4" y="T5"/>
                  </a:cxn>
                  <a:cxn ang="0">
                    <a:pos x="T6" y="T7"/>
                  </a:cxn>
                  <a:cxn ang="0">
                    <a:pos x="T8" y="T9"/>
                  </a:cxn>
                </a:cxnLst>
                <a:rect l="0" t="0" r="r" b="b"/>
                <a:pathLst>
                  <a:path w="743" h="329">
                    <a:moveTo>
                      <a:pt x="681" y="0"/>
                    </a:moveTo>
                    <a:lnTo>
                      <a:pt x="0" y="329"/>
                    </a:lnTo>
                    <a:lnTo>
                      <a:pt x="383" y="329"/>
                    </a:lnTo>
                    <a:lnTo>
                      <a:pt x="743" y="0"/>
                    </a:lnTo>
                    <a:lnTo>
                      <a:pt x="681" y="0"/>
                    </a:lnTo>
                    <a:close/>
                  </a:path>
                </a:pathLst>
              </a:custGeom>
              <a:solidFill>
                <a:srgbClr val="DAB971"/>
              </a:solidFill>
              <a:ln>
                <a:noFill/>
              </a:ln>
            </p:spPr>
            <p:txBody>
              <a:bodyPr vert="horz" wrap="square" lIns="91440" tIns="45720" rIns="91440" bIns="45720" numCol="1" anchor="ctr" anchorCtr="0" compatLnSpc="1"/>
              <a:lstStyle/>
              <a:p>
                <a:pPr algn="ctr"/>
                <a:endParaRPr lang="en-US" b="1">
                  <a:solidFill>
                    <a:schemeClr val="bg1"/>
                  </a:solidFill>
                </a:endParaRPr>
              </a:p>
            </p:txBody>
          </p:sp>
          <p:sp>
            <p:nvSpPr>
              <p:cNvPr id="9" name="Rectangle 16"/>
              <p:cNvSpPr>
                <a:spLocks noChangeArrowheads="1"/>
              </p:cNvSpPr>
              <p:nvPr/>
            </p:nvSpPr>
            <p:spPr bwMode="auto">
              <a:xfrm>
                <a:off x="4913244" y="6236094"/>
                <a:ext cx="539553" cy="617646"/>
              </a:xfrm>
              <a:prstGeom prst="rect">
                <a:avLst/>
              </a:prstGeom>
              <a:solidFill>
                <a:srgbClr val="DAB971"/>
              </a:solidFill>
              <a:ln>
                <a:noFill/>
              </a:ln>
            </p:spPr>
            <p:txBody>
              <a:bodyPr vert="horz" wrap="square" lIns="91440" tIns="45720" rIns="91440" bIns="45720" numCol="1" anchor="ctr" anchorCtr="0" compatLnSpc="1"/>
              <a:lstStyle/>
              <a:p>
                <a:pPr algn="ctr"/>
                <a:r>
                  <a:rPr lang="en-US" b="1" dirty="0">
                    <a:solidFill>
                      <a:schemeClr val="bg1"/>
                    </a:solidFill>
                  </a:rPr>
                  <a:t>02</a:t>
                </a:r>
                <a:endParaRPr lang="en-US" b="1" dirty="0">
                  <a:solidFill>
                    <a:schemeClr val="bg1"/>
                  </a:solidFill>
                </a:endParaRPr>
              </a:p>
            </p:txBody>
          </p:sp>
        </p:grpSp>
        <p:sp>
          <p:nvSpPr>
            <p:cNvPr id="10" name="Freeform 5"/>
            <p:cNvSpPr>
              <a:spLocks noEditPoints="1"/>
            </p:cNvSpPr>
            <p:nvPr/>
          </p:nvSpPr>
          <p:spPr bwMode="auto">
            <a:xfrm>
              <a:off x="4343873" y="1703851"/>
              <a:ext cx="1793303" cy="4076464"/>
            </a:xfrm>
            <a:custGeom>
              <a:avLst/>
              <a:gdLst>
                <a:gd name="T0" fmla="*/ 914 w 1006"/>
                <a:gd name="T1" fmla="*/ 170 h 2288"/>
                <a:gd name="T2" fmla="*/ 727 w 1006"/>
                <a:gd name="T3" fmla="*/ 122 h 2288"/>
                <a:gd name="T4" fmla="*/ 290 w 1006"/>
                <a:gd name="T5" fmla="*/ 122 h 2288"/>
                <a:gd name="T6" fmla="*/ 146 w 1006"/>
                <a:gd name="T7" fmla="*/ 0 h 2288"/>
                <a:gd name="T8" fmla="*/ 0 w 1006"/>
                <a:gd name="T9" fmla="*/ 146 h 2288"/>
                <a:gd name="T10" fmla="*/ 146 w 1006"/>
                <a:gd name="T11" fmla="*/ 293 h 2288"/>
                <a:gd name="T12" fmla="*/ 290 w 1006"/>
                <a:gd name="T13" fmla="*/ 171 h 2288"/>
                <a:gd name="T14" fmla="*/ 727 w 1006"/>
                <a:gd name="T15" fmla="*/ 171 h 2288"/>
                <a:gd name="T16" fmla="*/ 957 w 1006"/>
                <a:gd name="T17" fmla="*/ 351 h 2288"/>
                <a:gd name="T18" fmla="*/ 957 w 1006"/>
                <a:gd name="T19" fmla="*/ 2288 h 2288"/>
                <a:gd name="T20" fmla="*/ 1006 w 1006"/>
                <a:gd name="T21" fmla="*/ 2288 h 2288"/>
                <a:gd name="T22" fmla="*/ 1006 w 1006"/>
                <a:gd name="T23" fmla="*/ 351 h 2288"/>
                <a:gd name="T24" fmla="*/ 914 w 1006"/>
                <a:gd name="T25" fmla="*/ 170 h 2288"/>
                <a:gd name="T26" fmla="*/ 146 w 1006"/>
                <a:gd name="T27" fmla="*/ 233 h 2288"/>
                <a:gd name="T28" fmla="*/ 60 w 1006"/>
                <a:gd name="T29" fmla="*/ 146 h 2288"/>
                <a:gd name="T30" fmla="*/ 146 w 1006"/>
                <a:gd name="T31" fmla="*/ 60 h 2288"/>
                <a:gd name="T32" fmla="*/ 232 w 1006"/>
                <a:gd name="T33" fmla="*/ 146 h 2288"/>
                <a:gd name="T34" fmla="*/ 146 w 1006"/>
                <a:gd name="T35" fmla="*/ 233 h 2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06" h="2288">
                  <a:moveTo>
                    <a:pt x="914" y="170"/>
                  </a:moveTo>
                  <a:cubicBezTo>
                    <a:pt x="853" y="130"/>
                    <a:pt x="779" y="122"/>
                    <a:pt x="727" y="122"/>
                  </a:cubicBezTo>
                  <a:cubicBezTo>
                    <a:pt x="290" y="122"/>
                    <a:pt x="290" y="122"/>
                    <a:pt x="290" y="122"/>
                  </a:cubicBezTo>
                  <a:cubicBezTo>
                    <a:pt x="279" y="53"/>
                    <a:pt x="218" y="0"/>
                    <a:pt x="146" y="0"/>
                  </a:cubicBezTo>
                  <a:cubicBezTo>
                    <a:pt x="65" y="0"/>
                    <a:pt x="0" y="66"/>
                    <a:pt x="0" y="146"/>
                  </a:cubicBezTo>
                  <a:cubicBezTo>
                    <a:pt x="0" y="227"/>
                    <a:pt x="65" y="293"/>
                    <a:pt x="146" y="293"/>
                  </a:cubicBezTo>
                  <a:cubicBezTo>
                    <a:pt x="218" y="293"/>
                    <a:pt x="279" y="240"/>
                    <a:pt x="290" y="171"/>
                  </a:cubicBezTo>
                  <a:cubicBezTo>
                    <a:pt x="727" y="171"/>
                    <a:pt x="727" y="171"/>
                    <a:pt x="727" y="171"/>
                  </a:cubicBezTo>
                  <a:cubicBezTo>
                    <a:pt x="796" y="171"/>
                    <a:pt x="957" y="189"/>
                    <a:pt x="957" y="351"/>
                  </a:cubicBezTo>
                  <a:cubicBezTo>
                    <a:pt x="957" y="2288"/>
                    <a:pt x="957" y="2288"/>
                    <a:pt x="957" y="2288"/>
                  </a:cubicBezTo>
                  <a:cubicBezTo>
                    <a:pt x="1006" y="2288"/>
                    <a:pt x="1006" y="2288"/>
                    <a:pt x="1006" y="2288"/>
                  </a:cubicBezTo>
                  <a:cubicBezTo>
                    <a:pt x="1006" y="351"/>
                    <a:pt x="1006" y="351"/>
                    <a:pt x="1006" y="351"/>
                  </a:cubicBezTo>
                  <a:cubicBezTo>
                    <a:pt x="1006" y="272"/>
                    <a:pt x="974" y="210"/>
                    <a:pt x="914" y="170"/>
                  </a:cubicBezTo>
                  <a:close/>
                  <a:moveTo>
                    <a:pt x="146" y="233"/>
                  </a:moveTo>
                  <a:cubicBezTo>
                    <a:pt x="99" y="233"/>
                    <a:pt x="60" y="194"/>
                    <a:pt x="60" y="146"/>
                  </a:cubicBezTo>
                  <a:cubicBezTo>
                    <a:pt x="60" y="99"/>
                    <a:pt x="99" y="60"/>
                    <a:pt x="146" y="60"/>
                  </a:cubicBezTo>
                  <a:cubicBezTo>
                    <a:pt x="194" y="60"/>
                    <a:pt x="232" y="99"/>
                    <a:pt x="232" y="146"/>
                  </a:cubicBezTo>
                  <a:cubicBezTo>
                    <a:pt x="232" y="194"/>
                    <a:pt x="194" y="233"/>
                    <a:pt x="146" y="233"/>
                  </a:cubicBezTo>
                  <a:close/>
                </a:path>
              </a:pathLst>
            </a:custGeom>
            <a:solidFill>
              <a:srgbClr val="015BAB"/>
            </a:solidFill>
            <a:ln>
              <a:noFill/>
            </a:ln>
          </p:spPr>
          <p:txBody>
            <a:bodyPr vert="horz" wrap="square" lIns="91440" tIns="45720" rIns="91440" bIns="45720" numCol="1" anchor="ctr" anchorCtr="0" compatLnSpc="1"/>
            <a:lstStyle/>
            <a:p>
              <a:pPr algn="ctr"/>
              <a:endParaRPr lang="en-US" b="1">
                <a:solidFill>
                  <a:srgbClr val="015BAB"/>
                </a:solidFill>
              </a:endParaRPr>
            </a:p>
          </p:txBody>
        </p:sp>
        <p:grpSp>
          <p:nvGrpSpPr>
            <p:cNvPr id="11" name="Group 42"/>
            <p:cNvGrpSpPr/>
            <p:nvPr/>
          </p:nvGrpSpPr>
          <p:grpSpPr>
            <a:xfrm>
              <a:off x="5821964" y="5780314"/>
              <a:ext cx="535294" cy="1077686"/>
              <a:chOff x="5821964" y="5780314"/>
              <a:chExt cx="535294" cy="1077686"/>
            </a:xfrm>
          </p:grpSpPr>
          <p:sp>
            <p:nvSpPr>
              <p:cNvPr id="12" name="Freeform 12"/>
              <p:cNvSpPr/>
              <p:nvPr/>
            </p:nvSpPr>
            <p:spPr bwMode="auto">
              <a:xfrm>
                <a:off x="5821964" y="5780314"/>
                <a:ext cx="535294" cy="455781"/>
              </a:xfrm>
              <a:custGeom>
                <a:avLst/>
                <a:gdLst>
                  <a:gd name="T0" fmla="*/ 160 w 377"/>
                  <a:gd name="T1" fmla="*/ 0 h 321"/>
                  <a:gd name="T2" fmla="*/ 0 w 377"/>
                  <a:gd name="T3" fmla="*/ 321 h 321"/>
                  <a:gd name="T4" fmla="*/ 377 w 377"/>
                  <a:gd name="T5" fmla="*/ 321 h 321"/>
                  <a:gd name="T6" fmla="*/ 222 w 377"/>
                  <a:gd name="T7" fmla="*/ 0 h 321"/>
                  <a:gd name="T8" fmla="*/ 160 w 377"/>
                  <a:gd name="T9" fmla="*/ 0 h 321"/>
                </a:gdLst>
                <a:ahLst/>
                <a:cxnLst>
                  <a:cxn ang="0">
                    <a:pos x="T0" y="T1"/>
                  </a:cxn>
                  <a:cxn ang="0">
                    <a:pos x="T2" y="T3"/>
                  </a:cxn>
                  <a:cxn ang="0">
                    <a:pos x="T4" y="T5"/>
                  </a:cxn>
                  <a:cxn ang="0">
                    <a:pos x="T6" y="T7"/>
                  </a:cxn>
                  <a:cxn ang="0">
                    <a:pos x="T8" y="T9"/>
                  </a:cxn>
                </a:cxnLst>
                <a:rect l="0" t="0" r="r" b="b"/>
                <a:pathLst>
                  <a:path w="377" h="321">
                    <a:moveTo>
                      <a:pt x="160" y="0"/>
                    </a:moveTo>
                    <a:lnTo>
                      <a:pt x="0" y="321"/>
                    </a:lnTo>
                    <a:lnTo>
                      <a:pt x="377" y="321"/>
                    </a:lnTo>
                    <a:lnTo>
                      <a:pt x="222" y="0"/>
                    </a:lnTo>
                    <a:lnTo>
                      <a:pt x="160" y="0"/>
                    </a:lnTo>
                    <a:close/>
                  </a:path>
                </a:pathLst>
              </a:custGeom>
              <a:solidFill>
                <a:schemeClr val="accent1">
                  <a:lumMod val="60000"/>
                  <a:lumOff val="40000"/>
                </a:schemeClr>
              </a:solidFill>
              <a:ln>
                <a:noFill/>
              </a:ln>
            </p:spPr>
            <p:txBody>
              <a:bodyPr vert="horz" wrap="square" lIns="91440" tIns="45720" rIns="91440" bIns="45720" numCol="1" anchor="ctr" anchorCtr="0" compatLnSpc="1"/>
              <a:lstStyle/>
              <a:p>
                <a:pPr algn="ctr"/>
                <a:endParaRPr lang="en-US" b="1">
                  <a:solidFill>
                    <a:schemeClr val="bg1"/>
                  </a:solidFill>
                </a:endParaRPr>
              </a:p>
            </p:txBody>
          </p:sp>
          <p:sp>
            <p:nvSpPr>
              <p:cNvPr id="13" name="Rectangle 17"/>
              <p:cNvSpPr>
                <a:spLocks noChangeArrowheads="1"/>
              </p:cNvSpPr>
              <p:nvPr/>
            </p:nvSpPr>
            <p:spPr bwMode="auto">
              <a:xfrm>
                <a:off x="5821964" y="6236094"/>
                <a:ext cx="535294" cy="621906"/>
              </a:xfrm>
              <a:prstGeom prst="rect">
                <a:avLst/>
              </a:prstGeom>
              <a:solidFill>
                <a:srgbClr val="015BAB"/>
              </a:solidFill>
              <a:ln>
                <a:noFill/>
              </a:ln>
            </p:spPr>
            <p:txBody>
              <a:bodyPr vert="horz" wrap="square" lIns="91440" tIns="45720" rIns="91440" bIns="45720" numCol="1" anchor="ctr" anchorCtr="0" compatLnSpc="1"/>
              <a:lstStyle/>
              <a:p>
                <a:pPr algn="ctr"/>
                <a:r>
                  <a:rPr lang="en-US" b="1" dirty="0">
                    <a:solidFill>
                      <a:schemeClr val="bg1"/>
                    </a:solidFill>
                  </a:rPr>
                  <a:t>03</a:t>
                </a:r>
                <a:endParaRPr lang="en-US" b="1" dirty="0">
                  <a:solidFill>
                    <a:schemeClr val="bg1"/>
                  </a:solidFill>
                </a:endParaRPr>
              </a:p>
            </p:txBody>
          </p:sp>
        </p:grpSp>
        <p:sp>
          <p:nvSpPr>
            <p:cNvPr id="14" name="Freeform 8"/>
            <p:cNvSpPr>
              <a:spLocks noEditPoints="1"/>
            </p:cNvSpPr>
            <p:nvPr/>
          </p:nvSpPr>
          <p:spPr bwMode="auto">
            <a:xfrm>
              <a:off x="6206750" y="2402430"/>
              <a:ext cx="1641376" cy="3366526"/>
            </a:xfrm>
            <a:custGeom>
              <a:avLst/>
              <a:gdLst>
                <a:gd name="T0" fmla="*/ 774 w 921"/>
                <a:gd name="T1" fmla="*/ 0 h 1890"/>
                <a:gd name="T2" fmla="*/ 631 w 921"/>
                <a:gd name="T3" fmla="*/ 115 h 1890"/>
                <a:gd name="T4" fmla="*/ 251 w 921"/>
                <a:gd name="T5" fmla="*/ 115 h 1890"/>
                <a:gd name="T6" fmla="*/ 7 w 921"/>
                <a:gd name="T7" fmla="*/ 294 h 1890"/>
                <a:gd name="T8" fmla="*/ 6 w 921"/>
                <a:gd name="T9" fmla="*/ 1890 h 1890"/>
                <a:gd name="T10" fmla="*/ 56 w 921"/>
                <a:gd name="T11" fmla="*/ 1890 h 1890"/>
                <a:gd name="T12" fmla="*/ 56 w 921"/>
                <a:gd name="T13" fmla="*/ 298 h 1890"/>
                <a:gd name="T14" fmla="*/ 251 w 921"/>
                <a:gd name="T15" fmla="*/ 165 h 1890"/>
                <a:gd name="T16" fmla="*/ 629 w 921"/>
                <a:gd name="T17" fmla="*/ 165 h 1890"/>
                <a:gd name="T18" fmla="*/ 774 w 921"/>
                <a:gd name="T19" fmla="*/ 292 h 1890"/>
                <a:gd name="T20" fmla="*/ 921 w 921"/>
                <a:gd name="T21" fmla="*/ 146 h 1890"/>
                <a:gd name="T22" fmla="*/ 774 w 921"/>
                <a:gd name="T23" fmla="*/ 0 h 1890"/>
                <a:gd name="T24" fmla="*/ 774 w 921"/>
                <a:gd name="T25" fmla="*/ 232 h 1890"/>
                <a:gd name="T26" fmla="*/ 688 w 921"/>
                <a:gd name="T27" fmla="*/ 146 h 1890"/>
                <a:gd name="T28" fmla="*/ 774 w 921"/>
                <a:gd name="T29" fmla="*/ 60 h 1890"/>
                <a:gd name="T30" fmla="*/ 861 w 921"/>
                <a:gd name="T31" fmla="*/ 146 h 1890"/>
                <a:gd name="T32" fmla="*/ 774 w 921"/>
                <a:gd name="T33" fmla="*/ 232 h 1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21" h="1890">
                  <a:moveTo>
                    <a:pt x="774" y="0"/>
                  </a:moveTo>
                  <a:cubicBezTo>
                    <a:pt x="704" y="0"/>
                    <a:pt x="646" y="49"/>
                    <a:pt x="631" y="115"/>
                  </a:cubicBezTo>
                  <a:cubicBezTo>
                    <a:pt x="251" y="115"/>
                    <a:pt x="251" y="115"/>
                    <a:pt x="251" y="115"/>
                  </a:cubicBezTo>
                  <a:cubicBezTo>
                    <a:pt x="86" y="115"/>
                    <a:pt x="15" y="167"/>
                    <a:pt x="7" y="294"/>
                  </a:cubicBezTo>
                  <a:cubicBezTo>
                    <a:pt x="0" y="394"/>
                    <a:pt x="6" y="1829"/>
                    <a:pt x="6" y="1890"/>
                  </a:cubicBezTo>
                  <a:cubicBezTo>
                    <a:pt x="56" y="1890"/>
                    <a:pt x="56" y="1890"/>
                    <a:pt x="56" y="1890"/>
                  </a:cubicBezTo>
                  <a:cubicBezTo>
                    <a:pt x="56" y="1875"/>
                    <a:pt x="49" y="395"/>
                    <a:pt x="56" y="298"/>
                  </a:cubicBezTo>
                  <a:cubicBezTo>
                    <a:pt x="60" y="227"/>
                    <a:pt x="79" y="165"/>
                    <a:pt x="251" y="165"/>
                  </a:cubicBezTo>
                  <a:cubicBezTo>
                    <a:pt x="629" y="165"/>
                    <a:pt x="629" y="165"/>
                    <a:pt x="629" y="165"/>
                  </a:cubicBezTo>
                  <a:cubicBezTo>
                    <a:pt x="638" y="237"/>
                    <a:pt x="700" y="292"/>
                    <a:pt x="774" y="292"/>
                  </a:cubicBezTo>
                  <a:cubicBezTo>
                    <a:pt x="855" y="292"/>
                    <a:pt x="921" y="227"/>
                    <a:pt x="921" y="146"/>
                  </a:cubicBezTo>
                  <a:cubicBezTo>
                    <a:pt x="921" y="65"/>
                    <a:pt x="855" y="0"/>
                    <a:pt x="774" y="0"/>
                  </a:cubicBezTo>
                  <a:close/>
                  <a:moveTo>
                    <a:pt x="774" y="232"/>
                  </a:moveTo>
                  <a:cubicBezTo>
                    <a:pt x="727" y="232"/>
                    <a:pt x="688" y="194"/>
                    <a:pt x="688" y="146"/>
                  </a:cubicBezTo>
                  <a:cubicBezTo>
                    <a:pt x="688" y="99"/>
                    <a:pt x="727" y="60"/>
                    <a:pt x="774" y="60"/>
                  </a:cubicBezTo>
                  <a:cubicBezTo>
                    <a:pt x="822" y="60"/>
                    <a:pt x="861" y="99"/>
                    <a:pt x="861" y="146"/>
                  </a:cubicBezTo>
                  <a:cubicBezTo>
                    <a:pt x="861" y="194"/>
                    <a:pt x="822" y="232"/>
                    <a:pt x="774" y="232"/>
                  </a:cubicBezTo>
                  <a:close/>
                </a:path>
              </a:pathLst>
            </a:custGeom>
            <a:solidFill>
              <a:srgbClr val="48BAF8"/>
            </a:solidFill>
            <a:ln>
              <a:noFill/>
            </a:ln>
          </p:spPr>
          <p:txBody>
            <a:bodyPr vert="horz" wrap="square" lIns="91440" tIns="45720" rIns="91440" bIns="45720" numCol="1" anchor="ctr" anchorCtr="0" compatLnSpc="1"/>
            <a:lstStyle/>
            <a:p>
              <a:pPr algn="ctr"/>
              <a:endParaRPr lang="en-US" b="1">
                <a:solidFill>
                  <a:schemeClr val="bg1"/>
                </a:solidFill>
              </a:endParaRPr>
            </a:p>
          </p:txBody>
        </p:sp>
        <p:grpSp>
          <p:nvGrpSpPr>
            <p:cNvPr id="15" name="Group 43"/>
            <p:cNvGrpSpPr/>
            <p:nvPr/>
          </p:nvGrpSpPr>
          <p:grpSpPr>
            <a:xfrm>
              <a:off x="6216690" y="5768955"/>
              <a:ext cx="1054968" cy="1089045"/>
              <a:chOff x="6216690" y="5768955"/>
              <a:chExt cx="1054968" cy="1089045"/>
            </a:xfrm>
          </p:grpSpPr>
          <p:sp>
            <p:nvSpPr>
              <p:cNvPr id="16" name="Freeform 13"/>
              <p:cNvSpPr/>
              <p:nvPr/>
            </p:nvSpPr>
            <p:spPr bwMode="auto">
              <a:xfrm>
                <a:off x="6216690" y="5768955"/>
                <a:ext cx="1054968" cy="469979"/>
              </a:xfrm>
              <a:custGeom>
                <a:avLst/>
                <a:gdLst>
                  <a:gd name="T0" fmla="*/ 0 w 743"/>
                  <a:gd name="T1" fmla="*/ 0 h 331"/>
                  <a:gd name="T2" fmla="*/ 366 w 743"/>
                  <a:gd name="T3" fmla="*/ 331 h 331"/>
                  <a:gd name="T4" fmla="*/ 743 w 743"/>
                  <a:gd name="T5" fmla="*/ 331 h 331"/>
                  <a:gd name="T6" fmla="*/ 63 w 743"/>
                  <a:gd name="T7" fmla="*/ 0 h 331"/>
                  <a:gd name="T8" fmla="*/ 0 w 743"/>
                  <a:gd name="T9" fmla="*/ 0 h 331"/>
                </a:gdLst>
                <a:ahLst/>
                <a:cxnLst>
                  <a:cxn ang="0">
                    <a:pos x="T0" y="T1"/>
                  </a:cxn>
                  <a:cxn ang="0">
                    <a:pos x="T2" y="T3"/>
                  </a:cxn>
                  <a:cxn ang="0">
                    <a:pos x="T4" y="T5"/>
                  </a:cxn>
                  <a:cxn ang="0">
                    <a:pos x="T6" y="T7"/>
                  </a:cxn>
                  <a:cxn ang="0">
                    <a:pos x="T8" y="T9"/>
                  </a:cxn>
                </a:cxnLst>
                <a:rect l="0" t="0" r="r" b="b"/>
                <a:pathLst>
                  <a:path w="743" h="331">
                    <a:moveTo>
                      <a:pt x="0" y="0"/>
                    </a:moveTo>
                    <a:lnTo>
                      <a:pt x="366" y="331"/>
                    </a:lnTo>
                    <a:lnTo>
                      <a:pt x="743" y="331"/>
                    </a:lnTo>
                    <a:lnTo>
                      <a:pt x="63" y="0"/>
                    </a:lnTo>
                    <a:lnTo>
                      <a:pt x="0" y="0"/>
                    </a:lnTo>
                    <a:close/>
                  </a:path>
                </a:pathLst>
              </a:custGeom>
              <a:solidFill>
                <a:srgbClr val="48BAF8"/>
              </a:solidFill>
              <a:ln>
                <a:noFill/>
              </a:ln>
            </p:spPr>
            <p:txBody>
              <a:bodyPr vert="horz" wrap="square" lIns="91440" tIns="45720" rIns="91440" bIns="45720" numCol="1" anchor="ctr" anchorCtr="0" compatLnSpc="1"/>
              <a:lstStyle/>
              <a:p>
                <a:pPr algn="ctr"/>
                <a:endParaRPr lang="en-US" b="1">
                  <a:solidFill>
                    <a:schemeClr val="bg1"/>
                  </a:solidFill>
                </a:endParaRPr>
              </a:p>
            </p:txBody>
          </p:sp>
          <p:sp>
            <p:nvSpPr>
              <p:cNvPr id="17" name="Rectangle 18"/>
              <p:cNvSpPr>
                <a:spLocks noChangeArrowheads="1"/>
              </p:cNvSpPr>
              <p:nvPr/>
            </p:nvSpPr>
            <p:spPr bwMode="auto">
              <a:xfrm>
                <a:off x="6732104" y="6231834"/>
                <a:ext cx="532454" cy="626166"/>
              </a:xfrm>
              <a:prstGeom prst="rect">
                <a:avLst/>
              </a:prstGeom>
              <a:solidFill>
                <a:srgbClr val="48BAF8"/>
              </a:solidFill>
              <a:ln>
                <a:noFill/>
              </a:ln>
            </p:spPr>
            <p:txBody>
              <a:bodyPr vert="horz" wrap="square" lIns="91440" tIns="45720" rIns="91440" bIns="45720" numCol="1" anchor="ctr" anchorCtr="0" compatLnSpc="1"/>
              <a:lstStyle/>
              <a:p>
                <a:pPr algn="ctr"/>
                <a:r>
                  <a:rPr lang="en-US" b="1" dirty="0">
                    <a:solidFill>
                      <a:schemeClr val="bg1"/>
                    </a:solidFill>
                  </a:rPr>
                  <a:t>04</a:t>
                </a:r>
                <a:endParaRPr lang="en-US" b="1" dirty="0">
                  <a:solidFill>
                    <a:schemeClr val="bg1"/>
                  </a:solidFill>
                </a:endParaRPr>
              </a:p>
            </p:txBody>
          </p:sp>
        </p:grpSp>
        <p:sp>
          <p:nvSpPr>
            <p:cNvPr id="18" name="Freeform 9"/>
            <p:cNvSpPr>
              <a:spLocks noEditPoints="1"/>
            </p:cNvSpPr>
            <p:nvPr/>
          </p:nvSpPr>
          <p:spPr bwMode="auto">
            <a:xfrm>
              <a:off x="6370036" y="3741372"/>
              <a:ext cx="1466732" cy="2021903"/>
            </a:xfrm>
            <a:custGeom>
              <a:avLst/>
              <a:gdLst>
                <a:gd name="T0" fmla="*/ 676 w 823"/>
                <a:gd name="T1" fmla="*/ 0 h 1135"/>
                <a:gd name="T2" fmla="*/ 532 w 823"/>
                <a:gd name="T3" fmla="*/ 122 h 1135"/>
                <a:gd name="T4" fmla="*/ 202 w 823"/>
                <a:gd name="T5" fmla="*/ 119 h 1135"/>
                <a:gd name="T6" fmla="*/ 0 w 823"/>
                <a:gd name="T7" fmla="*/ 333 h 1135"/>
                <a:gd name="T8" fmla="*/ 0 w 823"/>
                <a:gd name="T9" fmla="*/ 1135 h 1135"/>
                <a:gd name="T10" fmla="*/ 49 w 823"/>
                <a:gd name="T11" fmla="*/ 1135 h 1135"/>
                <a:gd name="T12" fmla="*/ 49 w 823"/>
                <a:gd name="T13" fmla="*/ 333 h 1135"/>
                <a:gd name="T14" fmla="*/ 202 w 823"/>
                <a:gd name="T15" fmla="*/ 168 h 1135"/>
                <a:gd name="T16" fmla="*/ 532 w 823"/>
                <a:gd name="T17" fmla="*/ 171 h 1135"/>
                <a:gd name="T18" fmla="*/ 676 w 823"/>
                <a:gd name="T19" fmla="*/ 293 h 1135"/>
                <a:gd name="T20" fmla="*/ 823 w 823"/>
                <a:gd name="T21" fmla="*/ 147 h 1135"/>
                <a:gd name="T22" fmla="*/ 676 w 823"/>
                <a:gd name="T23" fmla="*/ 0 h 1135"/>
                <a:gd name="T24" fmla="*/ 676 w 823"/>
                <a:gd name="T25" fmla="*/ 233 h 1135"/>
                <a:gd name="T26" fmla="*/ 590 w 823"/>
                <a:gd name="T27" fmla="*/ 147 h 1135"/>
                <a:gd name="T28" fmla="*/ 676 w 823"/>
                <a:gd name="T29" fmla="*/ 60 h 1135"/>
                <a:gd name="T30" fmla="*/ 762 w 823"/>
                <a:gd name="T31" fmla="*/ 147 h 1135"/>
                <a:gd name="T32" fmla="*/ 676 w 823"/>
                <a:gd name="T33" fmla="*/ 233 h 1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3" h="1135">
                  <a:moveTo>
                    <a:pt x="676" y="0"/>
                  </a:moveTo>
                  <a:cubicBezTo>
                    <a:pt x="604" y="0"/>
                    <a:pt x="544" y="53"/>
                    <a:pt x="532" y="122"/>
                  </a:cubicBezTo>
                  <a:cubicBezTo>
                    <a:pt x="463" y="121"/>
                    <a:pt x="282" y="119"/>
                    <a:pt x="202" y="119"/>
                  </a:cubicBezTo>
                  <a:cubicBezTo>
                    <a:pt x="90" y="119"/>
                    <a:pt x="0" y="236"/>
                    <a:pt x="0" y="333"/>
                  </a:cubicBezTo>
                  <a:cubicBezTo>
                    <a:pt x="0" y="1135"/>
                    <a:pt x="0" y="1135"/>
                    <a:pt x="0" y="1135"/>
                  </a:cubicBezTo>
                  <a:cubicBezTo>
                    <a:pt x="49" y="1135"/>
                    <a:pt x="49" y="1135"/>
                    <a:pt x="49" y="1135"/>
                  </a:cubicBezTo>
                  <a:cubicBezTo>
                    <a:pt x="49" y="333"/>
                    <a:pt x="49" y="333"/>
                    <a:pt x="49" y="333"/>
                  </a:cubicBezTo>
                  <a:cubicBezTo>
                    <a:pt x="49" y="268"/>
                    <a:pt x="115" y="168"/>
                    <a:pt x="202" y="168"/>
                  </a:cubicBezTo>
                  <a:cubicBezTo>
                    <a:pt x="282" y="168"/>
                    <a:pt x="463" y="170"/>
                    <a:pt x="532" y="171"/>
                  </a:cubicBezTo>
                  <a:cubicBezTo>
                    <a:pt x="544" y="240"/>
                    <a:pt x="604" y="293"/>
                    <a:pt x="676" y="293"/>
                  </a:cubicBezTo>
                  <a:cubicBezTo>
                    <a:pt x="757" y="293"/>
                    <a:pt x="823" y="227"/>
                    <a:pt x="823" y="147"/>
                  </a:cubicBezTo>
                  <a:cubicBezTo>
                    <a:pt x="823" y="66"/>
                    <a:pt x="757" y="0"/>
                    <a:pt x="676" y="0"/>
                  </a:cubicBezTo>
                  <a:close/>
                  <a:moveTo>
                    <a:pt x="676" y="233"/>
                  </a:moveTo>
                  <a:cubicBezTo>
                    <a:pt x="629" y="233"/>
                    <a:pt x="590" y="194"/>
                    <a:pt x="590" y="147"/>
                  </a:cubicBezTo>
                  <a:cubicBezTo>
                    <a:pt x="590" y="99"/>
                    <a:pt x="629" y="60"/>
                    <a:pt x="676" y="60"/>
                  </a:cubicBezTo>
                  <a:cubicBezTo>
                    <a:pt x="724" y="60"/>
                    <a:pt x="762" y="99"/>
                    <a:pt x="762" y="147"/>
                  </a:cubicBezTo>
                  <a:cubicBezTo>
                    <a:pt x="762" y="194"/>
                    <a:pt x="724" y="233"/>
                    <a:pt x="676" y="233"/>
                  </a:cubicBezTo>
                  <a:close/>
                </a:path>
              </a:pathLst>
            </a:custGeom>
            <a:solidFill>
              <a:srgbClr val="ADB9CA"/>
            </a:solidFill>
            <a:ln>
              <a:noFill/>
            </a:ln>
          </p:spPr>
          <p:txBody>
            <a:bodyPr vert="horz" wrap="square" lIns="91440" tIns="45720" rIns="91440" bIns="45720" numCol="1" anchor="ctr" anchorCtr="0" compatLnSpc="1"/>
            <a:lstStyle/>
            <a:p>
              <a:pPr algn="ctr"/>
              <a:endParaRPr lang="en-US" b="1">
                <a:solidFill>
                  <a:schemeClr val="bg1"/>
                </a:solidFill>
              </a:endParaRPr>
            </a:p>
          </p:txBody>
        </p:sp>
        <p:grpSp>
          <p:nvGrpSpPr>
            <p:cNvPr id="19" name="Group 44"/>
            <p:cNvGrpSpPr/>
            <p:nvPr/>
          </p:nvGrpSpPr>
          <p:grpSpPr>
            <a:xfrm>
              <a:off x="6370036" y="5763275"/>
              <a:ext cx="1816021" cy="1090465"/>
              <a:chOff x="6370036" y="5763275"/>
              <a:chExt cx="1816021" cy="1090465"/>
            </a:xfrm>
          </p:grpSpPr>
          <p:sp>
            <p:nvSpPr>
              <p:cNvPr id="20" name="Freeform 14"/>
              <p:cNvSpPr/>
              <p:nvPr/>
            </p:nvSpPr>
            <p:spPr bwMode="auto">
              <a:xfrm>
                <a:off x="6370036" y="5763275"/>
                <a:ext cx="1811761" cy="479918"/>
              </a:xfrm>
              <a:custGeom>
                <a:avLst/>
                <a:gdLst>
                  <a:gd name="T0" fmla="*/ 0 w 1276"/>
                  <a:gd name="T1" fmla="*/ 0 h 338"/>
                  <a:gd name="T2" fmla="*/ 895 w 1276"/>
                  <a:gd name="T3" fmla="*/ 338 h 338"/>
                  <a:gd name="T4" fmla="*/ 1276 w 1276"/>
                  <a:gd name="T5" fmla="*/ 338 h 338"/>
                  <a:gd name="T6" fmla="*/ 62 w 1276"/>
                  <a:gd name="T7" fmla="*/ 0 h 338"/>
                  <a:gd name="T8" fmla="*/ 0 w 1276"/>
                  <a:gd name="T9" fmla="*/ 0 h 338"/>
                </a:gdLst>
                <a:ahLst/>
                <a:cxnLst>
                  <a:cxn ang="0">
                    <a:pos x="T0" y="T1"/>
                  </a:cxn>
                  <a:cxn ang="0">
                    <a:pos x="T2" y="T3"/>
                  </a:cxn>
                  <a:cxn ang="0">
                    <a:pos x="T4" y="T5"/>
                  </a:cxn>
                  <a:cxn ang="0">
                    <a:pos x="T6" y="T7"/>
                  </a:cxn>
                  <a:cxn ang="0">
                    <a:pos x="T8" y="T9"/>
                  </a:cxn>
                </a:cxnLst>
                <a:rect l="0" t="0" r="r" b="b"/>
                <a:pathLst>
                  <a:path w="1276" h="338">
                    <a:moveTo>
                      <a:pt x="0" y="0"/>
                    </a:moveTo>
                    <a:lnTo>
                      <a:pt x="895" y="338"/>
                    </a:lnTo>
                    <a:lnTo>
                      <a:pt x="1276" y="338"/>
                    </a:lnTo>
                    <a:lnTo>
                      <a:pt x="62" y="0"/>
                    </a:lnTo>
                    <a:lnTo>
                      <a:pt x="0" y="0"/>
                    </a:lnTo>
                    <a:close/>
                  </a:path>
                </a:pathLst>
              </a:custGeom>
              <a:solidFill>
                <a:srgbClr val="ADB9CA"/>
              </a:solidFill>
              <a:ln>
                <a:noFill/>
              </a:ln>
            </p:spPr>
            <p:txBody>
              <a:bodyPr vert="horz" wrap="square" lIns="91440" tIns="45720" rIns="91440" bIns="45720" numCol="1" anchor="ctr" anchorCtr="0" compatLnSpc="1"/>
              <a:lstStyle/>
              <a:p>
                <a:pPr algn="ctr"/>
                <a:endParaRPr lang="en-US" b="1">
                  <a:solidFill>
                    <a:schemeClr val="bg1"/>
                  </a:solidFill>
                </a:endParaRPr>
              </a:p>
            </p:txBody>
          </p:sp>
          <p:sp>
            <p:nvSpPr>
              <p:cNvPr id="21" name="Rectangle 19"/>
              <p:cNvSpPr>
                <a:spLocks noChangeArrowheads="1"/>
              </p:cNvSpPr>
              <p:nvPr/>
            </p:nvSpPr>
            <p:spPr bwMode="auto">
              <a:xfrm>
                <a:off x="7640825" y="6243193"/>
                <a:ext cx="545232" cy="610547"/>
              </a:xfrm>
              <a:prstGeom prst="rect">
                <a:avLst/>
              </a:prstGeom>
              <a:solidFill>
                <a:srgbClr val="ADB9CA"/>
              </a:solidFill>
              <a:ln>
                <a:noFill/>
              </a:ln>
            </p:spPr>
            <p:txBody>
              <a:bodyPr vert="horz" wrap="square" lIns="91440" tIns="45720" rIns="91440" bIns="45720" numCol="1" anchor="ctr" anchorCtr="0" compatLnSpc="1"/>
              <a:lstStyle/>
              <a:p>
                <a:pPr algn="ctr"/>
                <a:r>
                  <a:rPr lang="en-US" b="1" dirty="0">
                    <a:solidFill>
                      <a:schemeClr val="bg1"/>
                    </a:solidFill>
                  </a:rPr>
                  <a:t>05</a:t>
                </a:r>
                <a:endParaRPr lang="en-US" b="1" dirty="0">
                  <a:solidFill>
                    <a:schemeClr val="bg1"/>
                  </a:solidFill>
                </a:endParaRPr>
              </a:p>
            </p:txBody>
          </p:sp>
        </p:grpSp>
        <p:sp>
          <p:nvSpPr>
            <p:cNvPr id="32" name="Inhaltsplatzhalter 4"/>
            <p:cNvSpPr txBox="1"/>
            <p:nvPr/>
          </p:nvSpPr>
          <p:spPr>
            <a:xfrm>
              <a:off x="4796281" y="4801292"/>
              <a:ext cx="885242" cy="36041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rgbClr val="ADB9CA"/>
                  </a:solidFill>
                  <a:latin typeface="微软雅黑" panose="020B0503020204020204" pitchFamily="34" charset="-122"/>
                  <a:ea typeface="微软雅黑" panose="020B0503020204020204" pitchFamily="34" charset="-122"/>
                </a:rPr>
                <a:t>40</a:t>
              </a:r>
              <a:r>
                <a:rPr lang="en-US" sz="1600" dirty="0">
                  <a:solidFill>
                    <a:srgbClr val="ADB9CA"/>
                  </a:solidFill>
                  <a:latin typeface="微软雅黑" panose="020B0503020204020204" pitchFamily="34" charset="-122"/>
                  <a:ea typeface="微软雅黑" panose="020B0503020204020204" pitchFamily="34" charset="-122"/>
                </a:rPr>
                <a:t>%</a:t>
              </a:r>
              <a:endParaRPr lang="en-US" sz="1600" dirty="0">
                <a:solidFill>
                  <a:srgbClr val="ADB9CA"/>
                </a:solidFill>
                <a:latin typeface="微软雅黑" panose="020B0503020204020204" pitchFamily="34" charset="-122"/>
                <a:ea typeface="微软雅黑" panose="020B0503020204020204" pitchFamily="34" charset="-122"/>
              </a:endParaRPr>
            </a:p>
          </p:txBody>
        </p:sp>
        <p:sp>
          <p:nvSpPr>
            <p:cNvPr id="33" name="Inhaltsplatzhalter 4"/>
            <p:cNvSpPr txBox="1"/>
            <p:nvPr/>
          </p:nvSpPr>
          <p:spPr>
            <a:xfrm>
              <a:off x="4863640" y="3428271"/>
              <a:ext cx="885242" cy="36041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rgbClr val="DAB971"/>
                  </a:solidFill>
                  <a:latin typeface="微软雅黑" panose="020B0503020204020204" pitchFamily="34" charset="-122"/>
                  <a:ea typeface="微软雅黑" panose="020B0503020204020204" pitchFamily="34" charset="-122"/>
                </a:rPr>
                <a:t>50</a:t>
              </a:r>
              <a:r>
                <a:rPr lang="en-US" sz="1600" dirty="0">
                  <a:solidFill>
                    <a:srgbClr val="DAB971"/>
                  </a:solidFill>
                  <a:latin typeface="微软雅黑" panose="020B0503020204020204" pitchFamily="34" charset="-122"/>
                  <a:ea typeface="微软雅黑" panose="020B0503020204020204" pitchFamily="34" charset="-122"/>
                </a:rPr>
                <a:t>%</a:t>
              </a:r>
              <a:endParaRPr lang="en-US" sz="1600" dirty="0">
                <a:solidFill>
                  <a:srgbClr val="DAB971"/>
                </a:solidFill>
                <a:latin typeface="微软雅黑" panose="020B0503020204020204" pitchFamily="34" charset="-122"/>
                <a:ea typeface="微软雅黑" panose="020B0503020204020204" pitchFamily="34" charset="-122"/>
              </a:endParaRPr>
            </a:p>
          </p:txBody>
        </p:sp>
        <p:sp>
          <p:nvSpPr>
            <p:cNvPr id="34" name="Inhaltsplatzhalter 4"/>
            <p:cNvSpPr txBox="1"/>
            <p:nvPr/>
          </p:nvSpPr>
          <p:spPr>
            <a:xfrm>
              <a:off x="4936721" y="2063411"/>
              <a:ext cx="885242" cy="36041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rgbClr val="015BAB"/>
                  </a:solidFill>
                  <a:latin typeface="微软雅黑" panose="020B0503020204020204" pitchFamily="34" charset="-122"/>
                  <a:ea typeface="微软雅黑" panose="020B0503020204020204" pitchFamily="34" charset="-122"/>
                </a:rPr>
                <a:t>70</a:t>
              </a:r>
              <a:r>
                <a:rPr lang="en-US" sz="1600" dirty="0">
                  <a:solidFill>
                    <a:srgbClr val="015BAB"/>
                  </a:solidFill>
                  <a:latin typeface="微软雅黑" panose="020B0503020204020204" pitchFamily="34" charset="-122"/>
                  <a:ea typeface="微软雅黑" panose="020B0503020204020204" pitchFamily="34" charset="-122"/>
                </a:rPr>
                <a:t>%</a:t>
              </a:r>
              <a:endParaRPr lang="en-US" sz="1600" dirty="0">
                <a:solidFill>
                  <a:srgbClr val="015BAB"/>
                </a:solidFill>
                <a:latin typeface="微软雅黑" panose="020B0503020204020204" pitchFamily="34" charset="-122"/>
                <a:ea typeface="微软雅黑" panose="020B0503020204020204" pitchFamily="34" charset="-122"/>
              </a:endParaRPr>
            </a:p>
          </p:txBody>
        </p:sp>
        <p:sp>
          <p:nvSpPr>
            <p:cNvPr id="35" name="Inhaltsplatzhalter 4"/>
            <p:cNvSpPr txBox="1"/>
            <p:nvPr/>
          </p:nvSpPr>
          <p:spPr>
            <a:xfrm>
              <a:off x="6426644" y="2778424"/>
              <a:ext cx="885242" cy="36041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rgbClr val="48BAF8"/>
                  </a:solidFill>
                  <a:latin typeface="微软雅黑" panose="020B0503020204020204" pitchFamily="34" charset="-122"/>
                  <a:ea typeface="微软雅黑" panose="020B0503020204020204" pitchFamily="34" charset="-122"/>
                </a:rPr>
                <a:t>50</a:t>
              </a:r>
              <a:r>
                <a:rPr lang="en-US" sz="1600" dirty="0">
                  <a:solidFill>
                    <a:srgbClr val="48BAF8"/>
                  </a:solidFill>
                  <a:latin typeface="微软雅黑" panose="020B0503020204020204" pitchFamily="34" charset="-122"/>
                  <a:ea typeface="微软雅黑" panose="020B0503020204020204" pitchFamily="34" charset="-122"/>
                </a:rPr>
                <a:t>%</a:t>
              </a:r>
              <a:endParaRPr lang="en-US" sz="1600" dirty="0">
                <a:solidFill>
                  <a:srgbClr val="48BAF8"/>
                </a:solidFill>
                <a:latin typeface="微软雅黑" panose="020B0503020204020204" pitchFamily="34" charset="-122"/>
                <a:ea typeface="微软雅黑" panose="020B0503020204020204" pitchFamily="34" charset="-122"/>
              </a:endParaRPr>
            </a:p>
          </p:txBody>
        </p:sp>
        <p:sp>
          <p:nvSpPr>
            <p:cNvPr id="36" name="Inhaltsplatzhalter 4"/>
            <p:cNvSpPr txBox="1"/>
            <p:nvPr/>
          </p:nvSpPr>
          <p:spPr>
            <a:xfrm>
              <a:off x="6514584" y="4111567"/>
              <a:ext cx="885242" cy="360417"/>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00000"/>
                </a:lnSpc>
                <a:spcAft>
                  <a:spcPts val="1200"/>
                </a:spcAft>
                <a:buNone/>
              </a:pPr>
              <a:r>
                <a:rPr lang="en-US" sz="2000" dirty="0">
                  <a:solidFill>
                    <a:srgbClr val="ADB9CA"/>
                  </a:solidFill>
                  <a:latin typeface="微软雅黑" panose="020B0503020204020204" pitchFamily="34" charset="-122"/>
                  <a:ea typeface="微软雅黑" panose="020B0503020204020204" pitchFamily="34" charset="-122"/>
                </a:rPr>
                <a:t>60</a:t>
              </a:r>
              <a:r>
                <a:rPr lang="en-US" sz="1600" dirty="0">
                  <a:solidFill>
                    <a:srgbClr val="ADB9CA"/>
                  </a:solidFill>
                  <a:latin typeface="微软雅黑" panose="020B0503020204020204" pitchFamily="34" charset="-122"/>
                  <a:ea typeface="微软雅黑" panose="020B0503020204020204" pitchFamily="34" charset="-122"/>
                </a:rPr>
                <a:t>%</a:t>
              </a:r>
              <a:endParaRPr lang="en-US" sz="1600" dirty="0">
                <a:solidFill>
                  <a:srgbClr val="ADB9CA"/>
                </a:solidFill>
                <a:latin typeface="微软雅黑" panose="020B0503020204020204" pitchFamily="34" charset="-122"/>
                <a:ea typeface="微软雅黑" panose="020B0503020204020204" pitchFamily="34" charset="-122"/>
              </a:endParaRPr>
            </a:p>
          </p:txBody>
        </p:sp>
      </p:grpSp>
      <p:grpSp>
        <p:nvGrpSpPr>
          <p:cNvPr id="38" name="组合 37"/>
          <p:cNvGrpSpPr/>
          <p:nvPr/>
        </p:nvGrpSpPr>
        <p:grpSpPr>
          <a:xfrm>
            <a:off x="1549778" y="1947568"/>
            <a:ext cx="2689099" cy="919554"/>
            <a:chOff x="500148" y="1697764"/>
            <a:chExt cx="3606127" cy="919554"/>
          </a:xfrm>
        </p:grpSpPr>
        <p:sp>
          <p:nvSpPr>
            <p:cNvPr id="39"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0" name="矩形 39"/>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1" name="组合 40"/>
          <p:cNvGrpSpPr/>
          <p:nvPr/>
        </p:nvGrpSpPr>
        <p:grpSpPr>
          <a:xfrm>
            <a:off x="1549778" y="3406205"/>
            <a:ext cx="2689099" cy="919554"/>
            <a:chOff x="500148" y="1697764"/>
            <a:chExt cx="3606127" cy="919554"/>
          </a:xfrm>
        </p:grpSpPr>
        <p:sp>
          <p:nvSpPr>
            <p:cNvPr id="42"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3" name="矩形 42"/>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4" name="组合 43"/>
          <p:cNvGrpSpPr/>
          <p:nvPr/>
        </p:nvGrpSpPr>
        <p:grpSpPr>
          <a:xfrm>
            <a:off x="1549778" y="4610165"/>
            <a:ext cx="2689099" cy="919554"/>
            <a:chOff x="500148" y="1697764"/>
            <a:chExt cx="3606127" cy="919554"/>
          </a:xfrm>
        </p:grpSpPr>
        <p:sp>
          <p:nvSpPr>
            <p:cNvPr id="45"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6" name="矩形 45"/>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7" name="组合 46"/>
          <p:cNvGrpSpPr/>
          <p:nvPr/>
        </p:nvGrpSpPr>
        <p:grpSpPr>
          <a:xfrm>
            <a:off x="7814198" y="2772507"/>
            <a:ext cx="2995458" cy="930705"/>
            <a:chOff x="7972672" y="1662220"/>
            <a:chExt cx="3606127" cy="930705"/>
          </a:xfrm>
        </p:grpSpPr>
        <p:sp>
          <p:nvSpPr>
            <p:cNvPr id="48" name="TextBox 20"/>
            <p:cNvSpPr txBox="1"/>
            <p:nvPr/>
          </p:nvSpPr>
          <p:spPr>
            <a:xfrm>
              <a:off x="7972672" y="2065152"/>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9" name="矩形 48"/>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50" name="组合 49"/>
          <p:cNvGrpSpPr/>
          <p:nvPr/>
        </p:nvGrpSpPr>
        <p:grpSpPr>
          <a:xfrm>
            <a:off x="7821487" y="4122286"/>
            <a:ext cx="2995458" cy="930705"/>
            <a:chOff x="7972672" y="1662220"/>
            <a:chExt cx="3606127" cy="930705"/>
          </a:xfrm>
        </p:grpSpPr>
        <p:sp>
          <p:nvSpPr>
            <p:cNvPr id="51" name="TextBox 20"/>
            <p:cNvSpPr txBox="1"/>
            <p:nvPr/>
          </p:nvSpPr>
          <p:spPr>
            <a:xfrm>
              <a:off x="7972672" y="2065152"/>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2" name="矩形 51"/>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53" name="组合 52"/>
          <p:cNvGrpSpPr/>
          <p:nvPr/>
        </p:nvGrpSpPr>
        <p:grpSpPr>
          <a:xfrm>
            <a:off x="583501" y="471624"/>
            <a:ext cx="2177776" cy="553998"/>
            <a:chOff x="592429" y="482522"/>
            <a:chExt cx="2177776" cy="553998"/>
          </a:xfrm>
        </p:grpSpPr>
        <p:grpSp>
          <p:nvGrpSpPr>
            <p:cNvPr id="54" name="组合 53"/>
            <p:cNvGrpSpPr/>
            <p:nvPr/>
          </p:nvGrpSpPr>
          <p:grpSpPr>
            <a:xfrm>
              <a:off x="592429" y="584272"/>
              <a:ext cx="433087" cy="360490"/>
              <a:chOff x="2770053" y="2524936"/>
              <a:chExt cx="433087" cy="317447"/>
            </a:xfrm>
            <a:solidFill>
              <a:srgbClr val="2F5EB2"/>
            </a:solidFill>
          </p:grpSpPr>
          <p:sp>
            <p:nvSpPr>
              <p:cNvPr id="56"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7"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8"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55"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线性排列</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1478544" y="2344328"/>
            <a:ext cx="9234912" cy="3467643"/>
            <a:chOff x="1105198" y="2088552"/>
            <a:chExt cx="10641883" cy="3995952"/>
          </a:xfrm>
        </p:grpSpPr>
        <p:sp>
          <p:nvSpPr>
            <p:cNvPr id="2" name="Freeform 68"/>
            <p:cNvSpPr/>
            <p:nvPr/>
          </p:nvSpPr>
          <p:spPr>
            <a:xfrm>
              <a:off x="2221241" y="2088552"/>
              <a:ext cx="3565233" cy="110967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2">
                <a:lumMod val="20000"/>
                <a:lumOff val="8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0017" tIns="73814" rIns="73814" bIns="73816" numCol="1" spcCol="1270" anchor="ctr" anchorCtr="0">
              <a:noAutofit/>
            </a:bodyPr>
            <a:lstStyle/>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Freeform 70"/>
            <p:cNvSpPr/>
            <p:nvPr/>
          </p:nvSpPr>
          <p:spPr>
            <a:xfrm>
              <a:off x="2221241" y="3513643"/>
              <a:ext cx="3565233" cy="110967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2">
                <a:lumMod val="20000"/>
                <a:lumOff val="8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0017" tIns="73816" rIns="73814" bIns="73814" numCol="1" spcCol="1270" anchor="ctr" anchorCtr="0">
              <a:noAutofit/>
            </a:bodyPr>
            <a:lstStyle/>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Freeform 72"/>
            <p:cNvSpPr/>
            <p:nvPr/>
          </p:nvSpPr>
          <p:spPr>
            <a:xfrm>
              <a:off x="2221241" y="4938734"/>
              <a:ext cx="3565233" cy="110967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2">
                <a:lumMod val="20000"/>
                <a:lumOff val="8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0017" tIns="73816" rIns="73814" bIns="73814" numCol="1" spcCol="1270" anchor="ctr" anchorCtr="0">
              <a:noAutofit/>
            </a:bodyPr>
            <a:lstStyle/>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Freeform 45"/>
            <p:cNvSpPr/>
            <p:nvPr/>
          </p:nvSpPr>
          <p:spPr>
            <a:xfrm flipH="1">
              <a:off x="7072278" y="2088552"/>
              <a:ext cx="3565233" cy="110967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2">
                <a:lumMod val="20000"/>
                <a:lumOff val="8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0017" tIns="73814" rIns="73814" bIns="73816" numCol="1" spcCol="1270" anchor="ctr" anchorCtr="0">
              <a:noAutofit/>
            </a:bodyPr>
            <a:lstStyle/>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Freeform 62"/>
            <p:cNvSpPr/>
            <p:nvPr/>
          </p:nvSpPr>
          <p:spPr>
            <a:xfrm flipH="1">
              <a:off x="7072278" y="3513643"/>
              <a:ext cx="3565233" cy="110967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2">
                <a:lumMod val="20000"/>
                <a:lumOff val="8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0017" tIns="73816" rIns="73814" bIns="73814" numCol="1" spcCol="1270" anchor="ctr" anchorCtr="0">
              <a:noAutofit/>
            </a:bodyPr>
            <a:lstStyle/>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64"/>
            <p:cNvSpPr/>
            <p:nvPr/>
          </p:nvSpPr>
          <p:spPr>
            <a:xfrm flipH="1">
              <a:off x="7072278" y="4938734"/>
              <a:ext cx="3565233" cy="1109678"/>
            </a:xfrm>
            <a:custGeom>
              <a:avLst/>
              <a:gdLst>
                <a:gd name="connsiteX0" fmla="*/ 131527 w 789146"/>
                <a:gd name="connsiteY0" fmla="*/ 0 h 2110763"/>
                <a:gd name="connsiteX1" fmla="*/ 657619 w 789146"/>
                <a:gd name="connsiteY1" fmla="*/ 0 h 2110763"/>
                <a:gd name="connsiteX2" fmla="*/ 750623 w 789146"/>
                <a:gd name="connsiteY2" fmla="*/ 38524 h 2110763"/>
                <a:gd name="connsiteX3" fmla="*/ 789146 w 789146"/>
                <a:gd name="connsiteY3" fmla="*/ 131528 h 2110763"/>
                <a:gd name="connsiteX4" fmla="*/ 789146 w 789146"/>
                <a:gd name="connsiteY4" fmla="*/ 2110763 h 2110763"/>
                <a:gd name="connsiteX5" fmla="*/ 789146 w 789146"/>
                <a:gd name="connsiteY5" fmla="*/ 2110763 h 2110763"/>
                <a:gd name="connsiteX6" fmla="*/ 789146 w 789146"/>
                <a:gd name="connsiteY6" fmla="*/ 2110763 h 2110763"/>
                <a:gd name="connsiteX7" fmla="*/ 0 w 789146"/>
                <a:gd name="connsiteY7" fmla="*/ 2110763 h 2110763"/>
                <a:gd name="connsiteX8" fmla="*/ 0 w 789146"/>
                <a:gd name="connsiteY8" fmla="*/ 2110763 h 2110763"/>
                <a:gd name="connsiteX9" fmla="*/ 0 w 789146"/>
                <a:gd name="connsiteY9" fmla="*/ 2110763 h 2110763"/>
                <a:gd name="connsiteX10" fmla="*/ 0 w 789146"/>
                <a:gd name="connsiteY10" fmla="*/ 131527 h 2110763"/>
                <a:gd name="connsiteX11" fmla="*/ 38524 w 789146"/>
                <a:gd name="connsiteY11" fmla="*/ 38523 h 2110763"/>
                <a:gd name="connsiteX12" fmla="*/ 131528 w 789146"/>
                <a:gd name="connsiteY12" fmla="*/ 0 h 2110763"/>
                <a:gd name="connsiteX13" fmla="*/ 131527 w 789146"/>
                <a:gd name="connsiteY13" fmla="*/ 0 h 2110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89146" h="2110763">
                  <a:moveTo>
                    <a:pt x="789146" y="351802"/>
                  </a:moveTo>
                  <a:lnTo>
                    <a:pt x="789146" y="1758961"/>
                  </a:lnTo>
                  <a:cubicBezTo>
                    <a:pt x="789146" y="1852264"/>
                    <a:pt x="783965" y="1941748"/>
                    <a:pt x="774743" y="2007723"/>
                  </a:cubicBezTo>
                  <a:cubicBezTo>
                    <a:pt x="765521" y="2073698"/>
                    <a:pt x="753013" y="2110762"/>
                    <a:pt x="739972" y="2110762"/>
                  </a:cubicBezTo>
                  <a:lnTo>
                    <a:pt x="0" y="2110762"/>
                  </a:lnTo>
                  <a:lnTo>
                    <a:pt x="0" y="2110762"/>
                  </a:lnTo>
                  <a:lnTo>
                    <a:pt x="0" y="2110762"/>
                  </a:lnTo>
                  <a:lnTo>
                    <a:pt x="0" y="1"/>
                  </a:lnTo>
                  <a:lnTo>
                    <a:pt x="0" y="1"/>
                  </a:lnTo>
                  <a:lnTo>
                    <a:pt x="0" y="1"/>
                  </a:lnTo>
                  <a:lnTo>
                    <a:pt x="739972" y="1"/>
                  </a:lnTo>
                  <a:cubicBezTo>
                    <a:pt x="753014" y="1"/>
                    <a:pt x="765522" y="37065"/>
                    <a:pt x="774743" y="103043"/>
                  </a:cubicBezTo>
                  <a:cubicBezTo>
                    <a:pt x="783965" y="169018"/>
                    <a:pt x="789146" y="258502"/>
                    <a:pt x="789146" y="351805"/>
                  </a:cubicBezTo>
                  <a:lnTo>
                    <a:pt x="789146" y="351802"/>
                  </a:lnTo>
                  <a:close/>
                </a:path>
              </a:pathLst>
            </a:custGeom>
            <a:solidFill>
              <a:schemeClr val="tx2">
                <a:lumMod val="20000"/>
                <a:lumOff val="80000"/>
                <a:alpha val="90000"/>
              </a:scheme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20017" tIns="73816" rIns="73814" bIns="73814" numCol="1" spcCol="1270" anchor="ctr" anchorCtr="0">
              <a:noAutofit/>
            </a:bodyPr>
            <a:lstStyle/>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a:p>
              <a:pPr marL="321310" lvl="1" indent="-321310" defTabSz="1375410">
                <a:lnSpc>
                  <a:spcPct val="120000"/>
                </a:lnSpc>
                <a:spcAft>
                  <a:spcPct val="15000"/>
                </a:spcAft>
                <a:buChar char="•"/>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Left-Right Arrow 61"/>
            <p:cNvSpPr/>
            <p:nvPr/>
          </p:nvSpPr>
          <p:spPr>
            <a:xfrm>
              <a:off x="5948333" y="2504547"/>
              <a:ext cx="954183" cy="282488"/>
            </a:xfrm>
            <a:prstGeom prst="leftRightArrow">
              <a:avLst>
                <a:gd name="adj1" fmla="val 50000"/>
                <a:gd name="adj2" fmla="val 65081"/>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Left-Right Arrow 65"/>
            <p:cNvSpPr/>
            <p:nvPr/>
          </p:nvSpPr>
          <p:spPr>
            <a:xfrm>
              <a:off x="5948333" y="3929638"/>
              <a:ext cx="954183" cy="282488"/>
            </a:xfrm>
            <a:prstGeom prst="leftRightArrow">
              <a:avLst>
                <a:gd name="adj1" fmla="val 50000"/>
                <a:gd name="adj2" fmla="val 65081"/>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Left-Right Arrow 66"/>
            <p:cNvSpPr/>
            <p:nvPr/>
          </p:nvSpPr>
          <p:spPr>
            <a:xfrm>
              <a:off x="5948333" y="5354727"/>
              <a:ext cx="954183" cy="282488"/>
            </a:xfrm>
            <a:prstGeom prst="leftRightArrow">
              <a:avLst>
                <a:gd name="adj1" fmla="val 50000"/>
                <a:gd name="adj2" fmla="val 65081"/>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Rounded Rectangle 67"/>
            <p:cNvSpPr/>
            <p:nvPr/>
          </p:nvSpPr>
          <p:spPr>
            <a:xfrm>
              <a:off x="1105198" y="2088552"/>
              <a:ext cx="1284707" cy="1145767"/>
            </a:xfrm>
            <a:prstGeom prst="roundRect">
              <a:avLst/>
            </a:prstGeom>
            <a:solidFill>
              <a:srgbClr val="48BAF8"/>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437640">
                <a:lnSpc>
                  <a:spcPct val="120000"/>
                </a:lnSpc>
                <a:spcAft>
                  <a:spcPct val="35000"/>
                </a:spcAft>
              </a:pPr>
              <a:r>
                <a:rPr lang="en-US" sz="2000" dirty="0">
                  <a:latin typeface="Arial" panose="020B0604020202020204" pitchFamily="34" charset="0"/>
                  <a:ea typeface="微软雅黑" panose="020B0503020204020204" pitchFamily="34" charset="-122"/>
                  <a:cs typeface="+mn-ea"/>
                  <a:sym typeface="Arial" panose="020B0604020202020204" pitchFamily="34" charset="0"/>
                </a:rPr>
                <a:t>01</a:t>
              </a:r>
              <a:endParaRPr 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Rounded Rectangle 69"/>
            <p:cNvSpPr/>
            <p:nvPr/>
          </p:nvSpPr>
          <p:spPr>
            <a:xfrm>
              <a:off x="1105198" y="3513647"/>
              <a:ext cx="1284707" cy="1145765"/>
            </a:xfrm>
            <a:prstGeom prst="roundRect">
              <a:avLst/>
            </a:prstGeom>
            <a:solidFill>
              <a:schemeClr val="tx2">
                <a:lumMod val="40000"/>
                <a:lumOff val="60000"/>
              </a:schemeClr>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437640">
                <a:lnSpc>
                  <a:spcPct val="120000"/>
                </a:lnSpc>
                <a:spcAft>
                  <a:spcPct val="35000"/>
                </a:spcAft>
              </a:pPr>
              <a:r>
                <a:rPr lang="en-US" sz="2000" dirty="0">
                  <a:latin typeface="Arial" panose="020B0604020202020204" pitchFamily="34" charset="0"/>
                  <a:ea typeface="微软雅黑" panose="020B0503020204020204" pitchFamily="34" charset="-122"/>
                  <a:cs typeface="+mn-ea"/>
                  <a:sym typeface="Arial" panose="020B0604020202020204" pitchFamily="34" charset="0"/>
                </a:rPr>
                <a:t>02</a:t>
              </a:r>
              <a:endParaRPr 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Rounded Rectangle 71"/>
            <p:cNvSpPr/>
            <p:nvPr/>
          </p:nvSpPr>
          <p:spPr>
            <a:xfrm>
              <a:off x="1105198" y="4938739"/>
              <a:ext cx="1284707" cy="1145765"/>
            </a:xfrm>
            <a:prstGeom prst="roundRect">
              <a:avLst/>
            </a:prstGeom>
            <a:solidFill>
              <a:srgbClr val="015BAB"/>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437640">
                <a:lnSpc>
                  <a:spcPct val="120000"/>
                </a:lnSpc>
                <a:spcAft>
                  <a:spcPct val="35000"/>
                </a:spcAft>
              </a:pPr>
              <a:r>
                <a:rPr lang="en-US" sz="2000" dirty="0">
                  <a:latin typeface="Arial" panose="020B0604020202020204" pitchFamily="34" charset="0"/>
                  <a:ea typeface="微软雅黑" panose="020B0503020204020204" pitchFamily="34" charset="-122"/>
                  <a:cs typeface="+mn-ea"/>
                  <a:sym typeface="Arial" panose="020B0604020202020204" pitchFamily="34" charset="0"/>
                </a:rPr>
                <a:t>03</a:t>
              </a:r>
              <a:endParaRPr 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Rounded Rectangle 44"/>
            <p:cNvSpPr/>
            <p:nvPr/>
          </p:nvSpPr>
          <p:spPr>
            <a:xfrm flipH="1">
              <a:off x="10462374" y="2088552"/>
              <a:ext cx="1284707" cy="1145767"/>
            </a:xfrm>
            <a:prstGeom prst="roundRect">
              <a:avLst/>
            </a:prstGeom>
            <a:solidFill>
              <a:srgbClr val="015BAB"/>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437640">
                <a:lnSpc>
                  <a:spcPct val="120000"/>
                </a:lnSpc>
                <a:spcAft>
                  <a:spcPct val="35000"/>
                </a:spcAft>
              </a:pPr>
              <a:r>
                <a:rPr lang="en-US" sz="2000" dirty="0">
                  <a:latin typeface="Arial" panose="020B0604020202020204" pitchFamily="34" charset="0"/>
                  <a:ea typeface="微软雅黑" panose="020B0503020204020204" pitchFamily="34" charset="-122"/>
                  <a:cs typeface="+mn-ea"/>
                  <a:sym typeface="Arial" panose="020B0604020202020204" pitchFamily="34" charset="0"/>
                </a:rPr>
                <a:t>04</a:t>
              </a:r>
              <a:endParaRPr 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Rounded Rectangle 47"/>
            <p:cNvSpPr/>
            <p:nvPr/>
          </p:nvSpPr>
          <p:spPr>
            <a:xfrm flipH="1">
              <a:off x="10462374" y="3485549"/>
              <a:ext cx="1284707" cy="1145765"/>
            </a:xfrm>
            <a:prstGeom prst="roundRect">
              <a:avLst/>
            </a:prstGeom>
            <a:solidFill>
              <a:schemeClr val="tx2">
                <a:lumMod val="40000"/>
                <a:lumOff val="60000"/>
              </a:schemeClr>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437640">
                <a:lnSpc>
                  <a:spcPct val="120000"/>
                </a:lnSpc>
                <a:spcAft>
                  <a:spcPct val="35000"/>
                </a:spcAft>
              </a:pPr>
              <a:r>
                <a:rPr lang="en-US" sz="2000" dirty="0">
                  <a:latin typeface="Arial" panose="020B0604020202020204" pitchFamily="34" charset="0"/>
                  <a:ea typeface="微软雅黑" panose="020B0503020204020204" pitchFamily="34" charset="-122"/>
                  <a:cs typeface="+mn-ea"/>
                  <a:sym typeface="Arial" panose="020B0604020202020204" pitchFamily="34" charset="0"/>
                </a:rPr>
                <a:t>05</a:t>
              </a:r>
              <a:endParaRPr 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Rounded Rectangle 63"/>
            <p:cNvSpPr/>
            <p:nvPr/>
          </p:nvSpPr>
          <p:spPr>
            <a:xfrm flipH="1">
              <a:off x="10462374" y="4924691"/>
              <a:ext cx="1284707" cy="1145765"/>
            </a:xfrm>
            <a:prstGeom prst="roundRect">
              <a:avLst/>
            </a:prstGeom>
            <a:solidFill>
              <a:srgbClr val="48BAF8"/>
            </a:solidFill>
            <a:ln>
              <a:no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algn="ctr" defTabSz="1437640">
                <a:lnSpc>
                  <a:spcPct val="120000"/>
                </a:lnSpc>
                <a:spcAft>
                  <a:spcPct val="35000"/>
                </a:spcAft>
              </a:pPr>
              <a:r>
                <a:rPr lang="en-US" sz="2000" dirty="0">
                  <a:latin typeface="Arial" panose="020B0604020202020204" pitchFamily="34" charset="0"/>
                  <a:ea typeface="微软雅黑" panose="020B0503020204020204" pitchFamily="34" charset="-122"/>
                  <a:cs typeface="+mn-ea"/>
                  <a:sym typeface="Arial" panose="020B0604020202020204" pitchFamily="34" charset="0"/>
                </a:rPr>
                <a:t>06</a:t>
              </a:r>
              <a:endParaRPr lang="en-US" sz="2000"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2" name="Inhaltsplatzhalter 4"/>
          <p:cNvSpPr txBox="1"/>
          <p:nvPr/>
        </p:nvSpPr>
        <p:spPr>
          <a:xfrm>
            <a:off x="2821400" y="2469591"/>
            <a:ext cx="2345132" cy="712439"/>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66" name="Inhaltsplatzhalter 4"/>
          <p:cNvSpPr txBox="1"/>
          <p:nvPr/>
        </p:nvSpPr>
        <p:spPr>
          <a:xfrm>
            <a:off x="2840636" y="3697548"/>
            <a:ext cx="2345132" cy="712439"/>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67" name="Inhaltsplatzhalter 4"/>
          <p:cNvSpPr txBox="1"/>
          <p:nvPr/>
        </p:nvSpPr>
        <p:spPr>
          <a:xfrm>
            <a:off x="2840636" y="4942944"/>
            <a:ext cx="2345132" cy="712439"/>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68" name="Inhaltsplatzhalter 4"/>
          <p:cNvSpPr txBox="1"/>
          <p:nvPr/>
        </p:nvSpPr>
        <p:spPr>
          <a:xfrm>
            <a:off x="6935855" y="2465979"/>
            <a:ext cx="2345132" cy="712439"/>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69" name="Inhaltsplatzhalter 4"/>
          <p:cNvSpPr txBox="1"/>
          <p:nvPr/>
        </p:nvSpPr>
        <p:spPr>
          <a:xfrm>
            <a:off x="6935855" y="3685032"/>
            <a:ext cx="2345132" cy="712439"/>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0" name="Inhaltsplatzhalter 4"/>
          <p:cNvSpPr txBox="1"/>
          <p:nvPr/>
        </p:nvSpPr>
        <p:spPr>
          <a:xfrm>
            <a:off x="6955091" y="4942943"/>
            <a:ext cx="2345132" cy="712439"/>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1200"/>
              </a:spcAft>
              <a:buNone/>
            </a:pPr>
            <a:r>
              <a:rPr lang="en-US" altLang="zh-CN" sz="1200" dirty="0" err="1">
                <a:solidFill>
                  <a:schemeClr val="tx1">
                    <a:lumMod val="75000"/>
                    <a:lumOff val="25000"/>
                  </a:schemeClr>
                </a:solidFill>
                <a:latin typeface="微软雅黑" panose="020B0503020204020204" pitchFamily="34" charset="-122"/>
                <a:ea typeface="微软雅黑" panose="020B0503020204020204" pitchFamily="34" charset="-122"/>
                <a:cs typeface="+mn-ea"/>
              </a:rPr>
              <a:t>请输入请输标题</a:t>
            </a:r>
            <a:br>
              <a:rPr lang="en-US" sz="1400" b="1" dirty="0">
                <a:solidFill>
                  <a:schemeClr val="bg1">
                    <a:lumMod val="50000"/>
                  </a:schemeClr>
                </a:solidFill>
                <a:latin typeface="+mj-lt"/>
              </a:rPr>
            </a:b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请输入文字信息，请输入文字信息请输入文字信息请输入文字信息请输入文字</a:t>
            </a:r>
            <a:endParaRPr 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nvGrpSpPr>
          <p:cNvPr id="71" name="组合 70"/>
          <p:cNvGrpSpPr/>
          <p:nvPr/>
        </p:nvGrpSpPr>
        <p:grpSpPr>
          <a:xfrm>
            <a:off x="583501" y="471624"/>
            <a:ext cx="2177776" cy="553998"/>
            <a:chOff x="592429" y="482522"/>
            <a:chExt cx="2177776" cy="553998"/>
          </a:xfrm>
        </p:grpSpPr>
        <p:grpSp>
          <p:nvGrpSpPr>
            <p:cNvPr id="72" name="组合 71"/>
            <p:cNvGrpSpPr/>
            <p:nvPr/>
          </p:nvGrpSpPr>
          <p:grpSpPr>
            <a:xfrm>
              <a:off x="592429" y="584272"/>
              <a:ext cx="433087" cy="360490"/>
              <a:chOff x="2770053" y="2524936"/>
              <a:chExt cx="433087" cy="317447"/>
            </a:xfrm>
            <a:solidFill>
              <a:srgbClr val="2F5EB2"/>
            </a:solidFill>
          </p:grpSpPr>
          <p:sp>
            <p:nvSpPr>
              <p:cNvPr id="7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3"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对比排列</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537496" y="242165"/>
            <a:ext cx="2177776" cy="553998"/>
            <a:chOff x="592429" y="482522"/>
            <a:chExt cx="2177776" cy="553998"/>
          </a:xfrm>
        </p:grpSpPr>
        <p:grpSp>
          <p:nvGrpSpPr>
            <p:cNvPr id="72" name="组合 71"/>
            <p:cNvGrpSpPr/>
            <p:nvPr/>
          </p:nvGrpSpPr>
          <p:grpSpPr>
            <a:xfrm>
              <a:off x="592429" y="584272"/>
              <a:ext cx="433087" cy="360490"/>
              <a:chOff x="2770053" y="2524936"/>
              <a:chExt cx="433087" cy="317447"/>
            </a:xfrm>
            <a:solidFill>
              <a:srgbClr val="2F5EB2"/>
            </a:solidFill>
          </p:grpSpPr>
          <p:sp>
            <p:nvSpPr>
              <p:cNvPr id="7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3"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对比排列</a:t>
              </a:r>
              <a:endParaRPr lang="zh-CN" altLang="en-US" sz="3000" dirty="0">
                <a:solidFill>
                  <a:srgbClr val="C00000"/>
                </a:solidFill>
                <a:latin typeface="微软雅黑" panose="020B0503020204020204" pitchFamily="34" charset="-122"/>
                <a:ea typeface="微软雅黑" panose="020B0503020204020204" pitchFamily="34" charset="-122"/>
              </a:endParaRPr>
            </a:p>
          </p:txBody>
        </p:sp>
      </p:grpSp>
      <p:grpSp>
        <p:nvGrpSpPr>
          <p:cNvPr id="127" name="组合 126"/>
          <p:cNvGrpSpPr/>
          <p:nvPr/>
        </p:nvGrpSpPr>
        <p:grpSpPr>
          <a:xfrm>
            <a:off x="4703961" y="303348"/>
            <a:ext cx="263341" cy="395013"/>
            <a:chOff x="5284519" y="1508166"/>
            <a:chExt cx="213756" cy="427512"/>
          </a:xfrm>
        </p:grpSpPr>
        <p:cxnSp>
          <p:nvCxnSpPr>
            <p:cNvPr id="128" name="直接连接符 127"/>
            <p:cNvCxnSpPr/>
            <p:nvPr/>
          </p:nvCxnSpPr>
          <p:spPr>
            <a:xfrm>
              <a:off x="5284519" y="1508166"/>
              <a:ext cx="213756" cy="213756"/>
            </a:xfrm>
            <a:prstGeom prst="line">
              <a:avLst/>
            </a:prstGeom>
            <a:noFill/>
            <a:ln w="19050" cap="flat" cmpd="sng" algn="ctr">
              <a:solidFill>
                <a:sysClr val="window" lastClr="FFFFFF"/>
              </a:solidFill>
              <a:prstDash val="solid"/>
              <a:miter lim="800000"/>
              <a:headEnd type="oval" w="med" len="med"/>
              <a:tailEnd type="oval" w="lg" len="lg"/>
            </a:ln>
            <a:effectLst/>
          </p:spPr>
        </p:cxnSp>
        <p:cxnSp>
          <p:nvCxnSpPr>
            <p:cNvPr id="129" name="直接连接符 128"/>
            <p:cNvCxnSpPr/>
            <p:nvPr/>
          </p:nvCxnSpPr>
          <p:spPr>
            <a:xfrm flipH="1">
              <a:off x="5284519" y="1721922"/>
              <a:ext cx="213756" cy="213756"/>
            </a:xfrm>
            <a:prstGeom prst="line">
              <a:avLst/>
            </a:prstGeom>
            <a:noFill/>
            <a:ln w="19050" cap="flat" cmpd="sng" algn="ctr">
              <a:solidFill>
                <a:sysClr val="window" lastClr="FFFFFF"/>
              </a:solidFill>
              <a:prstDash val="solid"/>
              <a:miter lim="800000"/>
              <a:headEnd type="oval" w="med" len="med"/>
              <a:tailEnd type="oval" w="lg" len="lg"/>
            </a:ln>
            <a:effectLst/>
          </p:spPr>
        </p:cxnSp>
      </p:grpSp>
      <p:sp>
        <p:nvSpPr>
          <p:cNvPr id="130" name="矩形 47"/>
          <p:cNvSpPr>
            <a:spLocks noChangeArrowheads="1"/>
          </p:cNvSpPr>
          <p:nvPr/>
        </p:nvSpPr>
        <p:spPr bwMode="auto">
          <a:xfrm>
            <a:off x="1558985" y="5394647"/>
            <a:ext cx="9203453" cy="609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20000"/>
              </a:lnSpc>
              <a:spcBef>
                <a:spcPct val="0"/>
              </a:spcBef>
              <a:buNone/>
              <a:defRPr/>
            </a:pPr>
            <a:r>
              <a:rPr lang="zh-CN" altLang="en-US" sz="1400" kern="0" dirty="0" smtClean="0">
                <a:sym typeface="微软雅黑" panose="020B0503020204020204" pitchFamily="34" charset="-122"/>
              </a:rPr>
              <a:t>对比内容描述说明，文字说明；对比内容描述</a:t>
            </a:r>
            <a:r>
              <a:rPr lang="zh-CN" altLang="en-US" sz="1400" kern="0" dirty="0">
                <a:sym typeface="微软雅黑" panose="020B0503020204020204" pitchFamily="34" charset="-122"/>
              </a:rPr>
              <a:t>说明，文字说明</a:t>
            </a:r>
            <a:r>
              <a:rPr lang="zh-CN" altLang="en-US" sz="1400" kern="0" dirty="0" smtClean="0">
                <a:sym typeface="微软雅黑" panose="020B0503020204020204" pitchFamily="34" charset="-122"/>
              </a:rPr>
              <a:t>；对比内容描述</a:t>
            </a:r>
            <a:r>
              <a:rPr lang="zh-CN" altLang="en-US" sz="1400" kern="0" dirty="0">
                <a:sym typeface="微软雅黑" panose="020B0503020204020204" pitchFamily="34" charset="-122"/>
              </a:rPr>
              <a:t>说明，文字说明</a:t>
            </a:r>
            <a:r>
              <a:rPr lang="zh-CN" altLang="en-US" sz="1400" kern="0" dirty="0" smtClean="0">
                <a:sym typeface="微软雅黑" panose="020B0503020204020204" pitchFamily="34" charset="-122"/>
              </a:rPr>
              <a:t>；</a:t>
            </a:r>
            <a:endParaRPr lang="en-US" altLang="zh-CN" sz="1400" kern="0" dirty="0" smtClean="0">
              <a:sym typeface="微软雅黑" panose="020B0503020204020204" pitchFamily="34" charset="-122"/>
            </a:endParaRPr>
          </a:p>
          <a:p>
            <a:pPr algn="ctr">
              <a:lnSpc>
                <a:spcPct val="120000"/>
              </a:lnSpc>
              <a:spcBef>
                <a:spcPct val="0"/>
              </a:spcBef>
              <a:buNone/>
              <a:defRPr/>
            </a:pPr>
            <a:r>
              <a:rPr lang="zh-CN" altLang="en-US" sz="1400" kern="0" dirty="0" smtClean="0">
                <a:sym typeface="微软雅黑" panose="020B0503020204020204" pitchFamily="34" charset="-122"/>
              </a:rPr>
              <a:t>对比内容描述</a:t>
            </a:r>
            <a:r>
              <a:rPr lang="zh-CN" altLang="en-US" sz="1400" kern="0" dirty="0">
                <a:sym typeface="微软雅黑" panose="020B0503020204020204" pitchFamily="34" charset="-122"/>
              </a:rPr>
              <a:t>说明，文字说明</a:t>
            </a:r>
            <a:r>
              <a:rPr lang="zh-CN" altLang="en-US" sz="1400" kern="0" dirty="0" smtClean="0">
                <a:sym typeface="微软雅黑" panose="020B0503020204020204" pitchFamily="34" charset="-122"/>
              </a:rPr>
              <a:t>；对比内容描述</a:t>
            </a:r>
            <a:r>
              <a:rPr lang="zh-CN" altLang="en-US" sz="1400" kern="0" dirty="0">
                <a:sym typeface="微软雅黑" panose="020B0503020204020204" pitchFamily="34" charset="-122"/>
              </a:rPr>
              <a:t>说明，文字说明</a:t>
            </a:r>
            <a:r>
              <a:rPr lang="zh-CN" altLang="en-US" sz="1400" kern="0" dirty="0" smtClean="0">
                <a:sym typeface="微软雅黑" panose="020B0503020204020204" pitchFamily="34" charset="-122"/>
              </a:rPr>
              <a:t>；对比内容描述</a:t>
            </a:r>
            <a:r>
              <a:rPr lang="zh-CN" altLang="en-US" sz="1400" kern="0" dirty="0">
                <a:sym typeface="微软雅黑" panose="020B0503020204020204" pitchFamily="34" charset="-122"/>
              </a:rPr>
              <a:t>说明，文字说明</a:t>
            </a:r>
            <a:r>
              <a:rPr lang="zh-CN" altLang="en-US" sz="1400" kern="0" dirty="0" smtClean="0">
                <a:sym typeface="微软雅黑" panose="020B0503020204020204" pitchFamily="34" charset="-122"/>
              </a:rPr>
              <a:t>；</a:t>
            </a:r>
            <a:endParaRPr lang="en-US" altLang="zh-CN" sz="1400" kern="0" dirty="0">
              <a:sym typeface="微软雅黑" panose="020B0503020204020204" pitchFamily="34" charset="-122"/>
            </a:endParaRPr>
          </a:p>
        </p:txBody>
      </p:sp>
      <p:grpSp>
        <p:nvGrpSpPr>
          <p:cNvPr id="131" name="组合 130"/>
          <p:cNvGrpSpPr/>
          <p:nvPr/>
        </p:nvGrpSpPr>
        <p:grpSpPr>
          <a:xfrm>
            <a:off x="1755142" y="1382633"/>
            <a:ext cx="4082454" cy="136082"/>
            <a:chOff x="1507396" y="1628800"/>
            <a:chExt cx="4320480" cy="144016"/>
          </a:xfrm>
        </p:grpSpPr>
        <p:cxnSp>
          <p:nvCxnSpPr>
            <p:cNvPr id="132" name="直接连接符 131"/>
            <p:cNvCxnSpPr/>
            <p:nvPr/>
          </p:nvCxnSpPr>
          <p:spPr>
            <a:xfrm>
              <a:off x="1507396" y="1700808"/>
              <a:ext cx="4320480" cy="0"/>
            </a:xfrm>
            <a:prstGeom prst="line">
              <a:avLst/>
            </a:prstGeom>
            <a:noFill/>
            <a:ln w="6350" cap="flat" cmpd="sng" algn="ctr">
              <a:solidFill>
                <a:schemeClr val="tx1"/>
              </a:solidFill>
              <a:prstDash val="solid"/>
              <a:miter lim="800000"/>
            </a:ln>
            <a:effectLst/>
          </p:spPr>
        </p:cxnSp>
        <p:cxnSp>
          <p:nvCxnSpPr>
            <p:cNvPr id="133" name="直接连接符 132"/>
            <p:cNvCxnSpPr/>
            <p:nvPr/>
          </p:nvCxnSpPr>
          <p:spPr>
            <a:xfrm flipV="1">
              <a:off x="1507396" y="1628800"/>
              <a:ext cx="0" cy="144016"/>
            </a:xfrm>
            <a:prstGeom prst="line">
              <a:avLst/>
            </a:prstGeom>
            <a:noFill/>
            <a:ln w="6350" cap="flat" cmpd="sng" algn="ctr">
              <a:solidFill>
                <a:schemeClr val="tx1"/>
              </a:solidFill>
              <a:prstDash val="solid"/>
              <a:miter lim="800000"/>
            </a:ln>
            <a:effectLst/>
          </p:spPr>
        </p:cxnSp>
        <p:cxnSp>
          <p:nvCxnSpPr>
            <p:cNvPr id="134" name="直接连接符 133"/>
            <p:cNvCxnSpPr/>
            <p:nvPr/>
          </p:nvCxnSpPr>
          <p:spPr>
            <a:xfrm flipV="1">
              <a:off x="1987449" y="1628800"/>
              <a:ext cx="0" cy="144016"/>
            </a:xfrm>
            <a:prstGeom prst="line">
              <a:avLst/>
            </a:prstGeom>
            <a:noFill/>
            <a:ln w="6350" cap="flat" cmpd="sng" algn="ctr">
              <a:solidFill>
                <a:schemeClr val="tx1"/>
              </a:solidFill>
              <a:prstDash val="solid"/>
              <a:miter lim="800000"/>
            </a:ln>
            <a:effectLst/>
          </p:spPr>
        </p:cxnSp>
        <p:cxnSp>
          <p:nvCxnSpPr>
            <p:cNvPr id="135" name="直接连接符 134"/>
            <p:cNvCxnSpPr/>
            <p:nvPr/>
          </p:nvCxnSpPr>
          <p:spPr>
            <a:xfrm flipV="1">
              <a:off x="2467502" y="1628800"/>
              <a:ext cx="0" cy="144016"/>
            </a:xfrm>
            <a:prstGeom prst="line">
              <a:avLst/>
            </a:prstGeom>
            <a:noFill/>
            <a:ln w="6350" cap="flat" cmpd="sng" algn="ctr">
              <a:solidFill>
                <a:schemeClr val="tx1"/>
              </a:solidFill>
              <a:prstDash val="solid"/>
              <a:miter lim="800000"/>
            </a:ln>
            <a:effectLst/>
          </p:spPr>
        </p:cxnSp>
        <p:cxnSp>
          <p:nvCxnSpPr>
            <p:cNvPr id="136" name="直接连接符 135"/>
            <p:cNvCxnSpPr/>
            <p:nvPr/>
          </p:nvCxnSpPr>
          <p:spPr>
            <a:xfrm flipV="1">
              <a:off x="2947555" y="1628800"/>
              <a:ext cx="0" cy="144016"/>
            </a:xfrm>
            <a:prstGeom prst="line">
              <a:avLst/>
            </a:prstGeom>
            <a:noFill/>
            <a:ln w="6350" cap="flat" cmpd="sng" algn="ctr">
              <a:solidFill>
                <a:schemeClr val="tx1"/>
              </a:solidFill>
              <a:prstDash val="solid"/>
              <a:miter lim="800000"/>
            </a:ln>
            <a:effectLst/>
          </p:spPr>
        </p:cxnSp>
        <p:cxnSp>
          <p:nvCxnSpPr>
            <p:cNvPr id="137" name="直接连接符 136"/>
            <p:cNvCxnSpPr/>
            <p:nvPr/>
          </p:nvCxnSpPr>
          <p:spPr>
            <a:xfrm flipV="1">
              <a:off x="3427608" y="1628800"/>
              <a:ext cx="0" cy="144016"/>
            </a:xfrm>
            <a:prstGeom prst="line">
              <a:avLst/>
            </a:prstGeom>
            <a:noFill/>
            <a:ln w="6350" cap="flat" cmpd="sng" algn="ctr">
              <a:solidFill>
                <a:schemeClr val="tx1"/>
              </a:solidFill>
              <a:prstDash val="solid"/>
              <a:miter lim="800000"/>
            </a:ln>
            <a:effectLst/>
          </p:spPr>
        </p:cxnSp>
        <p:cxnSp>
          <p:nvCxnSpPr>
            <p:cNvPr id="138" name="直接连接符 137"/>
            <p:cNvCxnSpPr/>
            <p:nvPr/>
          </p:nvCxnSpPr>
          <p:spPr>
            <a:xfrm flipV="1">
              <a:off x="3907661" y="1628800"/>
              <a:ext cx="0" cy="144016"/>
            </a:xfrm>
            <a:prstGeom prst="line">
              <a:avLst/>
            </a:prstGeom>
            <a:noFill/>
            <a:ln w="6350" cap="flat" cmpd="sng" algn="ctr">
              <a:solidFill>
                <a:schemeClr val="tx1"/>
              </a:solidFill>
              <a:prstDash val="solid"/>
              <a:miter lim="800000"/>
            </a:ln>
            <a:effectLst/>
          </p:spPr>
        </p:cxnSp>
        <p:cxnSp>
          <p:nvCxnSpPr>
            <p:cNvPr id="139" name="直接连接符 138"/>
            <p:cNvCxnSpPr/>
            <p:nvPr/>
          </p:nvCxnSpPr>
          <p:spPr>
            <a:xfrm flipV="1">
              <a:off x="4387714" y="1628800"/>
              <a:ext cx="0" cy="144016"/>
            </a:xfrm>
            <a:prstGeom prst="line">
              <a:avLst/>
            </a:prstGeom>
            <a:noFill/>
            <a:ln w="6350" cap="flat" cmpd="sng" algn="ctr">
              <a:solidFill>
                <a:schemeClr val="tx1"/>
              </a:solidFill>
              <a:prstDash val="solid"/>
              <a:miter lim="800000"/>
            </a:ln>
            <a:effectLst/>
          </p:spPr>
        </p:cxnSp>
        <p:cxnSp>
          <p:nvCxnSpPr>
            <p:cNvPr id="140" name="直接连接符 139"/>
            <p:cNvCxnSpPr/>
            <p:nvPr/>
          </p:nvCxnSpPr>
          <p:spPr>
            <a:xfrm flipV="1">
              <a:off x="4867767" y="1628800"/>
              <a:ext cx="0" cy="144016"/>
            </a:xfrm>
            <a:prstGeom prst="line">
              <a:avLst/>
            </a:prstGeom>
            <a:noFill/>
            <a:ln w="6350" cap="flat" cmpd="sng" algn="ctr">
              <a:solidFill>
                <a:schemeClr val="tx1"/>
              </a:solidFill>
              <a:prstDash val="solid"/>
              <a:miter lim="800000"/>
            </a:ln>
            <a:effectLst/>
          </p:spPr>
        </p:cxnSp>
        <p:cxnSp>
          <p:nvCxnSpPr>
            <p:cNvPr id="141" name="直接连接符 140"/>
            <p:cNvCxnSpPr/>
            <p:nvPr/>
          </p:nvCxnSpPr>
          <p:spPr>
            <a:xfrm flipV="1">
              <a:off x="5347820" y="1628800"/>
              <a:ext cx="0" cy="144016"/>
            </a:xfrm>
            <a:prstGeom prst="line">
              <a:avLst/>
            </a:prstGeom>
            <a:noFill/>
            <a:ln w="6350" cap="flat" cmpd="sng" algn="ctr">
              <a:solidFill>
                <a:schemeClr val="tx1"/>
              </a:solidFill>
              <a:prstDash val="solid"/>
              <a:miter lim="800000"/>
            </a:ln>
            <a:effectLst/>
          </p:spPr>
        </p:cxnSp>
        <p:cxnSp>
          <p:nvCxnSpPr>
            <p:cNvPr id="142" name="直接连接符 141"/>
            <p:cNvCxnSpPr/>
            <p:nvPr/>
          </p:nvCxnSpPr>
          <p:spPr>
            <a:xfrm flipV="1">
              <a:off x="5827876" y="1628800"/>
              <a:ext cx="0" cy="144016"/>
            </a:xfrm>
            <a:prstGeom prst="line">
              <a:avLst/>
            </a:prstGeom>
            <a:noFill/>
            <a:ln w="6350" cap="flat" cmpd="sng" algn="ctr">
              <a:solidFill>
                <a:schemeClr val="tx1"/>
              </a:solidFill>
              <a:prstDash val="solid"/>
              <a:miter lim="800000"/>
            </a:ln>
            <a:effectLst/>
          </p:spPr>
        </p:cxnSp>
      </p:grpSp>
      <p:grpSp>
        <p:nvGrpSpPr>
          <p:cNvPr id="143" name="组合 142"/>
          <p:cNvGrpSpPr/>
          <p:nvPr/>
        </p:nvGrpSpPr>
        <p:grpSpPr>
          <a:xfrm>
            <a:off x="6362361" y="1382633"/>
            <a:ext cx="4082454" cy="136082"/>
            <a:chOff x="1507396" y="1628800"/>
            <a:chExt cx="4320480" cy="144016"/>
          </a:xfrm>
        </p:grpSpPr>
        <p:cxnSp>
          <p:nvCxnSpPr>
            <p:cNvPr id="144" name="直接连接符 143"/>
            <p:cNvCxnSpPr/>
            <p:nvPr/>
          </p:nvCxnSpPr>
          <p:spPr>
            <a:xfrm>
              <a:off x="1507396" y="1700808"/>
              <a:ext cx="4320480" cy="0"/>
            </a:xfrm>
            <a:prstGeom prst="line">
              <a:avLst/>
            </a:prstGeom>
            <a:noFill/>
            <a:ln w="6350" cap="flat" cmpd="sng" algn="ctr">
              <a:solidFill>
                <a:schemeClr val="tx1"/>
              </a:solidFill>
              <a:prstDash val="solid"/>
              <a:miter lim="800000"/>
            </a:ln>
            <a:effectLst/>
          </p:spPr>
        </p:cxnSp>
        <p:cxnSp>
          <p:nvCxnSpPr>
            <p:cNvPr id="145" name="直接连接符 144"/>
            <p:cNvCxnSpPr/>
            <p:nvPr/>
          </p:nvCxnSpPr>
          <p:spPr>
            <a:xfrm flipV="1">
              <a:off x="1507396" y="1628800"/>
              <a:ext cx="0" cy="144016"/>
            </a:xfrm>
            <a:prstGeom prst="line">
              <a:avLst/>
            </a:prstGeom>
            <a:noFill/>
            <a:ln w="6350" cap="flat" cmpd="sng" algn="ctr">
              <a:solidFill>
                <a:schemeClr val="tx1"/>
              </a:solidFill>
              <a:prstDash val="solid"/>
              <a:miter lim="800000"/>
            </a:ln>
            <a:effectLst/>
          </p:spPr>
        </p:cxnSp>
        <p:cxnSp>
          <p:nvCxnSpPr>
            <p:cNvPr id="146" name="直接连接符 145"/>
            <p:cNvCxnSpPr/>
            <p:nvPr/>
          </p:nvCxnSpPr>
          <p:spPr>
            <a:xfrm flipV="1">
              <a:off x="1987449" y="1628800"/>
              <a:ext cx="0" cy="144016"/>
            </a:xfrm>
            <a:prstGeom prst="line">
              <a:avLst/>
            </a:prstGeom>
            <a:noFill/>
            <a:ln w="6350" cap="flat" cmpd="sng" algn="ctr">
              <a:solidFill>
                <a:schemeClr val="tx1"/>
              </a:solidFill>
              <a:prstDash val="solid"/>
              <a:miter lim="800000"/>
            </a:ln>
            <a:effectLst/>
          </p:spPr>
        </p:cxnSp>
        <p:cxnSp>
          <p:nvCxnSpPr>
            <p:cNvPr id="147" name="直接连接符 146"/>
            <p:cNvCxnSpPr/>
            <p:nvPr/>
          </p:nvCxnSpPr>
          <p:spPr>
            <a:xfrm flipV="1">
              <a:off x="2467502" y="1628800"/>
              <a:ext cx="0" cy="144016"/>
            </a:xfrm>
            <a:prstGeom prst="line">
              <a:avLst/>
            </a:prstGeom>
            <a:noFill/>
            <a:ln w="6350" cap="flat" cmpd="sng" algn="ctr">
              <a:solidFill>
                <a:schemeClr val="tx1"/>
              </a:solidFill>
              <a:prstDash val="solid"/>
              <a:miter lim="800000"/>
            </a:ln>
            <a:effectLst/>
          </p:spPr>
        </p:cxnSp>
        <p:cxnSp>
          <p:nvCxnSpPr>
            <p:cNvPr id="148" name="直接连接符 147"/>
            <p:cNvCxnSpPr/>
            <p:nvPr/>
          </p:nvCxnSpPr>
          <p:spPr>
            <a:xfrm flipV="1">
              <a:off x="2947555" y="1628800"/>
              <a:ext cx="0" cy="144016"/>
            </a:xfrm>
            <a:prstGeom prst="line">
              <a:avLst/>
            </a:prstGeom>
            <a:noFill/>
            <a:ln w="6350" cap="flat" cmpd="sng" algn="ctr">
              <a:solidFill>
                <a:schemeClr val="tx1"/>
              </a:solidFill>
              <a:prstDash val="solid"/>
              <a:miter lim="800000"/>
            </a:ln>
            <a:effectLst/>
          </p:spPr>
        </p:cxnSp>
        <p:cxnSp>
          <p:nvCxnSpPr>
            <p:cNvPr id="149" name="直接连接符 148"/>
            <p:cNvCxnSpPr/>
            <p:nvPr/>
          </p:nvCxnSpPr>
          <p:spPr>
            <a:xfrm flipV="1">
              <a:off x="3427608" y="1628800"/>
              <a:ext cx="0" cy="144016"/>
            </a:xfrm>
            <a:prstGeom prst="line">
              <a:avLst/>
            </a:prstGeom>
            <a:noFill/>
            <a:ln w="6350" cap="flat" cmpd="sng" algn="ctr">
              <a:solidFill>
                <a:schemeClr val="tx1"/>
              </a:solidFill>
              <a:prstDash val="solid"/>
              <a:miter lim="800000"/>
            </a:ln>
            <a:effectLst/>
          </p:spPr>
        </p:cxnSp>
        <p:cxnSp>
          <p:nvCxnSpPr>
            <p:cNvPr id="150" name="直接连接符 149"/>
            <p:cNvCxnSpPr/>
            <p:nvPr/>
          </p:nvCxnSpPr>
          <p:spPr>
            <a:xfrm flipV="1">
              <a:off x="3907661" y="1628800"/>
              <a:ext cx="0" cy="144016"/>
            </a:xfrm>
            <a:prstGeom prst="line">
              <a:avLst/>
            </a:prstGeom>
            <a:noFill/>
            <a:ln w="6350" cap="flat" cmpd="sng" algn="ctr">
              <a:solidFill>
                <a:schemeClr val="tx1"/>
              </a:solidFill>
              <a:prstDash val="solid"/>
              <a:miter lim="800000"/>
            </a:ln>
            <a:effectLst/>
          </p:spPr>
        </p:cxnSp>
        <p:cxnSp>
          <p:nvCxnSpPr>
            <p:cNvPr id="151" name="直接连接符 150"/>
            <p:cNvCxnSpPr/>
            <p:nvPr/>
          </p:nvCxnSpPr>
          <p:spPr>
            <a:xfrm flipV="1">
              <a:off x="4387714" y="1628800"/>
              <a:ext cx="0" cy="144016"/>
            </a:xfrm>
            <a:prstGeom prst="line">
              <a:avLst/>
            </a:prstGeom>
            <a:noFill/>
            <a:ln w="6350" cap="flat" cmpd="sng" algn="ctr">
              <a:solidFill>
                <a:schemeClr val="tx1"/>
              </a:solidFill>
              <a:prstDash val="solid"/>
              <a:miter lim="800000"/>
            </a:ln>
            <a:effectLst/>
          </p:spPr>
        </p:cxnSp>
        <p:cxnSp>
          <p:nvCxnSpPr>
            <p:cNvPr id="152" name="直接连接符 151"/>
            <p:cNvCxnSpPr/>
            <p:nvPr/>
          </p:nvCxnSpPr>
          <p:spPr>
            <a:xfrm flipV="1">
              <a:off x="4867767" y="1628800"/>
              <a:ext cx="0" cy="144016"/>
            </a:xfrm>
            <a:prstGeom prst="line">
              <a:avLst/>
            </a:prstGeom>
            <a:noFill/>
            <a:ln w="6350" cap="flat" cmpd="sng" algn="ctr">
              <a:solidFill>
                <a:schemeClr val="tx1"/>
              </a:solidFill>
              <a:prstDash val="solid"/>
              <a:miter lim="800000"/>
            </a:ln>
            <a:effectLst/>
          </p:spPr>
        </p:cxnSp>
        <p:cxnSp>
          <p:nvCxnSpPr>
            <p:cNvPr id="153" name="直接连接符 152"/>
            <p:cNvCxnSpPr/>
            <p:nvPr/>
          </p:nvCxnSpPr>
          <p:spPr>
            <a:xfrm flipV="1">
              <a:off x="5347820" y="1628800"/>
              <a:ext cx="0" cy="144016"/>
            </a:xfrm>
            <a:prstGeom prst="line">
              <a:avLst/>
            </a:prstGeom>
            <a:noFill/>
            <a:ln w="6350" cap="flat" cmpd="sng" algn="ctr">
              <a:solidFill>
                <a:schemeClr val="tx1"/>
              </a:solidFill>
              <a:prstDash val="solid"/>
              <a:miter lim="800000"/>
            </a:ln>
            <a:effectLst/>
          </p:spPr>
        </p:cxnSp>
        <p:cxnSp>
          <p:nvCxnSpPr>
            <p:cNvPr id="154" name="直接连接符 153"/>
            <p:cNvCxnSpPr/>
            <p:nvPr/>
          </p:nvCxnSpPr>
          <p:spPr>
            <a:xfrm flipV="1">
              <a:off x="5827876" y="1628800"/>
              <a:ext cx="0" cy="144016"/>
            </a:xfrm>
            <a:prstGeom prst="line">
              <a:avLst/>
            </a:prstGeom>
            <a:noFill/>
            <a:ln w="6350" cap="flat" cmpd="sng" algn="ctr">
              <a:solidFill>
                <a:schemeClr val="tx1"/>
              </a:solidFill>
              <a:prstDash val="solid"/>
              <a:miter lim="800000"/>
            </a:ln>
            <a:effectLst/>
          </p:spPr>
        </p:cxnSp>
      </p:grpSp>
      <p:sp>
        <p:nvSpPr>
          <p:cNvPr id="155" name="TextBox 132"/>
          <p:cNvSpPr txBox="1"/>
          <p:nvPr/>
        </p:nvSpPr>
        <p:spPr>
          <a:xfrm>
            <a:off x="5658327"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10</a:t>
            </a:r>
            <a:endParaRPr lang="zh-CN" altLang="en-US" sz="1135" dirty="0">
              <a:latin typeface="微软雅黑" panose="020B0503020204020204" pitchFamily="34" charset="-122"/>
              <a:ea typeface="微软雅黑" panose="020B0503020204020204" pitchFamily="34" charset="-122"/>
            </a:endParaRPr>
          </a:p>
        </p:txBody>
      </p:sp>
      <p:sp>
        <p:nvSpPr>
          <p:cNvPr id="156" name="TextBox 133"/>
          <p:cNvSpPr txBox="1"/>
          <p:nvPr/>
        </p:nvSpPr>
        <p:spPr>
          <a:xfrm>
            <a:off x="5211919"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20</a:t>
            </a:r>
            <a:endParaRPr lang="zh-CN" altLang="en-US" sz="1135" dirty="0">
              <a:latin typeface="微软雅黑" panose="020B0503020204020204" pitchFamily="34" charset="-122"/>
              <a:ea typeface="微软雅黑" panose="020B0503020204020204" pitchFamily="34" charset="-122"/>
            </a:endParaRPr>
          </a:p>
        </p:txBody>
      </p:sp>
      <p:sp>
        <p:nvSpPr>
          <p:cNvPr id="157" name="TextBox 134"/>
          <p:cNvSpPr txBox="1"/>
          <p:nvPr/>
        </p:nvSpPr>
        <p:spPr>
          <a:xfrm>
            <a:off x="4758313"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30</a:t>
            </a:r>
            <a:endParaRPr lang="zh-CN" altLang="en-US" sz="1135" dirty="0">
              <a:latin typeface="微软雅黑" panose="020B0503020204020204" pitchFamily="34" charset="-122"/>
              <a:ea typeface="微软雅黑" panose="020B0503020204020204" pitchFamily="34" charset="-122"/>
            </a:endParaRPr>
          </a:p>
        </p:txBody>
      </p:sp>
      <p:sp>
        <p:nvSpPr>
          <p:cNvPr id="158" name="TextBox 135"/>
          <p:cNvSpPr txBox="1"/>
          <p:nvPr/>
        </p:nvSpPr>
        <p:spPr>
          <a:xfrm>
            <a:off x="4304708"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40</a:t>
            </a:r>
            <a:endParaRPr lang="zh-CN" altLang="en-US" sz="1135" dirty="0">
              <a:latin typeface="微软雅黑" panose="020B0503020204020204" pitchFamily="34" charset="-122"/>
              <a:ea typeface="微软雅黑" panose="020B0503020204020204" pitchFamily="34" charset="-122"/>
            </a:endParaRPr>
          </a:p>
        </p:txBody>
      </p:sp>
      <p:sp>
        <p:nvSpPr>
          <p:cNvPr id="159" name="TextBox 136"/>
          <p:cNvSpPr txBox="1"/>
          <p:nvPr/>
        </p:nvSpPr>
        <p:spPr>
          <a:xfrm>
            <a:off x="3851102"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50</a:t>
            </a:r>
            <a:endParaRPr lang="zh-CN" altLang="en-US" sz="1135" dirty="0">
              <a:latin typeface="微软雅黑" panose="020B0503020204020204" pitchFamily="34" charset="-122"/>
              <a:ea typeface="微软雅黑" panose="020B0503020204020204" pitchFamily="34" charset="-122"/>
            </a:endParaRPr>
          </a:p>
        </p:txBody>
      </p:sp>
      <p:sp>
        <p:nvSpPr>
          <p:cNvPr id="160" name="TextBox 137"/>
          <p:cNvSpPr txBox="1"/>
          <p:nvPr/>
        </p:nvSpPr>
        <p:spPr>
          <a:xfrm>
            <a:off x="3397496"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60</a:t>
            </a:r>
            <a:endParaRPr lang="zh-CN" altLang="en-US" sz="1135" dirty="0">
              <a:latin typeface="微软雅黑" panose="020B0503020204020204" pitchFamily="34" charset="-122"/>
              <a:ea typeface="微软雅黑" panose="020B0503020204020204" pitchFamily="34" charset="-122"/>
            </a:endParaRPr>
          </a:p>
        </p:txBody>
      </p:sp>
      <p:sp>
        <p:nvSpPr>
          <p:cNvPr id="161" name="TextBox 138"/>
          <p:cNvSpPr txBox="1"/>
          <p:nvPr/>
        </p:nvSpPr>
        <p:spPr>
          <a:xfrm>
            <a:off x="2943891"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70</a:t>
            </a:r>
            <a:endParaRPr lang="zh-CN" altLang="en-US" sz="1135" dirty="0">
              <a:latin typeface="微软雅黑" panose="020B0503020204020204" pitchFamily="34" charset="-122"/>
              <a:ea typeface="微软雅黑" panose="020B0503020204020204" pitchFamily="34" charset="-122"/>
            </a:endParaRPr>
          </a:p>
        </p:txBody>
      </p:sp>
      <p:sp>
        <p:nvSpPr>
          <p:cNvPr id="162" name="TextBox 139"/>
          <p:cNvSpPr txBox="1"/>
          <p:nvPr/>
        </p:nvSpPr>
        <p:spPr>
          <a:xfrm>
            <a:off x="2490285"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80</a:t>
            </a:r>
            <a:endParaRPr lang="zh-CN" altLang="en-US" sz="1135" dirty="0">
              <a:latin typeface="微软雅黑" panose="020B0503020204020204" pitchFamily="34" charset="-122"/>
              <a:ea typeface="微软雅黑" panose="020B0503020204020204" pitchFamily="34" charset="-122"/>
            </a:endParaRPr>
          </a:p>
        </p:txBody>
      </p:sp>
      <p:sp>
        <p:nvSpPr>
          <p:cNvPr id="163" name="TextBox 140"/>
          <p:cNvSpPr txBox="1"/>
          <p:nvPr/>
        </p:nvSpPr>
        <p:spPr>
          <a:xfrm>
            <a:off x="2036679"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90</a:t>
            </a:r>
            <a:endParaRPr lang="zh-CN" altLang="en-US" sz="1135" dirty="0">
              <a:latin typeface="微软雅黑" panose="020B0503020204020204" pitchFamily="34" charset="-122"/>
              <a:ea typeface="微软雅黑" panose="020B0503020204020204" pitchFamily="34" charset="-122"/>
            </a:endParaRPr>
          </a:p>
        </p:txBody>
      </p:sp>
      <p:sp>
        <p:nvSpPr>
          <p:cNvPr id="164" name="TextBox 141"/>
          <p:cNvSpPr txBox="1"/>
          <p:nvPr/>
        </p:nvSpPr>
        <p:spPr>
          <a:xfrm>
            <a:off x="1540662" y="1120897"/>
            <a:ext cx="43954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100</a:t>
            </a:r>
            <a:endParaRPr lang="zh-CN" altLang="en-US" sz="1135" dirty="0">
              <a:latin typeface="微软雅黑" panose="020B0503020204020204" pitchFamily="34" charset="-122"/>
              <a:ea typeface="微软雅黑" panose="020B0503020204020204" pitchFamily="34" charset="-122"/>
            </a:endParaRPr>
          </a:p>
        </p:txBody>
      </p:sp>
      <p:sp>
        <p:nvSpPr>
          <p:cNvPr id="165" name="TextBox 142"/>
          <p:cNvSpPr txBox="1"/>
          <p:nvPr/>
        </p:nvSpPr>
        <p:spPr>
          <a:xfrm>
            <a:off x="6192304"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10</a:t>
            </a:r>
            <a:endParaRPr lang="zh-CN" altLang="en-US" sz="1135" dirty="0">
              <a:latin typeface="微软雅黑" panose="020B0503020204020204" pitchFamily="34" charset="-122"/>
              <a:ea typeface="微软雅黑" panose="020B0503020204020204" pitchFamily="34" charset="-122"/>
            </a:endParaRPr>
          </a:p>
        </p:txBody>
      </p:sp>
      <p:sp>
        <p:nvSpPr>
          <p:cNvPr id="166" name="TextBox 143"/>
          <p:cNvSpPr txBox="1"/>
          <p:nvPr/>
        </p:nvSpPr>
        <p:spPr>
          <a:xfrm>
            <a:off x="6643899"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20</a:t>
            </a:r>
            <a:endParaRPr lang="zh-CN" altLang="en-US" sz="1135" dirty="0">
              <a:latin typeface="微软雅黑" panose="020B0503020204020204" pitchFamily="34" charset="-122"/>
              <a:ea typeface="微软雅黑" panose="020B0503020204020204" pitchFamily="34" charset="-122"/>
            </a:endParaRPr>
          </a:p>
        </p:txBody>
      </p:sp>
      <p:sp>
        <p:nvSpPr>
          <p:cNvPr id="167" name="TextBox 144"/>
          <p:cNvSpPr txBox="1"/>
          <p:nvPr/>
        </p:nvSpPr>
        <p:spPr>
          <a:xfrm>
            <a:off x="7097504"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30</a:t>
            </a:r>
            <a:endParaRPr lang="zh-CN" altLang="en-US" sz="1135" dirty="0">
              <a:latin typeface="微软雅黑" panose="020B0503020204020204" pitchFamily="34" charset="-122"/>
              <a:ea typeface="微软雅黑" panose="020B0503020204020204" pitchFamily="34" charset="-122"/>
            </a:endParaRPr>
          </a:p>
        </p:txBody>
      </p:sp>
      <p:sp>
        <p:nvSpPr>
          <p:cNvPr id="168" name="TextBox 145"/>
          <p:cNvSpPr txBox="1"/>
          <p:nvPr/>
        </p:nvSpPr>
        <p:spPr>
          <a:xfrm>
            <a:off x="7551110"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40</a:t>
            </a:r>
            <a:endParaRPr lang="zh-CN" altLang="en-US" sz="1135" dirty="0">
              <a:latin typeface="微软雅黑" panose="020B0503020204020204" pitchFamily="34" charset="-122"/>
              <a:ea typeface="微软雅黑" panose="020B0503020204020204" pitchFamily="34" charset="-122"/>
            </a:endParaRPr>
          </a:p>
        </p:txBody>
      </p:sp>
      <p:sp>
        <p:nvSpPr>
          <p:cNvPr id="169" name="TextBox 146"/>
          <p:cNvSpPr txBox="1"/>
          <p:nvPr/>
        </p:nvSpPr>
        <p:spPr>
          <a:xfrm>
            <a:off x="8004716"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50</a:t>
            </a:r>
            <a:endParaRPr lang="zh-CN" altLang="en-US" sz="1135" dirty="0">
              <a:latin typeface="微软雅黑" panose="020B0503020204020204" pitchFamily="34" charset="-122"/>
              <a:ea typeface="微软雅黑" panose="020B0503020204020204" pitchFamily="34" charset="-122"/>
            </a:endParaRPr>
          </a:p>
        </p:txBody>
      </p:sp>
      <p:sp>
        <p:nvSpPr>
          <p:cNvPr id="170" name="TextBox 147"/>
          <p:cNvSpPr txBox="1"/>
          <p:nvPr/>
        </p:nvSpPr>
        <p:spPr>
          <a:xfrm>
            <a:off x="8458321"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60</a:t>
            </a:r>
            <a:endParaRPr lang="zh-CN" altLang="en-US" sz="1135" dirty="0">
              <a:latin typeface="微软雅黑" panose="020B0503020204020204" pitchFamily="34" charset="-122"/>
              <a:ea typeface="微软雅黑" panose="020B0503020204020204" pitchFamily="34" charset="-122"/>
            </a:endParaRPr>
          </a:p>
        </p:txBody>
      </p:sp>
      <p:sp>
        <p:nvSpPr>
          <p:cNvPr id="171" name="TextBox 148"/>
          <p:cNvSpPr txBox="1"/>
          <p:nvPr/>
        </p:nvSpPr>
        <p:spPr>
          <a:xfrm>
            <a:off x="8911927"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70</a:t>
            </a:r>
            <a:endParaRPr lang="zh-CN" altLang="en-US" sz="1135" dirty="0">
              <a:latin typeface="微软雅黑" panose="020B0503020204020204" pitchFamily="34" charset="-122"/>
              <a:ea typeface="微软雅黑" panose="020B0503020204020204" pitchFamily="34" charset="-122"/>
            </a:endParaRPr>
          </a:p>
        </p:txBody>
      </p:sp>
      <p:sp>
        <p:nvSpPr>
          <p:cNvPr id="172" name="TextBox 149"/>
          <p:cNvSpPr txBox="1"/>
          <p:nvPr/>
        </p:nvSpPr>
        <p:spPr>
          <a:xfrm>
            <a:off x="9365532"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80</a:t>
            </a:r>
            <a:endParaRPr lang="zh-CN" altLang="en-US" sz="1135" dirty="0">
              <a:latin typeface="微软雅黑" panose="020B0503020204020204" pitchFamily="34" charset="-122"/>
              <a:ea typeface="微软雅黑" panose="020B0503020204020204" pitchFamily="34" charset="-122"/>
            </a:endParaRPr>
          </a:p>
        </p:txBody>
      </p:sp>
      <p:sp>
        <p:nvSpPr>
          <p:cNvPr id="173" name="TextBox 150"/>
          <p:cNvSpPr txBox="1"/>
          <p:nvPr/>
        </p:nvSpPr>
        <p:spPr>
          <a:xfrm>
            <a:off x="9819138" y="1120897"/>
            <a:ext cx="35458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90</a:t>
            </a:r>
            <a:endParaRPr lang="zh-CN" altLang="en-US" sz="1135" dirty="0">
              <a:latin typeface="微软雅黑" panose="020B0503020204020204" pitchFamily="34" charset="-122"/>
              <a:ea typeface="微软雅黑" panose="020B0503020204020204" pitchFamily="34" charset="-122"/>
            </a:endParaRPr>
          </a:p>
        </p:txBody>
      </p:sp>
      <p:sp>
        <p:nvSpPr>
          <p:cNvPr id="174" name="TextBox 151"/>
          <p:cNvSpPr txBox="1"/>
          <p:nvPr/>
        </p:nvSpPr>
        <p:spPr>
          <a:xfrm>
            <a:off x="10230335" y="1120897"/>
            <a:ext cx="439544" cy="266868"/>
          </a:xfrm>
          <a:prstGeom prst="rect">
            <a:avLst/>
          </a:prstGeom>
          <a:noFill/>
        </p:spPr>
        <p:txBody>
          <a:bodyPr wrap="none" rtlCol="0">
            <a:spAutoFit/>
          </a:bodyPr>
          <a:lstStyle/>
          <a:p>
            <a:pPr>
              <a:defRPr/>
            </a:pPr>
            <a:r>
              <a:rPr lang="en-US" altLang="zh-CN" sz="1135" dirty="0">
                <a:latin typeface="微软雅黑" panose="020B0503020204020204" pitchFamily="34" charset="-122"/>
                <a:ea typeface="微软雅黑" panose="020B0503020204020204" pitchFamily="34" charset="-122"/>
              </a:rPr>
              <a:t>100</a:t>
            </a:r>
            <a:endParaRPr lang="zh-CN" altLang="en-US" sz="1135" dirty="0">
              <a:latin typeface="微软雅黑" panose="020B0503020204020204" pitchFamily="34" charset="-122"/>
              <a:ea typeface="微软雅黑" panose="020B0503020204020204" pitchFamily="34" charset="-122"/>
            </a:endParaRPr>
          </a:p>
        </p:txBody>
      </p:sp>
      <p:sp>
        <p:nvSpPr>
          <p:cNvPr id="175" name="五边形 174"/>
          <p:cNvSpPr/>
          <p:nvPr/>
        </p:nvSpPr>
        <p:spPr>
          <a:xfrm flipH="1">
            <a:off x="2834423" y="1760658"/>
            <a:ext cx="3003174" cy="306150"/>
          </a:xfrm>
          <a:prstGeom prst="homePlate">
            <a:avLst/>
          </a:prstGeom>
          <a:solidFill>
            <a:srgbClr val="B4DC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76" name="五边形 175"/>
          <p:cNvSpPr/>
          <p:nvPr/>
        </p:nvSpPr>
        <p:spPr>
          <a:xfrm flipH="1">
            <a:off x="3990650" y="2246303"/>
            <a:ext cx="1846947" cy="306150"/>
          </a:xfrm>
          <a:prstGeom prst="homePlate">
            <a:avLst/>
          </a:prstGeom>
          <a:solidFill>
            <a:srgbClr val="B4DCFA">
              <a:lumMod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77" name="五边形 176"/>
          <p:cNvSpPr/>
          <p:nvPr/>
        </p:nvSpPr>
        <p:spPr>
          <a:xfrm flipH="1">
            <a:off x="3288028" y="2731949"/>
            <a:ext cx="2549568" cy="306150"/>
          </a:xfrm>
          <a:prstGeom prst="homePlate">
            <a:avLst/>
          </a:prstGeom>
          <a:solidFill>
            <a:srgbClr val="B4DCFA">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78" name="五边形 177"/>
          <p:cNvSpPr/>
          <p:nvPr/>
        </p:nvSpPr>
        <p:spPr>
          <a:xfrm flipH="1">
            <a:off x="1784487" y="3217594"/>
            <a:ext cx="4053111" cy="306150"/>
          </a:xfrm>
          <a:prstGeom prst="homePlate">
            <a:avLst/>
          </a:prstGeom>
          <a:solidFill>
            <a:srgbClr val="0D79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79" name="五边形 178"/>
          <p:cNvSpPr/>
          <p:nvPr/>
        </p:nvSpPr>
        <p:spPr>
          <a:xfrm flipH="1">
            <a:off x="2490287" y="3703240"/>
            <a:ext cx="3347311" cy="306150"/>
          </a:xfrm>
          <a:prstGeom prst="homePlate">
            <a:avLst/>
          </a:prstGeom>
          <a:solidFill>
            <a:srgbClr val="B4DCFA">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80" name="五边形 179"/>
          <p:cNvSpPr/>
          <p:nvPr/>
        </p:nvSpPr>
        <p:spPr>
          <a:xfrm flipH="1">
            <a:off x="3569565" y="4188885"/>
            <a:ext cx="2268031" cy="306150"/>
          </a:xfrm>
          <a:prstGeom prst="homePlate">
            <a:avLst/>
          </a:prstGeom>
          <a:solidFill>
            <a:srgbClr val="B4DCFA">
              <a:lumMod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81" name="五边形 180"/>
          <p:cNvSpPr/>
          <p:nvPr/>
        </p:nvSpPr>
        <p:spPr>
          <a:xfrm flipH="1">
            <a:off x="4476776" y="4674978"/>
            <a:ext cx="1360820" cy="306150"/>
          </a:xfrm>
          <a:prstGeom prst="homePlate">
            <a:avLst/>
          </a:prstGeom>
          <a:solidFill>
            <a:srgbClr val="B4DC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82" name="TextBox 159"/>
          <p:cNvSpPr txBox="1"/>
          <p:nvPr/>
        </p:nvSpPr>
        <p:spPr>
          <a:xfrm>
            <a:off x="2233395" y="1768324"/>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3" name="TextBox 160"/>
          <p:cNvSpPr txBox="1"/>
          <p:nvPr/>
        </p:nvSpPr>
        <p:spPr>
          <a:xfrm>
            <a:off x="3367039" y="2254560"/>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4" name="TextBox 161"/>
          <p:cNvSpPr txBox="1"/>
          <p:nvPr/>
        </p:nvSpPr>
        <p:spPr>
          <a:xfrm>
            <a:off x="2690815" y="2739838"/>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5" name="TextBox 162"/>
          <p:cNvSpPr txBox="1"/>
          <p:nvPr/>
        </p:nvSpPr>
        <p:spPr>
          <a:xfrm>
            <a:off x="1241362" y="3217597"/>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6" name="TextBox 163"/>
          <p:cNvSpPr txBox="1"/>
          <p:nvPr/>
        </p:nvSpPr>
        <p:spPr>
          <a:xfrm>
            <a:off x="1951643" y="3710907"/>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7" name="TextBox 164"/>
          <p:cNvSpPr txBox="1"/>
          <p:nvPr/>
        </p:nvSpPr>
        <p:spPr>
          <a:xfrm>
            <a:off x="2943893" y="4197143"/>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8" name="TextBox 165"/>
          <p:cNvSpPr txBox="1"/>
          <p:nvPr/>
        </p:nvSpPr>
        <p:spPr>
          <a:xfrm>
            <a:off x="3843485" y="4682421"/>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89" name="五边形 188"/>
          <p:cNvSpPr/>
          <p:nvPr/>
        </p:nvSpPr>
        <p:spPr>
          <a:xfrm>
            <a:off x="6362362" y="1760658"/>
            <a:ext cx="1532885" cy="306150"/>
          </a:xfrm>
          <a:prstGeom prst="homePlate">
            <a:avLst/>
          </a:prstGeom>
          <a:solidFill>
            <a:srgbClr val="B4DC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0" name="五边形 189"/>
          <p:cNvSpPr/>
          <p:nvPr/>
        </p:nvSpPr>
        <p:spPr>
          <a:xfrm>
            <a:off x="6362364" y="2246303"/>
            <a:ext cx="2893702" cy="306150"/>
          </a:xfrm>
          <a:prstGeom prst="homePlate">
            <a:avLst/>
          </a:prstGeom>
          <a:solidFill>
            <a:srgbClr val="B4DCFA">
              <a:lumMod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1" name="五边形 190"/>
          <p:cNvSpPr/>
          <p:nvPr/>
        </p:nvSpPr>
        <p:spPr>
          <a:xfrm>
            <a:off x="6362361" y="2731949"/>
            <a:ext cx="1814423" cy="306150"/>
          </a:xfrm>
          <a:prstGeom prst="homePlate">
            <a:avLst/>
          </a:prstGeom>
          <a:solidFill>
            <a:srgbClr val="B4DCFA">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2" name="五边形 191"/>
          <p:cNvSpPr/>
          <p:nvPr/>
        </p:nvSpPr>
        <p:spPr>
          <a:xfrm>
            <a:off x="6362363" y="3217594"/>
            <a:ext cx="3867974" cy="306150"/>
          </a:xfrm>
          <a:prstGeom prst="homePlate">
            <a:avLst/>
          </a:prstGeom>
          <a:solidFill>
            <a:srgbClr val="B4DCFA">
              <a:lumMod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3" name="五边形 192"/>
          <p:cNvSpPr/>
          <p:nvPr/>
        </p:nvSpPr>
        <p:spPr>
          <a:xfrm>
            <a:off x="6362364" y="3703240"/>
            <a:ext cx="2799457" cy="306150"/>
          </a:xfrm>
          <a:prstGeom prst="homePlate">
            <a:avLst/>
          </a:prstGeom>
          <a:solidFill>
            <a:srgbClr val="B4DCFA">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4" name="五边形 193"/>
          <p:cNvSpPr/>
          <p:nvPr/>
        </p:nvSpPr>
        <p:spPr>
          <a:xfrm>
            <a:off x="6362364" y="4188885"/>
            <a:ext cx="3244692" cy="306150"/>
          </a:xfrm>
          <a:prstGeom prst="homePlate">
            <a:avLst/>
          </a:prstGeom>
          <a:solidFill>
            <a:srgbClr val="B4DCFA">
              <a:lumMod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5" name="五边形 194"/>
          <p:cNvSpPr/>
          <p:nvPr/>
        </p:nvSpPr>
        <p:spPr>
          <a:xfrm>
            <a:off x="6362364" y="4674980"/>
            <a:ext cx="2391212" cy="298261"/>
          </a:xfrm>
          <a:prstGeom prst="homePlate">
            <a:avLst/>
          </a:prstGeom>
          <a:solidFill>
            <a:srgbClr val="B4DCF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5" b="0" i="0" u="none" strike="noStrike" kern="0" cap="none" spc="0" normalizeH="0" baseline="0" noProof="0" dirty="0">
              <a:ln>
                <a:noFill/>
              </a:ln>
              <a:effectLst/>
              <a:uLnTx/>
              <a:uFillTx/>
              <a:latin typeface="Calibri" panose="020F0502020204030204"/>
              <a:ea typeface="微软雅黑" panose="020B0503020204020204" pitchFamily="34" charset="-122"/>
              <a:cs typeface="+mn-cs"/>
            </a:endParaRPr>
          </a:p>
        </p:txBody>
      </p:sp>
      <p:sp>
        <p:nvSpPr>
          <p:cNvPr id="196" name="TextBox 173"/>
          <p:cNvSpPr txBox="1"/>
          <p:nvPr/>
        </p:nvSpPr>
        <p:spPr>
          <a:xfrm>
            <a:off x="7974998" y="1768324"/>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97" name="TextBox 174"/>
          <p:cNvSpPr txBox="1"/>
          <p:nvPr/>
        </p:nvSpPr>
        <p:spPr>
          <a:xfrm>
            <a:off x="9328447" y="2254560"/>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98" name="TextBox 175"/>
          <p:cNvSpPr txBox="1"/>
          <p:nvPr/>
        </p:nvSpPr>
        <p:spPr>
          <a:xfrm>
            <a:off x="8239793" y="2739838"/>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199" name="TextBox 176"/>
          <p:cNvSpPr txBox="1"/>
          <p:nvPr/>
        </p:nvSpPr>
        <p:spPr>
          <a:xfrm>
            <a:off x="10230338" y="3217597"/>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200" name="TextBox 177"/>
          <p:cNvSpPr txBox="1"/>
          <p:nvPr/>
        </p:nvSpPr>
        <p:spPr>
          <a:xfrm>
            <a:off x="9280711" y="3710907"/>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201" name="TextBox 178"/>
          <p:cNvSpPr txBox="1"/>
          <p:nvPr/>
        </p:nvSpPr>
        <p:spPr>
          <a:xfrm>
            <a:off x="9665989" y="4197143"/>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202" name="TextBox 179"/>
          <p:cNvSpPr txBox="1"/>
          <p:nvPr/>
        </p:nvSpPr>
        <p:spPr>
          <a:xfrm>
            <a:off x="8832530" y="4682421"/>
            <a:ext cx="524503" cy="295915"/>
          </a:xfrm>
          <a:prstGeom prst="rect">
            <a:avLst/>
          </a:prstGeom>
          <a:noFill/>
        </p:spPr>
        <p:txBody>
          <a:bodyPr wrap="none" rtlCol="0">
            <a:spAutoFit/>
          </a:bodyPr>
          <a:lstStyle/>
          <a:p>
            <a:pPr>
              <a:defRPr/>
            </a:pPr>
            <a:r>
              <a:rPr lang="zh-CN" altLang="en-US" sz="1325" dirty="0">
                <a:latin typeface="微软雅黑" panose="020B0503020204020204" pitchFamily="34" charset="-122"/>
                <a:ea typeface="微软雅黑" panose="020B0503020204020204" pitchFamily="34" charset="-122"/>
              </a:rPr>
              <a:t>文字</a:t>
            </a:r>
            <a:endParaRPr lang="zh-CN" altLang="en-US" sz="1325" dirty="0">
              <a:latin typeface="微软雅黑" panose="020B0503020204020204" pitchFamily="34" charset="-122"/>
              <a:ea typeface="微软雅黑" panose="020B0503020204020204" pitchFamily="34" charset="-122"/>
            </a:endParaRPr>
          </a:p>
        </p:txBody>
      </p:sp>
      <p:sp>
        <p:nvSpPr>
          <p:cNvPr id="203" name="TextBox 180"/>
          <p:cNvSpPr txBox="1"/>
          <p:nvPr/>
        </p:nvSpPr>
        <p:spPr>
          <a:xfrm>
            <a:off x="5927152" y="1724699"/>
            <a:ext cx="354584"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A</a:t>
            </a:r>
            <a:endParaRPr lang="zh-CN" altLang="en-US" sz="1890" dirty="0">
              <a:latin typeface="微软雅黑" panose="020B0503020204020204" pitchFamily="34" charset="-122"/>
              <a:ea typeface="微软雅黑" panose="020B0503020204020204" pitchFamily="34" charset="-122"/>
            </a:endParaRPr>
          </a:p>
        </p:txBody>
      </p:sp>
      <p:sp>
        <p:nvSpPr>
          <p:cNvPr id="204" name="TextBox 181"/>
          <p:cNvSpPr txBox="1"/>
          <p:nvPr/>
        </p:nvSpPr>
        <p:spPr>
          <a:xfrm>
            <a:off x="5927152" y="2210345"/>
            <a:ext cx="336952"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B</a:t>
            </a:r>
            <a:endParaRPr lang="zh-CN" altLang="en-US" sz="1890" dirty="0">
              <a:latin typeface="微软雅黑" panose="020B0503020204020204" pitchFamily="34" charset="-122"/>
              <a:ea typeface="微软雅黑" panose="020B0503020204020204" pitchFamily="34" charset="-122"/>
            </a:endParaRPr>
          </a:p>
        </p:txBody>
      </p:sp>
      <p:sp>
        <p:nvSpPr>
          <p:cNvPr id="205" name="TextBox 182"/>
          <p:cNvSpPr txBox="1"/>
          <p:nvPr/>
        </p:nvSpPr>
        <p:spPr>
          <a:xfrm>
            <a:off x="5927152" y="2695990"/>
            <a:ext cx="346570"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C</a:t>
            </a:r>
            <a:endParaRPr lang="zh-CN" altLang="en-US" sz="1890" dirty="0">
              <a:latin typeface="微软雅黑" panose="020B0503020204020204" pitchFamily="34" charset="-122"/>
              <a:ea typeface="微软雅黑" panose="020B0503020204020204" pitchFamily="34" charset="-122"/>
            </a:endParaRPr>
          </a:p>
        </p:txBody>
      </p:sp>
      <p:sp>
        <p:nvSpPr>
          <p:cNvPr id="206" name="TextBox 183"/>
          <p:cNvSpPr txBox="1"/>
          <p:nvPr/>
        </p:nvSpPr>
        <p:spPr>
          <a:xfrm>
            <a:off x="5927152" y="3181636"/>
            <a:ext cx="369012"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D</a:t>
            </a:r>
            <a:endParaRPr lang="zh-CN" altLang="en-US" sz="1890" dirty="0">
              <a:latin typeface="微软雅黑" panose="020B0503020204020204" pitchFamily="34" charset="-122"/>
              <a:ea typeface="微软雅黑" panose="020B0503020204020204" pitchFamily="34" charset="-122"/>
            </a:endParaRPr>
          </a:p>
        </p:txBody>
      </p:sp>
      <p:sp>
        <p:nvSpPr>
          <p:cNvPr id="207" name="TextBox 184"/>
          <p:cNvSpPr txBox="1"/>
          <p:nvPr/>
        </p:nvSpPr>
        <p:spPr>
          <a:xfrm>
            <a:off x="5927152" y="3667281"/>
            <a:ext cx="317716"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E</a:t>
            </a:r>
            <a:endParaRPr lang="zh-CN" altLang="en-US" sz="1890" dirty="0">
              <a:latin typeface="微软雅黑" panose="020B0503020204020204" pitchFamily="34" charset="-122"/>
              <a:ea typeface="微软雅黑" panose="020B0503020204020204" pitchFamily="34" charset="-122"/>
            </a:endParaRPr>
          </a:p>
        </p:txBody>
      </p:sp>
      <p:sp>
        <p:nvSpPr>
          <p:cNvPr id="208" name="TextBox 185"/>
          <p:cNvSpPr txBox="1"/>
          <p:nvPr/>
        </p:nvSpPr>
        <p:spPr>
          <a:xfrm>
            <a:off x="5927152" y="4152927"/>
            <a:ext cx="312906"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F</a:t>
            </a:r>
            <a:endParaRPr lang="zh-CN" altLang="en-US" sz="1890" dirty="0">
              <a:latin typeface="微软雅黑" panose="020B0503020204020204" pitchFamily="34" charset="-122"/>
              <a:ea typeface="微软雅黑" panose="020B0503020204020204" pitchFamily="34" charset="-122"/>
            </a:endParaRPr>
          </a:p>
        </p:txBody>
      </p:sp>
      <p:sp>
        <p:nvSpPr>
          <p:cNvPr id="209" name="TextBox 186"/>
          <p:cNvSpPr txBox="1"/>
          <p:nvPr/>
        </p:nvSpPr>
        <p:spPr>
          <a:xfrm>
            <a:off x="5927152" y="4638574"/>
            <a:ext cx="364202" cy="383182"/>
          </a:xfrm>
          <a:prstGeom prst="rect">
            <a:avLst/>
          </a:prstGeom>
          <a:noFill/>
        </p:spPr>
        <p:txBody>
          <a:bodyPr wrap="none" rtlCol="0">
            <a:spAutoFit/>
          </a:bodyPr>
          <a:lstStyle/>
          <a:p>
            <a:pPr>
              <a:defRPr/>
            </a:pPr>
            <a:r>
              <a:rPr lang="en-US" altLang="zh-CN" sz="1890" dirty="0">
                <a:latin typeface="微软雅黑" panose="020B0503020204020204" pitchFamily="34" charset="-122"/>
                <a:ea typeface="微软雅黑" panose="020B0503020204020204" pitchFamily="34" charset="-122"/>
              </a:rPr>
              <a:t>G</a:t>
            </a:r>
            <a:endParaRPr lang="zh-CN" altLang="en-US" sz="189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500"/>
                                        <p:tgtEl>
                                          <p:spTgt spid="127"/>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130"/>
                                        </p:tgtEl>
                                        <p:attrNameLst>
                                          <p:attrName>style.visibility</p:attrName>
                                        </p:attrNameLst>
                                      </p:cBhvr>
                                      <p:to>
                                        <p:strVal val="visible"/>
                                      </p:to>
                                    </p:set>
                                    <p:animEffect transition="in" filter="barn(outVertical)">
                                      <p:cBhvr>
                                        <p:cTn id="11" dur="500"/>
                                        <p:tgtEl>
                                          <p:spTgt spid="130"/>
                                        </p:tgtEl>
                                      </p:cBhvr>
                                    </p:animEffect>
                                  </p:childTnLst>
                                </p:cTn>
                              </p:par>
                            </p:childTnLst>
                          </p:cTn>
                        </p:par>
                        <p:par>
                          <p:cTn id="12" fill="hold">
                            <p:stCondLst>
                              <p:cond delay="1000"/>
                            </p:stCondLst>
                            <p:childTnLst>
                              <p:par>
                                <p:cTn id="13" presetID="2" presetClass="entr" presetSubtype="4" decel="100000" fill="hold" grpId="0" nodeType="afterEffect">
                                  <p:stCondLst>
                                    <p:cond delay="0"/>
                                  </p:stCondLst>
                                  <p:childTnLst>
                                    <p:set>
                                      <p:cBhvr>
                                        <p:cTn id="14" dur="1" fill="hold">
                                          <p:stCondLst>
                                            <p:cond delay="0"/>
                                          </p:stCondLst>
                                        </p:cTn>
                                        <p:tgtEl>
                                          <p:spTgt spid="203"/>
                                        </p:tgtEl>
                                        <p:attrNameLst>
                                          <p:attrName>style.visibility</p:attrName>
                                        </p:attrNameLst>
                                      </p:cBhvr>
                                      <p:to>
                                        <p:strVal val="visible"/>
                                      </p:to>
                                    </p:set>
                                    <p:anim calcmode="lin" valueType="num">
                                      <p:cBhvr additive="base">
                                        <p:cTn id="15" dur="500" fill="hold"/>
                                        <p:tgtEl>
                                          <p:spTgt spid="203"/>
                                        </p:tgtEl>
                                        <p:attrNameLst>
                                          <p:attrName>ppt_x</p:attrName>
                                        </p:attrNameLst>
                                      </p:cBhvr>
                                      <p:tavLst>
                                        <p:tav tm="0">
                                          <p:val>
                                            <p:strVal val="#ppt_x"/>
                                          </p:val>
                                        </p:tav>
                                        <p:tav tm="100000">
                                          <p:val>
                                            <p:strVal val="#ppt_x"/>
                                          </p:val>
                                        </p:tav>
                                      </p:tavLst>
                                    </p:anim>
                                    <p:anim calcmode="lin" valueType="num">
                                      <p:cBhvr additive="base">
                                        <p:cTn id="16" dur="500" fill="hold"/>
                                        <p:tgtEl>
                                          <p:spTgt spid="203"/>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204"/>
                                        </p:tgtEl>
                                        <p:attrNameLst>
                                          <p:attrName>style.visibility</p:attrName>
                                        </p:attrNameLst>
                                      </p:cBhvr>
                                      <p:to>
                                        <p:strVal val="visible"/>
                                      </p:to>
                                    </p:set>
                                    <p:anim calcmode="lin" valueType="num">
                                      <p:cBhvr additive="base">
                                        <p:cTn id="19" dur="500" fill="hold"/>
                                        <p:tgtEl>
                                          <p:spTgt spid="204"/>
                                        </p:tgtEl>
                                        <p:attrNameLst>
                                          <p:attrName>ppt_x</p:attrName>
                                        </p:attrNameLst>
                                      </p:cBhvr>
                                      <p:tavLst>
                                        <p:tav tm="0">
                                          <p:val>
                                            <p:strVal val="#ppt_x"/>
                                          </p:val>
                                        </p:tav>
                                        <p:tav tm="100000">
                                          <p:val>
                                            <p:strVal val="#ppt_x"/>
                                          </p:val>
                                        </p:tav>
                                      </p:tavLst>
                                    </p:anim>
                                    <p:anim calcmode="lin" valueType="num">
                                      <p:cBhvr additive="base">
                                        <p:cTn id="20" dur="500" fill="hold"/>
                                        <p:tgtEl>
                                          <p:spTgt spid="204"/>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0"/>
                                  </p:stCondLst>
                                  <p:childTnLst>
                                    <p:set>
                                      <p:cBhvr>
                                        <p:cTn id="22" dur="1" fill="hold">
                                          <p:stCondLst>
                                            <p:cond delay="0"/>
                                          </p:stCondLst>
                                        </p:cTn>
                                        <p:tgtEl>
                                          <p:spTgt spid="205"/>
                                        </p:tgtEl>
                                        <p:attrNameLst>
                                          <p:attrName>style.visibility</p:attrName>
                                        </p:attrNameLst>
                                      </p:cBhvr>
                                      <p:to>
                                        <p:strVal val="visible"/>
                                      </p:to>
                                    </p:set>
                                    <p:anim calcmode="lin" valueType="num">
                                      <p:cBhvr additive="base">
                                        <p:cTn id="23" dur="500" fill="hold"/>
                                        <p:tgtEl>
                                          <p:spTgt spid="205"/>
                                        </p:tgtEl>
                                        <p:attrNameLst>
                                          <p:attrName>ppt_x</p:attrName>
                                        </p:attrNameLst>
                                      </p:cBhvr>
                                      <p:tavLst>
                                        <p:tav tm="0">
                                          <p:val>
                                            <p:strVal val="#ppt_x"/>
                                          </p:val>
                                        </p:tav>
                                        <p:tav tm="100000">
                                          <p:val>
                                            <p:strVal val="#ppt_x"/>
                                          </p:val>
                                        </p:tav>
                                      </p:tavLst>
                                    </p:anim>
                                    <p:anim calcmode="lin" valueType="num">
                                      <p:cBhvr additive="base">
                                        <p:cTn id="24" dur="500" fill="hold"/>
                                        <p:tgtEl>
                                          <p:spTgt spid="205"/>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0"/>
                                  </p:stCondLst>
                                  <p:childTnLst>
                                    <p:set>
                                      <p:cBhvr>
                                        <p:cTn id="26" dur="1" fill="hold">
                                          <p:stCondLst>
                                            <p:cond delay="0"/>
                                          </p:stCondLst>
                                        </p:cTn>
                                        <p:tgtEl>
                                          <p:spTgt spid="206"/>
                                        </p:tgtEl>
                                        <p:attrNameLst>
                                          <p:attrName>style.visibility</p:attrName>
                                        </p:attrNameLst>
                                      </p:cBhvr>
                                      <p:to>
                                        <p:strVal val="visible"/>
                                      </p:to>
                                    </p:set>
                                    <p:anim calcmode="lin" valueType="num">
                                      <p:cBhvr additive="base">
                                        <p:cTn id="27" dur="500" fill="hold"/>
                                        <p:tgtEl>
                                          <p:spTgt spid="206"/>
                                        </p:tgtEl>
                                        <p:attrNameLst>
                                          <p:attrName>ppt_x</p:attrName>
                                        </p:attrNameLst>
                                      </p:cBhvr>
                                      <p:tavLst>
                                        <p:tav tm="0">
                                          <p:val>
                                            <p:strVal val="#ppt_x"/>
                                          </p:val>
                                        </p:tav>
                                        <p:tav tm="100000">
                                          <p:val>
                                            <p:strVal val="#ppt_x"/>
                                          </p:val>
                                        </p:tav>
                                      </p:tavLst>
                                    </p:anim>
                                    <p:anim calcmode="lin" valueType="num">
                                      <p:cBhvr additive="base">
                                        <p:cTn id="28" dur="500" fill="hold"/>
                                        <p:tgtEl>
                                          <p:spTgt spid="206"/>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0"/>
                                  </p:stCondLst>
                                  <p:childTnLst>
                                    <p:set>
                                      <p:cBhvr>
                                        <p:cTn id="30" dur="1" fill="hold">
                                          <p:stCondLst>
                                            <p:cond delay="0"/>
                                          </p:stCondLst>
                                        </p:cTn>
                                        <p:tgtEl>
                                          <p:spTgt spid="207"/>
                                        </p:tgtEl>
                                        <p:attrNameLst>
                                          <p:attrName>style.visibility</p:attrName>
                                        </p:attrNameLst>
                                      </p:cBhvr>
                                      <p:to>
                                        <p:strVal val="visible"/>
                                      </p:to>
                                    </p:set>
                                    <p:anim calcmode="lin" valueType="num">
                                      <p:cBhvr additive="base">
                                        <p:cTn id="31" dur="500" fill="hold"/>
                                        <p:tgtEl>
                                          <p:spTgt spid="207"/>
                                        </p:tgtEl>
                                        <p:attrNameLst>
                                          <p:attrName>ppt_x</p:attrName>
                                        </p:attrNameLst>
                                      </p:cBhvr>
                                      <p:tavLst>
                                        <p:tav tm="0">
                                          <p:val>
                                            <p:strVal val="#ppt_x"/>
                                          </p:val>
                                        </p:tav>
                                        <p:tav tm="100000">
                                          <p:val>
                                            <p:strVal val="#ppt_x"/>
                                          </p:val>
                                        </p:tav>
                                      </p:tavLst>
                                    </p:anim>
                                    <p:anim calcmode="lin" valueType="num">
                                      <p:cBhvr additive="base">
                                        <p:cTn id="32" dur="500" fill="hold"/>
                                        <p:tgtEl>
                                          <p:spTgt spid="207"/>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0"/>
                                  </p:stCondLst>
                                  <p:childTnLst>
                                    <p:set>
                                      <p:cBhvr>
                                        <p:cTn id="34" dur="1" fill="hold">
                                          <p:stCondLst>
                                            <p:cond delay="0"/>
                                          </p:stCondLst>
                                        </p:cTn>
                                        <p:tgtEl>
                                          <p:spTgt spid="208"/>
                                        </p:tgtEl>
                                        <p:attrNameLst>
                                          <p:attrName>style.visibility</p:attrName>
                                        </p:attrNameLst>
                                      </p:cBhvr>
                                      <p:to>
                                        <p:strVal val="visible"/>
                                      </p:to>
                                    </p:set>
                                    <p:anim calcmode="lin" valueType="num">
                                      <p:cBhvr additive="base">
                                        <p:cTn id="35" dur="500" fill="hold"/>
                                        <p:tgtEl>
                                          <p:spTgt spid="208"/>
                                        </p:tgtEl>
                                        <p:attrNameLst>
                                          <p:attrName>ppt_x</p:attrName>
                                        </p:attrNameLst>
                                      </p:cBhvr>
                                      <p:tavLst>
                                        <p:tav tm="0">
                                          <p:val>
                                            <p:strVal val="#ppt_x"/>
                                          </p:val>
                                        </p:tav>
                                        <p:tav tm="100000">
                                          <p:val>
                                            <p:strVal val="#ppt_x"/>
                                          </p:val>
                                        </p:tav>
                                      </p:tavLst>
                                    </p:anim>
                                    <p:anim calcmode="lin" valueType="num">
                                      <p:cBhvr additive="base">
                                        <p:cTn id="36" dur="500" fill="hold"/>
                                        <p:tgtEl>
                                          <p:spTgt spid="208"/>
                                        </p:tgtEl>
                                        <p:attrNameLst>
                                          <p:attrName>ppt_y</p:attrName>
                                        </p:attrNameLst>
                                      </p:cBhvr>
                                      <p:tavLst>
                                        <p:tav tm="0">
                                          <p:val>
                                            <p:strVal val="1+#ppt_h/2"/>
                                          </p:val>
                                        </p:tav>
                                        <p:tav tm="100000">
                                          <p:val>
                                            <p:strVal val="#ppt_y"/>
                                          </p:val>
                                        </p:tav>
                                      </p:tavLst>
                                    </p:anim>
                                  </p:childTnLst>
                                </p:cTn>
                              </p:par>
                              <p:par>
                                <p:cTn id="37" presetID="2" presetClass="entr" presetSubtype="4" decel="100000" fill="hold" grpId="0" nodeType="withEffect">
                                  <p:stCondLst>
                                    <p:cond delay="0"/>
                                  </p:stCondLst>
                                  <p:childTnLst>
                                    <p:set>
                                      <p:cBhvr>
                                        <p:cTn id="38" dur="1" fill="hold">
                                          <p:stCondLst>
                                            <p:cond delay="0"/>
                                          </p:stCondLst>
                                        </p:cTn>
                                        <p:tgtEl>
                                          <p:spTgt spid="209"/>
                                        </p:tgtEl>
                                        <p:attrNameLst>
                                          <p:attrName>style.visibility</p:attrName>
                                        </p:attrNameLst>
                                      </p:cBhvr>
                                      <p:to>
                                        <p:strVal val="visible"/>
                                      </p:to>
                                    </p:set>
                                    <p:anim calcmode="lin" valueType="num">
                                      <p:cBhvr additive="base">
                                        <p:cTn id="39" dur="500" fill="hold"/>
                                        <p:tgtEl>
                                          <p:spTgt spid="209"/>
                                        </p:tgtEl>
                                        <p:attrNameLst>
                                          <p:attrName>ppt_x</p:attrName>
                                        </p:attrNameLst>
                                      </p:cBhvr>
                                      <p:tavLst>
                                        <p:tav tm="0">
                                          <p:val>
                                            <p:strVal val="#ppt_x"/>
                                          </p:val>
                                        </p:tav>
                                        <p:tav tm="100000">
                                          <p:val>
                                            <p:strVal val="#ppt_x"/>
                                          </p:val>
                                        </p:tav>
                                      </p:tavLst>
                                    </p:anim>
                                    <p:anim calcmode="lin" valueType="num">
                                      <p:cBhvr additive="base">
                                        <p:cTn id="40" dur="500" fill="hold"/>
                                        <p:tgtEl>
                                          <p:spTgt spid="209"/>
                                        </p:tgtEl>
                                        <p:attrNameLst>
                                          <p:attrName>ppt_y</p:attrName>
                                        </p:attrNameLst>
                                      </p:cBhvr>
                                      <p:tavLst>
                                        <p:tav tm="0">
                                          <p:val>
                                            <p:strVal val="1+#ppt_h/2"/>
                                          </p:val>
                                        </p:tav>
                                        <p:tav tm="100000">
                                          <p:val>
                                            <p:strVal val="#ppt_y"/>
                                          </p:val>
                                        </p:tav>
                                      </p:tavLst>
                                    </p:anim>
                                  </p:childTnLst>
                                </p:cTn>
                              </p:par>
                            </p:childTnLst>
                          </p:cTn>
                        </p:par>
                        <p:par>
                          <p:cTn id="41" fill="hold">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189"/>
                                        </p:tgtEl>
                                        <p:attrNameLst>
                                          <p:attrName>style.visibility</p:attrName>
                                        </p:attrNameLst>
                                      </p:cBhvr>
                                      <p:to>
                                        <p:strVal val="visible"/>
                                      </p:to>
                                    </p:set>
                                    <p:animEffect transition="in" filter="wipe(left)">
                                      <p:cBhvr>
                                        <p:cTn id="44" dur="500"/>
                                        <p:tgtEl>
                                          <p:spTgt spid="189"/>
                                        </p:tgtEl>
                                      </p:cBhvr>
                                    </p:animEffect>
                                  </p:childTnLst>
                                </p:cTn>
                              </p:par>
                              <p:par>
                                <p:cTn id="45" presetID="22" presetClass="entr" presetSubtype="8" fill="hold" grpId="0" nodeType="withEffect">
                                  <p:stCondLst>
                                    <p:cond delay="100"/>
                                  </p:stCondLst>
                                  <p:childTnLst>
                                    <p:set>
                                      <p:cBhvr>
                                        <p:cTn id="46" dur="1" fill="hold">
                                          <p:stCondLst>
                                            <p:cond delay="0"/>
                                          </p:stCondLst>
                                        </p:cTn>
                                        <p:tgtEl>
                                          <p:spTgt spid="190"/>
                                        </p:tgtEl>
                                        <p:attrNameLst>
                                          <p:attrName>style.visibility</p:attrName>
                                        </p:attrNameLst>
                                      </p:cBhvr>
                                      <p:to>
                                        <p:strVal val="visible"/>
                                      </p:to>
                                    </p:set>
                                    <p:animEffect transition="in" filter="wipe(left)">
                                      <p:cBhvr>
                                        <p:cTn id="47" dur="500"/>
                                        <p:tgtEl>
                                          <p:spTgt spid="190"/>
                                        </p:tgtEl>
                                      </p:cBhvr>
                                    </p:animEffect>
                                  </p:childTnLst>
                                </p:cTn>
                              </p:par>
                              <p:par>
                                <p:cTn id="48" presetID="22" presetClass="entr" presetSubtype="8" fill="hold" grpId="0" nodeType="withEffect">
                                  <p:stCondLst>
                                    <p:cond delay="200"/>
                                  </p:stCondLst>
                                  <p:childTnLst>
                                    <p:set>
                                      <p:cBhvr>
                                        <p:cTn id="49" dur="1" fill="hold">
                                          <p:stCondLst>
                                            <p:cond delay="0"/>
                                          </p:stCondLst>
                                        </p:cTn>
                                        <p:tgtEl>
                                          <p:spTgt spid="191"/>
                                        </p:tgtEl>
                                        <p:attrNameLst>
                                          <p:attrName>style.visibility</p:attrName>
                                        </p:attrNameLst>
                                      </p:cBhvr>
                                      <p:to>
                                        <p:strVal val="visible"/>
                                      </p:to>
                                    </p:set>
                                    <p:animEffect transition="in" filter="wipe(left)">
                                      <p:cBhvr>
                                        <p:cTn id="50" dur="500"/>
                                        <p:tgtEl>
                                          <p:spTgt spid="191"/>
                                        </p:tgtEl>
                                      </p:cBhvr>
                                    </p:animEffect>
                                  </p:childTnLst>
                                </p:cTn>
                              </p:par>
                              <p:par>
                                <p:cTn id="51" presetID="22" presetClass="entr" presetSubtype="8" fill="hold" grpId="0" nodeType="withEffect">
                                  <p:stCondLst>
                                    <p:cond delay="300"/>
                                  </p:stCondLst>
                                  <p:childTnLst>
                                    <p:set>
                                      <p:cBhvr>
                                        <p:cTn id="52" dur="1" fill="hold">
                                          <p:stCondLst>
                                            <p:cond delay="0"/>
                                          </p:stCondLst>
                                        </p:cTn>
                                        <p:tgtEl>
                                          <p:spTgt spid="192"/>
                                        </p:tgtEl>
                                        <p:attrNameLst>
                                          <p:attrName>style.visibility</p:attrName>
                                        </p:attrNameLst>
                                      </p:cBhvr>
                                      <p:to>
                                        <p:strVal val="visible"/>
                                      </p:to>
                                    </p:set>
                                    <p:animEffect transition="in" filter="wipe(left)">
                                      <p:cBhvr>
                                        <p:cTn id="53" dur="500"/>
                                        <p:tgtEl>
                                          <p:spTgt spid="192"/>
                                        </p:tgtEl>
                                      </p:cBhvr>
                                    </p:animEffect>
                                  </p:childTnLst>
                                </p:cTn>
                              </p:par>
                              <p:par>
                                <p:cTn id="54" presetID="22" presetClass="entr" presetSubtype="8" fill="hold" grpId="0" nodeType="withEffect">
                                  <p:stCondLst>
                                    <p:cond delay="400"/>
                                  </p:stCondLst>
                                  <p:childTnLst>
                                    <p:set>
                                      <p:cBhvr>
                                        <p:cTn id="55" dur="1" fill="hold">
                                          <p:stCondLst>
                                            <p:cond delay="0"/>
                                          </p:stCondLst>
                                        </p:cTn>
                                        <p:tgtEl>
                                          <p:spTgt spid="193"/>
                                        </p:tgtEl>
                                        <p:attrNameLst>
                                          <p:attrName>style.visibility</p:attrName>
                                        </p:attrNameLst>
                                      </p:cBhvr>
                                      <p:to>
                                        <p:strVal val="visible"/>
                                      </p:to>
                                    </p:set>
                                    <p:animEffect transition="in" filter="wipe(left)">
                                      <p:cBhvr>
                                        <p:cTn id="56" dur="500"/>
                                        <p:tgtEl>
                                          <p:spTgt spid="193"/>
                                        </p:tgtEl>
                                      </p:cBhvr>
                                    </p:animEffect>
                                  </p:childTnLst>
                                </p:cTn>
                              </p:par>
                              <p:par>
                                <p:cTn id="57" presetID="22" presetClass="entr" presetSubtype="8" fill="hold" grpId="0" nodeType="withEffect">
                                  <p:stCondLst>
                                    <p:cond delay="500"/>
                                  </p:stCondLst>
                                  <p:childTnLst>
                                    <p:set>
                                      <p:cBhvr>
                                        <p:cTn id="58" dur="1" fill="hold">
                                          <p:stCondLst>
                                            <p:cond delay="0"/>
                                          </p:stCondLst>
                                        </p:cTn>
                                        <p:tgtEl>
                                          <p:spTgt spid="194"/>
                                        </p:tgtEl>
                                        <p:attrNameLst>
                                          <p:attrName>style.visibility</p:attrName>
                                        </p:attrNameLst>
                                      </p:cBhvr>
                                      <p:to>
                                        <p:strVal val="visible"/>
                                      </p:to>
                                    </p:set>
                                    <p:animEffect transition="in" filter="wipe(left)">
                                      <p:cBhvr>
                                        <p:cTn id="59" dur="500"/>
                                        <p:tgtEl>
                                          <p:spTgt spid="194"/>
                                        </p:tgtEl>
                                      </p:cBhvr>
                                    </p:animEffect>
                                  </p:childTnLst>
                                </p:cTn>
                              </p:par>
                              <p:par>
                                <p:cTn id="60" presetID="22" presetClass="entr" presetSubtype="8" fill="hold" grpId="0" nodeType="withEffect">
                                  <p:stCondLst>
                                    <p:cond delay="600"/>
                                  </p:stCondLst>
                                  <p:childTnLst>
                                    <p:set>
                                      <p:cBhvr>
                                        <p:cTn id="61" dur="1" fill="hold">
                                          <p:stCondLst>
                                            <p:cond delay="0"/>
                                          </p:stCondLst>
                                        </p:cTn>
                                        <p:tgtEl>
                                          <p:spTgt spid="195"/>
                                        </p:tgtEl>
                                        <p:attrNameLst>
                                          <p:attrName>style.visibility</p:attrName>
                                        </p:attrNameLst>
                                      </p:cBhvr>
                                      <p:to>
                                        <p:strVal val="visible"/>
                                      </p:to>
                                    </p:set>
                                    <p:animEffect transition="in" filter="wipe(left)">
                                      <p:cBhvr>
                                        <p:cTn id="62" dur="500"/>
                                        <p:tgtEl>
                                          <p:spTgt spid="195"/>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175"/>
                                        </p:tgtEl>
                                        <p:attrNameLst>
                                          <p:attrName>style.visibility</p:attrName>
                                        </p:attrNameLst>
                                      </p:cBhvr>
                                      <p:to>
                                        <p:strVal val="visible"/>
                                      </p:to>
                                    </p:set>
                                    <p:animEffect transition="in" filter="wipe(right)">
                                      <p:cBhvr>
                                        <p:cTn id="65" dur="500"/>
                                        <p:tgtEl>
                                          <p:spTgt spid="175"/>
                                        </p:tgtEl>
                                      </p:cBhvr>
                                    </p:animEffect>
                                  </p:childTnLst>
                                </p:cTn>
                              </p:par>
                              <p:par>
                                <p:cTn id="66" presetID="22" presetClass="entr" presetSubtype="2" fill="hold" grpId="0" nodeType="withEffect">
                                  <p:stCondLst>
                                    <p:cond delay="100"/>
                                  </p:stCondLst>
                                  <p:childTnLst>
                                    <p:set>
                                      <p:cBhvr>
                                        <p:cTn id="67" dur="1" fill="hold">
                                          <p:stCondLst>
                                            <p:cond delay="0"/>
                                          </p:stCondLst>
                                        </p:cTn>
                                        <p:tgtEl>
                                          <p:spTgt spid="176"/>
                                        </p:tgtEl>
                                        <p:attrNameLst>
                                          <p:attrName>style.visibility</p:attrName>
                                        </p:attrNameLst>
                                      </p:cBhvr>
                                      <p:to>
                                        <p:strVal val="visible"/>
                                      </p:to>
                                    </p:set>
                                    <p:animEffect transition="in" filter="wipe(right)">
                                      <p:cBhvr>
                                        <p:cTn id="68" dur="500"/>
                                        <p:tgtEl>
                                          <p:spTgt spid="176"/>
                                        </p:tgtEl>
                                      </p:cBhvr>
                                    </p:animEffect>
                                  </p:childTnLst>
                                </p:cTn>
                              </p:par>
                              <p:par>
                                <p:cTn id="69" presetID="22" presetClass="entr" presetSubtype="2" fill="hold" grpId="0" nodeType="withEffect">
                                  <p:stCondLst>
                                    <p:cond delay="200"/>
                                  </p:stCondLst>
                                  <p:childTnLst>
                                    <p:set>
                                      <p:cBhvr>
                                        <p:cTn id="70" dur="1" fill="hold">
                                          <p:stCondLst>
                                            <p:cond delay="0"/>
                                          </p:stCondLst>
                                        </p:cTn>
                                        <p:tgtEl>
                                          <p:spTgt spid="177"/>
                                        </p:tgtEl>
                                        <p:attrNameLst>
                                          <p:attrName>style.visibility</p:attrName>
                                        </p:attrNameLst>
                                      </p:cBhvr>
                                      <p:to>
                                        <p:strVal val="visible"/>
                                      </p:to>
                                    </p:set>
                                    <p:animEffect transition="in" filter="wipe(right)">
                                      <p:cBhvr>
                                        <p:cTn id="71" dur="500"/>
                                        <p:tgtEl>
                                          <p:spTgt spid="177"/>
                                        </p:tgtEl>
                                      </p:cBhvr>
                                    </p:animEffect>
                                  </p:childTnLst>
                                </p:cTn>
                              </p:par>
                              <p:par>
                                <p:cTn id="72" presetID="22" presetClass="entr" presetSubtype="2" fill="hold" grpId="0" nodeType="withEffect">
                                  <p:stCondLst>
                                    <p:cond delay="300"/>
                                  </p:stCondLst>
                                  <p:childTnLst>
                                    <p:set>
                                      <p:cBhvr>
                                        <p:cTn id="73" dur="1" fill="hold">
                                          <p:stCondLst>
                                            <p:cond delay="0"/>
                                          </p:stCondLst>
                                        </p:cTn>
                                        <p:tgtEl>
                                          <p:spTgt spid="178"/>
                                        </p:tgtEl>
                                        <p:attrNameLst>
                                          <p:attrName>style.visibility</p:attrName>
                                        </p:attrNameLst>
                                      </p:cBhvr>
                                      <p:to>
                                        <p:strVal val="visible"/>
                                      </p:to>
                                    </p:set>
                                    <p:animEffect transition="in" filter="wipe(right)">
                                      <p:cBhvr>
                                        <p:cTn id="74" dur="500"/>
                                        <p:tgtEl>
                                          <p:spTgt spid="178"/>
                                        </p:tgtEl>
                                      </p:cBhvr>
                                    </p:animEffect>
                                  </p:childTnLst>
                                </p:cTn>
                              </p:par>
                              <p:par>
                                <p:cTn id="75" presetID="22" presetClass="entr" presetSubtype="2" fill="hold" grpId="0" nodeType="withEffect">
                                  <p:stCondLst>
                                    <p:cond delay="400"/>
                                  </p:stCondLst>
                                  <p:childTnLst>
                                    <p:set>
                                      <p:cBhvr>
                                        <p:cTn id="76" dur="1" fill="hold">
                                          <p:stCondLst>
                                            <p:cond delay="0"/>
                                          </p:stCondLst>
                                        </p:cTn>
                                        <p:tgtEl>
                                          <p:spTgt spid="179"/>
                                        </p:tgtEl>
                                        <p:attrNameLst>
                                          <p:attrName>style.visibility</p:attrName>
                                        </p:attrNameLst>
                                      </p:cBhvr>
                                      <p:to>
                                        <p:strVal val="visible"/>
                                      </p:to>
                                    </p:set>
                                    <p:animEffect transition="in" filter="wipe(right)">
                                      <p:cBhvr>
                                        <p:cTn id="77" dur="500"/>
                                        <p:tgtEl>
                                          <p:spTgt spid="179"/>
                                        </p:tgtEl>
                                      </p:cBhvr>
                                    </p:animEffect>
                                  </p:childTnLst>
                                </p:cTn>
                              </p:par>
                              <p:par>
                                <p:cTn id="78" presetID="22" presetClass="entr" presetSubtype="2" fill="hold" grpId="0" nodeType="withEffect">
                                  <p:stCondLst>
                                    <p:cond delay="500"/>
                                  </p:stCondLst>
                                  <p:childTnLst>
                                    <p:set>
                                      <p:cBhvr>
                                        <p:cTn id="79" dur="1" fill="hold">
                                          <p:stCondLst>
                                            <p:cond delay="0"/>
                                          </p:stCondLst>
                                        </p:cTn>
                                        <p:tgtEl>
                                          <p:spTgt spid="180"/>
                                        </p:tgtEl>
                                        <p:attrNameLst>
                                          <p:attrName>style.visibility</p:attrName>
                                        </p:attrNameLst>
                                      </p:cBhvr>
                                      <p:to>
                                        <p:strVal val="visible"/>
                                      </p:to>
                                    </p:set>
                                    <p:animEffect transition="in" filter="wipe(right)">
                                      <p:cBhvr>
                                        <p:cTn id="80" dur="500"/>
                                        <p:tgtEl>
                                          <p:spTgt spid="180"/>
                                        </p:tgtEl>
                                      </p:cBhvr>
                                    </p:animEffect>
                                  </p:childTnLst>
                                </p:cTn>
                              </p:par>
                              <p:par>
                                <p:cTn id="81" presetID="22" presetClass="entr" presetSubtype="2" fill="hold" grpId="0" nodeType="withEffect">
                                  <p:stCondLst>
                                    <p:cond delay="600"/>
                                  </p:stCondLst>
                                  <p:childTnLst>
                                    <p:set>
                                      <p:cBhvr>
                                        <p:cTn id="82" dur="1" fill="hold">
                                          <p:stCondLst>
                                            <p:cond delay="0"/>
                                          </p:stCondLst>
                                        </p:cTn>
                                        <p:tgtEl>
                                          <p:spTgt spid="181"/>
                                        </p:tgtEl>
                                        <p:attrNameLst>
                                          <p:attrName>style.visibility</p:attrName>
                                        </p:attrNameLst>
                                      </p:cBhvr>
                                      <p:to>
                                        <p:strVal val="visible"/>
                                      </p:to>
                                    </p:set>
                                    <p:animEffect transition="in" filter="wipe(right)">
                                      <p:cBhvr>
                                        <p:cTn id="83" dur="500"/>
                                        <p:tgtEl>
                                          <p:spTgt spid="181"/>
                                        </p:tgtEl>
                                      </p:cBhvr>
                                    </p:animEffect>
                                  </p:childTnLst>
                                </p:cTn>
                              </p:par>
                            </p:childTnLst>
                          </p:cTn>
                        </p:par>
                        <p:par>
                          <p:cTn id="84" fill="hold">
                            <p:stCondLst>
                              <p:cond delay="2000"/>
                            </p:stCondLst>
                            <p:childTnLst>
                              <p:par>
                                <p:cTn id="85" presetID="22" presetClass="entr" presetSubtype="8" fill="hold" grpId="0" nodeType="afterEffect">
                                  <p:stCondLst>
                                    <p:cond delay="0"/>
                                  </p:stCondLst>
                                  <p:childTnLst>
                                    <p:set>
                                      <p:cBhvr>
                                        <p:cTn id="86" dur="1" fill="hold">
                                          <p:stCondLst>
                                            <p:cond delay="0"/>
                                          </p:stCondLst>
                                        </p:cTn>
                                        <p:tgtEl>
                                          <p:spTgt spid="196"/>
                                        </p:tgtEl>
                                        <p:attrNameLst>
                                          <p:attrName>style.visibility</p:attrName>
                                        </p:attrNameLst>
                                      </p:cBhvr>
                                      <p:to>
                                        <p:strVal val="visible"/>
                                      </p:to>
                                    </p:set>
                                    <p:animEffect transition="in" filter="wipe(left)">
                                      <p:cBhvr>
                                        <p:cTn id="87" dur="500"/>
                                        <p:tgtEl>
                                          <p:spTgt spid="196"/>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197"/>
                                        </p:tgtEl>
                                        <p:attrNameLst>
                                          <p:attrName>style.visibility</p:attrName>
                                        </p:attrNameLst>
                                      </p:cBhvr>
                                      <p:to>
                                        <p:strVal val="visible"/>
                                      </p:to>
                                    </p:set>
                                    <p:animEffect transition="in" filter="wipe(left)">
                                      <p:cBhvr>
                                        <p:cTn id="90" dur="500"/>
                                        <p:tgtEl>
                                          <p:spTgt spid="197"/>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198"/>
                                        </p:tgtEl>
                                        <p:attrNameLst>
                                          <p:attrName>style.visibility</p:attrName>
                                        </p:attrNameLst>
                                      </p:cBhvr>
                                      <p:to>
                                        <p:strVal val="visible"/>
                                      </p:to>
                                    </p:set>
                                    <p:animEffect transition="in" filter="wipe(left)">
                                      <p:cBhvr>
                                        <p:cTn id="93" dur="500"/>
                                        <p:tgtEl>
                                          <p:spTgt spid="198"/>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199"/>
                                        </p:tgtEl>
                                        <p:attrNameLst>
                                          <p:attrName>style.visibility</p:attrName>
                                        </p:attrNameLst>
                                      </p:cBhvr>
                                      <p:to>
                                        <p:strVal val="visible"/>
                                      </p:to>
                                    </p:set>
                                    <p:animEffect transition="in" filter="wipe(left)">
                                      <p:cBhvr>
                                        <p:cTn id="96" dur="500"/>
                                        <p:tgtEl>
                                          <p:spTgt spid="199"/>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200"/>
                                        </p:tgtEl>
                                        <p:attrNameLst>
                                          <p:attrName>style.visibility</p:attrName>
                                        </p:attrNameLst>
                                      </p:cBhvr>
                                      <p:to>
                                        <p:strVal val="visible"/>
                                      </p:to>
                                    </p:set>
                                    <p:animEffect transition="in" filter="wipe(left)">
                                      <p:cBhvr>
                                        <p:cTn id="99" dur="500"/>
                                        <p:tgtEl>
                                          <p:spTgt spid="200"/>
                                        </p:tgtEl>
                                      </p:cBhvr>
                                    </p:animEffect>
                                  </p:childTnLst>
                                </p:cTn>
                              </p:par>
                              <p:par>
                                <p:cTn id="100" presetID="22" presetClass="entr" presetSubtype="8" fill="hold" grpId="0" nodeType="withEffect">
                                  <p:stCondLst>
                                    <p:cond delay="0"/>
                                  </p:stCondLst>
                                  <p:childTnLst>
                                    <p:set>
                                      <p:cBhvr>
                                        <p:cTn id="101" dur="1" fill="hold">
                                          <p:stCondLst>
                                            <p:cond delay="0"/>
                                          </p:stCondLst>
                                        </p:cTn>
                                        <p:tgtEl>
                                          <p:spTgt spid="201"/>
                                        </p:tgtEl>
                                        <p:attrNameLst>
                                          <p:attrName>style.visibility</p:attrName>
                                        </p:attrNameLst>
                                      </p:cBhvr>
                                      <p:to>
                                        <p:strVal val="visible"/>
                                      </p:to>
                                    </p:set>
                                    <p:animEffect transition="in" filter="wipe(left)">
                                      <p:cBhvr>
                                        <p:cTn id="102" dur="500"/>
                                        <p:tgtEl>
                                          <p:spTgt spid="201"/>
                                        </p:tgtEl>
                                      </p:cBhvr>
                                    </p:animEffect>
                                  </p:childTnLst>
                                </p:cTn>
                              </p:par>
                              <p:par>
                                <p:cTn id="103" presetID="22" presetClass="entr" presetSubtype="8" fill="hold" grpId="0" nodeType="withEffect">
                                  <p:stCondLst>
                                    <p:cond delay="0"/>
                                  </p:stCondLst>
                                  <p:childTnLst>
                                    <p:set>
                                      <p:cBhvr>
                                        <p:cTn id="104" dur="1" fill="hold">
                                          <p:stCondLst>
                                            <p:cond delay="0"/>
                                          </p:stCondLst>
                                        </p:cTn>
                                        <p:tgtEl>
                                          <p:spTgt spid="202"/>
                                        </p:tgtEl>
                                        <p:attrNameLst>
                                          <p:attrName>style.visibility</p:attrName>
                                        </p:attrNameLst>
                                      </p:cBhvr>
                                      <p:to>
                                        <p:strVal val="visible"/>
                                      </p:to>
                                    </p:set>
                                    <p:animEffect transition="in" filter="wipe(left)">
                                      <p:cBhvr>
                                        <p:cTn id="105" dur="500"/>
                                        <p:tgtEl>
                                          <p:spTgt spid="202"/>
                                        </p:tgtEl>
                                      </p:cBhvr>
                                    </p:animEffect>
                                  </p:childTnLst>
                                </p:cTn>
                              </p:par>
                              <p:par>
                                <p:cTn id="106" presetID="22" presetClass="entr" presetSubtype="2" fill="hold" grpId="0" nodeType="withEffect">
                                  <p:stCondLst>
                                    <p:cond delay="0"/>
                                  </p:stCondLst>
                                  <p:childTnLst>
                                    <p:set>
                                      <p:cBhvr>
                                        <p:cTn id="107" dur="1" fill="hold">
                                          <p:stCondLst>
                                            <p:cond delay="0"/>
                                          </p:stCondLst>
                                        </p:cTn>
                                        <p:tgtEl>
                                          <p:spTgt spid="182"/>
                                        </p:tgtEl>
                                        <p:attrNameLst>
                                          <p:attrName>style.visibility</p:attrName>
                                        </p:attrNameLst>
                                      </p:cBhvr>
                                      <p:to>
                                        <p:strVal val="visible"/>
                                      </p:to>
                                    </p:set>
                                    <p:animEffect transition="in" filter="wipe(right)">
                                      <p:cBhvr>
                                        <p:cTn id="108" dur="500"/>
                                        <p:tgtEl>
                                          <p:spTgt spid="182"/>
                                        </p:tgtEl>
                                      </p:cBhvr>
                                    </p:animEffect>
                                  </p:childTnLst>
                                </p:cTn>
                              </p:par>
                              <p:par>
                                <p:cTn id="109" presetID="22" presetClass="entr" presetSubtype="2" fill="hold" grpId="0" nodeType="withEffect">
                                  <p:stCondLst>
                                    <p:cond delay="0"/>
                                  </p:stCondLst>
                                  <p:childTnLst>
                                    <p:set>
                                      <p:cBhvr>
                                        <p:cTn id="110" dur="1" fill="hold">
                                          <p:stCondLst>
                                            <p:cond delay="0"/>
                                          </p:stCondLst>
                                        </p:cTn>
                                        <p:tgtEl>
                                          <p:spTgt spid="183"/>
                                        </p:tgtEl>
                                        <p:attrNameLst>
                                          <p:attrName>style.visibility</p:attrName>
                                        </p:attrNameLst>
                                      </p:cBhvr>
                                      <p:to>
                                        <p:strVal val="visible"/>
                                      </p:to>
                                    </p:set>
                                    <p:animEffect transition="in" filter="wipe(right)">
                                      <p:cBhvr>
                                        <p:cTn id="111" dur="500"/>
                                        <p:tgtEl>
                                          <p:spTgt spid="183"/>
                                        </p:tgtEl>
                                      </p:cBhvr>
                                    </p:animEffect>
                                  </p:childTnLst>
                                </p:cTn>
                              </p:par>
                              <p:par>
                                <p:cTn id="112" presetID="22" presetClass="entr" presetSubtype="2" fill="hold" grpId="0" nodeType="withEffect">
                                  <p:stCondLst>
                                    <p:cond delay="0"/>
                                  </p:stCondLst>
                                  <p:childTnLst>
                                    <p:set>
                                      <p:cBhvr>
                                        <p:cTn id="113" dur="1" fill="hold">
                                          <p:stCondLst>
                                            <p:cond delay="0"/>
                                          </p:stCondLst>
                                        </p:cTn>
                                        <p:tgtEl>
                                          <p:spTgt spid="184"/>
                                        </p:tgtEl>
                                        <p:attrNameLst>
                                          <p:attrName>style.visibility</p:attrName>
                                        </p:attrNameLst>
                                      </p:cBhvr>
                                      <p:to>
                                        <p:strVal val="visible"/>
                                      </p:to>
                                    </p:set>
                                    <p:animEffect transition="in" filter="wipe(right)">
                                      <p:cBhvr>
                                        <p:cTn id="114" dur="500"/>
                                        <p:tgtEl>
                                          <p:spTgt spid="184"/>
                                        </p:tgtEl>
                                      </p:cBhvr>
                                    </p:animEffect>
                                  </p:childTnLst>
                                </p:cTn>
                              </p:par>
                              <p:par>
                                <p:cTn id="115" presetID="22" presetClass="entr" presetSubtype="2" fill="hold" grpId="0" nodeType="withEffect">
                                  <p:stCondLst>
                                    <p:cond delay="0"/>
                                  </p:stCondLst>
                                  <p:childTnLst>
                                    <p:set>
                                      <p:cBhvr>
                                        <p:cTn id="116" dur="1" fill="hold">
                                          <p:stCondLst>
                                            <p:cond delay="0"/>
                                          </p:stCondLst>
                                        </p:cTn>
                                        <p:tgtEl>
                                          <p:spTgt spid="185"/>
                                        </p:tgtEl>
                                        <p:attrNameLst>
                                          <p:attrName>style.visibility</p:attrName>
                                        </p:attrNameLst>
                                      </p:cBhvr>
                                      <p:to>
                                        <p:strVal val="visible"/>
                                      </p:to>
                                    </p:set>
                                    <p:animEffect transition="in" filter="wipe(right)">
                                      <p:cBhvr>
                                        <p:cTn id="117" dur="500"/>
                                        <p:tgtEl>
                                          <p:spTgt spid="185"/>
                                        </p:tgtEl>
                                      </p:cBhvr>
                                    </p:animEffect>
                                  </p:childTnLst>
                                </p:cTn>
                              </p:par>
                              <p:par>
                                <p:cTn id="118" presetID="22" presetClass="entr" presetSubtype="2" fill="hold" grpId="0" nodeType="withEffect">
                                  <p:stCondLst>
                                    <p:cond delay="0"/>
                                  </p:stCondLst>
                                  <p:childTnLst>
                                    <p:set>
                                      <p:cBhvr>
                                        <p:cTn id="119" dur="1" fill="hold">
                                          <p:stCondLst>
                                            <p:cond delay="0"/>
                                          </p:stCondLst>
                                        </p:cTn>
                                        <p:tgtEl>
                                          <p:spTgt spid="186"/>
                                        </p:tgtEl>
                                        <p:attrNameLst>
                                          <p:attrName>style.visibility</p:attrName>
                                        </p:attrNameLst>
                                      </p:cBhvr>
                                      <p:to>
                                        <p:strVal val="visible"/>
                                      </p:to>
                                    </p:set>
                                    <p:animEffect transition="in" filter="wipe(right)">
                                      <p:cBhvr>
                                        <p:cTn id="120" dur="500"/>
                                        <p:tgtEl>
                                          <p:spTgt spid="186"/>
                                        </p:tgtEl>
                                      </p:cBhvr>
                                    </p:animEffect>
                                  </p:childTnLst>
                                </p:cTn>
                              </p:par>
                              <p:par>
                                <p:cTn id="121" presetID="22" presetClass="entr" presetSubtype="2" fill="hold" grpId="0" nodeType="withEffect">
                                  <p:stCondLst>
                                    <p:cond delay="0"/>
                                  </p:stCondLst>
                                  <p:childTnLst>
                                    <p:set>
                                      <p:cBhvr>
                                        <p:cTn id="122" dur="1" fill="hold">
                                          <p:stCondLst>
                                            <p:cond delay="0"/>
                                          </p:stCondLst>
                                        </p:cTn>
                                        <p:tgtEl>
                                          <p:spTgt spid="187"/>
                                        </p:tgtEl>
                                        <p:attrNameLst>
                                          <p:attrName>style.visibility</p:attrName>
                                        </p:attrNameLst>
                                      </p:cBhvr>
                                      <p:to>
                                        <p:strVal val="visible"/>
                                      </p:to>
                                    </p:set>
                                    <p:animEffect transition="in" filter="wipe(right)">
                                      <p:cBhvr>
                                        <p:cTn id="123" dur="500"/>
                                        <p:tgtEl>
                                          <p:spTgt spid="187"/>
                                        </p:tgtEl>
                                      </p:cBhvr>
                                    </p:animEffect>
                                  </p:childTnLst>
                                </p:cTn>
                              </p:par>
                              <p:par>
                                <p:cTn id="124" presetID="22" presetClass="entr" presetSubtype="2" fill="hold" grpId="0" nodeType="withEffect">
                                  <p:stCondLst>
                                    <p:cond delay="0"/>
                                  </p:stCondLst>
                                  <p:childTnLst>
                                    <p:set>
                                      <p:cBhvr>
                                        <p:cTn id="125" dur="1" fill="hold">
                                          <p:stCondLst>
                                            <p:cond delay="0"/>
                                          </p:stCondLst>
                                        </p:cTn>
                                        <p:tgtEl>
                                          <p:spTgt spid="188"/>
                                        </p:tgtEl>
                                        <p:attrNameLst>
                                          <p:attrName>style.visibility</p:attrName>
                                        </p:attrNameLst>
                                      </p:cBhvr>
                                      <p:to>
                                        <p:strVal val="visible"/>
                                      </p:to>
                                    </p:set>
                                    <p:animEffect transition="in" filter="wipe(right)">
                                      <p:cBhvr>
                                        <p:cTn id="126" dur="500"/>
                                        <p:tgtEl>
                                          <p:spTgt spid="188"/>
                                        </p:tgtEl>
                                      </p:cBhvr>
                                    </p:animEffect>
                                  </p:childTnLst>
                                </p:cTn>
                              </p:par>
                            </p:childTnLst>
                          </p:cTn>
                        </p:par>
                        <p:par>
                          <p:cTn id="127" fill="hold">
                            <p:stCondLst>
                              <p:cond delay="2500"/>
                            </p:stCondLst>
                            <p:childTnLst>
                              <p:par>
                                <p:cTn id="128" presetID="10" presetClass="entr" presetSubtype="0" fill="hold" nodeType="afterEffect">
                                  <p:stCondLst>
                                    <p:cond delay="0"/>
                                  </p:stCondLst>
                                  <p:childTnLst>
                                    <p:set>
                                      <p:cBhvr>
                                        <p:cTn id="129" dur="1" fill="hold">
                                          <p:stCondLst>
                                            <p:cond delay="0"/>
                                          </p:stCondLst>
                                        </p:cTn>
                                        <p:tgtEl>
                                          <p:spTgt spid="131"/>
                                        </p:tgtEl>
                                        <p:attrNameLst>
                                          <p:attrName>style.visibility</p:attrName>
                                        </p:attrNameLst>
                                      </p:cBhvr>
                                      <p:to>
                                        <p:strVal val="visible"/>
                                      </p:to>
                                    </p:set>
                                    <p:animEffect transition="in" filter="fade">
                                      <p:cBhvr>
                                        <p:cTn id="130" dur="500"/>
                                        <p:tgtEl>
                                          <p:spTgt spid="131"/>
                                        </p:tgtEl>
                                      </p:cBhvr>
                                    </p:animEffect>
                                  </p:childTnLst>
                                </p:cTn>
                              </p:par>
                              <p:par>
                                <p:cTn id="131" presetID="10" presetClass="entr" presetSubtype="0" fill="hold" nodeType="withEffect">
                                  <p:stCondLst>
                                    <p:cond delay="0"/>
                                  </p:stCondLst>
                                  <p:childTnLst>
                                    <p:set>
                                      <p:cBhvr>
                                        <p:cTn id="132" dur="1" fill="hold">
                                          <p:stCondLst>
                                            <p:cond delay="0"/>
                                          </p:stCondLst>
                                        </p:cTn>
                                        <p:tgtEl>
                                          <p:spTgt spid="143"/>
                                        </p:tgtEl>
                                        <p:attrNameLst>
                                          <p:attrName>style.visibility</p:attrName>
                                        </p:attrNameLst>
                                      </p:cBhvr>
                                      <p:to>
                                        <p:strVal val="visible"/>
                                      </p:to>
                                    </p:set>
                                    <p:animEffect transition="in" filter="fade">
                                      <p:cBhvr>
                                        <p:cTn id="133" dur="500"/>
                                        <p:tgtEl>
                                          <p:spTgt spid="143"/>
                                        </p:tgtEl>
                                      </p:cBhvr>
                                    </p:animEffect>
                                  </p:childTnLst>
                                </p:cTn>
                              </p:par>
                            </p:childTnLst>
                          </p:cTn>
                        </p:par>
                        <p:par>
                          <p:cTn id="134" fill="hold">
                            <p:stCondLst>
                              <p:cond delay="3000"/>
                            </p:stCondLst>
                            <p:childTnLst>
                              <p:par>
                                <p:cTn id="135" presetID="12" presetClass="entr" presetSubtype="4" fill="hold" grpId="0" nodeType="afterEffect">
                                  <p:stCondLst>
                                    <p:cond delay="0"/>
                                  </p:stCondLst>
                                  <p:childTnLst>
                                    <p:set>
                                      <p:cBhvr>
                                        <p:cTn id="136" dur="1" fill="hold">
                                          <p:stCondLst>
                                            <p:cond delay="0"/>
                                          </p:stCondLst>
                                        </p:cTn>
                                        <p:tgtEl>
                                          <p:spTgt spid="155"/>
                                        </p:tgtEl>
                                        <p:attrNameLst>
                                          <p:attrName>style.visibility</p:attrName>
                                        </p:attrNameLst>
                                      </p:cBhvr>
                                      <p:to>
                                        <p:strVal val="visible"/>
                                      </p:to>
                                    </p:set>
                                    <p:anim calcmode="lin" valueType="num">
                                      <p:cBhvr additive="base">
                                        <p:cTn id="137" dur="500"/>
                                        <p:tgtEl>
                                          <p:spTgt spid="155"/>
                                        </p:tgtEl>
                                        <p:attrNameLst>
                                          <p:attrName>ppt_y</p:attrName>
                                        </p:attrNameLst>
                                      </p:cBhvr>
                                      <p:tavLst>
                                        <p:tav tm="0">
                                          <p:val>
                                            <p:strVal val="#ppt_y+#ppt_h*1.125000"/>
                                          </p:val>
                                        </p:tav>
                                        <p:tav tm="100000">
                                          <p:val>
                                            <p:strVal val="#ppt_y"/>
                                          </p:val>
                                        </p:tav>
                                      </p:tavLst>
                                    </p:anim>
                                    <p:animEffect transition="in" filter="wipe(up)">
                                      <p:cBhvr>
                                        <p:cTn id="138" dur="500"/>
                                        <p:tgtEl>
                                          <p:spTgt spid="155"/>
                                        </p:tgtEl>
                                      </p:cBhvr>
                                    </p:animEffect>
                                  </p:childTnLst>
                                </p:cTn>
                              </p:par>
                              <p:par>
                                <p:cTn id="139" presetID="12" presetClass="entr" presetSubtype="4" fill="hold" grpId="0" nodeType="withEffect">
                                  <p:stCondLst>
                                    <p:cond delay="100"/>
                                  </p:stCondLst>
                                  <p:childTnLst>
                                    <p:set>
                                      <p:cBhvr>
                                        <p:cTn id="140" dur="1" fill="hold">
                                          <p:stCondLst>
                                            <p:cond delay="0"/>
                                          </p:stCondLst>
                                        </p:cTn>
                                        <p:tgtEl>
                                          <p:spTgt spid="156"/>
                                        </p:tgtEl>
                                        <p:attrNameLst>
                                          <p:attrName>style.visibility</p:attrName>
                                        </p:attrNameLst>
                                      </p:cBhvr>
                                      <p:to>
                                        <p:strVal val="visible"/>
                                      </p:to>
                                    </p:set>
                                    <p:anim calcmode="lin" valueType="num">
                                      <p:cBhvr additive="base">
                                        <p:cTn id="141" dur="500"/>
                                        <p:tgtEl>
                                          <p:spTgt spid="156"/>
                                        </p:tgtEl>
                                        <p:attrNameLst>
                                          <p:attrName>ppt_y</p:attrName>
                                        </p:attrNameLst>
                                      </p:cBhvr>
                                      <p:tavLst>
                                        <p:tav tm="0">
                                          <p:val>
                                            <p:strVal val="#ppt_y+#ppt_h*1.125000"/>
                                          </p:val>
                                        </p:tav>
                                        <p:tav tm="100000">
                                          <p:val>
                                            <p:strVal val="#ppt_y"/>
                                          </p:val>
                                        </p:tav>
                                      </p:tavLst>
                                    </p:anim>
                                    <p:animEffect transition="in" filter="wipe(up)">
                                      <p:cBhvr>
                                        <p:cTn id="142" dur="500"/>
                                        <p:tgtEl>
                                          <p:spTgt spid="156"/>
                                        </p:tgtEl>
                                      </p:cBhvr>
                                    </p:animEffect>
                                  </p:childTnLst>
                                </p:cTn>
                              </p:par>
                              <p:par>
                                <p:cTn id="143" presetID="12" presetClass="entr" presetSubtype="4" fill="hold" grpId="0" nodeType="withEffect">
                                  <p:stCondLst>
                                    <p:cond delay="200"/>
                                  </p:stCondLst>
                                  <p:childTnLst>
                                    <p:set>
                                      <p:cBhvr>
                                        <p:cTn id="144" dur="1" fill="hold">
                                          <p:stCondLst>
                                            <p:cond delay="0"/>
                                          </p:stCondLst>
                                        </p:cTn>
                                        <p:tgtEl>
                                          <p:spTgt spid="157"/>
                                        </p:tgtEl>
                                        <p:attrNameLst>
                                          <p:attrName>style.visibility</p:attrName>
                                        </p:attrNameLst>
                                      </p:cBhvr>
                                      <p:to>
                                        <p:strVal val="visible"/>
                                      </p:to>
                                    </p:set>
                                    <p:anim calcmode="lin" valueType="num">
                                      <p:cBhvr additive="base">
                                        <p:cTn id="145" dur="500"/>
                                        <p:tgtEl>
                                          <p:spTgt spid="157"/>
                                        </p:tgtEl>
                                        <p:attrNameLst>
                                          <p:attrName>ppt_y</p:attrName>
                                        </p:attrNameLst>
                                      </p:cBhvr>
                                      <p:tavLst>
                                        <p:tav tm="0">
                                          <p:val>
                                            <p:strVal val="#ppt_y+#ppt_h*1.125000"/>
                                          </p:val>
                                        </p:tav>
                                        <p:tav tm="100000">
                                          <p:val>
                                            <p:strVal val="#ppt_y"/>
                                          </p:val>
                                        </p:tav>
                                      </p:tavLst>
                                    </p:anim>
                                    <p:animEffect transition="in" filter="wipe(up)">
                                      <p:cBhvr>
                                        <p:cTn id="146" dur="500"/>
                                        <p:tgtEl>
                                          <p:spTgt spid="157"/>
                                        </p:tgtEl>
                                      </p:cBhvr>
                                    </p:animEffect>
                                  </p:childTnLst>
                                </p:cTn>
                              </p:par>
                              <p:par>
                                <p:cTn id="147" presetID="12" presetClass="entr" presetSubtype="4" fill="hold" grpId="0" nodeType="withEffect">
                                  <p:stCondLst>
                                    <p:cond delay="300"/>
                                  </p:stCondLst>
                                  <p:childTnLst>
                                    <p:set>
                                      <p:cBhvr>
                                        <p:cTn id="148" dur="1" fill="hold">
                                          <p:stCondLst>
                                            <p:cond delay="0"/>
                                          </p:stCondLst>
                                        </p:cTn>
                                        <p:tgtEl>
                                          <p:spTgt spid="158"/>
                                        </p:tgtEl>
                                        <p:attrNameLst>
                                          <p:attrName>style.visibility</p:attrName>
                                        </p:attrNameLst>
                                      </p:cBhvr>
                                      <p:to>
                                        <p:strVal val="visible"/>
                                      </p:to>
                                    </p:set>
                                    <p:anim calcmode="lin" valueType="num">
                                      <p:cBhvr additive="base">
                                        <p:cTn id="149" dur="500"/>
                                        <p:tgtEl>
                                          <p:spTgt spid="158"/>
                                        </p:tgtEl>
                                        <p:attrNameLst>
                                          <p:attrName>ppt_y</p:attrName>
                                        </p:attrNameLst>
                                      </p:cBhvr>
                                      <p:tavLst>
                                        <p:tav tm="0">
                                          <p:val>
                                            <p:strVal val="#ppt_y+#ppt_h*1.125000"/>
                                          </p:val>
                                        </p:tav>
                                        <p:tav tm="100000">
                                          <p:val>
                                            <p:strVal val="#ppt_y"/>
                                          </p:val>
                                        </p:tav>
                                      </p:tavLst>
                                    </p:anim>
                                    <p:animEffect transition="in" filter="wipe(up)">
                                      <p:cBhvr>
                                        <p:cTn id="150" dur="500"/>
                                        <p:tgtEl>
                                          <p:spTgt spid="158"/>
                                        </p:tgtEl>
                                      </p:cBhvr>
                                    </p:animEffect>
                                  </p:childTnLst>
                                </p:cTn>
                              </p:par>
                              <p:par>
                                <p:cTn id="151" presetID="12" presetClass="entr" presetSubtype="4" fill="hold" grpId="0" nodeType="withEffect">
                                  <p:stCondLst>
                                    <p:cond delay="400"/>
                                  </p:stCondLst>
                                  <p:childTnLst>
                                    <p:set>
                                      <p:cBhvr>
                                        <p:cTn id="152" dur="1" fill="hold">
                                          <p:stCondLst>
                                            <p:cond delay="0"/>
                                          </p:stCondLst>
                                        </p:cTn>
                                        <p:tgtEl>
                                          <p:spTgt spid="159"/>
                                        </p:tgtEl>
                                        <p:attrNameLst>
                                          <p:attrName>style.visibility</p:attrName>
                                        </p:attrNameLst>
                                      </p:cBhvr>
                                      <p:to>
                                        <p:strVal val="visible"/>
                                      </p:to>
                                    </p:set>
                                    <p:anim calcmode="lin" valueType="num">
                                      <p:cBhvr additive="base">
                                        <p:cTn id="153" dur="500"/>
                                        <p:tgtEl>
                                          <p:spTgt spid="159"/>
                                        </p:tgtEl>
                                        <p:attrNameLst>
                                          <p:attrName>ppt_y</p:attrName>
                                        </p:attrNameLst>
                                      </p:cBhvr>
                                      <p:tavLst>
                                        <p:tav tm="0">
                                          <p:val>
                                            <p:strVal val="#ppt_y+#ppt_h*1.125000"/>
                                          </p:val>
                                        </p:tav>
                                        <p:tav tm="100000">
                                          <p:val>
                                            <p:strVal val="#ppt_y"/>
                                          </p:val>
                                        </p:tav>
                                      </p:tavLst>
                                    </p:anim>
                                    <p:animEffect transition="in" filter="wipe(up)">
                                      <p:cBhvr>
                                        <p:cTn id="154" dur="500"/>
                                        <p:tgtEl>
                                          <p:spTgt spid="159"/>
                                        </p:tgtEl>
                                      </p:cBhvr>
                                    </p:animEffect>
                                  </p:childTnLst>
                                </p:cTn>
                              </p:par>
                              <p:par>
                                <p:cTn id="155" presetID="12" presetClass="entr" presetSubtype="4" fill="hold" grpId="0" nodeType="withEffect">
                                  <p:stCondLst>
                                    <p:cond delay="500"/>
                                  </p:stCondLst>
                                  <p:childTnLst>
                                    <p:set>
                                      <p:cBhvr>
                                        <p:cTn id="156" dur="1" fill="hold">
                                          <p:stCondLst>
                                            <p:cond delay="0"/>
                                          </p:stCondLst>
                                        </p:cTn>
                                        <p:tgtEl>
                                          <p:spTgt spid="160"/>
                                        </p:tgtEl>
                                        <p:attrNameLst>
                                          <p:attrName>style.visibility</p:attrName>
                                        </p:attrNameLst>
                                      </p:cBhvr>
                                      <p:to>
                                        <p:strVal val="visible"/>
                                      </p:to>
                                    </p:set>
                                    <p:anim calcmode="lin" valueType="num">
                                      <p:cBhvr additive="base">
                                        <p:cTn id="157" dur="500"/>
                                        <p:tgtEl>
                                          <p:spTgt spid="160"/>
                                        </p:tgtEl>
                                        <p:attrNameLst>
                                          <p:attrName>ppt_y</p:attrName>
                                        </p:attrNameLst>
                                      </p:cBhvr>
                                      <p:tavLst>
                                        <p:tav tm="0">
                                          <p:val>
                                            <p:strVal val="#ppt_y+#ppt_h*1.125000"/>
                                          </p:val>
                                        </p:tav>
                                        <p:tav tm="100000">
                                          <p:val>
                                            <p:strVal val="#ppt_y"/>
                                          </p:val>
                                        </p:tav>
                                      </p:tavLst>
                                    </p:anim>
                                    <p:animEffect transition="in" filter="wipe(up)">
                                      <p:cBhvr>
                                        <p:cTn id="158" dur="500"/>
                                        <p:tgtEl>
                                          <p:spTgt spid="160"/>
                                        </p:tgtEl>
                                      </p:cBhvr>
                                    </p:animEffect>
                                  </p:childTnLst>
                                </p:cTn>
                              </p:par>
                              <p:par>
                                <p:cTn id="159" presetID="12" presetClass="entr" presetSubtype="4" fill="hold" grpId="0" nodeType="withEffect">
                                  <p:stCondLst>
                                    <p:cond delay="600"/>
                                  </p:stCondLst>
                                  <p:childTnLst>
                                    <p:set>
                                      <p:cBhvr>
                                        <p:cTn id="160" dur="1" fill="hold">
                                          <p:stCondLst>
                                            <p:cond delay="0"/>
                                          </p:stCondLst>
                                        </p:cTn>
                                        <p:tgtEl>
                                          <p:spTgt spid="161"/>
                                        </p:tgtEl>
                                        <p:attrNameLst>
                                          <p:attrName>style.visibility</p:attrName>
                                        </p:attrNameLst>
                                      </p:cBhvr>
                                      <p:to>
                                        <p:strVal val="visible"/>
                                      </p:to>
                                    </p:set>
                                    <p:anim calcmode="lin" valueType="num">
                                      <p:cBhvr additive="base">
                                        <p:cTn id="161" dur="500"/>
                                        <p:tgtEl>
                                          <p:spTgt spid="161"/>
                                        </p:tgtEl>
                                        <p:attrNameLst>
                                          <p:attrName>ppt_y</p:attrName>
                                        </p:attrNameLst>
                                      </p:cBhvr>
                                      <p:tavLst>
                                        <p:tav tm="0">
                                          <p:val>
                                            <p:strVal val="#ppt_y+#ppt_h*1.125000"/>
                                          </p:val>
                                        </p:tav>
                                        <p:tav tm="100000">
                                          <p:val>
                                            <p:strVal val="#ppt_y"/>
                                          </p:val>
                                        </p:tav>
                                      </p:tavLst>
                                    </p:anim>
                                    <p:animEffect transition="in" filter="wipe(up)">
                                      <p:cBhvr>
                                        <p:cTn id="162" dur="500"/>
                                        <p:tgtEl>
                                          <p:spTgt spid="161"/>
                                        </p:tgtEl>
                                      </p:cBhvr>
                                    </p:animEffect>
                                  </p:childTnLst>
                                </p:cTn>
                              </p:par>
                              <p:par>
                                <p:cTn id="163" presetID="12" presetClass="entr" presetSubtype="4" fill="hold" grpId="0" nodeType="withEffect">
                                  <p:stCondLst>
                                    <p:cond delay="700"/>
                                  </p:stCondLst>
                                  <p:childTnLst>
                                    <p:set>
                                      <p:cBhvr>
                                        <p:cTn id="164" dur="1" fill="hold">
                                          <p:stCondLst>
                                            <p:cond delay="0"/>
                                          </p:stCondLst>
                                        </p:cTn>
                                        <p:tgtEl>
                                          <p:spTgt spid="162"/>
                                        </p:tgtEl>
                                        <p:attrNameLst>
                                          <p:attrName>style.visibility</p:attrName>
                                        </p:attrNameLst>
                                      </p:cBhvr>
                                      <p:to>
                                        <p:strVal val="visible"/>
                                      </p:to>
                                    </p:set>
                                    <p:anim calcmode="lin" valueType="num">
                                      <p:cBhvr additive="base">
                                        <p:cTn id="165" dur="500"/>
                                        <p:tgtEl>
                                          <p:spTgt spid="162"/>
                                        </p:tgtEl>
                                        <p:attrNameLst>
                                          <p:attrName>ppt_y</p:attrName>
                                        </p:attrNameLst>
                                      </p:cBhvr>
                                      <p:tavLst>
                                        <p:tav tm="0">
                                          <p:val>
                                            <p:strVal val="#ppt_y+#ppt_h*1.125000"/>
                                          </p:val>
                                        </p:tav>
                                        <p:tav tm="100000">
                                          <p:val>
                                            <p:strVal val="#ppt_y"/>
                                          </p:val>
                                        </p:tav>
                                      </p:tavLst>
                                    </p:anim>
                                    <p:animEffect transition="in" filter="wipe(up)">
                                      <p:cBhvr>
                                        <p:cTn id="166" dur="500"/>
                                        <p:tgtEl>
                                          <p:spTgt spid="162"/>
                                        </p:tgtEl>
                                      </p:cBhvr>
                                    </p:animEffect>
                                  </p:childTnLst>
                                </p:cTn>
                              </p:par>
                              <p:par>
                                <p:cTn id="167" presetID="12" presetClass="entr" presetSubtype="4" fill="hold" grpId="0" nodeType="withEffect">
                                  <p:stCondLst>
                                    <p:cond delay="800"/>
                                  </p:stCondLst>
                                  <p:childTnLst>
                                    <p:set>
                                      <p:cBhvr>
                                        <p:cTn id="168" dur="1" fill="hold">
                                          <p:stCondLst>
                                            <p:cond delay="0"/>
                                          </p:stCondLst>
                                        </p:cTn>
                                        <p:tgtEl>
                                          <p:spTgt spid="163"/>
                                        </p:tgtEl>
                                        <p:attrNameLst>
                                          <p:attrName>style.visibility</p:attrName>
                                        </p:attrNameLst>
                                      </p:cBhvr>
                                      <p:to>
                                        <p:strVal val="visible"/>
                                      </p:to>
                                    </p:set>
                                    <p:anim calcmode="lin" valueType="num">
                                      <p:cBhvr additive="base">
                                        <p:cTn id="169" dur="500"/>
                                        <p:tgtEl>
                                          <p:spTgt spid="163"/>
                                        </p:tgtEl>
                                        <p:attrNameLst>
                                          <p:attrName>ppt_y</p:attrName>
                                        </p:attrNameLst>
                                      </p:cBhvr>
                                      <p:tavLst>
                                        <p:tav tm="0">
                                          <p:val>
                                            <p:strVal val="#ppt_y+#ppt_h*1.125000"/>
                                          </p:val>
                                        </p:tav>
                                        <p:tav tm="100000">
                                          <p:val>
                                            <p:strVal val="#ppt_y"/>
                                          </p:val>
                                        </p:tav>
                                      </p:tavLst>
                                    </p:anim>
                                    <p:animEffect transition="in" filter="wipe(up)">
                                      <p:cBhvr>
                                        <p:cTn id="170" dur="500"/>
                                        <p:tgtEl>
                                          <p:spTgt spid="163"/>
                                        </p:tgtEl>
                                      </p:cBhvr>
                                    </p:animEffect>
                                  </p:childTnLst>
                                </p:cTn>
                              </p:par>
                              <p:par>
                                <p:cTn id="171" presetID="12" presetClass="entr" presetSubtype="4" fill="hold" grpId="0" nodeType="withEffect">
                                  <p:stCondLst>
                                    <p:cond delay="900"/>
                                  </p:stCondLst>
                                  <p:childTnLst>
                                    <p:set>
                                      <p:cBhvr>
                                        <p:cTn id="172" dur="1" fill="hold">
                                          <p:stCondLst>
                                            <p:cond delay="0"/>
                                          </p:stCondLst>
                                        </p:cTn>
                                        <p:tgtEl>
                                          <p:spTgt spid="164"/>
                                        </p:tgtEl>
                                        <p:attrNameLst>
                                          <p:attrName>style.visibility</p:attrName>
                                        </p:attrNameLst>
                                      </p:cBhvr>
                                      <p:to>
                                        <p:strVal val="visible"/>
                                      </p:to>
                                    </p:set>
                                    <p:anim calcmode="lin" valueType="num">
                                      <p:cBhvr additive="base">
                                        <p:cTn id="173" dur="500"/>
                                        <p:tgtEl>
                                          <p:spTgt spid="164"/>
                                        </p:tgtEl>
                                        <p:attrNameLst>
                                          <p:attrName>ppt_y</p:attrName>
                                        </p:attrNameLst>
                                      </p:cBhvr>
                                      <p:tavLst>
                                        <p:tav tm="0">
                                          <p:val>
                                            <p:strVal val="#ppt_y+#ppt_h*1.125000"/>
                                          </p:val>
                                        </p:tav>
                                        <p:tav tm="100000">
                                          <p:val>
                                            <p:strVal val="#ppt_y"/>
                                          </p:val>
                                        </p:tav>
                                      </p:tavLst>
                                    </p:anim>
                                    <p:animEffect transition="in" filter="wipe(up)">
                                      <p:cBhvr>
                                        <p:cTn id="174" dur="500"/>
                                        <p:tgtEl>
                                          <p:spTgt spid="164"/>
                                        </p:tgtEl>
                                      </p:cBhvr>
                                    </p:animEffect>
                                  </p:childTnLst>
                                </p:cTn>
                              </p:par>
                              <p:par>
                                <p:cTn id="175" presetID="12" presetClass="entr" presetSubtype="4" fill="hold" grpId="0" nodeType="withEffect">
                                  <p:stCondLst>
                                    <p:cond delay="0"/>
                                  </p:stCondLst>
                                  <p:childTnLst>
                                    <p:set>
                                      <p:cBhvr>
                                        <p:cTn id="176" dur="1" fill="hold">
                                          <p:stCondLst>
                                            <p:cond delay="0"/>
                                          </p:stCondLst>
                                        </p:cTn>
                                        <p:tgtEl>
                                          <p:spTgt spid="165"/>
                                        </p:tgtEl>
                                        <p:attrNameLst>
                                          <p:attrName>style.visibility</p:attrName>
                                        </p:attrNameLst>
                                      </p:cBhvr>
                                      <p:to>
                                        <p:strVal val="visible"/>
                                      </p:to>
                                    </p:set>
                                    <p:anim calcmode="lin" valueType="num">
                                      <p:cBhvr additive="base">
                                        <p:cTn id="177" dur="500"/>
                                        <p:tgtEl>
                                          <p:spTgt spid="165"/>
                                        </p:tgtEl>
                                        <p:attrNameLst>
                                          <p:attrName>ppt_y</p:attrName>
                                        </p:attrNameLst>
                                      </p:cBhvr>
                                      <p:tavLst>
                                        <p:tav tm="0">
                                          <p:val>
                                            <p:strVal val="#ppt_y+#ppt_h*1.125000"/>
                                          </p:val>
                                        </p:tav>
                                        <p:tav tm="100000">
                                          <p:val>
                                            <p:strVal val="#ppt_y"/>
                                          </p:val>
                                        </p:tav>
                                      </p:tavLst>
                                    </p:anim>
                                    <p:animEffect transition="in" filter="wipe(up)">
                                      <p:cBhvr>
                                        <p:cTn id="178" dur="500"/>
                                        <p:tgtEl>
                                          <p:spTgt spid="165"/>
                                        </p:tgtEl>
                                      </p:cBhvr>
                                    </p:animEffect>
                                  </p:childTnLst>
                                </p:cTn>
                              </p:par>
                              <p:par>
                                <p:cTn id="179" presetID="12" presetClass="entr" presetSubtype="4" fill="hold" grpId="0" nodeType="withEffect">
                                  <p:stCondLst>
                                    <p:cond delay="100"/>
                                  </p:stCondLst>
                                  <p:childTnLst>
                                    <p:set>
                                      <p:cBhvr>
                                        <p:cTn id="180" dur="1" fill="hold">
                                          <p:stCondLst>
                                            <p:cond delay="0"/>
                                          </p:stCondLst>
                                        </p:cTn>
                                        <p:tgtEl>
                                          <p:spTgt spid="166"/>
                                        </p:tgtEl>
                                        <p:attrNameLst>
                                          <p:attrName>style.visibility</p:attrName>
                                        </p:attrNameLst>
                                      </p:cBhvr>
                                      <p:to>
                                        <p:strVal val="visible"/>
                                      </p:to>
                                    </p:set>
                                    <p:anim calcmode="lin" valueType="num">
                                      <p:cBhvr additive="base">
                                        <p:cTn id="181" dur="500"/>
                                        <p:tgtEl>
                                          <p:spTgt spid="166"/>
                                        </p:tgtEl>
                                        <p:attrNameLst>
                                          <p:attrName>ppt_y</p:attrName>
                                        </p:attrNameLst>
                                      </p:cBhvr>
                                      <p:tavLst>
                                        <p:tav tm="0">
                                          <p:val>
                                            <p:strVal val="#ppt_y+#ppt_h*1.125000"/>
                                          </p:val>
                                        </p:tav>
                                        <p:tav tm="100000">
                                          <p:val>
                                            <p:strVal val="#ppt_y"/>
                                          </p:val>
                                        </p:tav>
                                      </p:tavLst>
                                    </p:anim>
                                    <p:animEffect transition="in" filter="wipe(up)">
                                      <p:cBhvr>
                                        <p:cTn id="182" dur="500"/>
                                        <p:tgtEl>
                                          <p:spTgt spid="166"/>
                                        </p:tgtEl>
                                      </p:cBhvr>
                                    </p:animEffect>
                                  </p:childTnLst>
                                </p:cTn>
                              </p:par>
                              <p:par>
                                <p:cTn id="183" presetID="12" presetClass="entr" presetSubtype="4" fill="hold" grpId="0" nodeType="withEffect">
                                  <p:stCondLst>
                                    <p:cond delay="200"/>
                                  </p:stCondLst>
                                  <p:childTnLst>
                                    <p:set>
                                      <p:cBhvr>
                                        <p:cTn id="184" dur="1" fill="hold">
                                          <p:stCondLst>
                                            <p:cond delay="0"/>
                                          </p:stCondLst>
                                        </p:cTn>
                                        <p:tgtEl>
                                          <p:spTgt spid="167"/>
                                        </p:tgtEl>
                                        <p:attrNameLst>
                                          <p:attrName>style.visibility</p:attrName>
                                        </p:attrNameLst>
                                      </p:cBhvr>
                                      <p:to>
                                        <p:strVal val="visible"/>
                                      </p:to>
                                    </p:set>
                                    <p:anim calcmode="lin" valueType="num">
                                      <p:cBhvr additive="base">
                                        <p:cTn id="185" dur="500"/>
                                        <p:tgtEl>
                                          <p:spTgt spid="167"/>
                                        </p:tgtEl>
                                        <p:attrNameLst>
                                          <p:attrName>ppt_y</p:attrName>
                                        </p:attrNameLst>
                                      </p:cBhvr>
                                      <p:tavLst>
                                        <p:tav tm="0">
                                          <p:val>
                                            <p:strVal val="#ppt_y+#ppt_h*1.125000"/>
                                          </p:val>
                                        </p:tav>
                                        <p:tav tm="100000">
                                          <p:val>
                                            <p:strVal val="#ppt_y"/>
                                          </p:val>
                                        </p:tav>
                                      </p:tavLst>
                                    </p:anim>
                                    <p:animEffect transition="in" filter="wipe(up)">
                                      <p:cBhvr>
                                        <p:cTn id="186" dur="500"/>
                                        <p:tgtEl>
                                          <p:spTgt spid="167"/>
                                        </p:tgtEl>
                                      </p:cBhvr>
                                    </p:animEffect>
                                  </p:childTnLst>
                                </p:cTn>
                              </p:par>
                              <p:par>
                                <p:cTn id="187" presetID="12" presetClass="entr" presetSubtype="4" fill="hold" grpId="0" nodeType="withEffect">
                                  <p:stCondLst>
                                    <p:cond delay="300"/>
                                  </p:stCondLst>
                                  <p:childTnLst>
                                    <p:set>
                                      <p:cBhvr>
                                        <p:cTn id="188" dur="1" fill="hold">
                                          <p:stCondLst>
                                            <p:cond delay="0"/>
                                          </p:stCondLst>
                                        </p:cTn>
                                        <p:tgtEl>
                                          <p:spTgt spid="168"/>
                                        </p:tgtEl>
                                        <p:attrNameLst>
                                          <p:attrName>style.visibility</p:attrName>
                                        </p:attrNameLst>
                                      </p:cBhvr>
                                      <p:to>
                                        <p:strVal val="visible"/>
                                      </p:to>
                                    </p:set>
                                    <p:anim calcmode="lin" valueType="num">
                                      <p:cBhvr additive="base">
                                        <p:cTn id="189" dur="500"/>
                                        <p:tgtEl>
                                          <p:spTgt spid="168"/>
                                        </p:tgtEl>
                                        <p:attrNameLst>
                                          <p:attrName>ppt_y</p:attrName>
                                        </p:attrNameLst>
                                      </p:cBhvr>
                                      <p:tavLst>
                                        <p:tav tm="0">
                                          <p:val>
                                            <p:strVal val="#ppt_y+#ppt_h*1.125000"/>
                                          </p:val>
                                        </p:tav>
                                        <p:tav tm="100000">
                                          <p:val>
                                            <p:strVal val="#ppt_y"/>
                                          </p:val>
                                        </p:tav>
                                      </p:tavLst>
                                    </p:anim>
                                    <p:animEffect transition="in" filter="wipe(up)">
                                      <p:cBhvr>
                                        <p:cTn id="190" dur="500"/>
                                        <p:tgtEl>
                                          <p:spTgt spid="168"/>
                                        </p:tgtEl>
                                      </p:cBhvr>
                                    </p:animEffect>
                                  </p:childTnLst>
                                </p:cTn>
                              </p:par>
                              <p:par>
                                <p:cTn id="191" presetID="12" presetClass="entr" presetSubtype="4" fill="hold" grpId="0" nodeType="withEffect">
                                  <p:stCondLst>
                                    <p:cond delay="400"/>
                                  </p:stCondLst>
                                  <p:childTnLst>
                                    <p:set>
                                      <p:cBhvr>
                                        <p:cTn id="192" dur="1" fill="hold">
                                          <p:stCondLst>
                                            <p:cond delay="0"/>
                                          </p:stCondLst>
                                        </p:cTn>
                                        <p:tgtEl>
                                          <p:spTgt spid="169"/>
                                        </p:tgtEl>
                                        <p:attrNameLst>
                                          <p:attrName>style.visibility</p:attrName>
                                        </p:attrNameLst>
                                      </p:cBhvr>
                                      <p:to>
                                        <p:strVal val="visible"/>
                                      </p:to>
                                    </p:set>
                                    <p:anim calcmode="lin" valueType="num">
                                      <p:cBhvr additive="base">
                                        <p:cTn id="193" dur="500"/>
                                        <p:tgtEl>
                                          <p:spTgt spid="169"/>
                                        </p:tgtEl>
                                        <p:attrNameLst>
                                          <p:attrName>ppt_y</p:attrName>
                                        </p:attrNameLst>
                                      </p:cBhvr>
                                      <p:tavLst>
                                        <p:tav tm="0">
                                          <p:val>
                                            <p:strVal val="#ppt_y+#ppt_h*1.125000"/>
                                          </p:val>
                                        </p:tav>
                                        <p:tav tm="100000">
                                          <p:val>
                                            <p:strVal val="#ppt_y"/>
                                          </p:val>
                                        </p:tav>
                                      </p:tavLst>
                                    </p:anim>
                                    <p:animEffect transition="in" filter="wipe(up)">
                                      <p:cBhvr>
                                        <p:cTn id="194" dur="500"/>
                                        <p:tgtEl>
                                          <p:spTgt spid="169"/>
                                        </p:tgtEl>
                                      </p:cBhvr>
                                    </p:animEffect>
                                  </p:childTnLst>
                                </p:cTn>
                              </p:par>
                              <p:par>
                                <p:cTn id="195" presetID="12" presetClass="entr" presetSubtype="4" fill="hold" grpId="0" nodeType="withEffect">
                                  <p:stCondLst>
                                    <p:cond delay="500"/>
                                  </p:stCondLst>
                                  <p:childTnLst>
                                    <p:set>
                                      <p:cBhvr>
                                        <p:cTn id="196" dur="1" fill="hold">
                                          <p:stCondLst>
                                            <p:cond delay="0"/>
                                          </p:stCondLst>
                                        </p:cTn>
                                        <p:tgtEl>
                                          <p:spTgt spid="170"/>
                                        </p:tgtEl>
                                        <p:attrNameLst>
                                          <p:attrName>style.visibility</p:attrName>
                                        </p:attrNameLst>
                                      </p:cBhvr>
                                      <p:to>
                                        <p:strVal val="visible"/>
                                      </p:to>
                                    </p:set>
                                    <p:anim calcmode="lin" valueType="num">
                                      <p:cBhvr additive="base">
                                        <p:cTn id="197" dur="500"/>
                                        <p:tgtEl>
                                          <p:spTgt spid="170"/>
                                        </p:tgtEl>
                                        <p:attrNameLst>
                                          <p:attrName>ppt_y</p:attrName>
                                        </p:attrNameLst>
                                      </p:cBhvr>
                                      <p:tavLst>
                                        <p:tav tm="0">
                                          <p:val>
                                            <p:strVal val="#ppt_y+#ppt_h*1.125000"/>
                                          </p:val>
                                        </p:tav>
                                        <p:tav tm="100000">
                                          <p:val>
                                            <p:strVal val="#ppt_y"/>
                                          </p:val>
                                        </p:tav>
                                      </p:tavLst>
                                    </p:anim>
                                    <p:animEffect transition="in" filter="wipe(up)">
                                      <p:cBhvr>
                                        <p:cTn id="198" dur="500"/>
                                        <p:tgtEl>
                                          <p:spTgt spid="170"/>
                                        </p:tgtEl>
                                      </p:cBhvr>
                                    </p:animEffect>
                                  </p:childTnLst>
                                </p:cTn>
                              </p:par>
                              <p:par>
                                <p:cTn id="199" presetID="12" presetClass="entr" presetSubtype="4" fill="hold" grpId="0" nodeType="withEffect">
                                  <p:stCondLst>
                                    <p:cond delay="600"/>
                                  </p:stCondLst>
                                  <p:childTnLst>
                                    <p:set>
                                      <p:cBhvr>
                                        <p:cTn id="200" dur="1" fill="hold">
                                          <p:stCondLst>
                                            <p:cond delay="0"/>
                                          </p:stCondLst>
                                        </p:cTn>
                                        <p:tgtEl>
                                          <p:spTgt spid="171"/>
                                        </p:tgtEl>
                                        <p:attrNameLst>
                                          <p:attrName>style.visibility</p:attrName>
                                        </p:attrNameLst>
                                      </p:cBhvr>
                                      <p:to>
                                        <p:strVal val="visible"/>
                                      </p:to>
                                    </p:set>
                                    <p:anim calcmode="lin" valueType="num">
                                      <p:cBhvr additive="base">
                                        <p:cTn id="201" dur="500"/>
                                        <p:tgtEl>
                                          <p:spTgt spid="171"/>
                                        </p:tgtEl>
                                        <p:attrNameLst>
                                          <p:attrName>ppt_y</p:attrName>
                                        </p:attrNameLst>
                                      </p:cBhvr>
                                      <p:tavLst>
                                        <p:tav tm="0">
                                          <p:val>
                                            <p:strVal val="#ppt_y+#ppt_h*1.125000"/>
                                          </p:val>
                                        </p:tav>
                                        <p:tav tm="100000">
                                          <p:val>
                                            <p:strVal val="#ppt_y"/>
                                          </p:val>
                                        </p:tav>
                                      </p:tavLst>
                                    </p:anim>
                                    <p:animEffect transition="in" filter="wipe(up)">
                                      <p:cBhvr>
                                        <p:cTn id="202" dur="500"/>
                                        <p:tgtEl>
                                          <p:spTgt spid="171"/>
                                        </p:tgtEl>
                                      </p:cBhvr>
                                    </p:animEffect>
                                  </p:childTnLst>
                                </p:cTn>
                              </p:par>
                              <p:par>
                                <p:cTn id="203" presetID="12" presetClass="entr" presetSubtype="4" fill="hold" grpId="0" nodeType="withEffect">
                                  <p:stCondLst>
                                    <p:cond delay="700"/>
                                  </p:stCondLst>
                                  <p:childTnLst>
                                    <p:set>
                                      <p:cBhvr>
                                        <p:cTn id="204" dur="1" fill="hold">
                                          <p:stCondLst>
                                            <p:cond delay="0"/>
                                          </p:stCondLst>
                                        </p:cTn>
                                        <p:tgtEl>
                                          <p:spTgt spid="172"/>
                                        </p:tgtEl>
                                        <p:attrNameLst>
                                          <p:attrName>style.visibility</p:attrName>
                                        </p:attrNameLst>
                                      </p:cBhvr>
                                      <p:to>
                                        <p:strVal val="visible"/>
                                      </p:to>
                                    </p:set>
                                    <p:anim calcmode="lin" valueType="num">
                                      <p:cBhvr additive="base">
                                        <p:cTn id="205" dur="500"/>
                                        <p:tgtEl>
                                          <p:spTgt spid="172"/>
                                        </p:tgtEl>
                                        <p:attrNameLst>
                                          <p:attrName>ppt_y</p:attrName>
                                        </p:attrNameLst>
                                      </p:cBhvr>
                                      <p:tavLst>
                                        <p:tav tm="0">
                                          <p:val>
                                            <p:strVal val="#ppt_y+#ppt_h*1.125000"/>
                                          </p:val>
                                        </p:tav>
                                        <p:tav tm="100000">
                                          <p:val>
                                            <p:strVal val="#ppt_y"/>
                                          </p:val>
                                        </p:tav>
                                      </p:tavLst>
                                    </p:anim>
                                    <p:animEffect transition="in" filter="wipe(up)">
                                      <p:cBhvr>
                                        <p:cTn id="206" dur="500"/>
                                        <p:tgtEl>
                                          <p:spTgt spid="172"/>
                                        </p:tgtEl>
                                      </p:cBhvr>
                                    </p:animEffect>
                                  </p:childTnLst>
                                </p:cTn>
                              </p:par>
                              <p:par>
                                <p:cTn id="207" presetID="12" presetClass="entr" presetSubtype="4" fill="hold" grpId="0" nodeType="withEffect">
                                  <p:stCondLst>
                                    <p:cond delay="800"/>
                                  </p:stCondLst>
                                  <p:childTnLst>
                                    <p:set>
                                      <p:cBhvr>
                                        <p:cTn id="208" dur="1" fill="hold">
                                          <p:stCondLst>
                                            <p:cond delay="0"/>
                                          </p:stCondLst>
                                        </p:cTn>
                                        <p:tgtEl>
                                          <p:spTgt spid="173"/>
                                        </p:tgtEl>
                                        <p:attrNameLst>
                                          <p:attrName>style.visibility</p:attrName>
                                        </p:attrNameLst>
                                      </p:cBhvr>
                                      <p:to>
                                        <p:strVal val="visible"/>
                                      </p:to>
                                    </p:set>
                                    <p:anim calcmode="lin" valueType="num">
                                      <p:cBhvr additive="base">
                                        <p:cTn id="209" dur="500"/>
                                        <p:tgtEl>
                                          <p:spTgt spid="173"/>
                                        </p:tgtEl>
                                        <p:attrNameLst>
                                          <p:attrName>ppt_y</p:attrName>
                                        </p:attrNameLst>
                                      </p:cBhvr>
                                      <p:tavLst>
                                        <p:tav tm="0">
                                          <p:val>
                                            <p:strVal val="#ppt_y+#ppt_h*1.125000"/>
                                          </p:val>
                                        </p:tav>
                                        <p:tav tm="100000">
                                          <p:val>
                                            <p:strVal val="#ppt_y"/>
                                          </p:val>
                                        </p:tav>
                                      </p:tavLst>
                                    </p:anim>
                                    <p:animEffect transition="in" filter="wipe(up)">
                                      <p:cBhvr>
                                        <p:cTn id="210" dur="500"/>
                                        <p:tgtEl>
                                          <p:spTgt spid="173"/>
                                        </p:tgtEl>
                                      </p:cBhvr>
                                    </p:animEffect>
                                  </p:childTnLst>
                                </p:cTn>
                              </p:par>
                              <p:par>
                                <p:cTn id="211" presetID="12" presetClass="entr" presetSubtype="4" fill="hold" grpId="0" nodeType="withEffect">
                                  <p:stCondLst>
                                    <p:cond delay="900"/>
                                  </p:stCondLst>
                                  <p:childTnLst>
                                    <p:set>
                                      <p:cBhvr>
                                        <p:cTn id="212" dur="1" fill="hold">
                                          <p:stCondLst>
                                            <p:cond delay="0"/>
                                          </p:stCondLst>
                                        </p:cTn>
                                        <p:tgtEl>
                                          <p:spTgt spid="174"/>
                                        </p:tgtEl>
                                        <p:attrNameLst>
                                          <p:attrName>style.visibility</p:attrName>
                                        </p:attrNameLst>
                                      </p:cBhvr>
                                      <p:to>
                                        <p:strVal val="visible"/>
                                      </p:to>
                                    </p:set>
                                    <p:anim calcmode="lin" valueType="num">
                                      <p:cBhvr additive="base">
                                        <p:cTn id="213" dur="500"/>
                                        <p:tgtEl>
                                          <p:spTgt spid="174"/>
                                        </p:tgtEl>
                                        <p:attrNameLst>
                                          <p:attrName>ppt_y</p:attrName>
                                        </p:attrNameLst>
                                      </p:cBhvr>
                                      <p:tavLst>
                                        <p:tav tm="0">
                                          <p:val>
                                            <p:strVal val="#ppt_y+#ppt_h*1.125000"/>
                                          </p:val>
                                        </p:tav>
                                        <p:tav tm="100000">
                                          <p:val>
                                            <p:strVal val="#ppt_y"/>
                                          </p:val>
                                        </p:tav>
                                      </p:tavLst>
                                    </p:anim>
                                    <p:animEffect transition="in" filter="wipe(up)">
                                      <p:cBhvr>
                                        <p:cTn id="214"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p:bldP spid="155" grpId="0"/>
      <p:bldP spid="156" grpId="0"/>
      <p:bldP spid="157" grpId="0"/>
      <p:bldP spid="158" grpId="0"/>
      <p:bldP spid="159" grpId="0"/>
      <p:bldP spid="160" grpId="0"/>
      <p:bldP spid="161" grpId="0"/>
      <p:bldP spid="162" grpId="0"/>
      <p:bldP spid="163" grpId="0"/>
      <p:bldP spid="164" grpId="0"/>
      <p:bldP spid="165" grpId="0"/>
      <p:bldP spid="166" grpId="0"/>
      <p:bldP spid="167" grpId="0"/>
      <p:bldP spid="168" grpId="0"/>
      <p:bldP spid="169" grpId="0"/>
      <p:bldP spid="170" grpId="0"/>
      <p:bldP spid="171" grpId="0"/>
      <p:bldP spid="172" grpId="0"/>
      <p:bldP spid="173" grpId="0"/>
      <p:bldP spid="174" grpId="0"/>
      <p:bldP spid="175" grpId="0" animBg="1"/>
      <p:bldP spid="176" grpId="0" animBg="1"/>
      <p:bldP spid="177" grpId="0" animBg="1"/>
      <p:bldP spid="178" grpId="0" animBg="1"/>
      <p:bldP spid="179" grpId="0" animBg="1"/>
      <p:bldP spid="180" grpId="0" animBg="1"/>
      <p:bldP spid="181" grpId="0" animBg="1"/>
      <p:bldP spid="182" grpId="0"/>
      <p:bldP spid="183" grpId="0"/>
      <p:bldP spid="184" grpId="0"/>
      <p:bldP spid="185" grpId="0"/>
      <p:bldP spid="186" grpId="0"/>
      <p:bldP spid="187" grpId="0"/>
      <p:bldP spid="188" grpId="0"/>
      <p:bldP spid="189" grpId="0" animBg="1"/>
      <p:bldP spid="190" grpId="0" animBg="1"/>
      <p:bldP spid="191" grpId="0" animBg="1"/>
      <p:bldP spid="192" grpId="0" animBg="1"/>
      <p:bldP spid="193" grpId="0" animBg="1"/>
      <p:bldP spid="194" grpId="0" animBg="1"/>
      <p:bldP spid="195" grpId="0" animBg="1"/>
      <p:bldP spid="196" grpId="0"/>
      <p:bldP spid="197" grpId="0"/>
      <p:bldP spid="198" grpId="0"/>
      <p:bldP spid="199" grpId="0"/>
      <p:bldP spid="200" grpId="0"/>
      <p:bldP spid="201" grpId="0"/>
      <p:bldP spid="202" grpId="0"/>
      <p:bldP spid="203" grpId="0"/>
      <p:bldP spid="204" grpId="0"/>
      <p:bldP spid="205" grpId="0"/>
      <p:bldP spid="206" grpId="0"/>
      <p:bldP spid="207" grpId="0"/>
      <p:bldP spid="208" grpId="0"/>
      <p:bldP spid="20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组合 70"/>
          <p:cNvGrpSpPr/>
          <p:nvPr/>
        </p:nvGrpSpPr>
        <p:grpSpPr>
          <a:xfrm>
            <a:off x="537496" y="242165"/>
            <a:ext cx="2177776" cy="553998"/>
            <a:chOff x="592429" y="482522"/>
            <a:chExt cx="2177776" cy="553998"/>
          </a:xfrm>
        </p:grpSpPr>
        <p:grpSp>
          <p:nvGrpSpPr>
            <p:cNvPr id="72" name="组合 71"/>
            <p:cNvGrpSpPr/>
            <p:nvPr/>
          </p:nvGrpSpPr>
          <p:grpSpPr>
            <a:xfrm>
              <a:off x="592429" y="584272"/>
              <a:ext cx="433087" cy="360490"/>
              <a:chOff x="2770053" y="2524936"/>
              <a:chExt cx="433087" cy="317447"/>
            </a:xfrm>
            <a:solidFill>
              <a:srgbClr val="2F5EB2"/>
            </a:solidFill>
          </p:grpSpPr>
          <p:sp>
            <p:nvSpPr>
              <p:cNvPr id="74"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5"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76"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3"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综合分析</a:t>
              </a:r>
              <a:endParaRPr lang="zh-CN" altLang="en-US" sz="3000" dirty="0">
                <a:solidFill>
                  <a:srgbClr val="C00000"/>
                </a:solidFill>
                <a:latin typeface="微软雅黑" panose="020B0503020204020204" pitchFamily="34" charset="-122"/>
                <a:ea typeface="微软雅黑" panose="020B0503020204020204" pitchFamily="34" charset="-122"/>
              </a:endParaRPr>
            </a:p>
          </p:txBody>
        </p:sp>
      </p:grpSp>
      <p:sp>
        <p:nvSpPr>
          <p:cNvPr id="91" name="Freeform 3"/>
          <p:cNvSpPr>
            <a:spLocks noChangeArrowheads="1"/>
          </p:cNvSpPr>
          <p:nvPr/>
        </p:nvSpPr>
        <p:spPr bwMode="auto">
          <a:xfrm rot="19397468">
            <a:off x="4501185" y="1474201"/>
            <a:ext cx="2307051" cy="2340364"/>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0D79CA"/>
          </a:solidFill>
          <a:ln>
            <a:solidFill>
              <a:srgbClr val="0D79CA"/>
            </a:solid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2" name="Freeform 3"/>
          <p:cNvSpPr>
            <a:spLocks noChangeArrowheads="1"/>
          </p:cNvSpPr>
          <p:nvPr/>
        </p:nvSpPr>
        <p:spPr bwMode="auto">
          <a:xfrm rot="3202081">
            <a:off x="6129415" y="2019515"/>
            <a:ext cx="2307051" cy="2340364"/>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DAB971"/>
          </a:solidFill>
          <a:ln>
            <a:no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3" name="Freeform 3"/>
          <p:cNvSpPr>
            <a:spLocks noChangeArrowheads="1"/>
          </p:cNvSpPr>
          <p:nvPr/>
        </p:nvSpPr>
        <p:spPr bwMode="auto">
          <a:xfrm rot="8579122">
            <a:off x="5580367" y="3650367"/>
            <a:ext cx="2307051" cy="2340364"/>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rgbClr val="48BAF8"/>
          </a:solidFill>
          <a:ln>
            <a:no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4" name="Freeform 3"/>
          <p:cNvSpPr>
            <a:spLocks noChangeArrowheads="1"/>
          </p:cNvSpPr>
          <p:nvPr/>
        </p:nvSpPr>
        <p:spPr bwMode="auto">
          <a:xfrm rot="13978264">
            <a:off x="3952995" y="3116501"/>
            <a:ext cx="2307051" cy="2340364"/>
          </a:xfrm>
          <a:custGeom>
            <a:avLst/>
            <a:gdLst>
              <a:gd name="T0" fmla="*/ 3563 w 10688"/>
              <a:gd name="T1" fmla="*/ 7062 h 10844"/>
              <a:gd name="T2" fmla="*/ 3563 w 10688"/>
              <a:gd name="T3" fmla="*/ 7062 h 10844"/>
              <a:gd name="T4" fmla="*/ 4563 w 10688"/>
              <a:gd name="T5" fmla="*/ 10749 h 10844"/>
              <a:gd name="T6" fmla="*/ 7937 w 10688"/>
              <a:gd name="T7" fmla="*/ 9812 h 10844"/>
              <a:gd name="T8" fmla="*/ 9062 w 10688"/>
              <a:gd name="T9" fmla="*/ 2782 h 10844"/>
              <a:gd name="T10" fmla="*/ 2032 w 10688"/>
              <a:gd name="T11" fmla="*/ 1626 h 10844"/>
              <a:gd name="T12" fmla="*/ 0 w 10688"/>
              <a:gd name="T13" fmla="*/ 4907 h 10844"/>
              <a:gd name="T14" fmla="*/ 3563 w 10688"/>
              <a:gd name="T15" fmla="*/ 7062 h 10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88" h="10844">
                <a:moveTo>
                  <a:pt x="3563" y="7062"/>
                </a:moveTo>
                <a:lnTo>
                  <a:pt x="3563" y="7062"/>
                </a:lnTo>
                <a:cubicBezTo>
                  <a:pt x="4375" y="8187"/>
                  <a:pt x="4688" y="9500"/>
                  <a:pt x="4563" y="10749"/>
                </a:cubicBezTo>
                <a:cubicBezTo>
                  <a:pt x="5718" y="10843"/>
                  <a:pt x="6906" y="10562"/>
                  <a:pt x="7937" y="9812"/>
                </a:cubicBezTo>
                <a:cubicBezTo>
                  <a:pt x="10187" y="8187"/>
                  <a:pt x="10687" y="5032"/>
                  <a:pt x="9062" y="2782"/>
                </a:cubicBezTo>
                <a:cubicBezTo>
                  <a:pt x="7437" y="500"/>
                  <a:pt x="4282" y="0"/>
                  <a:pt x="2032" y="1626"/>
                </a:cubicBezTo>
                <a:cubicBezTo>
                  <a:pt x="907" y="2438"/>
                  <a:pt x="219" y="3657"/>
                  <a:pt x="0" y="4907"/>
                </a:cubicBezTo>
                <a:cubicBezTo>
                  <a:pt x="1375" y="5126"/>
                  <a:pt x="2688" y="5843"/>
                  <a:pt x="3563" y="7062"/>
                </a:cubicBezTo>
              </a:path>
            </a:pathLst>
          </a:custGeom>
          <a:solidFill>
            <a:schemeClr val="bg1">
              <a:lumMod val="50000"/>
            </a:schemeClr>
          </a:solidFill>
          <a:ln>
            <a:no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95" name="TextBox 22"/>
          <p:cNvSpPr txBox="1"/>
          <p:nvPr/>
        </p:nvSpPr>
        <p:spPr>
          <a:xfrm>
            <a:off x="4921989" y="1910720"/>
            <a:ext cx="1458687" cy="1231076"/>
          </a:xfrm>
          <a:prstGeom prst="rect">
            <a:avLst/>
          </a:prstGeom>
          <a:noFill/>
        </p:spPr>
        <p:txBody>
          <a:bodyPr wrap="square" lIns="121893" tIns="60945" rIns="121893" bIns="60945" rtlCol="0">
            <a:spAutoFit/>
          </a:bodyPr>
          <a:lstStyle/>
          <a:p>
            <a:pPr algn="ctr" defTabSz="608965"/>
            <a:r>
              <a:rPr lang="en-US" sz="7200" b="1" dirty="0">
                <a:solidFill>
                  <a:prstClr val="white"/>
                </a:solidFill>
                <a:latin typeface="微软雅黑" panose="020B0503020204020204" pitchFamily="34" charset="-122"/>
                <a:ea typeface="微软雅黑" panose="020B0503020204020204" pitchFamily="34" charset="-122"/>
                <a:cs typeface="Helvetica Neue"/>
              </a:rPr>
              <a:t>S</a:t>
            </a:r>
            <a:endParaRPr lang="ru-RU" sz="7200" b="1" dirty="0">
              <a:solidFill>
                <a:prstClr val="white"/>
              </a:solidFill>
              <a:latin typeface="微软雅黑" panose="020B0503020204020204" pitchFamily="34" charset="-122"/>
              <a:ea typeface="微软雅黑" panose="020B0503020204020204" pitchFamily="34" charset="-122"/>
              <a:cs typeface="Helvetica Neue"/>
            </a:endParaRPr>
          </a:p>
        </p:txBody>
      </p:sp>
      <p:sp>
        <p:nvSpPr>
          <p:cNvPr id="96" name="TextBox 23"/>
          <p:cNvSpPr txBox="1"/>
          <p:nvPr/>
        </p:nvSpPr>
        <p:spPr>
          <a:xfrm>
            <a:off x="6573998" y="2512721"/>
            <a:ext cx="1458687" cy="1231076"/>
          </a:xfrm>
          <a:prstGeom prst="rect">
            <a:avLst/>
          </a:prstGeom>
          <a:noFill/>
        </p:spPr>
        <p:txBody>
          <a:bodyPr wrap="square" lIns="121893" tIns="60945" rIns="121893" bIns="60945" rtlCol="0">
            <a:spAutoFit/>
          </a:bodyPr>
          <a:lstStyle/>
          <a:p>
            <a:pPr algn="ctr" defTabSz="608965"/>
            <a:r>
              <a:rPr lang="en-US" sz="7200" b="1" dirty="0">
                <a:solidFill>
                  <a:prstClr val="white"/>
                </a:solidFill>
                <a:latin typeface="微软雅黑" panose="020B0503020204020204" pitchFamily="34" charset="-122"/>
                <a:ea typeface="微软雅黑" panose="020B0503020204020204" pitchFamily="34" charset="-122"/>
                <a:cs typeface="Helvetica Neue"/>
              </a:rPr>
              <a:t>O</a:t>
            </a:r>
            <a:endParaRPr lang="ru-RU" sz="7200" b="1" dirty="0">
              <a:solidFill>
                <a:prstClr val="white"/>
              </a:solidFill>
              <a:latin typeface="微软雅黑" panose="020B0503020204020204" pitchFamily="34" charset="-122"/>
              <a:ea typeface="微软雅黑" panose="020B0503020204020204" pitchFamily="34" charset="-122"/>
              <a:cs typeface="Helvetica Neue"/>
            </a:endParaRPr>
          </a:p>
        </p:txBody>
      </p:sp>
      <p:sp>
        <p:nvSpPr>
          <p:cNvPr id="97" name="TextBox 24"/>
          <p:cNvSpPr txBox="1"/>
          <p:nvPr/>
        </p:nvSpPr>
        <p:spPr>
          <a:xfrm>
            <a:off x="5970195" y="4220105"/>
            <a:ext cx="1458687" cy="1231076"/>
          </a:xfrm>
          <a:prstGeom prst="rect">
            <a:avLst/>
          </a:prstGeom>
          <a:noFill/>
        </p:spPr>
        <p:txBody>
          <a:bodyPr wrap="square" lIns="121893" tIns="60945" rIns="121893" bIns="60945" rtlCol="0">
            <a:spAutoFit/>
          </a:bodyPr>
          <a:lstStyle/>
          <a:p>
            <a:pPr algn="ctr" defTabSz="608965"/>
            <a:r>
              <a:rPr lang="en-US" sz="7200" b="1" dirty="0">
                <a:solidFill>
                  <a:prstClr val="white"/>
                </a:solidFill>
                <a:latin typeface="微软雅黑" panose="020B0503020204020204" pitchFamily="34" charset="-122"/>
                <a:ea typeface="微软雅黑" panose="020B0503020204020204" pitchFamily="34" charset="-122"/>
                <a:cs typeface="Helvetica Neue"/>
              </a:rPr>
              <a:t>T</a:t>
            </a:r>
            <a:endParaRPr lang="ru-RU" sz="7200" b="1" dirty="0">
              <a:solidFill>
                <a:prstClr val="white"/>
              </a:solidFill>
              <a:latin typeface="微软雅黑" panose="020B0503020204020204" pitchFamily="34" charset="-122"/>
              <a:ea typeface="微软雅黑" panose="020B0503020204020204" pitchFamily="34" charset="-122"/>
              <a:cs typeface="Helvetica Neue"/>
            </a:endParaRPr>
          </a:p>
        </p:txBody>
      </p:sp>
      <p:sp>
        <p:nvSpPr>
          <p:cNvPr id="98" name="TextBox 25"/>
          <p:cNvSpPr txBox="1"/>
          <p:nvPr/>
        </p:nvSpPr>
        <p:spPr>
          <a:xfrm>
            <a:off x="4348302" y="3616095"/>
            <a:ext cx="1458687" cy="1231076"/>
          </a:xfrm>
          <a:prstGeom prst="rect">
            <a:avLst/>
          </a:prstGeom>
          <a:noFill/>
        </p:spPr>
        <p:txBody>
          <a:bodyPr wrap="square" lIns="121893" tIns="60945" rIns="121893" bIns="60945" rtlCol="0">
            <a:spAutoFit/>
          </a:bodyPr>
          <a:lstStyle/>
          <a:p>
            <a:pPr algn="ctr" defTabSz="608965"/>
            <a:r>
              <a:rPr lang="en-US" sz="7200" b="1" dirty="0">
                <a:solidFill>
                  <a:prstClr val="white"/>
                </a:solidFill>
                <a:latin typeface="微软雅黑" panose="020B0503020204020204" pitchFamily="34" charset="-122"/>
                <a:ea typeface="微软雅黑" panose="020B0503020204020204" pitchFamily="34" charset="-122"/>
                <a:cs typeface="Helvetica Neue"/>
              </a:rPr>
              <a:t>W</a:t>
            </a:r>
            <a:endParaRPr lang="ru-RU" sz="7200" b="1" dirty="0">
              <a:solidFill>
                <a:prstClr val="white"/>
              </a:solidFill>
              <a:latin typeface="微软雅黑" panose="020B0503020204020204" pitchFamily="34" charset="-122"/>
              <a:ea typeface="微软雅黑" panose="020B0503020204020204" pitchFamily="34" charset="-122"/>
              <a:cs typeface="Helvetica Neue"/>
            </a:endParaRPr>
          </a:p>
        </p:txBody>
      </p:sp>
      <p:sp>
        <p:nvSpPr>
          <p:cNvPr id="99" name="TextBox 41"/>
          <p:cNvSpPr txBox="1"/>
          <p:nvPr/>
        </p:nvSpPr>
        <p:spPr>
          <a:xfrm>
            <a:off x="2067259" y="4813600"/>
            <a:ext cx="2517791" cy="743730"/>
          </a:xfrm>
          <a:prstGeom prst="rect">
            <a:avLst/>
          </a:prstGeom>
          <a:noFill/>
        </p:spPr>
        <p:txBody>
          <a:bodyPr wrap="square" lIns="0" rIns="0" bIns="0" rtlCol="0">
            <a:spAutoFit/>
          </a:bodyPr>
          <a:lstStyle/>
          <a:p>
            <a:pPr defTabSz="608965"/>
            <a:r>
              <a:rPr lang="zh-CN" altLang="en-US" sz="1865" dirty="0">
                <a:solidFill>
                  <a:schemeClr val="bg1">
                    <a:lumMod val="50000"/>
                  </a:schemeClr>
                </a:solidFill>
                <a:latin typeface="微软雅黑" panose="020B0503020204020204" pitchFamily="34" charset="-122"/>
                <a:ea typeface="微软雅黑" panose="020B0503020204020204" pitchFamily="34" charset="-122"/>
                <a:cs typeface="Calibri" panose="020F0502020204030204"/>
              </a:rPr>
              <a:t>劣势</a:t>
            </a:r>
            <a:endParaRPr lang="en-US" sz="1865" dirty="0">
              <a:solidFill>
                <a:schemeClr val="bg1">
                  <a:lumMod val="50000"/>
                </a:schemeClr>
              </a:solidFill>
              <a:latin typeface="微软雅黑" panose="020B0503020204020204" pitchFamily="34" charset="-122"/>
              <a:ea typeface="微软雅黑" panose="020B0503020204020204" pitchFamily="34" charset="-122"/>
              <a:cs typeface="Calibri" panose="020F0502020204030204"/>
            </a:endParaRPr>
          </a:p>
          <a:p>
            <a:pPr defTabSz="608965"/>
            <a:endParaRPr lang="en-US" altLang="zh-CN"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a:p>
            <a:pPr defTabSz="608965"/>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此处</a:t>
            </a:r>
            <a:r>
              <a:rPr lang="zh-CN" alt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添加详细文本</a:t>
            </a:r>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描述</a:t>
            </a:r>
            <a:endParaRPr lang="en-US" altLang="zh-CN"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p:txBody>
      </p:sp>
      <p:sp>
        <p:nvSpPr>
          <p:cNvPr id="100" name="TextBox 43"/>
          <p:cNvSpPr txBox="1"/>
          <p:nvPr/>
        </p:nvSpPr>
        <p:spPr>
          <a:xfrm>
            <a:off x="1934400" y="1912655"/>
            <a:ext cx="2612617" cy="764184"/>
          </a:xfrm>
          <a:prstGeom prst="rect">
            <a:avLst/>
          </a:prstGeom>
          <a:noFill/>
        </p:spPr>
        <p:txBody>
          <a:bodyPr wrap="square" lIns="0" rIns="0" bIns="0" rtlCol="0">
            <a:spAutoFit/>
          </a:bodyPr>
          <a:lstStyle/>
          <a:p>
            <a:pPr defTabSz="608965"/>
            <a:r>
              <a:rPr lang="zh-CN" altLang="en-US" sz="2000" dirty="0">
                <a:solidFill>
                  <a:srgbClr val="0D79CA"/>
                </a:solidFill>
                <a:latin typeface="微软雅黑" panose="020B0503020204020204" pitchFamily="34" charset="-122"/>
                <a:ea typeface="微软雅黑" panose="020B0503020204020204" pitchFamily="34" charset="-122"/>
                <a:cs typeface="Calibri" panose="020F0502020204030204"/>
              </a:rPr>
              <a:t>优势</a:t>
            </a:r>
            <a:endParaRPr lang="en-US" sz="2000" dirty="0">
              <a:solidFill>
                <a:srgbClr val="0D79CA"/>
              </a:solidFill>
              <a:latin typeface="微软雅黑" panose="020B0503020204020204" pitchFamily="34" charset="-122"/>
              <a:ea typeface="微软雅黑" panose="020B0503020204020204" pitchFamily="34" charset="-122"/>
              <a:cs typeface="Calibri" panose="020F0502020204030204"/>
            </a:endParaRPr>
          </a:p>
          <a:p>
            <a:pPr defTabSz="608965"/>
            <a:endParaRPr lang="en-US" altLang="zh-CN"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a:p>
            <a:pPr defTabSz="608965"/>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此处</a:t>
            </a:r>
            <a:r>
              <a:rPr lang="zh-CN" alt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添加详细文本</a:t>
            </a:r>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描述</a:t>
            </a:r>
            <a:endParaRPr 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p:txBody>
      </p:sp>
      <p:sp>
        <p:nvSpPr>
          <p:cNvPr id="101" name="TextBox 56"/>
          <p:cNvSpPr txBox="1"/>
          <p:nvPr/>
        </p:nvSpPr>
        <p:spPr>
          <a:xfrm>
            <a:off x="8480005" y="1785170"/>
            <a:ext cx="2423074" cy="764184"/>
          </a:xfrm>
          <a:prstGeom prst="rect">
            <a:avLst/>
          </a:prstGeom>
          <a:noFill/>
        </p:spPr>
        <p:txBody>
          <a:bodyPr wrap="square" lIns="0" rIns="0" bIns="0" rtlCol="0">
            <a:spAutoFit/>
          </a:bodyPr>
          <a:lstStyle/>
          <a:p>
            <a:pPr algn="r" defTabSz="608965"/>
            <a:r>
              <a:rPr lang="zh-CN" altLang="en-US" sz="2000" dirty="0">
                <a:solidFill>
                  <a:srgbClr val="DAB971"/>
                </a:solidFill>
                <a:latin typeface="微软雅黑" panose="020B0503020204020204" pitchFamily="34" charset="-122"/>
                <a:ea typeface="微软雅黑" panose="020B0503020204020204" pitchFamily="34" charset="-122"/>
                <a:cs typeface="Calibri" panose="020F0502020204030204"/>
              </a:rPr>
              <a:t>机会</a:t>
            </a:r>
            <a:endParaRPr lang="en-US" sz="2000" dirty="0">
              <a:solidFill>
                <a:srgbClr val="DAB971"/>
              </a:solidFill>
              <a:latin typeface="微软雅黑" panose="020B0503020204020204" pitchFamily="34" charset="-122"/>
              <a:ea typeface="微软雅黑" panose="020B0503020204020204" pitchFamily="34" charset="-122"/>
              <a:cs typeface="Calibri" panose="020F0502020204030204"/>
            </a:endParaRPr>
          </a:p>
          <a:p>
            <a:pPr algn="r" defTabSz="608965"/>
            <a:endParaRPr lang="en-US" altLang="zh-CN"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a:p>
            <a:pPr algn="r" defTabSz="608965"/>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此处</a:t>
            </a:r>
            <a:r>
              <a:rPr lang="zh-CN" alt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添加详细文本</a:t>
            </a:r>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描述</a:t>
            </a:r>
            <a:endParaRPr 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p:txBody>
      </p:sp>
      <p:sp>
        <p:nvSpPr>
          <p:cNvPr id="102" name="TextBox 58"/>
          <p:cNvSpPr txBox="1"/>
          <p:nvPr/>
        </p:nvSpPr>
        <p:spPr>
          <a:xfrm>
            <a:off x="8438565" y="4575464"/>
            <a:ext cx="2440153" cy="764184"/>
          </a:xfrm>
          <a:prstGeom prst="rect">
            <a:avLst/>
          </a:prstGeom>
          <a:noFill/>
        </p:spPr>
        <p:txBody>
          <a:bodyPr wrap="square" lIns="0" rIns="0" bIns="0" rtlCol="0">
            <a:spAutoFit/>
          </a:bodyPr>
          <a:lstStyle/>
          <a:p>
            <a:pPr algn="r" defTabSz="608965"/>
            <a:r>
              <a:rPr lang="zh-CN" altLang="en-US" sz="2000" dirty="0">
                <a:solidFill>
                  <a:srgbClr val="48BAF8"/>
                </a:solidFill>
                <a:latin typeface="微软雅黑" panose="020B0503020204020204" pitchFamily="34" charset="-122"/>
                <a:ea typeface="微软雅黑" panose="020B0503020204020204" pitchFamily="34" charset="-122"/>
                <a:cs typeface="Calibri" panose="020F0502020204030204"/>
              </a:rPr>
              <a:t>风险</a:t>
            </a:r>
            <a:endParaRPr lang="en-US" sz="2000" dirty="0">
              <a:solidFill>
                <a:srgbClr val="48BAF8"/>
              </a:solidFill>
              <a:latin typeface="微软雅黑" panose="020B0503020204020204" pitchFamily="34" charset="-122"/>
              <a:ea typeface="微软雅黑" panose="020B0503020204020204" pitchFamily="34" charset="-122"/>
              <a:cs typeface="Calibri" panose="020F0502020204030204"/>
            </a:endParaRPr>
          </a:p>
          <a:p>
            <a:pPr algn="r" defTabSz="608965"/>
            <a:endParaRPr lang="en-US" altLang="zh-CN"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a:p>
            <a:pPr algn="r" defTabSz="608965"/>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此处</a:t>
            </a:r>
            <a:r>
              <a:rPr lang="zh-CN" alt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添加详细文本</a:t>
            </a:r>
            <a:r>
              <a:rPr lang="zh-CN" altLang="en-US" sz="1335" dirty="0" smtClean="0">
                <a:solidFill>
                  <a:prstClr val="white">
                    <a:lumMod val="75000"/>
                  </a:prstClr>
                </a:solidFill>
                <a:latin typeface="微软雅黑" panose="020B0503020204020204" pitchFamily="34" charset="-122"/>
                <a:ea typeface="微软雅黑" panose="020B0503020204020204" pitchFamily="34" charset="-122"/>
                <a:cs typeface="Calibri" panose="020F0502020204030204"/>
              </a:rPr>
              <a:t>描述</a:t>
            </a:r>
            <a:endParaRPr lang="en-US" sz="1335" dirty="0">
              <a:solidFill>
                <a:prstClr val="white">
                  <a:lumMod val="75000"/>
                </a:prstClr>
              </a:solidFill>
              <a:latin typeface="微软雅黑" panose="020B0503020204020204" pitchFamily="34" charset="-122"/>
              <a:ea typeface="微软雅黑" panose="020B0503020204020204" pitchFamily="34" charset="-122"/>
              <a:cs typeface="Calibri" panose="020F0502020204030204"/>
            </a:endParaRPr>
          </a:p>
        </p:txBody>
      </p:sp>
      <p:cxnSp>
        <p:nvCxnSpPr>
          <p:cNvPr id="103" name="Elbow Connector 63"/>
          <p:cNvCxnSpPr/>
          <p:nvPr/>
        </p:nvCxnSpPr>
        <p:spPr>
          <a:xfrm flipV="1">
            <a:off x="1818384" y="4274259"/>
            <a:ext cx="2362303" cy="465695"/>
          </a:xfrm>
          <a:prstGeom prst="bentConnector3">
            <a:avLst>
              <a:gd name="adj1" fmla="val -707"/>
            </a:avLst>
          </a:prstGeom>
          <a:noFill/>
          <a:ln w="25400" cap="flat" cmpd="sng" algn="ctr">
            <a:solidFill>
              <a:schemeClr val="bg1">
                <a:lumMod val="50000"/>
              </a:schemeClr>
            </a:solidFill>
            <a:prstDash val="solid"/>
            <a:headEnd type="oval"/>
            <a:tailEnd type="none"/>
          </a:ln>
          <a:effectLst/>
        </p:spPr>
      </p:cxnSp>
      <p:grpSp>
        <p:nvGrpSpPr>
          <p:cNvPr id="104" name="Group 28"/>
          <p:cNvGrpSpPr/>
          <p:nvPr/>
        </p:nvGrpSpPr>
        <p:grpSpPr>
          <a:xfrm>
            <a:off x="1508760" y="1468791"/>
            <a:ext cx="4146850" cy="526597"/>
            <a:chOff x="687602" y="840984"/>
            <a:chExt cx="3554105" cy="682225"/>
          </a:xfrm>
          <a:solidFill>
            <a:srgbClr val="0D79CA"/>
          </a:solidFill>
          <a:effectLst/>
        </p:grpSpPr>
        <p:cxnSp>
          <p:nvCxnSpPr>
            <p:cNvPr id="105" name="Straight Connector 16"/>
            <p:cNvCxnSpPr/>
            <p:nvPr/>
          </p:nvCxnSpPr>
          <p:spPr>
            <a:xfrm flipV="1">
              <a:off x="4231411" y="840984"/>
              <a:ext cx="0" cy="459861"/>
            </a:xfrm>
            <a:prstGeom prst="line">
              <a:avLst/>
            </a:prstGeom>
            <a:grpFill/>
            <a:ln w="25400" cap="flat" cmpd="sng" algn="ctr">
              <a:solidFill>
                <a:srgbClr val="0D79CA"/>
              </a:solidFill>
              <a:prstDash val="solid"/>
            </a:ln>
            <a:effectLst/>
          </p:spPr>
        </p:cxnSp>
        <p:cxnSp>
          <p:nvCxnSpPr>
            <p:cNvPr id="106" name="Straight Connector 20"/>
            <p:cNvCxnSpPr/>
            <p:nvPr/>
          </p:nvCxnSpPr>
          <p:spPr>
            <a:xfrm flipH="1">
              <a:off x="687602" y="853440"/>
              <a:ext cx="3554105" cy="0"/>
            </a:xfrm>
            <a:prstGeom prst="line">
              <a:avLst/>
            </a:prstGeom>
            <a:grpFill/>
            <a:ln w="25400" cap="flat" cmpd="sng" algn="ctr">
              <a:solidFill>
                <a:srgbClr val="0D79CA"/>
              </a:solidFill>
              <a:prstDash val="solid"/>
            </a:ln>
            <a:effectLst/>
          </p:spPr>
        </p:cxnSp>
        <p:cxnSp>
          <p:nvCxnSpPr>
            <p:cNvPr id="107" name="Straight Connector 26"/>
            <p:cNvCxnSpPr/>
            <p:nvPr/>
          </p:nvCxnSpPr>
          <p:spPr>
            <a:xfrm>
              <a:off x="697641" y="840984"/>
              <a:ext cx="0" cy="682225"/>
            </a:xfrm>
            <a:prstGeom prst="line">
              <a:avLst/>
            </a:prstGeom>
            <a:grpFill/>
            <a:ln w="25400" cap="flat" cmpd="sng" algn="ctr">
              <a:solidFill>
                <a:srgbClr val="0D79CA"/>
              </a:solidFill>
              <a:prstDash val="solid"/>
              <a:tailEnd type="oval"/>
            </a:ln>
            <a:effectLst/>
          </p:spPr>
        </p:cxnSp>
      </p:grpSp>
      <p:cxnSp>
        <p:nvCxnSpPr>
          <p:cNvPr id="108" name="Straight Connector 51"/>
          <p:cNvCxnSpPr/>
          <p:nvPr/>
        </p:nvCxnSpPr>
        <p:spPr>
          <a:xfrm flipH="1" flipV="1">
            <a:off x="8180933" y="3135905"/>
            <a:ext cx="252213" cy="5891"/>
          </a:xfrm>
          <a:prstGeom prst="line">
            <a:avLst/>
          </a:prstGeom>
          <a:noFill/>
          <a:ln w="25400" cap="flat" cmpd="sng" algn="ctr">
            <a:solidFill>
              <a:srgbClr val="DAB971"/>
            </a:solidFill>
            <a:prstDash val="solid"/>
          </a:ln>
          <a:effectLst/>
        </p:spPr>
      </p:cxnSp>
      <p:cxnSp>
        <p:nvCxnSpPr>
          <p:cNvPr id="109" name="Straight Connector 59"/>
          <p:cNvCxnSpPr/>
          <p:nvPr/>
        </p:nvCxnSpPr>
        <p:spPr>
          <a:xfrm flipV="1">
            <a:off x="8433146" y="1535497"/>
            <a:ext cx="0" cy="1616355"/>
          </a:xfrm>
          <a:prstGeom prst="line">
            <a:avLst/>
          </a:prstGeom>
          <a:noFill/>
          <a:ln w="25400" cap="flat" cmpd="sng" algn="ctr">
            <a:solidFill>
              <a:srgbClr val="DAB971"/>
            </a:solidFill>
            <a:prstDash val="solid"/>
          </a:ln>
          <a:effectLst/>
        </p:spPr>
      </p:cxnSp>
      <p:cxnSp>
        <p:nvCxnSpPr>
          <p:cNvPr id="110" name="Straight Connector 60"/>
          <p:cNvCxnSpPr/>
          <p:nvPr/>
        </p:nvCxnSpPr>
        <p:spPr>
          <a:xfrm>
            <a:off x="8442068" y="1535497"/>
            <a:ext cx="2850094" cy="0"/>
          </a:xfrm>
          <a:prstGeom prst="line">
            <a:avLst/>
          </a:prstGeom>
          <a:noFill/>
          <a:ln w="25400" cap="flat" cmpd="sng" algn="ctr">
            <a:solidFill>
              <a:srgbClr val="DAB971"/>
            </a:solidFill>
            <a:prstDash val="solid"/>
          </a:ln>
          <a:effectLst/>
        </p:spPr>
      </p:cxnSp>
      <p:cxnSp>
        <p:nvCxnSpPr>
          <p:cNvPr id="111" name="Straight Connector 66"/>
          <p:cNvCxnSpPr/>
          <p:nvPr/>
        </p:nvCxnSpPr>
        <p:spPr>
          <a:xfrm flipV="1">
            <a:off x="11272819" y="1535497"/>
            <a:ext cx="0" cy="339597"/>
          </a:xfrm>
          <a:prstGeom prst="line">
            <a:avLst/>
          </a:prstGeom>
          <a:noFill/>
          <a:ln w="25400" cap="flat" cmpd="sng" algn="ctr">
            <a:solidFill>
              <a:srgbClr val="DAB971"/>
            </a:solidFill>
            <a:prstDash val="solid"/>
            <a:headEnd type="oval" w="med" len="med"/>
            <a:tailEnd type="none"/>
          </a:ln>
          <a:effectLst/>
        </p:spPr>
      </p:cxnSp>
      <p:cxnSp>
        <p:nvCxnSpPr>
          <p:cNvPr id="116" name="Straight Connector 88"/>
          <p:cNvCxnSpPr/>
          <p:nvPr/>
        </p:nvCxnSpPr>
        <p:spPr>
          <a:xfrm flipV="1">
            <a:off x="11272819" y="4102620"/>
            <a:ext cx="0" cy="325957"/>
          </a:xfrm>
          <a:prstGeom prst="line">
            <a:avLst/>
          </a:prstGeom>
          <a:noFill/>
          <a:ln w="25400" cap="flat" cmpd="sng" algn="ctr">
            <a:solidFill>
              <a:srgbClr val="48BAF8"/>
            </a:solidFill>
            <a:prstDash val="solid"/>
            <a:headEnd type="oval"/>
          </a:ln>
          <a:effectLst/>
        </p:spPr>
      </p:cxnSp>
      <p:sp>
        <p:nvSpPr>
          <p:cNvPr id="117" name="Freeform 2"/>
          <p:cNvSpPr>
            <a:spLocks noChangeArrowheads="1"/>
          </p:cNvSpPr>
          <p:nvPr/>
        </p:nvSpPr>
        <p:spPr bwMode="auto">
          <a:xfrm>
            <a:off x="1254797" y="2106373"/>
            <a:ext cx="563587" cy="563587"/>
          </a:xfrm>
          <a:custGeom>
            <a:avLst/>
            <a:gdLst>
              <a:gd name="T0" fmla="*/ 3437 w 6844"/>
              <a:gd name="T1" fmla="*/ 1719 h 6844"/>
              <a:gd name="T2" fmla="*/ 3437 w 6844"/>
              <a:gd name="T3" fmla="*/ 2875 h 6844"/>
              <a:gd name="T4" fmla="*/ 3437 w 6844"/>
              <a:gd name="T5" fmla="*/ 1719 h 6844"/>
              <a:gd name="T6" fmla="*/ 6843 w 6844"/>
              <a:gd name="T7" fmla="*/ 188 h 6844"/>
              <a:gd name="T8" fmla="*/ 5437 w 6844"/>
              <a:gd name="T9" fmla="*/ 2375 h 6844"/>
              <a:gd name="T10" fmla="*/ 5124 w 6844"/>
              <a:gd name="T11" fmla="*/ 1250 h 6844"/>
              <a:gd name="T12" fmla="*/ 5093 w 6844"/>
              <a:gd name="T13" fmla="*/ 2719 h 6844"/>
              <a:gd name="T14" fmla="*/ 4437 w 6844"/>
              <a:gd name="T15" fmla="*/ 3749 h 6844"/>
              <a:gd name="T16" fmla="*/ 5218 w 6844"/>
              <a:gd name="T17" fmla="*/ 4562 h 6844"/>
              <a:gd name="T18" fmla="*/ 5218 w 6844"/>
              <a:gd name="T19" fmla="*/ 4593 h 6844"/>
              <a:gd name="T20" fmla="*/ 5124 w 6844"/>
              <a:gd name="T21" fmla="*/ 6624 h 6844"/>
              <a:gd name="T22" fmla="*/ 4812 w 6844"/>
              <a:gd name="T23" fmla="*/ 6843 h 6844"/>
              <a:gd name="T24" fmla="*/ 4812 w 6844"/>
              <a:gd name="T25" fmla="*/ 5093 h 6844"/>
              <a:gd name="T26" fmla="*/ 2594 w 6844"/>
              <a:gd name="T27" fmla="*/ 5812 h 6844"/>
              <a:gd name="T28" fmla="*/ 2438 w 6844"/>
              <a:gd name="T29" fmla="*/ 5968 h 6844"/>
              <a:gd name="T30" fmla="*/ 875 w 6844"/>
              <a:gd name="T31" fmla="*/ 6843 h 6844"/>
              <a:gd name="T32" fmla="*/ 719 w 6844"/>
              <a:gd name="T33" fmla="*/ 6312 h 6844"/>
              <a:gd name="T34" fmla="*/ 2844 w 6844"/>
              <a:gd name="T35" fmla="*/ 4562 h 6844"/>
              <a:gd name="T36" fmla="*/ 1782 w 6844"/>
              <a:gd name="T37" fmla="*/ 2750 h 6844"/>
              <a:gd name="T38" fmla="*/ 1719 w 6844"/>
              <a:gd name="T39" fmla="*/ 2594 h 6844"/>
              <a:gd name="T40" fmla="*/ 1250 w 6844"/>
              <a:gd name="T41" fmla="*/ 1313 h 6844"/>
              <a:gd name="T42" fmla="*/ 407 w 6844"/>
              <a:gd name="T43" fmla="*/ 2563 h 6844"/>
              <a:gd name="T44" fmla="*/ 1032 w 6844"/>
              <a:gd name="T45" fmla="*/ 32 h 6844"/>
              <a:gd name="T46" fmla="*/ 1813 w 6844"/>
              <a:gd name="T47" fmla="*/ 938 h 6844"/>
              <a:gd name="T48" fmla="*/ 2157 w 6844"/>
              <a:gd name="T49" fmla="*/ 907 h 6844"/>
              <a:gd name="T50" fmla="*/ 4718 w 6844"/>
              <a:gd name="T51" fmla="*/ 907 h 6844"/>
              <a:gd name="T52" fmla="*/ 5031 w 6844"/>
              <a:gd name="T53" fmla="*/ 938 h 6844"/>
              <a:gd name="T54" fmla="*/ 5812 w 6844"/>
              <a:gd name="T55" fmla="*/ 0 h 6844"/>
              <a:gd name="T56" fmla="*/ 4562 w 6844"/>
              <a:gd name="T57" fmla="*/ 1188 h 6844"/>
              <a:gd name="T58" fmla="*/ 3437 w 6844"/>
              <a:gd name="T59" fmla="*/ 1157 h 6844"/>
              <a:gd name="T60" fmla="*/ 2282 w 6844"/>
              <a:gd name="T61" fmla="*/ 2469 h 6844"/>
              <a:gd name="T62" fmla="*/ 3718 w 6844"/>
              <a:gd name="T63" fmla="*/ 3157 h 6844"/>
              <a:gd name="T64" fmla="*/ 4562 w 6844"/>
              <a:gd name="T65" fmla="*/ 1188 h 6844"/>
              <a:gd name="T66" fmla="*/ 4562 w 6844"/>
              <a:gd name="T67" fmla="*/ 1188 h 6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844" h="6844">
                <a:moveTo>
                  <a:pt x="3437" y="1719"/>
                </a:moveTo>
                <a:lnTo>
                  <a:pt x="3437" y="1719"/>
                </a:lnTo>
                <a:cubicBezTo>
                  <a:pt x="3749" y="1719"/>
                  <a:pt x="3999" y="2000"/>
                  <a:pt x="3999" y="2313"/>
                </a:cubicBezTo>
                <a:cubicBezTo>
                  <a:pt x="3999" y="2625"/>
                  <a:pt x="3749" y="2875"/>
                  <a:pt x="3437" y="2875"/>
                </a:cubicBezTo>
                <a:cubicBezTo>
                  <a:pt x="3125" y="2875"/>
                  <a:pt x="2844" y="2625"/>
                  <a:pt x="2844" y="2313"/>
                </a:cubicBezTo>
                <a:cubicBezTo>
                  <a:pt x="2844" y="2000"/>
                  <a:pt x="3125" y="1719"/>
                  <a:pt x="3437" y="1719"/>
                </a:cubicBezTo>
                <a:close/>
                <a:moveTo>
                  <a:pt x="6843" y="188"/>
                </a:moveTo>
                <a:lnTo>
                  <a:pt x="6843" y="188"/>
                </a:lnTo>
                <a:cubicBezTo>
                  <a:pt x="6437" y="2532"/>
                  <a:pt x="6437" y="2532"/>
                  <a:pt x="6437" y="2532"/>
                </a:cubicBezTo>
                <a:cubicBezTo>
                  <a:pt x="5437" y="2375"/>
                  <a:pt x="5437" y="2375"/>
                  <a:pt x="5437" y="2375"/>
                </a:cubicBezTo>
                <a:cubicBezTo>
                  <a:pt x="5593" y="1282"/>
                  <a:pt x="5593" y="1282"/>
                  <a:pt x="5593" y="1282"/>
                </a:cubicBezTo>
                <a:cubicBezTo>
                  <a:pt x="5468" y="1282"/>
                  <a:pt x="5312" y="1250"/>
                  <a:pt x="5124" y="1250"/>
                </a:cubicBezTo>
                <a:cubicBezTo>
                  <a:pt x="5124" y="2594"/>
                  <a:pt x="5124" y="2594"/>
                  <a:pt x="5124" y="2594"/>
                </a:cubicBezTo>
                <a:cubicBezTo>
                  <a:pt x="5124" y="2625"/>
                  <a:pt x="5124" y="2688"/>
                  <a:pt x="5093" y="2719"/>
                </a:cubicBezTo>
                <a:lnTo>
                  <a:pt x="5093" y="2750"/>
                </a:lnTo>
                <a:cubicBezTo>
                  <a:pt x="4437" y="3749"/>
                  <a:pt x="4437" y="3749"/>
                  <a:pt x="4437" y="3749"/>
                </a:cubicBezTo>
                <a:cubicBezTo>
                  <a:pt x="4249" y="4281"/>
                  <a:pt x="4249" y="4281"/>
                  <a:pt x="4249" y="4281"/>
                </a:cubicBezTo>
                <a:cubicBezTo>
                  <a:pt x="5218" y="4562"/>
                  <a:pt x="5218" y="4562"/>
                  <a:pt x="5218" y="4562"/>
                </a:cubicBezTo>
                <a:cubicBezTo>
                  <a:pt x="5218" y="4562"/>
                  <a:pt x="5218" y="4562"/>
                  <a:pt x="5187" y="4593"/>
                </a:cubicBezTo>
                <a:cubicBezTo>
                  <a:pt x="5218" y="4593"/>
                  <a:pt x="5218" y="4593"/>
                  <a:pt x="5218" y="4593"/>
                </a:cubicBezTo>
                <a:cubicBezTo>
                  <a:pt x="5343" y="4624"/>
                  <a:pt x="5437" y="4749"/>
                  <a:pt x="5406" y="4906"/>
                </a:cubicBezTo>
                <a:cubicBezTo>
                  <a:pt x="5124" y="6624"/>
                  <a:pt x="5124" y="6624"/>
                  <a:pt x="5124" y="6624"/>
                </a:cubicBezTo>
                <a:cubicBezTo>
                  <a:pt x="5093" y="6749"/>
                  <a:pt x="4999" y="6843"/>
                  <a:pt x="4843" y="6843"/>
                </a:cubicBezTo>
                <a:lnTo>
                  <a:pt x="4812" y="6843"/>
                </a:lnTo>
                <a:cubicBezTo>
                  <a:pt x="4656" y="6812"/>
                  <a:pt x="4531" y="6687"/>
                  <a:pt x="4562" y="6531"/>
                </a:cubicBezTo>
                <a:cubicBezTo>
                  <a:pt x="4812" y="5093"/>
                  <a:pt x="4812" y="5093"/>
                  <a:pt x="4812" y="5093"/>
                </a:cubicBezTo>
                <a:cubicBezTo>
                  <a:pt x="3531" y="5124"/>
                  <a:pt x="3531" y="5124"/>
                  <a:pt x="3531" y="5124"/>
                </a:cubicBezTo>
                <a:cubicBezTo>
                  <a:pt x="2594" y="5812"/>
                  <a:pt x="2594" y="5812"/>
                  <a:pt x="2594" y="5812"/>
                </a:cubicBezTo>
                <a:cubicBezTo>
                  <a:pt x="2500" y="5906"/>
                  <a:pt x="2500" y="5906"/>
                  <a:pt x="2500" y="5906"/>
                </a:cubicBezTo>
                <a:cubicBezTo>
                  <a:pt x="2469" y="5937"/>
                  <a:pt x="2469" y="5937"/>
                  <a:pt x="2438" y="5968"/>
                </a:cubicBezTo>
                <a:cubicBezTo>
                  <a:pt x="1000" y="6812"/>
                  <a:pt x="1000" y="6812"/>
                  <a:pt x="1000" y="6812"/>
                </a:cubicBezTo>
                <a:cubicBezTo>
                  <a:pt x="969" y="6843"/>
                  <a:pt x="907" y="6843"/>
                  <a:pt x="875" y="6843"/>
                </a:cubicBezTo>
                <a:cubicBezTo>
                  <a:pt x="782" y="6843"/>
                  <a:pt x="688" y="6812"/>
                  <a:pt x="625" y="6718"/>
                </a:cubicBezTo>
                <a:cubicBezTo>
                  <a:pt x="532" y="6562"/>
                  <a:pt x="594" y="6406"/>
                  <a:pt x="719" y="6312"/>
                </a:cubicBezTo>
                <a:cubicBezTo>
                  <a:pt x="1969" y="5562"/>
                  <a:pt x="1969" y="5562"/>
                  <a:pt x="1969" y="5562"/>
                </a:cubicBezTo>
                <a:cubicBezTo>
                  <a:pt x="2844" y="4562"/>
                  <a:pt x="2844" y="4562"/>
                  <a:pt x="2844" y="4562"/>
                </a:cubicBezTo>
                <a:cubicBezTo>
                  <a:pt x="2563" y="3718"/>
                  <a:pt x="2563" y="3718"/>
                  <a:pt x="2563" y="3718"/>
                </a:cubicBezTo>
                <a:cubicBezTo>
                  <a:pt x="1782" y="2750"/>
                  <a:pt x="1782" y="2750"/>
                  <a:pt x="1782" y="2750"/>
                </a:cubicBezTo>
                <a:lnTo>
                  <a:pt x="1782" y="2750"/>
                </a:lnTo>
                <a:cubicBezTo>
                  <a:pt x="1750" y="2688"/>
                  <a:pt x="1719" y="2657"/>
                  <a:pt x="1719" y="2594"/>
                </a:cubicBezTo>
                <a:cubicBezTo>
                  <a:pt x="1719" y="1250"/>
                  <a:pt x="1719" y="1250"/>
                  <a:pt x="1719" y="1250"/>
                </a:cubicBezTo>
                <a:cubicBezTo>
                  <a:pt x="1532" y="1250"/>
                  <a:pt x="1375" y="1282"/>
                  <a:pt x="1250" y="1313"/>
                </a:cubicBezTo>
                <a:cubicBezTo>
                  <a:pt x="1407" y="2375"/>
                  <a:pt x="1407" y="2375"/>
                  <a:pt x="1407" y="2375"/>
                </a:cubicBezTo>
                <a:cubicBezTo>
                  <a:pt x="407" y="2563"/>
                  <a:pt x="407" y="2563"/>
                  <a:pt x="407" y="2563"/>
                </a:cubicBezTo>
                <a:cubicBezTo>
                  <a:pt x="0" y="188"/>
                  <a:pt x="0" y="188"/>
                  <a:pt x="0" y="188"/>
                </a:cubicBezTo>
                <a:cubicBezTo>
                  <a:pt x="1032" y="32"/>
                  <a:pt x="1032" y="32"/>
                  <a:pt x="1032" y="32"/>
                </a:cubicBezTo>
                <a:cubicBezTo>
                  <a:pt x="1188" y="1032"/>
                  <a:pt x="1188" y="1032"/>
                  <a:pt x="1188" y="1032"/>
                </a:cubicBezTo>
                <a:cubicBezTo>
                  <a:pt x="1375" y="1000"/>
                  <a:pt x="1594" y="969"/>
                  <a:pt x="1813" y="938"/>
                </a:cubicBezTo>
                <a:cubicBezTo>
                  <a:pt x="1875" y="907"/>
                  <a:pt x="1938" y="875"/>
                  <a:pt x="2000" y="875"/>
                </a:cubicBezTo>
                <a:cubicBezTo>
                  <a:pt x="2063" y="875"/>
                  <a:pt x="2094" y="907"/>
                  <a:pt x="2157" y="907"/>
                </a:cubicBezTo>
                <a:cubicBezTo>
                  <a:pt x="2532" y="907"/>
                  <a:pt x="2938" y="875"/>
                  <a:pt x="3437" y="875"/>
                </a:cubicBezTo>
                <a:cubicBezTo>
                  <a:pt x="3906" y="875"/>
                  <a:pt x="4343" y="907"/>
                  <a:pt x="4718" y="907"/>
                </a:cubicBezTo>
                <a:cubicBezTo>
                  <a:pt x="4749" y="907"/>
                  <a:pt x="4781" y="875"/>
                  <a:pt x="4843" y="875"/>
                </a:cubicBezTo>
                <a:cubicBezTo>
                  <a:pt x="4906" y="875"/>
                  <a:pt x="4968" y="907"/>
                  <a:pt x="5031" y="938"/>
                </a:cubicBezTo>
                <a:cubicBezTo>
                  <a:pt x="5281" y="969"/>
                  <a:pt x="5468" y="1000"/>
                  <a:pt x="5656" y="1000"/>
                </a:cubicBezTo>
                <a:cubicBezTo>
                  <a:pt x="5812" y="0"/>
                  <a:pt x="5812" y="0"/>
                  <a:pt x="5812" y="0"/>
                </a:cubicBezTo>
                <a:lnTo>
                  <a:pt x="6843" y="188"/>
                </a:lnTo>
                <a:close/>
                <a:moveTo>
                  <a:pt x="4562" y="1188"/>
                </a:moveTo>
                <a:lnTo>
                  <a:pt x="4562" y="1188"/>
                </a:lnTo>
                <a:cubicBezTo>
                  <a:pt x="4218" y="1188"/>
                  <a:pt x="3843" y="1157"/>
                  <a:pt x="3437" y="1157"/>
                </a:cubicBezTo>
                <a:cubicBezTo>
                  <a:pt x="3000" y="1157"/>
                  <a:pt x="2625" y="1188"/>
                  <a:pt x="2282" y="1188"/>
                </a:cubicBezTo>
                <a:cubicBezTo>
                  <a:pt x="2282" y="2469"/>
                  <a:pt x="2282" y="2469"/>
                  <a:pt x="2282" y="2469"/>
                </a:cubicBezTo>
                <a:cubicBezTo>
                  <a:pt x="3157" y="3157"/>
                  <a:pt x="3157" y="3157"/>
                  <a:pt x="3157" y="3157"/>
                </a:cubicBezTo>
                <a:cubicBezTo>
                  <a:pt x="3718" y="3157"/>
                  <a:pt x="3718" y="3157"/>
                  <a:pt x="3718" y="3157"/>
                </a:cubicBezTo>
                <a:cubicBezTo>
                  <a:pt x="4562" y="2469"/>
                  <a:pt x="4562" y="2469"/>
                  <a:pt x="4562" y="2469"/>
                </a:cubicBezTo>
                <a:lnTo>
                  <a:pt x="4562" y="1188"/>
                </a:lnTo>
                <a:close/>
                <a:moveTo>
                  <a:pt x="4562" y="1188"/>
                </a:moveTo>
                <a:lnTo>
                  <a:pt x="4562" y="1188"/>
                </a:lnTo>
                <a:close/>
              </a:path>
            </a:pathLst>
          </a:custGeom>
          <a:solidFill>
            <a:srgbClr val="0D79CA"/>
          </a:solidFill>
          <a:ln>
            <a:solidFill>
              <a:srgbClr val="0D79CA"/>
            </a:solid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8" name="Freeform 3"/>
          <p:cNvSpPr>
            <a:spLocks noChangeArrowheads="1"/>
          </p:cNvSpPr>
          <p:nvPr/>
        </p:nvSpPr>
        <p:spPr bwMode="auto">
          <a:xfrm>
            <a:off x="1264625" y="4906543"/>
            <a:ext cx="724384" cy="556027"/>
          </a:xfrm>
          <a:custGeom>
            <a:avLst/>
            <a:gdLst>
              <a:gd name="T0" fmla="*/ 3034 w 6392"/>
              <a:gd name="T1" fmla="*/ 2260 h 4907"/>
              <a:gd name="T2" fmla="*/ 2582 w 6392"/>
              <a:gd name="T3" fmla="*/ 1937 h 4907"/>
              <a:gd name="T4" fmla="*/ 1421 w 6392"/>
              <a:gd name="T5" fmla="*/ 2196 h 4907"/>
              <a:gd name="T6" fmla="*/ 388 w 6392"/>
              <a:gd name="T7" fmla="*/ 4583 h 4907"/>
              <a:gd name="T8" fmla="*/ 2712 w 6392"/>
              <a:gd name="T9" fmla="*/ 3551 h 4907"/>
              <a:gd name="T10" fmla="*/ 3034 w 6392"/>
              <a:gd name="T11" fmla="*/ 2260 h 4907"/>
              <a:gd name="T12" fmla="*/ 2454 w 6392"/>
              <a:gd name="T13" fmla="*/ 3228 h 4907"/>
              <a:gd name="T14" fmla="*/ 711 w 6392"/>
              <a:gd name="T15" fmla="*/ 4261 h 4907"/>
              <a:gd name="T16" fmla="*/ 1679 w 6392"/>
              <a:gd name="T17" fmla="*/ 2518 h 4907"/>
              <a:gd name="T18" fmla="*/ 1874 w 6392"/>
              <a:gd name="T19" fmla="*/ 2648 h 4907"/>
              <a:gd name="T20" fmla="*/ 2260 w 6392"/>
              <a:gd name="T21" fmla="*/ 3034 h 4907"/>
              <a:gd name="T22" fmla="*/ 2454 w 6392"/>
              <a:gd name="T23" fmla="*/ 3228 h 4907"/>
              <a:gd name="T24" fmla="*/ 6197 w 6392"/>
              <a:gd name="T25" fmla="*/ 710 h 4907"/>
              <a:gd name="T26" fmla="*/ 3615 w 6392"/>
              <a:gd name="T27" fmla="*/ 646 h 4907"/>
              <a:gd name="T28" fmla="*/ 2776 w 6392"/>
              <a:gd name="T29" fmla="*/ 1679 h 4907"/>
              <a:gd name="T30" fmla="*/ 3034 w 6392"/>
              <a:gd name="T31" fmla="*/ 2196 h 4907"/>
              <a:gd name="T32" fmla="*/ 4326 w 6392"/>
              <a:gd name="T33" fmla="*/ 2454 h 4907"/>
              <a:gd name="T34" fmla="*/ 6197 w 6392"/>
              <a:gd name="T35" fmla="*/ 710 h 4907"/>
              <a:gd name="T36" fmla="*/ 5489 w 6392"/>
              <a:gd name="T37" fmla="*/ 1549 h 4907"/>
              <a:gd name="T38" fmla="*/ 3681 w 6392"/>
              <a:gd name="T39" fmla="*/ 1937 h 4907"/>
              <a:gd name="T40" fmla="*/ 4067 w 6392"/>
              <a:gd name="T41" fmla="*/ 1485 h 4907"/>
              <a:gd name="T42" fmla="*/ 3487 w 6392"/>
              <a:gd name="T43" fmla="*/ 1421 h 4907"/>
              <a:gd name="T44" fmla="*/ 5164 w 6392"/>
              <a:gd name="T45" fmla="*/ 582 h 4907"/>
              <a:gd name="T46" fmla="*/ 5489 w 6392"/>
              <a:gd name="T47" fmla="*/ 1549 h 4907"/>
              <a:gd name="T48" fmla="*/ 3165 w 6392"/>
              <a:gd name="T49" fmla="*/ 2260 h 4907"/>
              <a:gd name="T50" fmla="*/ 3423 w 6392"/>
              <a:gd name="T51" fmla="*/ 3098 h 4907"/>
              <a:gd name="T52" fmla="*/ 3423 w 6392"/>
              <a:gd name="T53" fmla="*/ 2582 h 4907"/>
              <a:gd name="T54" fmla="*/ 3165 w 6392"/>
              <a:gd name="T55" fmla="*/ 2260 h 4907"/>
              <a:gd name="T56" fmla="*/ 2196 w 6392"/>
              <a:gd name="T57" fmla="*/ 1615 h 4907"/>
              <a:gd name="T58" fmla="*/ 2066 w 6392"/>
              <a:gd name="T59" fmla="*/ 1163 h 4907"/>
              <a:gd name="T60" fmla="*/ 2518 w 6392"/>
              <a:gd name="T61" fmla="*/ 1549 h 4907"/>
              <a:gd name="T62" fmla="*/ 2582 w 6392"/>
              <a:gd name="T63" fmla="*/ 1873 h 4907"/>
              <a:gd name="T64" fmla="*/ 2196 w 6392"/>
              <a:gd name="T65" fmla="*/ 1615 h 4907"/>
              <a:gd name="T66" fmla="*/ 2196 w 6392"/>
              <a:gd name="T67" fmla="*/ 1615 h 4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392" h="4907">
                <a:moveTo>
                  <a:pt x="3034" y="2260"/>
                </a:moveTo>
                <a:lnTo>
                  <a:pt x="3034" y="2260"/>
                </a:lnTo>
                <a:cubicBezTo>
                  <a:pt x="2776" y="2196"/>
                  <a:pt x="2776" y="2196"/>
                  <a:pt x="2776" y="2196"/>
                </a:cubicBezTo>
                <a:cubicBezTo>
                  <a:pt x="2582" y="1937"/>
                  <a:pt x="2582" y="1937"/>
                  <a:pt x="2582" y="1937"/>
                </a:cubicBezTo>
                <a:cubicBezTo>
                  <a:pt x="2454" y="2001"/>
                  <a:pt x="2454" y="2001"/>
                  <a:pt x="2454" y="2001"/>
                </a:cubicBezTo>
                <a:cubicBezTo>
                  <a:pt x="2132" y="1873"/>
                  <a:pt x="1679" y="1937"/>
                  <a:pt x="1421" y="2196"/>
                </a:cubicBezTo>
                <a:cubicBezTo>
                  <a:pt x="388" y="3228"/>
                  <a:pt x="388" y="3228"/>
                  <a:pt x="388" y="3228"/>
                </a:cubicBezTo>
                <a:cubicBezTo>
                  <a:pt x="0" y="3615"/>
                  <a:pt x="0" y="4197"/>
                  <a:pt x="388" y="4583"/>
                </a:cubicBezTo>
                <a:cubicBezTo>
                  <a:pt x="775" y="4906"/>
                  <a:pt x="1357" y="4906"/>
                  <a:pt x="1743" y="4583"/>
                </a:cubicBezTo>
                <a:cubicBezTo>
                  <a:pt x="2712" y="3551"/>
                  <a:pt x="2712" y="3551"/>
                  <a:pt x="2712" y="3551"/>
                </a:cubicBezTo>
                <a:cubicBezTo>
                  <a:pt x="3034" y="3228"/>
                  <a:pt x="3099" y="2776"/>
                  <a:pt x="2906" y="2454"/>
                </a:cubicBezTo>
                <a:lnTo>
                  <a:pt x="3034" y="2260"/>
                </a:lnTo>
                <a:close/>
                <a:moveTo>
                  <a:pt x="2454" y="3228"/>
                </a:moveTo>
                <a:lnTo>
                  <a:pt x="2454" y="3228"/>
                </a:lnTo>
                <a:cubicBezTo>
                  <a:pt x="1421" y="4261"/>
                  <a:pt x="1421" y="4261"/>
                  <a:pt x="1421" y="4261"/>
                </a:cubicBezTo>
                <a:cubicBezTo>
                  <a:pt x="1227" y="4455"/>
                  <a:pt x="905" y="4455"/>
                  <a:pt x="711" y="4261"/>
                </a:cubicBezTo>
                <a:cubicBezTo>
                  <a:pt x="516" y="4067"/>
                  <a:pt x="516" y="3745"/>
                  <a:pt x="711" y="3551"/>
                </a:cubicBezTo>
                <a:cubicBezTo>
                  <a:pt x="1679" y="2518"/>
                  <a:pt x="1679" y="2518"/>
                  <a:pt x="1679" y="2518"/>
                </a:cubicBezTo>
                <a:cubicBezTo>
                  <a:pt x="1807" y="2390"/>
                  <a:pt x="2002" y="2324"/>
                  <a:pt x="2132" y="2390"/>
                </a:cubicBezTo>
                <a:cubicBezTo>
                  <a:pt x="1874" y="2648"/>
                  <a:pt x="1874" y="2648"/>
                  <a:pt x="1874" y="2648"/>
                </a:cubicBezTo>
                <a:cubicBezTo>
                  <a:pt x="1743" y="2776"/>
                  <a:pt x="1743" y="2970"/>
                  <a:pt x="1874" y="3034"/>
                </a:cubicBezTo>
                <a:cubicBezTo>
                  <a:pt x="1938" y="3164"/>
                  <a:pt x="2132" y="3164"/>
                  <a:pt x="2260" y="3034"/>
                </a:cubicBezTo>
                <a:cubicBezTo>
                  <a:pt x="2582" y="2776"/>
                  <a:pt x="2582" y="2776"/>
                  <a:pt x="2582" y="2776"/>
                </a:cubicBezTo>
                <a:cubicBezTo>
                  <a:pt x="2582" y="2906"/>
                  <a:pt x="2582" y="3098"/>
                  <a:pt x="2454" y="3228"/>
                </a:cubicBezTo>
                <a:close/>
                <a:moveTo>
                  <a:pt x="6197" y="710"/>
                </a:moveTo>
                <a:lnTo>
                  <a:pt x="6197" y="710"/>
                </a:lnTo>
                <a:cubicBezTo>
                  <a:pt x="6005" y="258"/>
                  <a:pt x="5489" y="0"/>
                  <a:pt x="4972" y="194"/>
                </a:cubicBezTo>
                <a:cubicBezTo>
                  <a:pt x="3615" y="646"/>
                  <a:pt x="3615" y="646"/>
                  <a:pt x="3615" y="646"/>
                </a:cubicBezTo>
                <a:cubicBezTo>
                  <a:pt x="3229" y="841"/>
                  <a:pt x="3034" y="1163"/>
                  <a:pt x="3034" y="1549"/>
                </a:cubicBezTo>
                <a:cubicBezTo>
                  <a:pt x="2776" y="1679"/>
                  <a:pt x="2776" y="1679"/>
                  <a:pt x="2776" y="1679"/>
                </a:cubicBezTo>
                <a:cubicBezTo>
                  <a:pt x="2840" y="2001"/>
                  <a:pt x="2840" y="2001"/>
                  <a:pt x="2840" y="2001"/>
                </a:cubicBezTo>
                <a:cubicBezTo>
                  <a:pt x="3034" y="2196"/>
                  <a:pt x="3034" y="2196"/>
                  <a:pt x="3034" y="2196"/>
                </a:cubicBezTo>
                <a:cubicBezTo>
                  <a:pt x="3229" y="2132"/>
                  <a:pt x="3229" y="2132"/>
                  <a:pt x="3229" y="2132"/>
                </a:cubicBezTo>
                <a:cubicBezTo>
                  <a:pt x="3487" y="2454"/>
                  <a:pt x="3939" y="2582"/>
                  <a:pt x="4326" y="2454"/>
                </a:cubicBezTo>
                <a:cubicBezTo>
                  <a:pt x="5681" y="1937"/>
                  <a:pt x="5681" y="1937"/>
                  <a:pt x="5681" y="1937"/>
                </a:cubicBezTo>
                <a:cubicBezTo>
                  <a:pt x="6133" y="1743"/>
                  <a:pt x="6391" y="1227"/>
                  <a:pt x="6197" y="710"/>
                </a:cubicBezTo>
                <a:close/>
                <a:moveTo>
                  <a:pt x="5489" y="1549"/>
                </a:moveTo>
                <a:lnTo>
                  <a:pt x="5489" y="1549"/>
                </a:lnTo>
                <a:cubicBezTo>
                  <a:pt x="4131" y="2065"/>
                  <a:pt x="4131" y="2065"/>
                  <a:pt x="4131" y="2065"/>
                </a:cubicBezTo>
                <a:cubicBezTo>
                  <a:pt x="4003" y="2132"/>
                  <a:pt x="3809" y="2065"/>
                  <a:pt x="3681" y="1937"/>
                </a:cubicBezTo>
                <a:cubicBezTo>
                  <a:pt x="3939" y="1873"/>
                  <a:pt x="3939" y="1873"/>
                  <a:pt x="3939" y="1873"/>
                </a:cubicBezTo>
                <a:cubicBezTo>
                  <a:pt x="4067" y="1807"/>
                  <a:pt x="4131" y="1679"/>
                  <a:pt x="4067" y="1485"/>
                </a:cubicBezTo>
                <a:cubicBezTo>
                  <a:pt x="4003" y="1357"/>
                  <a:pt x="3873" y="1291"/>
                  <a:pt x="3681" y="1291"/>
                </a:cubicBezTo>
                <a:cubicBezTo>
                  <a:pt x="3487" y="1421"/>
                  <a:pt x="3487" y="1421"/>
                  <a:pt x="3487" y="1421"/>
                </a:cubicBezTo>
                <a:cubicBezTo>
                  <a:pt x="3551" y="1227"/>
                  <a:pt x="3615" y="1163"/>
                  <a:pt x="3809" y="1099"/>
                </a:cubicBezTo>
                <a:cubicBezTo>
                  <a:pt x="5164" y="582"/>
                  <a:pt x="5164" y="582"/>
                  <a:pt x="5164" y="582"/>
                </a:cubicBezTo>
                <a:cubicBezTo>
                  <a:pt x="5422" y="452"/>
                  <a:pt x="5681" y="646"/>
                  <a:pt x="5811" y="905"/>
                </a:cubicBezTo>
                <a:cubicBezTo>
                  <a:pt x="5875" y="1163"/>
                  <a:pt x="5747" y="1421"/>
                  <a:pt x="5489" y="1549"/>
                </a:cubicBezTo>
                <a:close/>
                <a:moveTo>
                  <a:pt x="3165" y="2260"/>
                </a:moveTo>
                <a:lnTo>
                  <a:pt x="3165" y="2260"/>
                </a:lnTo>
                <a:cubicBezTo>
                  <a:pt x="3551" y="2518"/>
                  <a:pt x="3551" y="2518"/>
                  <a:pt x="3551" y="2518"/>
                </a:cubicBezTo>
                <a:cubicBezTo>
                  <a:pt x="3423" y="3098"/>
                  <a:pt x="3423" y="3098"/>
                  <a:pt x="3423" y="3098"/>
                </a:cubicBezTo>
                <a:cubicBezTo>
                  <a:pt x="3293" y="3098"/>
                  <a:pt x="3293" y="3098"/>
                  <a:pt x="3293" y="3098"/>
                </a:cubicBezTo>
                <a:cubicBezTo>
                  <a:pt x="3423" y="2582"/>
                  <a:pt x="3423" y="2582"/>
                  <a:pt x="3423" y="2582"/>
                </a:cubicBezTo>
                <a:cubicBezTo>
                  <a:pt x="3034" y="2324"/>
                  <a:pt x="3034" y="2324"/>
                  <a:pt x="3034" y="2324"/>
                </a:cubicBezTo>
                <a:lnTo>
                  <a:pt x="3165" y="2260"/>
                </a:lnTo>
                <a:close/>
                <a:moveTo>
                  <a:pt x="2196" y="1615"/>
                </a:moveTo>
                <a:lnTo>
                  <a:pt x="2196" y="1615"/>
                </a:lnTo>
                <a:cubicBezTo>
                  <a:pt x="1938" y="1163"/>
                  <a:pt x="1938" y="1163"/>
                  <a:pt x="1938" y="1163"/>
                </a:cubicBezTo>
                <a:cubicBezTo>
                  <a:pt x="2066" y="1163"/>
                  <a:pt x="2066" y="1163"/>
                  <a:pt x="2066" y="1163"/>
                </a:cubicBezTo>
                <a:cubicBezTo>
                  <a:pt x="2260" y="1549"/>
                  <a:pt x="2260" y="1549"/>
                  <a:pt x="2260" y="1549"/>
                </a:cubicBezTo>
                <a:cubicBezTo>
                  <a:pt x="2518" y="1549"/>
                  <a:pt x="2518" y="1549"/>
                  <a:pt x="2518" y="1549"/>
                </a:cubicBezTo>
                <a:cubicBezTo>
                  <a:pt x="2648" y="1807"/>
                  <a:pt x="2648" y="1807"/>
                  <a:pt x="2648" y="1807"/>
                </a:cubicBezTo>
                <a:cubicBezTo>
                  <a:pt x="2582" y="1873"/>
                  <a:pt x="2582" y="1873"/>
                  <a:pt x="2582" y="1873"/>
                </a:cubicBezTo>
                <a:cubicBezTo>
                  <a:pt x="2454" y="1679"/>
                  <a:pt x="2454" y="1679"/>
                  <a:pt x="2454" y="1679"/>
                </a:cubicBezTo>
                <a:lnTo>
                  <a:pt x="2196" y="1615"/>
                </a:lnTo>
                <a:close/>
                <a:moveTo>
                  <a:pt x="2196" y="1615"/>
                </a:moveTo>
                <a:lnTo>
                  <a:pt x="2196" y="1615"/>
                </a:lnTo>
                <a:close/>
              </a:path>
            </a:pathLst>
          </a:custGeom>
          <a:solidFill>
            <a:schemeClr val="bg1">
              <a:lumMod val="50000"/>
            </a:schemeClr>
          </a:solidFill>
          <a:ln>
            <a:no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19" name="Freeform 1"/>
          <p:cNvSpPr>
            <a:spLocks noChangeArrowheads="1"/>
          </p:cNvSpPr>
          <p:nvPr/>
        </p:nvSpPr>
        <p:spPr bwMode="auto">
          <a:xfrm>
            <a:off x="10973420" y="1900752"/>
            <a:ext cx="601707" cy="601707"/>
          </a:xfrm>
          <a:custGeom>
            <a:avLst/>
            <a:gdLst>
              <a:gd name="T0" fmla="*/ 4905 w 5031"/>
              <a:gd name="T1" fmla="*/ 0 h 5031"/>
              <a:gd name="T2" fmla="*/ 4905 w 5031"/>
              <a:gd name="T3" fmla="*/ 0 h 5031"/>
              <a:gd name="T4" fmla="*/ 125 w 5031"/>
              <a:gd name="T5" fmla="*/ 0 h 5031"/>
              <a:gd name="T6" fmla="*/ 0 w 5031"/>
              <a:gd name="T7" fmla="*/ 125 h 5031"/>
              <a:gd name="T8" fmla="*/ 0 w 5031"/>
              <a:gd name="T9" fmla="*/ 4905 h 5031"/>
              <a:gd name="T10" fmla="*/ 125 w 5031"/>
              <a:gd name="T11" fmla="*/ 5030 h 5031"/>
              <a:gd name="T12" fmla="*/ 4905 w 5031"/>
              <a:gd name="T13" fmla="*/ 5030 h 5031"/>
              <a:gd name="T14" fmla="*/ 5030 w 5031"/>
              <a:gd name="T15" fmla="*/ 4905 h 5031"/>
              <a:gd name="T16" fmla="*/ 5030 w 5031"/>
              <a:gd name="T17" fmla="*/ 125 h 5031"/>
              <a:gd name="T18" fmla="*/ 4905 w 5031"/>
              <a:gd name="T19" fmla="*/ 0 h 5031"/>
              <a:gd name="T20" fmla="*/ 3687 w 5031"/>
              <a:gd name="T21" fmla="*/ 2624 h 5031"/>
              <a:gd name="T22" fmla="*/ 3687 w 5031"/>
              <a:gd name="T23" fmla="*/ 2624 h 5031"/>
              <a:gd name="T24" fmla="*/ 3624 w 5031"/>
              <a:gd name="T25" fmla="*/ 2687 h 5031"/>
              <a:gd name="T26" fmla="*/ 3562 w 5031"/>
              <a:gd name="T27" fmla="*/ 2687 h 5031"/>
              <a:gd name="T28" fmla="*/ 3187 w 5031"/>
              <a:gd name="T29" fmla="*/ 2313 h 5031"/>
              <a:gd name="T30" fmla="*/ 1688 w 5031"/>
              <a:gd name="T31" fmla="*/ 3812 h 5031"/>
              <a:gd name="T32" fmla="*/ 1625 w 5031"/>
              <a:gd name="T33" fmla="*/ 3843 h 5031"/>
              <a:gd name="T34" fmla="*/ 1563 w 5031"/>
              <a:gd name="T35" fmla="*/ 3812 h 5031"/>
              <a:gd name="T36" fmla="*/ 1219 w 5031"/>
              <a:gd name="T37" fmla="*/ 3468 h 5031"/>
              <a:gd name="T38" fmla="*/ 1188 w 5031"/>
              <a:gd name="T39" fmla="*/ 3405 h 5031"/>
              <a:gd name="T40" fmla="*/ 1219 w 5031"/>
              <a:gd name="T41" fmla="*/ 3343 h 5031"/>
              <a:gd name="T42" fmla="*/ 2718 w 5031"/>
              <a:gd name="T43" fmla="*/ 1844 h 5031"/>
              <a:gd name="T44" fmla="*/ 2344 w 5031"/>
              <a:gd name="T45" fmla="*/ 1469 h 5031"/>
              <a:gd name="T46" fmla="*/ 2344 w 5031"/>
              <a:gd name="T47" fmla="*/ 1406 h 5031"/>
              <a:gd name="T48" fmla="*/ 2406 w 5031"/>
              <a:gd name="T49" fmla="*/ 1344 h 5031"/>
              <a:gd name="T50" fmla="*/ 3749 w 5031"/>
              <a:gd name="T51" fmla="*/ 1188 h 5031"/>
              <a:gd name="T52" fmla="*/ 3812 w 5031"/>
              <a:gd name="T53" fmla="*/ 1219 h 5031"/>
              <a:gd name="T54" fmla="*/ 3843 w 5031"/>
              <a:gd name="T55" fmla="*/ 1281 h 5031"/>
              <a:gd name="T56" fmla="*/ 3687 w 5031"/>
              <a:gd name="T57" fmla="*/ 2624 h 5031"/>
              <a:gd name="T58" fmla="*/ 3687 w 5031"/>
              <a:gd name="T59" fmla="*/ 2624 h 5031"/>
              <a:gd name="T60" fmla="*/ 3687 w 5031"/>
              <a:gd name="T61" fmla="*/ 2624 h 5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031" h="5031">
                <a:moveTo>
                  <a:pt x="4905" y="0"/>
                </a:moveTo>
                <a:lnTo>
                  <a:pt x="4905" y="0"/>
                </a:lnTo>
                <a:cubicBezTo>
                  <a:pt x="125" y="0"/>
                  <a:pt x="125" y="0"/>
                  <a:pt x="125" y="0"/>
                </a:cubicBezTo>
                <a:cubicBezTo>
                  <a:pt x="62" y="0"/>
                  <a:pt x="0" y="62"/>
                  <a:pt x="0" y="125"/>
                </a:cubicBezTo>
                <a:cubicBezTo>
                  <a:pt x="0" y="4905"/>
                  <a:pt x="0" y="4905"/>
                  <a:pt x="0" y="4905"/>
                </a:cubicBezTo>
                <a:cubicBezTo>
                  <a:pt x="0" y="4968"/>
                  <a:pt x="62" y="5030"/>
                  <a:pt x="125" y="5030"/>
                </a:cubicBezTo>
                <a:cubicBezTo>
                  <a:pt x="4905" y="5030"/>
                  <a:pt x="4905" y="5030"/>
                  <a:pt x="4905" y="5030"/>
                </a:cubicBezTo>
                <a:cubicBezTo>
                  <a:pt x="4968" y="5030"/>
                  <a:pt x="5030" y="4968"/>
                  <a:pt x="5030" y="4905"/>
                </a:cubicBezTo>
                <a:cubicBezTo>
                  <a:pt x="5030" y="125"/>
                  <a:pt x="5030" y="125"/>
                  <a:pt x="5030" y="125"/>
                </a:cubicBezTo>
                <a:cubicBezTo>
                  <a:pt x="5030" y="62"/>
                  <a:pt x="4968" y="0"/>
                  <a:pt x="4905" y="0"/>
                </a:cubicBezTo>
                <a:close/>
                <a:moveTo>
                  <a:pt x="3687" y="2624"/>
                </a:moveTo>
                <a:lnTo>
                  <a:pt x="3687" y="2624"/>
                </a:lnTo>
                <a:cubicBezTo>
                  <a:pt x="3687" y="2655"/>
                  <a:pt x="3655" y="2687"/>
                  <a:pt x="3624" y="2687"/>
                </a:cubicBezTo>
                <a:cubicBezTo>
                  <a:pt x="3593" y="2687"/>
                  <a:pt x="3562" y="2687"/>
                  <a:pt x="3562" y="2687"/>
                </a:cubicBezTo>
                <a:cubicBezTo>
                  <a:pt x="3187" y="2313"/>
                  <a:pt x="3187" y="2313"/>
                  <a:pt x="3187" y="2313"/>
                </a:cubicBezTo>
                <a:cubicBezTo>
                  <a:pt x="1688" y="3812"/>
                  <a:pt x="1688" y="3812"/>
                  <a:pt x="1688" y="3812"/>
                </a:cubicBezTo>
                <a:cubicBezTo>
                  <a:pt x="1656" y="3812"/>
                  <a:pt x="1625" y="3843"/>
                  <a:pt x="1625" y="3843"/>
                </a:cubicBezTo>
                <a:cubicBezTo>
                  <a:pt x="1594" y="3843"/>
                  <a:pt x="1594" y="3812"/>
                  <a:pt x="1563" y="3812"/>
                </a:cubicBezTo>
                <a:cubicBezTo>
                  <a:pt x="1219" y="3468"/>
                  <a:pt x="1219" y="3468"/>
                  <a:pt x="1219" y="3468"/>
                </a:cubicBezTo>
                <a:cubicBezTo>
                  <a:pt x="1219" y="3437"/>
                  <a:pt x="1188" y="3437"/>
                  <a:pt x="1188" y="3405"/>
                </a:cubicBezTo>
                <a:cubicBezTo>
                  <a:pt x="1188" y="3374"/>
                  <a:pt x="1219" y="3374"/>
                  <a:pt x="1219" y="3343"/>
                </a:cubicBezTo>
                <a:cubicBezTo>
                  <a:pt x="2718" y="1844"/>
                  <a:pt x="2718" y="1844"/>
                  <a:pt x="2718" y="1844"/>
                </a:cubicBezTo>
                <a:cubicBezTo>
                  <a:pt x="2344" y="1469"/>
                  <a:pt x="2344" y="1469"/>
                  <a:pt x="2344" y="1469"/>
                </a:cubicBezTo>
                <a:cubicBezTo>
                  <a:pt x="2344" y="1469"/>
                  <a:pt x="2313" y="1438"/>
                  <a:pt x="2344" y="1406"/>
                </a:cubicBezTo>
                <a:cubicBezTo>
                  <a:pt x="2344" y="1375"/>
                  <a:pt x="2375" y="1344"/>
                  <a:pt x="2406" y="1344"/>
                </a:cubicBezTo>
                <a:cubicBezTo>
                  <a:pt x="3749" y="1188"/>
                  <a:pt x="3749" y="1188"/>
                  <a:pt x="3749" y="1188"/>
                </a:cubicBezTo>
                <a:cubicBezTo>
                  <a:pt x="3780" y="1188"/>
                  <a:pt x="3780" y="1188"/>
                  <a:pt x="3812" y="1219"/>
                </a:cubicBezTo>
                <a:cubicBezTo>
                  <a:pt x="3812" y="1250"/>
                  <a:pt x="3843" y="1250"/>
                  <a:pt x="3843" y="1281"/>
                </a:cubicBezTo>
                <a:lnTo>
                  <a:pt x="3687" y="2624"/>
                </a:lnTo>
                <a:close/>
                <a:moveTo>
                  <a:pt x="3687" y="2624"/>
                </a:moveTo>
                <a:lnTo>
                  <a:pt x="3687" y="2624"/>
                </a:lnTo>
                <a:close/>
              </a:path>
            </a:pathLst>
          </a:custGeom>
          <a:solidFill>
            <a:srgbClr val="DAB971"/>
          </a:solidFill>
          <a:ln>
            <a:no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20" name="Freeform 4"/>
          <p:cNvSpPr>
            <a:spLocks noChangeArrowheads="1"/>
          </p:cNvSpPr>
          <p:nvPr/>
        </p:nvSpPr>
        <p:spPr bwMode="auto">
          <a:xfrm>
            <a:off x="10998922" y="4679192"/>
            <a:ext cx="586481" cy="586481"/>
          </a:xfrm>
          <a:custGeom>
            <a:avLst/>
            <a:gdLst>
              <a:gd name="T0" fmla="*/ 2374 w 2594"/>
              <a:gd name="T1" fmla="*/ 0 h 2594"/>
              <a:gd name="T2" fmla="*/ 2374 w 2594"/>
              <a:gd name="T3" fmla="*/ 0 h 2594"/>
              <a:gd name="T4" fmla="*/ 219 w 2594"/>
              <a:gd name="T5" fmla="*/ 0 h 2594"/>
              <a:gd name="T6" fmla="*/ 0 w 2594"/>
              <a:gd name="T7" fmla="*/ 219 h 2594"/>
              <a:gd name="T8" fmla="*/ 0 w 2594"/>
              <a:gd name="T9" fmla="*/ 2374 h 2594"/>
              <a:gd name="T10" fmla="*/ 219 w 2594"/>
              <a:gd name="T11" fmla="*/ 2593 h 2594"/>
              <a:gd name="T12" fmla="*/ 2374 w 2594"/>
              <a:gd name="T13" fmla="*/ 2593 h 2594"/>
              <a:gd name="T14" fmla="*/ 2593 w 2594"/>
              <a:gd name="T15" fmla="*/ 2374 h 2594"/>
              <a:gd name="T16" fmla="*/ 2593 w 2594"/>
              <a:gd name="T17" fmla="*/ 219 h 2594"/>
              <a:gd name="T18" fmla="*/ 2374 w 2594"/>
              <a:gd name="T19" fmla="*/ 0 h 2594"/>
              <a:gd name="T20" fmla="*/ 2249 w 2594"/>
              <a:gd name="T21" fmla="*/ 250 h 2594"/>
              <a:gd name="T22" fmla="*/ 2249 w 2594"/>
              <a:gd name="T23" fmla="*/ 250 h 2594"/>
              <a:gd name="T24" fmla="*/ 2343 w 2594"/>
              <a:gd name="T25" fmla="*/ 313 h 2594"/>
              <a:gd name="T26" fmla="*/ 2249 w 2594"/>
              <a:gd name="T27" fmla="*/ 407 h 2594"/>
              <a:gd name="T28" fmla="*/ 2156 w 2594"/>
              <a:gd name="T29" fmla="*/ 313 h 2594"/>
              <a:gd name="T30" fmla="*/ 2249 w 2594"/>
              <a:gd name="T31" fmla="*/ 250 h 2594"/>
              <a:gd name="T32" fmla="*/ 1937 w 2594"/>
              <a:gd name="T33" fmla="*/ 250 h 2594"/>
              <a:gd name="T34" fmla="*/ 1937 w 2594"/>
              <a:gd name="T35" fmla="*/ 250 h 2594"/>
              <a:gd name="T36" fmla="*/ 2031 w 2594"/>
              <a:gd name="T37" fmla="*/ 313 h 2594"/>
              <a:gd name="T38" fmla="*/ 1937 w 2594"/>
              <a:gd name="T39" fmla="*/ 407 h 2594"/>
              <a:gd name="T40" fmla="*/ 1843 w 2594"/>
              <a:gd name="T41" fmla="*/ 313 h 2594"/>
              <a:gd name="T42" fmla="*/ 1937 w 2594"/>
              <a:gd name="T43" fmla="*/ 250 h 2594"/>
              <a:gd name="T44" fmla="*/ 2343 w 2594"/>
              <a:gd name="T45" fmla="*/ 2343 h 2594"/>
              <a:gd name="T46" fmla="*/ 2343 w 2594"/>
              <a:gd name="T47" fmla="*/ 2343 h 2594"/>
              <a:gd name="T48" fmla="*/ 250 w 2594"/>
              <a:gd name="T49" fmla="*/ 2343 h 2594"/>
              <a:gd name="T50" fmla="*/ 250 w 2594"/>
              <a:gd name="T51" fmla="*/ 625 h 2594"/>
              <a:gd name="T52" fmla="*/ 2343 w 2594"/>
              <a:gd name="T53" fmla="*/ 625 h 2594"/>
              <a:gd name="T54" fmla="*/ 2343 w 2594"/>
              <a:gd name="T55" fmla="*/ 2343 h 2594"/>
              <a:gd name="T56" fmla="*/ 594 w 2594"/>
              <a:gd name="T57" fmla="*/ 2093 h 2594"/>
              <a:gd name="T58" fmla="*/ 594 w 2594"/>
              <a:gd name="T59" fmla="*/ 2093 h 2594"/>
              <a:gd name="T60" fmla="*/ 1999 w 2594"/>
              <a:gd name="T61" fmla="*/ 2093 h 2594"/>
              <a:gd name="T62" fmla="*/ 2031 w 2594"/>
              <a:gd name="T63" fmla="*/ 2062 h 2594"/>
              <a:gd name="T64" fmla="*/ 2031 w 2594"/>
              <a:gd name="T65" fmla="*/ 2031 h 2594"/>
              <a:gd name="T66" fmla="*/ 1343 w 2594"/>
              <a:gd name="T67" fmla="*/ 844 h 2594"/>
              <a:gd name="T68" fmla="*/ 1312 w 2594"/>
              <a:gd name="T69" fmla="*/ 813 h 2594"/>
              <a:gd name="T70" fmla="*/ 1250 w 2594"/>
              <a:gd name="T71" fmla="*/ 844 h 2594"/>
              <a:gd name="T72" fmla="*/ 563 w 2594"/>
              <a:gd name="T73" fmla="*/ 2031 h 2594"/>
              <a:gd name="T74" fmla="*/ 563 w 2594"/>
              <a:gd name="T75" fmla="*/ 2093 h 2594"/>
              <a:gd name="T76" fmla="*/ 594 w 2594"/>
              <a:gd name="T77" fmla="*/ 2093 h 2594"/>
              <a:gd name="T78" fmla="*/ 1374 w 2594"/>
              <a:gd name="T79" fmla="*/ 1937 h 2594"/>
              <a:gd name="T80" fmla="*/ 1374 w 2594"/>
              <a:gd name="T81" fmla="*/ 1937 h 2594"/>
              <a:gd name="T82" fmla="*/ 1343 w 2594"/>
              <a:gd name="T83" fmla="*/ 1968 h 2594"/>
              <a:gd name="T84" fmla="*/ 1250 w 2594"/>
              <a:gd name="T85" fmla="*/ 1968 h 2594"/>
              <a:gd name="T86" fmla="*/ 1219 w 2594"/>
              <a:gd name="T87" fmla="*/ 1937 h 2594"/>
              <a:gd name="T88" fmla="*/ 1219 w 2594"/>
              <a:gd name="T89" fmla="*/ 1843 h 2594"/>
              <a:gd name="T90" fmla="*/ 1250 w 2594"/>
              <a:gd name="T91" fmla="*/ 1812 h 2594"/>
              <a:gd name="T92" fmla="*/ 1343 w 2594"/>
              <a:gd name="T93" fmla="*/ 1812 h 2594"/>
              <a:gd name="T94" fmla="*/ 1374 w 2594"/>
              <a:gd name="T95" fmla="*/ 1843 h 2594"/>
              <a:gd name="T96" fmla="*/ 1374 w 2594"/>
              <a:gd name="T97" fmla="*/ 1937 h 2594"/>
              <a:gd name="T98" fmla="*/ 1219 w 2594"/>
              <a:gd name="T99" fmla="*/ 1125 h 2594"/>
              <a:gd name="T100" fmla="*/ 1219 w 2594"/>
              <a:gd name="T101" fmla="*/ 1125 h 2594"/>
              <a:gd name="T102" fmla="*/ 1374 w 2594"/>
              <a:gd name="T103" fmla="*/ 1125 h 2594"/>
              <a:gd name="T104" fmla="*/ 1406 w 2594"/>
              <a:gd name="T105" fmla="*/ 1157 h 2594"/>
              <a:gd name="T106" fmla="*/ 1374 w 2594"/>
              <a:gd name="T107" fmla="*/ 1718 h 2594"/>
              <a:gd name="T108" fmla="*/ 1343 w 2594"/>
              <a:gd name="T109" fmla="*/ 1749 h 2594"/>
              <a:gd name="T110" fmla="*/ 1250 w 2594"/>
              <a:gd name="T111" fmla="*/ 1749 h 2594"/>
              <a:gd name="T112" fmla="*/ 1219 w 2594"/>
              <a:gd name="T113" fmla="*/ 1718 h 2594"/>
              <a:gd name="T114" fmla="*/ 1219 w 2594"/>
              <a:gd name="T115" fmla="*/ 1157 h 2594"/>
              <a:gd name="T116" fmla="*/ 1219 w 2594"/>
              <a:gd name="T117" fmla="*/ 1125 h 2594"/>
              <a:gd name="T118" fmla="*/ 1219 w 2594"/>
              <a:gd name="T119" fmla="*/ 1125 h 2594"/>
              <a:gd name="T120" fmla="*/ 1219 w 2594"/>
              <a:gd name="T121" fmla="*/ 1125 h 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94" h="2594">
                <a:moveTo>
                  <a:pt x="2374" y="0"/>
                </a:moveTo>
                <a:lnTo>
                  <a:pt x="2374" y="0"/>
                </a:lnTo>
                <a:cubicBezTo>
                  <a:pt x="219" y="0"/>
                  <a:pt x="219" y="0"/>
                  <a:pt x="219" y="0"/>
                </a:cubicBezTo>
                <a:cubicBezTo>
                  <a:pt x="94" y="0"/>
                  <a:pt x="0" y="94"/>
                  <a:pt x="0" y="219"/>
                </a:cubicBezTo>
                <a:cubicBezTo>
                  <a:pt x="0" y="2374"/>
                  <a:pt x="0" y="2374"/>
                  <a:pt x="0" y="2374"/>
                </a:cubicBezTo>
                <a:cubicBezTo>
                  <a:pt x="0" y="2499"/>
                  <a:pt x="94" y="2593"/>
                  <a:pt x="219" y="2593"/>
                </a:cubicBezTo>
                <a:cubicBezTo>
                  <a:pt x="2374" y="2593"/>
                  <a:pt x="2374" y="2593"/>
                  <a:pt x="2374" y="2593"/>
                </a:cubicBezTo>
                <a:cubicBezTo>
                  <a:pt x="2499" y="2593"/>
                  <a:pt x="2593" y="2499"/>
                  <a:pt x="2593" y="2374"/>
                </a:cubicBezTo>
                <a:cubicBezTo>
                  <a:pt x="2593" y="219"/>
                  <a:pt x="2593" y="219"/>
                  <a:pt x="2593" y="219"/>
                </a:cubicBezTo>
                <a:cubicBezTo>
                  <a:pt x="2593" y="94"/>
                  <a:pt x="2499" y="0"/>
                  <a:pt x="2374" y="0"/>
                </a:cubicBezTo>
                <a:close/>
                <a:moveTo>
                  <a:pt x="2249" y="250"/>
                </a:moveTo>
                <a:lnTo>
                  <a:pt x="2249" y="250"/>
                </a:lnTo>
                <a:cubicBezTo>
                  <a:pt x="2312" y="250"/>
                  <a:pt x="2343" y="282"/>
                  <a:pt x="2343" y="313"/>
                </a:cubicBezTo>
                <a:cubicBezTo>
                  <a:pt x="2343" y="375"/>
                  <a:pt x="2312" y="407"/>
                  <a:pt x="2249" y="407"/>
                </a:cubicBezTo>
                <a:cubicBezTo>
                  <a:pt x="2187" y="407"/>
                  <a:pt x="2156" y="375"/>
                  <a:pt x="2156" y="313"/>
                </a:cubicBezTo>
                <a:cubicBezTo>
                  <a:pt x="2156" y="282"/>
                  <a:pt x="2187" y="250"/>
                  <a:pt x="2249" y="250"/>
                </a:cubicBezTo>
                <a:close/>
                <a:moveTo>
                  <a:pt x="1937" y="250"/>
                </a:moveTo>
                <a:lnTo>
                  <a:pt x="1937" y="250"/>
                </a:lnTo>
                <a:cubicBezTo>
                  <a:pt x="1999" y="250"/>
                  <a:pt x="2031" y="282"/>
                  <a:pt x="2031" y="313"/>
                </a:cubicBezTo>
                <a:cubicBezTo>
                  <a:pt x="2031" y="375"/>
                  <a:pt x="1999" y="407"/>
                  <a:pt x="1937" y="407"/>
                </a:cubicBezTo>
                <a:cubicBezTo>
                  <a:pt x="1906" y="407"/>
                  <a:pt x="1843" y="375"/>
                  <a:pt x="1843" y="313"/>
                </a:cubicBezTo>
                <a:cubicBezTo>
                  <a:pt x="1843" y="282"/>
                  <a:pt x="1906" y="250"/>
                  <a:pt x="1937" y="250"/>
                </a:cubicBezTo>
                <a:close/>
                <a:moveTo>
                  <a:pt x="2343" y="2343"/>
                </a:moveTo>
                <a:lnTo>
                  <a:pt x="2343" y="2343"/>
                </a:lnTo>
                <a:cubicBezTo>
                  <a:pt x="250" y="2343"/>
                  <a:pt x="250" y="2343"/>
                  <a:pt x="250" y="2343"/>
                </a:cubicBezTo>
                <a:cubicBezTo>
                  <a:pt x="250" y="625"/>
                  <a:pt x="250" y="625"/>
                  <a:pt x="250" y="625"/>
                </a:cubicBezTo>
                <a:cubicBezTo>
                  <a:pt x="2343" y="625"/>
                  <a:pt x="2343" y="625"/>
                  <a:pt x="2343" y="625"/>
                </a:cubicBezTo>
                <a:lnTo>
                  <a:pt x="2343" y="2343"/>
                </a:lnTo>
                <a:close/>
                <a:moveTo>
                  <a:pt x="594" y="2093"/>
                </a:moveTo>
                <a:lnTo>
                  <a:pt x="594" y="2093"/>
                </a:lnTo>
                <a:cubicBezTo>
                  <a:pt x="1999" y="2093"/>
                  <a:pt x="1999" y="2093"/>
                  <a:pt x="1999" y="2093"/>
                </a:cubicBezTo>
                <a:cubicBezTo>
                  <a:pt x="2031" y="2093"/>
                  <a:pt x="2031" y="2093"/>
                  <a:pt x="2031" y="2062"/>
                </a:cubicBezTo>
                <a:lnTo>
                  <a:pt x="2031" y="2031"/>
                </a:lnTo>
                <a:cubicBezTo>
                  <a:pt x="1343" y="844"/>
                  <a:pt x="1343" y="844"/>
                  <a:pt x="1343" y="844"/>
                </a:cubicBezTo>
                <a:cubicBezTo>
                  <a:pt x="1343" y="813"/>
                  <a:pt x="1312" y="813"/>
                  <a:pt x="1312" y="813"/>
                </a:cubicBezTo>
                <a:cubicBezTo>
                  <a:pt x="1281" y="813"/>
                  <a:pt x="1281" y="813"/>
                  <a:pt x="1250" y="844"/>
                </a:cubicBezTo>
                <a:cubicBezTo>
                  <a:pt x="563" y="2031"/>
                  <a:pt x="563" y="2031"/>
                  <a:pt x="563" y="2031"/>
                </a:cubicBezTo>
                <a:cubicBezTo>
                  <a:pt x="563" y="2062"/>
                  <a:pt x="563" y="2062"/>
                  <a:pt x="563" y="2093"/>
                </a:cubicBezTo>
                <a:lnTo>
                  <a:pt x="594" y="2093"/>
                </a:lnTo>
                <a:close/>
                <a:moveTo>
                  <a:pt x="1374" y="1937"/>
                </a:moveTo>
                <a:lnTo>
                  <a:pt x="1374" y="1937"/>
                </a:lnTo>
                <a:cubicBezTo>
                  <a:pt x="1374" y="1968"/>
                  <a:pt x="1374" y="1968"/>
                  <a:pt x="1343" y="1968"/>
                </a:cubicBezTo>
                <a:cubicBezTo>
                  <a:pt x="1250" y="1968"/>
                  <a:pt x="1250" y="1968"/>
                  <a:pt x="1250" y="1968"/>
                </a:cubicBezTo>
                <a:cubicBezTo>
                  <a:pt x="1219" y="1968"/>
                  <a:pt x="1219" y="1968"/>
                  <a:pt x="1219" y="1937"/>
                </a:cubicBezTo>
                <a:cubicBezTo>
                  <a:pt x="1219" y="1843"/>
                  <a:pt x="1219" y="1843"/>
                  <a:pt x="1219" y="1843"/>
                </a:cubicBezTo>
                <a:cubicBezTo>
                  <a:pt x="1219" y="1812"/>
                  <a:pt x="1219" y="1812"/>
                  <a:pt x="1250" y="1812"/>
                </a:cubicBezTo>
                <a:cubicBezTo>
                  <a:pt x="1343" y="1812"/>
                  <a:pt x="1343" y="1812"/>
                  <a:pt x="1343" y="1812"/>
                </a:cubicBezTo>
                <a:cubicBezTo>
                  <a:pt x="1374" y="1812"/>
                  <a:pt x="1374" y="1812"/>
                  <a:pt x="1374" y="1843"/>
                </a:cubicBezTo>
                <a:lnTo>
                  <a:pt x="1374" y="1937"/>
                </a:lnTo>
                <a:close/>
                <a:moveTo>
                  <a:pt x="1219" y="1125"/>
                </a:moveTo>
                <a:lnTo>
                  <a:pt x="1219" y="1125"/>
                </a:lnTo>
                <a:cubicBezTo>
                  <a:pt x="1374" y="1125"/>
                  <a:pt x="1374" y="1125"/>
                  <a:pt x="1374" y="1125"/>
                </a:cubicBezTo>
                <a:lnTo>
                  <a:pt x="1406" y="1157"/>
                </a:lnTo>
                <a:cubicBezTo>
                  <a:pt x="1374" y="1718"/>
                  <a:pt x="1374" y="1718"/>
                  <a:pt x="1374" y="1718"/>
                </a:cubicBezTo>
                <a:cubicBezTo>
                  <a:pt x="1374" y="1749"/>
                  <a:pt x="1374" y="1749"/>
                  <a:pt x="1343" y="1749"/>
                </a:cubicBezTo>
                <a:cubicBezTo>
                  <a:pt x="1250" y="1749"/>
                  <a:pt x="1250" y="1749"/>
                  <a:pt x="1250" y="1749"/>
                </a:cubicBezTo>
                <a:cubicBezTo>
                  <a:pt x="1219" y="1749"/>
                  <a:pt x="1219" y="1749"/>
                  <a:pt x="1219" y="1718"/>
                </a:cubicBezTo>
                <a:cubicBezTo>
                  <a:pt x="1219" y="1157"/>
                  <a:pt x="1219" y="1157"/>
                  <a:pt x="1219" y="1157"/>
                </a:cubicBezTo>
                <a:lnTo>
                  <a:pt x="1219" y="1125"/>
                </a:lnTo>
                <a:close/>
                <a:moveTo>
                  <a:pt x="1219" y="1125"/>
                </a:moveTo>
                <a:lnTo>
                  <a:pt x="1219" y="1125"/>
                </a:lnTo>
                <a:close/>
              </a:path>
            </a:pathLst>
          </a:custGeom>
          <a:solidFill>
            <a:srgbClr val="48BAF8"/>
          </a:solidFill>
          <a:ln>
            <a:noFill/>
          </a:ln>
          <a:effectLst/>
        </p:spPr>
        <p:txBody>
          <a:bodyPr wrap="none" anchor="ctr"/>
          <a:lstStyle/>
          <a:p>
            <a:pPr marL="0" marR="0" lvl="0" indent="0" defTabSz="608965"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endParaRPr>
          </a:p>
        </p:txBody>
      </p:sp>
      <p:cxnSp>
        <p:nvCxnSpPr>
          <p:cNvPr id="22" name="肘形连接符 21"/>
          <p:cNvCxnSpPr/>
          <p:nvPr/>
        </p:nvCxnSpPr>
        <p:spPr>
          <a:xfrm rot="10800000" flipV="1">
            <a:off x="7755387" y="4102620"/>
            <a:ext cx="3527853" cy="875319"/>
          </a:xfrm>
          <a:prstGeom prst="bentConnector3">
            <a:avLst>
              <a:gd name="adj1" fmla="val 76697"/>
            </a:avLst>
          </a:prstGeom>
          <a:noFill/>
          <a:ln w="25400" cap="flat" cmpd="sng" algn="ctr">
            <a:solidFill>
              <a:srgbClr val="48BAF8"/>
            </a:solidFill>
            <a:prstDash val="solid"/>
            <a:headEnd type="none" w="med" len="med"/>
            <a:tailEnd type="none" w="med" len="med"/>
          </a:ln>
          <a:effectLst/>
        </p:spPr>
      </p:cxn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ppt_w</p:attrName>
                                        </p:attrNameLst>
                                      </p:cBhvr>
                                      <p:tavLst>
                                        <p:tav tm="0">
                                          <p:val>
                                            <p:fltVal val="0"/>
                                          </p:val>
                                        </p:tav>
                                        <p:tav tm="100000">
                                          <p:val>
                                            <p:strVal val="#ppt_w"/>
                                          </p:val>
                                        </p:tav>
                                      </p:tavLst>
                                    </p:anim>
                                    <p:anim calcmode="lin" valueType="num">
                                      <p:cBhvr>
                                        <p:cTn id="8" dur="500" fill="hold"/>
                                        <p:tgtEl>
                                          <p:spTgt spid="91"/>
                                        </p:tgtEl>
                                        <p:attrNameLst>
                                          <p:attrName>ppt_h</p:attrName>
                                        </p:attrNameLst>
                                      </p:cBhvr>
                                      <p:tavLst>
                                        <p:tav tm="0">
                                          <p:val>
                                            <p:fltVal val="0"/>
                                          </p:val>
                                        </p:tav>
                                        <p:tav tm="100000">
                                          <p:val>
                                            <p:strVal val="#ppt_h"/>
                                          </p:val>
                                        </p:tav>
                                      </p:tavLst>
                                    </p:anim>
                                    <p:animEffect transition="in" filter="fade">
                                      <p:cBhvr>
                                        <p:cTn id="9" dur="500"/>
                                        <p:tgtEl>
                                          <p:spTgt spid="91"/>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95"/>
                                        </p:tgtEl>
                                        <p:attrNameLst>
                                          <p:attrName>style.visibility</p:attrName>
                                        </p:attrNameLst>
                                      </p:cBhvr>
                                      <p:to>
                                        <p:strVal val="visible"/>
                                      </p:to>
                                    </p:set>
                                    <p:anim calcmode="lin" valueType="num">
                                      <p:cBhvr>
                                        <p:cTn id="13" dur="500" fill="hold"/>
                                        <p:tgtEl>
                                          <p:spTgt spid="95"/>
                                        </p:tgtEl>
                                        <p:attrNameLst>
                                          <p:attrName>ppt_w</p:attrName>
                                        </p:attrNameLst>
                                      </p:cBhvr>
                                      <p:tavLst>
                                        <p:tav tm="0">
                                          <p:val>
                                            <p:fltVal val="0"/>
                                          </p:val>
                                        </p:tav>
                                        <p:tav tm="100000">
                                          <p:val>
                                            <p:strVal val="#ppt_w"/>
                                          </p:val>
                                        </p:tav>
                                      </p:tavLst>
                                    </p:anim>
                                    <p:anim calcmode="lin" valueType="num">
                                      <p:cBhvr>
                                        <p:cTn id="14" dur="500" fill="hold"/>
                                        <p:tgtEl>
                                          <p:spTgt spid="95"/>
                                        </p:tgtEl>
                                        <p:attrNameLst>
                                          <p:attrName>ppt_h</p:attrName>
                                        </p:attrNameLst>
                                      </p:cBhvr>
                                      <p:tavLst>
                                        <p:tav tm="0">
                                          <p:val>
                                            <p:fltVal val="0"/>
                                          </p:val>
                                        </p:tav>
                                        <p:tav tm="100000">
                                          <p:val>
                                            <p:strVal val="#ppt_h"/>
                                          </p:val>
                                        </p:tav>
                                      </p:tavLst>
                                    </p:anim>
                                    <p:animEffect transition="in" filter="fade">
                                      <p:cBhvr>
                                        <p:cTn id="15" dur="500"/>
                                        <p:tgtEl>
                                          <p:spTgt spid="95"/>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500"/>
                                        <p:tgtEl>
                                          <p:spTgt spid="104"/>
                                        </p:tgtEl>
                                      </p:cBhvr>
                                    </p:animEffect>
                                  </p:childTnLst>
                                </p:cTn>
                              </p:par>
                            </p:childTnLst>
                          </p:cTn>
                        </p:par>
                        <p:par>
                          <p:cTn id="20" fill="hold">
                            <p:stCondLst>
                              <p:cond delay="1500"/>
                            </p:stCondLst>
                            <p:childTnLst>
                              <p:par>
                                <p:cTn id="21" presetID="49" presetClass="entr" presetSubtype="0" decel="100000" fill="hold" grpId="0" nodeType="afterEffect">
                                  <p:stCondLst>
                                    <p:cond delay="0"/>
                                  </p:stCondLst>
                                  <p:childTnLst>
                                    <p:set>
                                      <p:cBhvr>
                                        <p:cTn id="22" dur="1" fill="hold">
                                          <p:stCondLst>
                                            <p:cond delay="0"/>
                                          </p:stCondLst>
                                        </p:cTn>
                                        <p:tgtEl>
                                          <p:spTgt spid="117"/>
                                        </p:tgtEl>
                                        <p:attrNameLst>
                                          <p:attrName>style.visibility</p:attrName>
                                        </p:attrNameLst>
                                      </p:cBhvr>
                                      <p:to>
                                        <p:strVal val="visible"/>
                                      </p:to>
                                    </p:set>
                                    <p:anim calcmode="lin" valueType="num">
                                      <p:cBhvr>
                                        <p:cTn id="23" dur="500" fill="hold"/>
                                        <p:tgtEl>
                                          <p:spTgt spid="117"/>
                                        </p:tgtEl>
                                        <p:attrNameLst>
                                          <p:attrName>ppt_w</p:attrName>
                                        </p:attrNameLst>
                                      </p:cBhvr>
                                      <p:tavLst>
                                        <p:tav tm="0">
                                          <p:val>
                                            <p:fltVal val="0"/>
                                          </p:val>
                                        </p:tav>
                                        <p:tav tm="100000">
                                          <p:val>
                                            <p:strVal val="#ppt_w"/>
                                          </p:val>
                                        </p:tav>
                                      </p:tavLst>
                                    </p:anim>
                                    <p:anim calcmode="lin" valueType="num">
                                      <p:cBhvr>
                                        <p:cTn id="24" dur="500" fill="hold"/>
                                        <p:tgtEl>
                                          <p:spTgt spid="117"/>
                                        </p:tgtEl>
                                        <p:attrNameLst>
                                          <p:attrName>ppt_h</p:attrName>
                                        </p:attrNameLst>
                                      </p:cBhvr>
                                      <p:tavLst>
                                        <p:tav tm="0">
                                          <p:val>
                                            <p:fltVal val="0"/>
                                          </p:val>
                                        </p:tav>
                                        <p:tav tm="100000">
                                          <p:val>
                                            <p:strVal val="#ppt_h"/>
                                          </p:val>
                                        </p:tav>
                                      </p:tavLst>
                                    </p:anim>
                                    <p:anim calcmode="lin" valueType="num">
                                      <p:cBhvr>
                                        <p:cTn id="25" dur="500" fill="hold"/>
                                        <p:tgtEl>
                                          <p:spTgt spid="117"/>
                                        </p:tgtEl>
                                        <p:attrNameLst>
                                          <p:attrName>style.rotation</p:attrName>
                                        </p:attrNameLst>
                                      </p:cBhvr>
                                      <p:tavLst>
                                        <p:tav tm="0">
                                          <p:val>
                                            <p:fltVal val="360"/>
                                          </p:val>
                                        </p:tav>
                                        <p:tav tm="100000">
                                          <p:val>
                                            <p:fltVal val="0"/>
                                          </p:val>
                                        </p:tav>
                                      </p:tavLst>
                                    </p:anim>
                                    <p:animEffect transition="in" filter="fade">
                                      <p:cBhvr>
                                        <p:cTn id="26" dur="500"/>
                                        <p:tgtEl>
                                          <p:spTgt spid="117"/>
                                        </p:tgtEl>
                                      </p:cBhvr>
                                    </p:animEffect>
                                  </p:childTnLst>
                                </p:cTn>
                              </p:par>
                            </p:childTnLst>
                          </p:cTn>
                        </p:par>
                        <p:par>
                          <p:cTn id="27" fill="hold">
                            <p:stCondLst>
                              <p:cond delay="2000"/>
                            </p:stCondLst>
                            <p:childTnLst>
                              <p:par>
                                <p:cTn id="28" presetID="10" presetClass="entr" presetSubtype="0" fill="hold" grpId="0" nodeType="afterEffect">
                                  <p:stCondLst>
                                    <p:cond delay="0"/>
                                  </p:stCondLst>
                                  <p:childTnLst>
                                    <p:set>
                                      <p:cBhvr>
                                        <p:cTn id="29" dur="1" fill="hold">
                                          <p:stCondLst>
                                            <p:cond delay="0"/>
                                          </p:stCondLst>
                                        </p:cTn>
                                        <p:tgtEl>
                                          <p:spTgt spid="100"/>
                                        </p:tgtEl>
                                        <p:attrNameLst>
                                          <p:attrName>style.visibility</p:attrName>
                                        </p:attrNameLst>
                                      </p:cBhvr>
                                      <p:to>
                                        <p:strVal val="visible"/>
                                      </p:to>
                                    </p:set>
                                    <p:animEffect transition="in" filter="fade">
                                      <p:cBhvr>
                                        <p:cTn id="30" dur="500"/>
                                        <p:tgtEl>
                                          <p:spTgt spid="100"/>
                                        </p:tgtEl>
                                      </p:cBhvr>
                                    </p:animEffect>
                                  </p:childTnLst>
                                </p:cTn>
                              </p:par>
                            </p:childTnLst>
                          </p:cTn>
                        </p:par>
                        <p:par>
                          <p:cTn id="31" fill="hold">
                            <p:stCondLst>
                              <p:cond delay="2500"/>
                            </p:stCondLst>
                            <p:childTnLst>
                              <p:par>
                                <p:cTn id="32" presetID="53" presetClass="entr" presetSubtype="16" fill="hold" grpId="0" nodeType="afterEffect">
                                  <p:stCondLst>
                                    <p:cond delay="0"/>
                                  </p:stCondLst>
                                  <p:childTnLst>
                                    <p:set>
                                      <p:cBhvr>
                                        <p:cTn id="33" dur="1" fill="hold">
                                          <p:stCondLst>
                                            <p:cond delay="0"/>
                                          </p:stCondLst>
                                        </p:cTn>
                                        <p:tgtEl>
                                          <p:spTgt spid="94"/>
                                        </p:tgtEl>
                                        <p:attrNameLst>
                                          <p:attrName>style.visibility</p:attrName>
                                        </p:attrNameLst>
                                      </p:cBhvr>
                                      <p:to>
                                        <p:strVal val="visible"/>
                                      </p:to>
                                    </p:set>
                                    <p:anim calcmode="lin" valueType="num">
                                      <p:cBhvr>
                                        <p:cTn id="34" dur="500" fill="hold"/>
                                        <p:tgtEl>
                                          <p:spTgt spid="94"/>
                                        </p:tgtEl>
                                        <p:attrNameLst>
                                          <p:attrName>ppt_w</p:attrName>
                                        </p:attrNameLst>
                                      </p:cBhvr>
                                      <p:tavLst>
                                        <p:tav tm="0">
                                          <p:val>
                                            <p:fltVal val="0"/>
                                          </p:val>
                                        </p:tav>
                                        <p:tav tm="100000">
                                          <p:val>
                                            <p:strVal val="#ppt_w"/>
                                          </p:val>
                                        </p:tav>
                                      </p:tavLst>
                                    </p:anim>
                                    <p:anim calcmode="lin" valueType="num">
                                      <p:cBhvr>
                                        <p:cTn id="35" dur="500" fill="hold"/>
                                        <p:tgtEl>
                                          <p:spTgt spid="94"/>
                                        </p:tgtEl>
                                        <p:attrNameLst>
                                          <p:attrName>ppt_h</p:attrName>
                                        </p:attrNameLst>
                                      </p:cBhvr>
                                      <p:tavLst>
                                        <p:tav tm="0">
                                          <p:val>
                                            <p:fltVal val="0"/>
                                          </p:val>
                                        </p:tav>
                                        <p:tav tm="100000">
                                          <p:val>
                                            <p:strVal val="#ppt_h"/>
                                          </p:val>
                                        </p:tav>
                                      </p:tavLst>
                                    </p:anim>
                                    <p:animEffect transition="in" filter="fade">
                                      <p:cBhvr>
                                        <p:cTn id="36" dur="500"/>
                                        <p:tgtEl>
                                          <p:spTgt spid="94"/>
                                        </p:tgtEl>
                                      </p:cBhvr>
                                    </p:animEffect>
                                  </p:childTnLst>
                                </p:cTn>
                              </p:par>
                            </p:childTnLst>
                          </p:cTn>
                        </p:par>
                        <p:par>
                          <p:cTn id="37" fill="hold">
                            <p:stCondLst>
                              <p:cond delay="3000"/>
                            </p:stCondLst>
                            <p:childTnLst>
                              <p:par>
                                <p:cTn id="38" presetID="53" presetClass="entr" presetSubtype="16" fill="hold" grpId="0" nodeType="afterEffect">
                                  <p:stCondLst>
                                    <p:cond delay="0"/>
                                  </p:stCondLst>
                                  <p:childTnLst>
                                    <p:set>
                                      <p:cBhvr>
                                        <p:cTn id="39" dur="1" fill="hold">
                                          <p:stCondLst>
                                            <p:cond delay="0"/>
                                          </p:stCondLst>
                                        </p:cTn>
                                        <p:tgtEl>
                                          <p:spTgt spid="98"/>
                                        </p:tgtEl>
                                        <p:attrNameLst>
                                          <p:attrName>style.visibility</p:attrName>
                                        </p:attrNameLst>
                                      </p:cBhvr>
                                      <p:to>
                                        <p:strVal val="visible"/>
                                      </p:to>
                                    </p:set>
                                    <p:anim calcmode="lin" valueType="num">
                                      <p:cBhvr>
                                        <p:cTn id="40" dur="500" fill="hold"/>
                                        <p:tgtEl>
                                          <p:spTgt spid="98"/>
                                        </p:tgtEl>
                                        <p:attrNameLst>
                                          <p:attrName>ppt_w</p:attrName>
                                        </p:attrNameLst>
                                      </p:cBhvr>
                                      <p:tavLst>
                                        <p:tav tm="0">
                                          <p:val>
                                            <p:fltVal val="0"/>
                                          </p:val>
                                        </p:tav>
                                        <p:tav tm="100000">
                                          <p:val>
                                            <p:strVal val="#ppt_w"/>
                                          </p:val>
                                        </p:tav>
                                      </p:tavLst>
                                    </p:anim>
                                    <p:anim calcmode="lin" valueType="num">
                                      <p:cBhvr>
                                        <p:cTn id="41" dur="500" fill="hold"/>
                                        <p:tgtEl>
                                          <p:spTgt spid="98"/>
                                        </p:tgtEl>
                                        <p:attrNameLst>
                                          <p:attrName>ppt_h</p:attrName>
                                        </p:attrNameLst>
                                      </p:cBhvr>
                                      <p:tavLst>
                                        <p:tav tm="0">
                                          <p:val>
                                            <p:fltVal val="0"/>
                                          </p:val>
                                        </p:tav>
                                        <p:tav tm="100000">
                                          <p:val>
                                            <p:strVal val="#ppt_h"/>
                                          </p:val>
                                        </p:tav>
                                      </p:tavLst>
                                    </p:anim>
                                    <p:animEffect transition="in" filter="fade">
                                      <p:cBhvr>
                                        <p:cTn id="42" dur="500"/>
                                        <p:tgtEl>
                                          <p:spTgt spid="98"/>
                                        </p:tgtEl>
                                      </p:cBhvr>
                                    </p:animEffect>
                                  </p:childTnLst>
                                </p:cTn>
                              </p:par>
                            </p:childTnLst>
                          </p:cTn>
                        </p:par>
                        <p:par>
                          <p:cTn id="43" fill="hold">
                            <p:stCondLst>
                              <p:cond delay="3500"/>
                            </p:stCondLst>
                            <p:childTnLst>
                              <p:par>
                                <p:cTn id="44" presetID="10" presetClass="entr" presetSubtype="0" fill="hold" nodeType="afterEffect">
                                  <p:stCondLst>
                                    <p:cond delay="0"/>
                                  </p:stCondLst>
                                  <p:childTnLst>
                                    <p:set>
                                      <p:cBhvr>
                                        <p:cTn id="45" dur="1" fill="hold">
                                          <p:stCondLst>
                                            <p:cond delay="0"/>
                                          </p:stCondLst>
                                        </p:cTn>
                                        <p:tgtEl>
                                          <p:spTgt spid="103"/>
                                        </p:tgtEl>
                                        <p:attrNameLst>
                                          <p:attrName>style.visibility</p:attrName>
                                        </p:attrNameLst>
                                      </p:cBhvr>
                                      <p:to>
                                        <p:strVal val="visible"/>
                                      </p:to>
                                    </p:set>
                                    <p:animEffect transition="in" filter="fade">
                                      <p:cBhvr>
                                        <p:cTn id="46" dur="500"/>
                                        <p:tgtEl>
                                          <p:spTgt spid="103"/>
                                        </p:tgtEl>
                                      </p:cBhvr>
                                    </p:animEffect>
                                  </p:childTnLst>
                                </p:cTn>
                              </p:par>
                            </p:childTnLst>
                          </p:cTn>
                        </p:par>
                        <p:par>
                          <p:cTn id="47" fill="hold">
                            <p:stCondLst>
                              <p:cond delay="4000"/>
                            </p:stCondLst>
                            <p:childTnLst>
                              <p:par>
                                <p:cTn id="48" presetID="49" presetClass="entr" presetSubtype="0" decel="100000" fill="hold" grpId="0" nodeType="afterEffect">
                                  <p:stCondLst>
                                    <p:cond delay="0"/>
                                  </p:stCondLst>
                                  <p:childTnLst>
                                    <p:set>
                                      <p:cBhvr>
                                        <p:cTn id="49" dur="1" fill="hold">
                                          <p:stCondLst>
                                            <p:cond delay="0"/>
                                          </p:stCondLst>
                                        </p:cTn>
                                        <p:tgtEl>
                                          <p:spTgt spid="118"/>
                                        </p:tgtEl>
                                        <p:attrNameLst>
                                          <p:attrName>style.visibility</p:attrName>
                                        </p:attrNameLst>
                                      </p:cBhvr>
                                      <p:to>
                                        <p:strVal val="visible"/>
                                      </p:to>
                                    </p:set>
                                    <p:anim calcmode="lin" valueType="num">
                                      <p:cBhvr>
                                        <p:cTn id="50" dur="500" fill="hold"/>
                                        <p:tgtEl>
                                          <p:spTgt spid="118"/>
                                        </p:tgtEl>
                                        <p:attrNameLst>
                                          <p:attrName>ppt_w</p:attrName>
                                        </p:attrNameLst>
                                      </p:cBhvr>
                                      <p:tavLst>
                                        <p:tav tm="0">
                                          <p:val>
                                            <p:fltVal val="0"/>
                                          </p:val>
                                        </p:tav>
                                        <p:tav tm="100000">
                                          <p:val>
                                            <p:strVal val="#ppt_w"/>
                                          </p:val>
                                        </p:tav>
                                      </p:tavLst>
                                    </p:anim>
                                    <p:anim calcmode="lin" valueType="num">
                                      <p:cBhvr>
                                        <p:cTn id="51" dur="500" fill="hold"/>
                                        <p:tgtEl>
                                          <p:spTgt spid="118"/>
                                        </p:tgtEl>
                                        <p:attrNameLst>
                                          <p:attrName>ppt_h</p:attrName>
                                        </p:attrNameLst>
                                      </p:cBhvr>
                                      <p:tavLst>
                                        <p:tav tm="0">
                                          <p:val>
                                            <p:fltVal val="0"/>
                                          </p:val>
                                        </p:tav>
                                        <p:tav tm="100000">
                                          <p:val>
                                            <p:strVal val="#ppt_h"/>
                                          </p:val>
                                        </p:tav>
                                      </p:tavLst>
                                    </p:anim>
                                    <p:anim calcmode="lin" valueType="num">
                                      <p:cBhvr>
                                        <p:cTn id="52" dur="500" fill="hold"/>
                                        <p:tgtEl>
                                          <p:spTgt spid="118"/>
                                        </p:tgtEl>
                                        <p:attrNameLst>
                                          <p:attrName>style.rotation</p:attrName>
                                        </p:attrNameLst>
                                      </p:cBhvr>
                                      <p:tavLst>
                                        <p:tav tm="0">
                                          <p:val>
                                            <p:fltVal val="360"/>
                                          </p:val>
                                        </p:tav>
                                        <p:tav tm="100000">
                                          <p:val>
                                            <p:fltVal val="0"/>
                                          </p:val>
                                        </p:tav>
                                      </p:tavLst>
                                    </p:anim>
                                    <p:animEffect transition="in" filter="fade">
                                      <p:cBhvr>
                                        <p:cTn id="53" dur="500"/>
                                        <p:tgtEl>
                                          <p:spTgt spid="118"/>
                                        </p:tgtEl>
                                      </p:cBhvr>
                                    </p:animEffect>
                                  </p:childTnLst>
                                </p:cTn>
                              </p:par>
                            </p:childTnLst>
                          </p:cTn>
                        </p:par>
                        <p:par>
                          <p:cTn id="54" fill="hold">
                            <p:stCondLst>
                              <p:cond delay="4500"/>
                            </p:stCondLst>
                            <p:childTnLst>
                              <p:par>
                                <p:cTn id="55" presetID="10" presetClass="entr" presetSubtype="0" fill="hold" grpId="0" nodeType="afterEffect">
                                  <p:stCondLst>
                                    <p:cond delay="0"/>
                                  </p:stCondLst>
                                  <p:childTnLst>
                                    <p:set>
                                      <p:cBhvr>
                                        <p:cTn id="56" dur="1" fill="hold">
                                          <p:stCondLst>
                                            <p:cond delay="0"/>
                                          </p:stCondLst>
                                        </p:cTn>
                                        <p:tgtEl>
                                          <p:spTgt spid="99"/>
                                        </p:tgtEl>
                                        <p:attrNameLst>
                                          <p:attrName>style.visibility</p:attrName>
                                        </p:attrNameLst>
                                      </p:cBhvr>
                                      <p:to>
                                        <p:strVal val="visible"/>
                                      </p:to>
                                    </p:set>
                                    <p:animEffect transition="in" filter="fade">
                                      <p:cBhvr>
                                        <p:cTn id="57" dur="500"/>
                                        <p:tgtEl>
                                          <p:spTgt spid="99"/>
                                        </p:tgtEl>
                                      </p:cBhvr>
                                    </p:animEffect>
                                  </p:childTnLst>
                                </p:cTn>
                              </p:par>
                            </p:childTnLst>
                          </p:cTn>
                        </p:par>
                        <p:par>
                          <p:cTn id="58" fill="hold">
                            <p:stCondLst>
                              <p:cond delay="5000"/>
                            </p:stCondLst>
                            <p:childTnLst>
                              <p:par>
                                <p:cTn id="59" presetID="53" presetClass="entr" presetSubtype="16" fill="hold" grpId="0" nodeType="afterEffect">
                                  <p:stCondLst>
                                    <p:cond delay="0"/>
                                  </p:stCondLst>
                                  <p:childTnLst>
                                    <p:set>
                                      <p:cBhvr>
                                        <p:cTn id="60" dur="1" fill="hold">
                                          <p:stCondLst>
                                            <p:cond delay="0"/>
                                          </p:stCondLst>
                                        </p:cTn>
                                        <p:tgtEl>
                                          <p:spTgt spid="92"/>
                                        </p:tgtEl>
                                        <p:attrNameLst>
                                          <p:attrName>style.visibility</p:attrName>
                                        </p:attrNameLst>
                                      </p:cBhvr>
                                      <p:to>
                                        <p:strVal val="visible"/>
                                      </p:to>
                                    </p:set>
                                    <p:anim calcmode="lin" valueType="num">
                                      <p:cBhvr>
                                        <p:cTn id="61" dur="500" fill="hold"/>
                                        <p:tgtEl>
                                          <p:spTgt spid="92"/>
                                        </p:tgtEl>
                                        <p:attrNameLst>
                                          <p:attrName>ppt_w</p:attrName>
                                        </p:attrNameLst>
                                      </p:cBhvr>
                                      <p:tavLst>
                                        <p:tav tm="0">
                                          <p:val>
                                            <p:fltVal val="0"/>
                                          </p:val>
                                        </p:tav>
                                        <p:tav tm="100000">
                                          <p:val>
                                            <p:strVal val="#ppt_w"/>
                                          </p:val>
                                        </p:tav>
                                      </p:tavLst>
                                    </p:anim>
                                    <p:anim calcmode="lin" valueType="num">
                                      <p:cBhvr>
                                        <p:cTn id="62" dur="500" fill="hold"/>
                                        <p:tgtEl>
                                          <p:spTgt spid="92"/>
                                        </p:tgtEl>
                                        <p:attrNameLst>
                                          <p:attrName>ppt_h</p:attrName>
                                        </p:attrNameLst>
                                      </p:cBhvr>
                                      <p:tavLst>
                                        <p:tav tm="0">
                                          <p:val>
                                            <p:fltVal val="0"/>
                                          </p:val>
                                        </p:tav>
                                        <p:tav tm="100000">
                                          <p:val>
                                            <p:strVal val="#ppt_h"/>
                                          </p:val>
                                        </p:tav>
                                      </p:tavLst>
                                    </p:anim>
                                    <p:animEffect transition="in" filter="fade">
                                      <p:cBhvr>
                                        <p:cTn id="63" dur="500"/>
                                        <p:tgtEl>
                                          <p:spTgt spid="92"/>
                                        </p:tgtEl>
                                      </p:cBhvr>
                                    </p:animEffect>
                                  </p:childTnLst>
                                </p:cTn>
                              </p:par>
                            </p:childTnLst>
                          </p:cTn>
                        </p:par>
                        <p:par>
                          <p:cTn id="64" fill="hold">
                            <p:stCondLst>
                              <p:cond delay="5500"/>
                            </p:stCondLst>
                            <p:childTnLst>
                              <p:par>
                                <p:cTn id="65" presetID="53" presetClass="entr" presetSubtype="16" fill="hold" grpId="0" nodeType="afterEffect">
                                  <p:stCondLst>
                                    <p:cond delay="0"/>
                                  </p:stCondLst>
                                  <p:childTnLst>
                                    <p:set>
                                      <p:cBhvr>
                                        <p:cTn id="66" dur="1" fill="hold">
                                          <p:stCondLst>
                                            <p:cond delay="0"/>
                                          </p:stCondLst>
                                        </p:cTn>
                                        <p:tgtEl>
                                          <p:spTgt spid="96"/>
                                        </p:tgtEl>
                                        <p:attrNameLst>
                                          <p:attrName>style.visibility</p:attrName>
                                        </p:attrNameLst>
                                      </p:cBhvr>
                                      <p:to>
                                        <p:strVal val="visible"/>
                                      </p:to>
                                    </p:set>
                                    <p:anim calcmode="lin" valueType="num">
                                      <p:cBhvr>
                                        <p:cTn id="67" dur="500" fill="hold"/>
                                        <p:tgtEl>
                                          <p:spTgt spid="96"/>
                                        </p:tgtEl>
                                        <p:attrNameLst>
                                          <p:attrName>ppt_w</p:attrName>
                                        </p:attrNameLst>
                                      </p:cBhvr>
                                      <p:tavLst>
                                        <p:tav tm="0">
                                          <p:val>
                                            <p:fltVal val="0"/>
                                          </p:val>
                                        </p:tav>
                                        <p:tav tm="100000">
                                          <p:val>
                                            <p:strVal val="#ppt_w"/>
                                          </p:val>
                                        </p:tav>
                                      </p:tavLst>
                                    </p:anim>
                                    <p:anim calcmode="lin" valueType="num">
                                      <p:cBhvr>
                                        <p:cTn id="68" dur="500" fill="hold"/>
                                        <p:tgtEl>
                                          <p:spTgt spid="96"/>
                                        </p:tgtEl>
                                        <p:attrNameLst>
                                          <p:attrName>ppt_h</p:attrName>
                                        </p:attrNameLst>
                                      </p:cBhvr>
                                      <p:tavLst>
                                        <p:tav tm="0">
                                          <p:val>
                                            <p:fltVal val="0"/>
                                          </p:val>
                                        </p:tav>
                                        <p:tav tm="100000">
                                          <p:val>
                                            <p:strVal val="#ppt_h"/>
                                          </p:val>
                                        </p:tav>
                                      </p:tavLst>
                                    </p:anim>
                                    <p:animEffect transition="in" filter="fade">
                                      <p:cBhvr>
                                        <p:cTn id="69" dur="500"/>
                                        <p:tgtEl>
                                          <p:spTgt spid="96"/>
                                        </p:tgtEl>
                                      </p:cBhvr>
                                    </p:animEffect>
                                  </p:childTnLst>
                                </p:cTn>
                              </p:par>
                            </p:childTnLst>
                          </p:cTn>
                        </p:par>
                        <p:par>
                          <p:cTn id="70" fill="hold">
                            <p:stCondLst>
                              <p:cond delay="6000"/>
                            </p:stCondLst>
                            <p:childTnLst>
                              <p:par>
                                <p:cTn id="71" presetID="10" presetClass="entr" presetSubtype="0" fill="hold" nodeType="afterEffect">
                                  <p:stCondLst>
                                    <p:cond delay="0"/>
                                  </p:stCondLst>
                                  <p:childTnLst>
                                    <p:set>
                                      <p:cBhvr>
                                        <p:cTn id="72" dur="1" fill="hold">
                                          <p:stCondLst>
                                            <p:cond delay="0"/>
                                          </p:stCondLst>
                                        </p:cTn>
                                        <p:tgtEl>
                                          <p:spTgt spid="108"/>
                                        </p:tgtEl>
                                        <p:attrNameLst>
                                          <p:attrName>style.visibility</p:attrName>
                                        </p:attrNameLst>
                                      </p:cBhvr>
                                      <p:to>
                                        <p:strVal val="visible"/>
                                      </p:to>
                                    </p:set>
                                    <p:animEffect transition="in" filter="fade">
                                      <p:cBhvr>
                                        <p:cTn id="73" dur="500"/>
                                        <p:tgtEl>
                                          <p:spTgt spid="108"/>
                                        </p:tgtEl>
                                      </p:cBhvr>
                                    </p:animEffect>
                                  </p:childTnLst>
                                </p:cTn>
                              </p:par>
                            </p:childTnLst>
                          </p:cTn>
                        </p:par>
                        <p:par>
                          <p:cTn id="74" fill="hold">
                            <p:stCondLst>
                              <p:cond delay="6500"/>
                            </p:stCondLst>
                            <p:childTnLst>
                              <p:par>
                                <p:cTn id="75" presetID="10" presetClass="entr" presetSubtype="0" fill="hold" nodeType="afterEffect">
                                  <p:stCondLst>
                                    <p:cond delay="0"/>
                                  </p:stCondLst>
                                  <p:childTnLst>
                                    <p:set>
                                      <p:cBhvr>
                                        <p:cTn id="76" dur="1" fill="hold">
                                          <p:stCondLst>
                                            <p:cond delay="0"/>
                                          </p:stCondLst>
                                        </p:cTn>
                                        <p:tgtEl>
                                          <p:spTgt spid="109"/>
                                        </p:tgtEl>
                                        <p:attrNameLst>
                                          <p:attrName>style.visibility</p:attrName>
                                        </p:attrNameLst>
                                      </p:cBhvr>
                                      <p:to>
                                        <p:strVal val="visible"/>
                                      </p:to>
                                    </p:set>
                                    <p:animEffect transition="in" filter="fade">
                                      <p:cBhvr>
                                        <p:cTn id="77" dur="500"/>
                                        <p:tgtEl>
                                          <p:spTgt spid="109"/>
                                        </p:tgtEl>
                                      </p:cBhvr>
                                    </p:animEffect>
                                  </p:childTnLst>
                                </p:cTn>
                              </p:par>
                            </p:childTnLst>
                          </p:cTn>
                        </p:par>
                        <p:par>
                          <p:cTn id="78" fill="hold">
                            <p:stCondLst>
                              <p:cond delay="7000"/>
                            </p:stCondLst>
                            <p:childTnLst>
                              <p:par>
                                <p:cTn id="79" presetID="10" presetClass="entr" presetSubtype="0" fill="hold" nodeType="afterEffect">
                                  <p:stCondLst>
                                    <p:cond delay="0"/>
                                  </p:stCondLst>
                                  <p:childTnLst>
                                    <p:set>
                                      <p:cBhvr>
                                        <p:cTn id="80" dur="1" fill="hold">
                                          <p:stCondLst>
                                            <p:cond delay="0"/>
                                          </p:stCondLst>
                                        </p:cTn>
                                        <p:tgtEl>
                                          <p:spTgt spid="110"/>
                                        </p:tgtEl>
                                        <p:attrNameLst>
                                          <p:attrName>style.visibility</p:attrName>
                                        </p:attrNameLst>
                                      </p:cBhvr>
                                      <p:to>
                                        <p:strVal val="visible"/>
                                      </p:to>
                                    </p:set>
                                    <p:animEffect transition="in" filter="fade">
                                      <p:cBhvr>
                                        <p:cTn id="81" dur="500"/>
                                        <p:tgtEl>
                                          <p:spTgt spid="110"/>
                                        </p:tgtEl>
                                      </p:cBhvr>
                                    </p:animEffect>
                                  </p:childTnLst>
                                </p:cTn>
                              </p:par>
                            </p:childTnLst>
                          </p:cTn>
                        </p:par>
                        <p:par>
                          <p:cTn id="82" fill="hold">
                            <p:stCondLst>
                              <p:cond delay="7500"/>
                            </p:stCondLst>
                            <p:childTnLst>
                              <p:par>
                                <p:cTn id="83" presetID="10" presetClass="entr" presetSubtype="0" fill="hold" nodeType="afterEffect">
                                  <p:stCondLst>
                                    <p:cond delay="0"/>
                                  </p:stCondLst>
                                  <p:childTnLst>
                                    <p:set>
                                      <p:cBhvr>
                                        <p:cTn id="84" dur="1" fill="hold">
                                          <p:stCondLst>
                                            <p:cond delay="0"/>
                                          </p:stCondLst>
                                        </p:cTn>
                                        <p:tgtEl>
                                          <p:spTgt spid="111"/>
                                        </p:tgtEl>
                                        <p:attrNameLst>
                                          <p:attrName>style.visibility</p:attrName>
                                        </p:attrNameLst>
                                      </p:cBhvr>
                                      <p:to>
                                        <p:strVal val="visible"/>
                                      </p:to>
                                    </p:set>
                                    <p:animEffect transition="in" filter="fade">
                                      <p:cBhvr>
                                        <p:cTn id="85" dur="500"/>
                                        <p:tgtEl>
                                          <p:spTgt spid="111"/>
                                        </p:tgtEl>
                                      </p:cBhvr>
                                    </p:animEffect>
                                  </p:childTnLst>
                                </p:cTn>
                              </p:par>
                            </p:childTnLst>
                          </p:cTn>
                        </p:par>
                        <p:par>
                          <p:cTn id="86" fill="hold">
                            <p:stCondLst>
                              <p:cond delay="8000"/>
                            </p:stCondLst>
                            <p:childTnLst>
                              <p:par>
                                <p:cTn id="87" presetID="49" presetClass="entr" presetSubtype="0" decel="100000" fill="hold" grpId="0" nodeType="afterEffect">
                                  <p:stCondLst>
                                    <p:cond delay="0"/>
                                  </p:stCondLst>
                                  <p:childTnLst>
                                    <p:set>
                                      <p:cBhvr>
                                        <p:cTn id="88" dur="1" fill="hold">
                                          <p:stCondLst>
                                            <p:cond delay="0"/>
                                          </p:stCondLst>
                                        </p:cTn>
                                        <p:tgtEl>
                                          <p:spTgt spid="119"/>
                                        </p:tgtEl>
                                        <p:attrNameLst>
                                          <p:attrName>style.visibility</p:attrName>
                                        </p:attrNameLst>
                                      </p:cBhvr>
                                      <p:to>
                                        <p:strVal val="visible"/>
                                      </p:to>
                                    </p:set>
                                    <p:anim calcmode="lin" valueType="num">
                                      <p:cBhvr>
                                        <p:cTn id="89" dur="500" fill="hold"/>
                                        <p:tgtEl>
                                          <p:spTgt spid="119"/>
                                        </p:tgtEl>
                                        <p:attrNameLst>
                                          <p:attrName>ppt_w</p:attrName>
                                        </p:attrNameLst>
                                      </p:cBhvr>
                                      <p:tavLst>
                                        <p:tav tm="0">
                                          <p:val>
                                            <p:fltVal val="0"/>
                                          </p:val>
                                        </p:tav>
                                        <p:tav tm="100000">
                                          <p:val>
                                            <p:strVal val="#ppt_w"/>
                                          </p:val>
                                        </p:tav>
                                      </p:tavLst>
                                    </p:anim>
                                    <p:anim calcmode="lin" valueType="num">
                                      <p:cBhvr>
                                        <p:cTn id="90" dur="500" fill="hold"/>
                                        <p:tgtEl>
                                          <p:spTgt spid="119"/>
                                        </p:tgtEl>
                                        <p:attrNameLst>
                                          <p:attrName>ppt_h</p:attrName>
                                        </p:attrNameLst>
                                      </p:cBhvr>
                                      <p:tavLst>
                                        <p:tav tm="0">
                                          <p:val>
                                            <p:fltVal val="0"/>
                                          </p:val>
                                        </p:tav>
                                        <p:tav tm="100000">
                                          <p:val>
                                            <p:strVal val="#ppt_h"/>
                                          </p:val>
                                        </p:tav>
                                      </p:tavLst>
                                    </p:anim>
                                    <p:anim calcmode="lin" valueType="num">
                                      <p:cBhvr>
                                        <p:cTn id="91" dur="500" fill="hold"/>
                                        <p:tgtEl>
                                          <p:spTgt spid="119"/>
                                        </p:tgtEl>
                                        <p:attrNameLst>
                                          <p:attrName>style.rotation</p:attrName>
                                        </p:attrNameLst>
                                      </p:cBhvr>
                                      <p:tavLst>
                                        <p:tav tm="0">
                                          <p:val>
                                            <p:fltVal val="360"/>
                                          </p:val>
                                        </p:tav>
                                        <p:tav tm="100000">
                                          <p:val>
                                            <p:fltVal val="0"/>
                                          </p:val>
                                        </p:tav>
                                      </p:tavLst>
                                    </p:anim>
                                    <p:animEffect transition="in" filter="fade">
                                      <p:cBhvr>
                                        <p:cTn id="92" dur="500"/>
                                        <p:tgtEl>
                                          <p:spTgt spid="119"/>
                                        </p:tgtEl>
                                      </p:cBhvr>
                                    </p:animEffect>
                                  </p:childTnLst>
                                </p:cTn>
                              </p:par>
                            </p:childTnLst>
                          </p:cTn>
                        </p:par>
                        <p:par>
                          <p:cTn id="93" fill="hold">
                            <p:stCondLst>
                              <p:cond delay="8500"/>
                            </p:stCondLst>
                            <p:childTnLst>
                              <p:par>
                                <p:cTn id="94" presetID="10" presetClass="entr" presetSubtype="0" fill="hold" grpId="0" nodeType="afterEffect">
                                  <p:stCondLst>
                                    <p:cond delay="0"/>
                                  </p:stCondLst>
                                  <p:childTnLst>
                                    <p:set>
                                      <p:cBhvr>
                                        <p:cTn id="95" dur="1" fill="hold">
                                          <p:stCondLst>
                                            <p:cond delay="0"/>
                                          </p:stCondLst>
                                        </p:cTn>
                                        <p:tgtEl>
                                          <p:spTgt spid="101"/>
                                        </p:tgtEl>
                                        <p:attrNameLst>
                                          <p:attrName>style.visibility</p:attrName>
                                        </p:attrNameLst>
                                      </p:cBhvr>
                                      <p:to>
                                        <p:strVal val="visible"/>
                                      </p:to>
                                    </p:set>
                                    <p:animEffect transition="in" filter="fade">
                                      <p:cBhvr>
                                        <p:cTn id="96" dur="500"/>
                                        <p:tgtEl>
                                          <p:spTgt spid="101"/>
                                        </p:tgtEl>
                                      </p:cBhvr>
                                    </p:animEffect>
                                  </p:childTnLst>
                                </p:cTn>
                              </p:par>
                            </p:childTnLst>
                          </p:cTn>
                        </p:par>
                        <p:par>
                          <p:cTn id="97" fill="hold">
                            <p:stCondLst>
                              <p:cond delay="9000"/>
                            </p:stCondLst>
                            <p:childTnLst>
                              <p:par>
                                <p:cTn id="98" presetID="53" presetClass="entr" presetSubtype="16" fill="hold" grpId="0" nodeType="afterEffect">
                                  <p:stCondLst>
                                    <p:cond delay="0"/>
                                  </p:stCondLst>
                                  <p:childTnLst>
                                    <p:set>
                                      <p:cBhvr>
                                        <p:cTn id="99" dur="1" fill="hold">
                                          <p:stCondLst>
                                            <p:cond delay="0"/>
                                          </p:stCondLst>
                                        </p:cTn>
                                        <p:tgtEl>
                                          <p:spTgt spid="93"/>
                                        </p:tgtEl>
                                        <p:attrNameLst>
                                          <p:attrName>style.visibility</p:attrName>
                                        </p:attrNameLst>
                                      </p:cBhvr>
                                      <p:to>
                                        <p:strVal val="visible"/>
                                      </p:to>
                                    </p:set>
                                    <p:anim calcmode="lin" valueType="num">
                                      <p:cBhvr>
                                        <p:cTn id="100" dur="500" fill="hold"/>
                                        <p:tgtEl>
                                          <p:spTgt spid="93"/>
                                        </p:tgtEl>
                                        <p:attrNameLst>
                                          <p:attrName>ppt_w</p:attrName>
                                        </p:attrNameLst>
                                      </p:cBhvr>
                                      <p:tavLst>
                                        <p:tav tm="0">
                                          <p:val>
                                            <p:fltVal val="0"/>
                                          </p:val>
                                        </p:tav>
                                        <p:tav tm="100000">
                                          <p:val>
                                            <p:strVal val="#ppt_w"/>
                                          </p:val>
                                        </p:tav>
                                      </p:tavLst>
                                    </p:anim>
                                    <p:anim calcmode="lin" valueType="num">
                                      <p:cBhvr>
                                        <p:cTn id="101" dur="500" fill="hold"/>
                                        <p:tgtEl>
                                          <p:spTgt spid="93"/>
                                        </p:tgtEl>
                                        <p:attrNameLst>
                                          <p:attrName>ppt_h</p:attrName>
                                        </p:attrNameLst>
                                      </p:cBhvr>
                                      <p:tavLst>
                                        <p:tav tm="0">
                                          <p:val>
                                            <p:fltVal val="0"/>
                                          </p:val>
                                        </p:tav>
                                        <p:tav tm="100000">
                                          <p:val>
                                            <p:strVal val="#ppt_h"/>
                                          </p:val>
                                        </p:tav>
                                      </p:tavLst>
                                    </p:anim>
                                    <p:animEffect transition="in" filter="fade">
                                      <p:cBhvr>
                                        <p:cTn id="102" dur="500"/>
                                        <p:tgtEl>
                                          <p:spTgt spid="93"/>
                                        </p:tgtEl>
                                      </p:cBhvr>
                                    </p:animEffect>
                                  </p:childTnLst>
                                </p:cTn>
                              </p:par>
                            </p:childTnLst>
                          </p:cTn>
                        </p:par>
                        <p:par>
                          <p:cTn id="103" fill="hold">
                            <p:stCondLst>
                              <p:cond delay="9500"/>
                            </p:stCondLst>
                            <p:childTnLst>
                              <p:par>
                                <p:cTn id="104" presetID="53" presetClass="entr" presetSubtype="16" fill="hold" grpId="0" nodeType="afterEffect">
                                  <p:stCondLst>
                                    <p:cond delay="0"/>
                                  </p:stCondLst>
                                  <p:childTnLst>
                                    <p:set>
                                      <p:cBhvr>
                                        <p:cTn id="105" dur="1" fill="hold">
                                          <p:stCondLst>
                                            <p:cond delay="0"/>
                                          </p:stCondLst>
                                        </p:cTn>
                                        <p:tgtEl>
                                          <p:spTgt spid="97"/>
                                        </p:tgtEl>
                                        <p:attrNameLst>
                                          <p:attrName>style.visibility</p:attrName>
                                        </p:attrNameLst>
                                      </p:cBhvr>
                                      <p:to>
                                        <p:strVal val="visible"/>
                                      </p:to>
                                    </p:set>
                                    <p:anim calcmode="lin" valueType="num">
                                      <p:cBhvr>
                                        <p:cTn id="106" dur="500" fill="hold"/>
                                        <p:tgtEl>
                                          <p:spTgt spid="97"/>
                                        </p:tgtEl>
                                        <p:attrNameLst>
                                          <p:attrName>ppt_w</p:attrName>
                                        </p:attrNameLst>
                                      </p:cBhvr>
                                      <p:tavLst>
                                        <p:tav tm="0">
                                          <p:val>
                                            <p:fltVal val="0"/>
                                          </p:val>
                                        </p:tav>
                                        <p:tav tm="100000">
                                          <p:val>
                                            <p:strVal val="#ppt_w"/>
                                          </p:val>
                                        </p:tav>
                                      </p:tavLst>
                                    </p:anim>
                                    <p:anim calcmode="lin" valueType="num">
                                      <p:cBhvr>
                                        <p:cTn id="107" dur="500" fill="hold"/>
                                        <p:tgtEl>
                                          <p:spTgt spid="97"/>
                                        </p:tgtEl>
                                        <p:attrNameLst>
                                          <p:attrName>ppt_h</p:attrName>
                                        </p:attrNameLst>
                                      </p:cBhvr>
                                      <p:tavLst>
                                        <p:tav tm="0">
                                          <p:val>
                                            <p:fltVal val="0"/>
                                          </p:val>
                                        </p:tav>
                                        <p:tav tm="100000">
                                          <p:val>
                                            <p:strVal val="#ppt_h"/>
                                          </p:val>
                                        </p:tav>
                                      </p:tavLst>
                                    </p:anim>
                                    <p:animEffect transition="in" filter="fade">
                                      <p:cBhvr>
                                        <p:cTn id="108" dur="500"/>
                                        <p:tgtEl>
                                          <p:spTgt spid="97"/>
                                        </p:tgtEl>
                                      </p:cBhvr>
                                    </p:animEffect>
                                  </p:childTnLst>
                                </p:cTn>
                              </p:par>
                            </p:childTnLst>
                          </p:cTn>
                        </p:par>
                        <p:par>
                          <p:cTn id="109" fill="hold">
                            <p:stCondLst>
                              <p:cond delay="10000"/>
                            </p:stCondLst>
                            <p:childTnLst>
                              <p:par>
                                <p:cTn id="110" presetID="10" presetClass="entr" presetSubtype="0" fill="hold" nodeType="afterEffect">
                                  <p:stCondLst>
                                    <p:cond delay="0"/>
                                  </p:stCondLst>
                                  <p:childTnLst>
                                    <p:set>
                                      <p:cBhvr>
                                        <p:cTn id="111" dur="1" fill="hold">
                                          <p:stCondLst>
                                            <p:cond delay="0"/>
                                          </p:stCondLst>
                                        </p:cTn>
                                        <p:tgtEl>
                                          <p:spTgt spid="116"/>
                                        </p:tgtEl>
                                        <p:attrNameLst>
                                          <p:attrName>style.visibility</p:attrName>
                                        </p:attrNameLst>
                                      </p:cBhvr>
                                      <p:to>
                                        <p:strVal val="visible"/>
                                      </p:to>
                                    </p:set>
                                    <p:animEffect transition="in" filter="fade">
                                      <p:cBhvr>
                                        <p:cTn id="112" dur="500"/>
                                        <p:tgtEl>
                                          <p:spTgt spid="116"/>
                                        </p:tgtEl>
                                      </p:cBhvr>
                                    </p:animEffect>
                                  </p:childTnLst>
                                </p:cTn>
                              </p:par>
                            </p:childTnLst>
                          </p:cTn>
                        </p:par>
                        <p:par>
                          <p:cTn id="113" fill="hold">
                            <p:stCondLst>
                              <p:cond delay="10500"/>
                            </p:stCondLst>
                            <p:childTnLst>
                              <p:par>
                                <p:cTn id="114" presetID="49" presetClass="entr" presetSubtype="0" decel="100000" fill="hold" grpId="0" nodeType="afterEffect">
                                  <p:stCondLst>
                                    <p:cond delay="0"/>
                                  </p:stCondLst>
                                  <p:childTnLst>
                                    <p:set>
                                      <p:cBhvr>
                                        <p:cTn id="115" dur="1" fill="hold">
                                          <p:stCondLst>
                                            <p:cond delay="0"/>
                                          </p:stCondLst>
                                        </p:cTn>
                                        <p:tgtEl>
                                          <p:spTgt spid="120"/>
                                        </p:tgtEl>
                                        <p:attrNameLst>
                                          <p:attrName>style.visibility</p:attrName>
                                        </p:attrNameLst>
                                      </p:cBhvr>
                                      <p:to>
                                        <p:strVal val="visible"/>
                                      </p:to>
                                    </p:set>
                                    <p:anim calcmode="lin" valueType="num">
                                      <p:cBhvr>
                                        <p:cTn id="116" dur="500" fill="hold"/>
                                        <p:tgtEl>
                                          <p:spTgt spid="120"/>
                                        </p:tgtEl>
                                        <p:attrNameLst>
                                          <p:attrName>ppt_w</p:attrName>
                                        </p:attrNameLst>
                                      </p:cBhvr>
                                      <p:tavLst>
                                        <p:tav tm="0">
                                          <p:val>
                                            <p:fltVal val="0"/>
                                          </p:val>
                                        </p:tav>
                                        <p:tav tm="100000">
                                          <p:val>
                                            <p:strVal val="#ppt_w"/>
                                          </p:val>
                                        </p:tav>
                                      </p:tavLst>
                                    </p:anim>
                                    <p:anim calcmode="lin" valueType="num">
                                      <p:cBhvr>
                                        <p:cTn id="117" dur="500" fill="hold"/>
                                        <p:tgtEl>
                                          <p:spTgt spid="120"/>
                                        </p:tgtEl>
                                        <p:attrNameLst>
                                          <p:attrName>ppt_h</p:attrName>
                                        </p:attrNameLst>
                                      </p:cBhvr>
                                      <p:tavLst>
                                        <p:tav tm="0">
                                          <p:val>
                                            <p:fltVal val="0"/>
                                          </p:val>
                                        </p:tav>
                                        <p:tav tm="100000">
                                          <p:val>
                                            <p:strVal val="#ppt_h"/>
                                          </p:val>
                                        </p:tav>
                                      </p:tavLst>
                                    </p:anim>
                                    <p:anim calcmode="lin" valueType="num">
                                      <p:cBhvr>
                                        <p:cTn id="118" dur="500" fill="hold"/>
                                        <p:tgtEl>
                                          <p:spTgt spid="120"/>
                                        </p:tgtEl>
                                        <p:attrNameLst>
                                          <p:attrName>style.rotation</p:attrName>
                                        </p:attrNameLst>
                                      </p:cBhvr>
                                      <p:tavLst>
                                        <p:tav tm="0">
                                          <p:val>
                                            <p:fltVal val="360"/>
                                          </p:val>
                                        </p:tav>
                                        <p:tav tm="100000">
                                          <p:val>
                                            <p:fltVal val="0"/>
                                          </p:val>
                                        </p:tav>
                                      </p:tavLst>
                                    </p:anim>
                                    <p:animEffect transition="in" filter="fade">
                                      <p:cBhvr>
                                        <p:cTn id="119" dur="500"/>
                                        <p:tgtEl>
                                          <p:spTgt spid="120"/>
                                        </p:tgtEl>
                                      </p:cBhvr>
                                    </p:animEffect>
                                  </p:childTnLst>
                                </p:cTn>
                              </p:par>
                            </p:childTnLst>
                          </p:cTn>
                        </p:par>
                        <p:par>
                          <p:cTn id="120" fill="hold">
                            <p:stCondLst>
                              <p:cond delay="11000"/>
                            </p:stCondLst>
                            <p:childTnLst>
                              <p:par>
                                <p:cTn id="121" presetID="10" presetClass="entr" presetSubtype="0" fill="hold" grpId="0" nodeType="afterEffect">
                                  <p:stCondLst>
                                    <p:cond delay="0"/>
                                  </p:stCondLst>
                                  <p:childTnLst>
                                    <p:set>
                                      <p:cBhvr>
                                        <p:cTn id="122" dur="1" fill="hold">
                                          <p:stCondLst>
                                            <p:cond delay="0"/>
                                          </p:stCondLst>
                                        </p:cTn>
                                        <p:tgtEl>
                                          <p:spTgt spid="102"/>
                                        </p:tgtEl>
                                        <p:attrNameLst>
                                          <p:attrName>style.visibility</p:attrName>
                                        </p:attrNameLst>
                                      </p:cBhvr>
                                      <p:to>
                                        <p:strVal val="visible"/>
                                      </p:to>
                                    </p:set>
                                    <p:animEffect transition="in" filter="fade">
                                      <p:cBhvr>
                                        <p:cTn id="123"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2" grpId="0" animBg="1"/>
      <p:bldP spid="93" grpId="0" animBg="1"/>
      <p:bldP spid="94" grpId="0" animBg="1"/>
      <p:bldP spid="95" grpId="0"/>
      <p:bldP spid="96" grpId="0"/>
      <p:bldP spid="97" grpId="0"/>
      <p:bldP spid="98" grpId="0"/>
      <p:bldP spid="99" grpId="0"/>
      <p:bldP spid="100" grpId="0"/>
      <p:bldP spid="101" grpId="0"/>
      <p:bldP spid="102" grpId="0"/>
      <p:bldP spid="117" grpId="0" animBg="1"/>
      <p:bldP spid="118" grpId="0" animBg="1"/>
      <p:bldP spid="119" grpId="0" animBg="1"/>
      <p:bldP spid="12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057925" y="3073436"/>
            <a:ext cx="2247768" cy="1048740"/>
            <a:chOff x="2133329" y="4958307"/>
            <a:chExt cx="2518134" cy="1048740"/>
          </a:xfrm>
        </p:grpSpPr>
        <p:sp>
          <p:nvSpPr>
            <p:cNvPr id="3" name="文本框 2"/>
            <p:cNvSpPr txBox="1"/>
            <p:nvPr/>
          </p:nvSpPr>
          <p:spPr>
            <a:xfrm>
              <a:off x="2133329" y="5295827"/>
              <a:ext cx="2518134" cy="711220"/>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a:t>
              </a: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a:p>
              <a:pPr>
                <a:lnSpc>
                  <a:spcPct val="114000"/>
                </a:lnSpc>
              </a:pP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4" name="文本框 3"/>
            <p:cNvSpPr txBox="1"/>
            <p:nvPr/>
          </p:nvSpPr>
          <p:spPr>
            <a:xfrm>
              <a:off x="2145095" y="4958307"/>
              <a:ext cx="1633967" cy="362792"/>
            </a:xfrm>
            <a:prstGeom prst="rect">
              <a:avLst/>
            </a:prstGeom>
            <a:noFill/>
          </p:spPr>
          <p:txBody>
            <a:bodyPr wrap="square" rtlCol="0">
              <a:spAutoFit/>
              <a:scene3d>
                <a:camera prst="orthographicFront"/>
                <a:lightRig rig="threePt" dir="t"/>
              </a:scene3d>
              <a:sp3d contourW="12700"/>
            </a:bodyPr>
            <a:lstStyle/>
            <a:p>
              <a:pPr>
                <a:lnSpc>
                  <a:spcPct val="120000"/>
                </a:lnSpc>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rPr>
                <a:t>2022</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endParaRPr>
            </a:p>
          </p:txBody>
        </p:sp>
      </p:grpSp>
      <p:grpSp>
        <p:nvGrpSpPr>
          <p:cNvPr id="5" name="组合 4"/>
          <p:cNvGrpSpPr/>
          <p:nvPr/>
        </p:nvGrpSpPr>
        <p:grpSpPr>
          <a:xfrm>
            <a:off x="1505591" y="5100998"/>
            <a:ext cx="2176641" cy="1048740"/>
            <a:chOff x="2133329" y="4958307"/>
            <a:chExt cx="2518134" cy="1048740"/>
          </a:xfrm>
        </p:grpSpPr>
        <p:sp>
          <p:nvSpPr>
            <p:cNvPr id="6" name="文本框 5"/>
            <p:cNvSpPr txBox="1"/>
            <p:nvPr/>
          </p:nvSpPr>
          <p:spPr>
            <a:xfrm>
              <a:off x="2133329" y="5295827"/>
              <a:ext cx="2518134" cy="711220"/>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a:t>
              </a: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a:p>
              <a:pPr>
                <a:lnSpc>
                  <a:spcPct val="114000"/>
                </a:lnSpc>
              </a:pP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7" name="文本框 6"/>
            <p:cNvSpPr txBox="1"/>
            <p:nvPr/>
          </p:nvSpPr>
          <p:spPr>
            <a:xfrm>
              <a:off x="2145095" y="4958307"/>
              <a:ext cx="1633967" cy="389402"/>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b="1" dirty="0">
                  <a:solidFill>
                    <a:srgbClr val="015BAB"/>
                  </a:solidFill>
                  <a:latin typeface="微软雅黑" panose="020B0503020204020204" pitchFamily="34" charset="-122"/>
                  <a:ea typeface="微软雅黑" panose="020B0503020204020204" pitchFamily="34" charset="-122"/>
                  <a:cs typeface="+mn-ea"/>
                  <a:sym typeface="字魂59号-创粗黑" panose="00000500000000000000" pitchFamily="2" charset="-122"/>
                </a:rPr>
                <a:t>2022</a:t>
              </a:r>
              <a:endParaRPr lang="en-US" altLang="zh-CN" b="1" dirty="0">
                <a:solidFill>
                  <a:srgbClr val="015BAB"/>
                </a:solidFill>
                <a:latin typeface="微软雅黑" panose="020B0503020204020204" pitchFamily="34" charset="-122"/>
                <a:ea typeface="微软雅黑" panose="020B0503020204020204" pitchFamily="34" charset="-122"/>
                <a:cs typeface="+mn-ea"/>
                <a:sym typeface="字魂59号-创粗黑" panose="00000500000000000000" pitchFamily="2" charset="-122"/>
              </a:endParaRPr>
            </a:p>
          </p:txBody>
        </p:sp>
      </p:grpSp>
      <p:grpSp>
        <p:nvGrpSpPr>
          <p:cNvPr id="8" name="组合 7"/>
          <p:cNvGrpSpPr/>
          <p:nvPr/>
        </p:nvGrpSpPr>
        <p:grpSpPr>
          <a:xfrm>
            <a:off x="5196677" y="4932519"/>
            <a:ext cx="2176641" cy="1048740"/>
            <a:chOff x="2133329" y="4958307"/>
            <a:chExt cx="2518134" cy="1048740"/>
          </a:xfrm>
        </p:grpSpPr>
        <p:sp>
          <p:nvSpPr>
            <p:cNvPr id="9" name="文本框 8"/>
            <p:cNvSpPr txBox="1"/>
            <p:nvPr/>
          </p:nvSpPr>
          <p:spPr>
            <a:xfrm>
              <a:off x="2133329" y="5295827"/>
              <a:ext cx="2518134" cy="711220"/>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a:t>
              </a: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a:p>
              <a:pPr>
                <a:lnSpc>
                  <a:spcPct val="114000"/>
                </a:lnSpc>
              </a:pP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10" name="文本框 9"/>
            <p:cNvSpPr txBox="1"/>
            <p:nvPr/>
          </p:nvSpPr>
          <p:spPr>
            <a:xfrm>
              <a:off x="2145095" y="4958307"/>
              <a:ext cx="1633967" cy="362792"/>
            </a:xfrm>
            <a:prstGeom prst="rect">
              <a:avLst/>
            </a:prstGeom>
            <a:noFill/>
          </p:spPr>
          <p:txBody>
            <a:bodyPr wrap="square" rtlCol="0">
              <a:spAutoFit/>
              <a:scene3d>
                <a:camera prst="orthographicFront"/>
                <a:lightRig rig="threePt" dir="t"/>
              </a:scene3d>
              <a:sp3d contourW="12700"/>
            </a:bodyPr>
            <a:lstStyle/>
            <a:p>
              <a:pPr>
                <a:lnSpc>
                  <a:spcPct val="120000"/>
                </a:lnSpc>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rPr>
                <a:t>2022</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endParaRPr>
            </a:p>
          </p:txBody>
        </p:sp>
      </p:grpSp>
      <p:grpSp>
        <p:nvGrpSpPr>
          <p:cNvPr id="11" name="组合 10"/>
          <p:cNvGrpSpPr/>
          <p:nvPr/>
        </p:nvGrpSpPr>
        <p:grpSpPr>
          <a:xfrm>
            <a:off x="6529441" y="2598417"/>
            <a:ext cx="2176641" cy="1048740"/>
            <a:chOff x="2133329" y="4958307"/>
            <a:chExt cx="2518134" cy="1048740"/>
          </a:xfrm>
        </p:grpSpPr>
        <p:sp>
          <p:nvSpPr>
            <p:cNvPr id="12" name="文本框 11"/>
            <p:cNvSpPr txBox="1"/>
            <p:nvPr/>
          </p:nvSpPr>
          <p:spPr>
            <a:xfrm>
              <a:off x="2133329" y="5295827"/>
              <a:ext cx="2518134" cy="711220"/>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a:t>
              </a: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a:p>
              <a:pPr>
                <a:lnSpc>
                  <a:spcPct val="114000"/>
                </a:lnSpc>
              </a:pP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13" name="文本框 12"/>
            <p:cNvSpPr txBox="1"/>
            <p:nvPr/>
          </p:nvSpPr>
          <p:spPr>
            <a:xfrm>
              <a:off x="2145095" y="4958307"/>
              <a:ext cx="1633967" cy="362792"/>
            </a:xfrm>
            <a:prstGeom prst="rect">
              <a:avLst/>
            </a:prstGeom>
            <a:noFill/>
          </p:spPr>
          <p:txBody>
            <a:bodyPr wrap="square" rtlCol="0">
              <a:spAutoFit/>
              <a:scene3d>
                <a:camera prst="orthographicFront"/>
                <a:lightRig rig="threePt" dir="t"/>
              </a:scene3d>
              <a:sp3d contourW="12700"/>
            </a:bodyPr>
            <a:lstStyle/>
            <a:p>
              <a:pPr>
                <a:lnSpc>
                  <a:spcPct val="120000"/>
                </a:lnSpc>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rPr>
                <a:t>2022</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endParaRPr>
            </a:p>
          </p:txBody>
        </p:sp>
      </p:grpSp>
      <p:grpSp>
        <p:nvGrpSpPr>
          <p:cNvPr id="14" name="组合 13"/>
          <p:cNvGrpSpPr/>
          <p:nvPr/>
        </p:nvGrpSpPr>
        <p:grpSpPr>
          <a:xfrm>
            <a:off x="9027469" y="3775819"/>
            <a:ext cx="2176641" cy="1048740"/>
            <a:chOff x="2133329" y="4958307"/>
            <a:chExt cx="2518134" cy="1048740"/>
          </a:xfrm>
        </p:grpSpPr>
        <p:sp>
          <p:nvSpPr>
            <p:cNvPr id="15" name="文本框 14"/>
            <p:cNvSpPr txBox="1"/>
            <p:nvPr/>
          </p:nvSpPr>
          <p:spPr>
            <a:xfrm>
              <a:off x="2133329" y="5295827"/>
              <a:ext cx="2518134" cy="711220"/>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a:t>
              </a: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a:p>
              <a:pPr>
                <a:lnSpc>
                  <a:spcPct val="114000"/>
                </a:lnSpc>
              </a:pP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16" name="文本框 15"/>
            <p:cNvSpPr txBox="1"/>
            <p:nvPr/>
          </p:nvSpPr>
          <p:spPr>
            <a:xfrm>
              <a:off x="2145095" y="4958307"/>
              <a:ext cx="1633967" cy="362792"/>
            </a:xfrm>
            <a:prstGeom prst="rect">
              <a:avLst/>
            </a:prstGeom>
            <a:noFill/>
          </p:spPr>
          <p:txBody>
            <a:bodyPr wrap="square" rtlCol="0">
              <a:spAutoFit/>
              <a:scene3d>
                <a:camera prst="orthographicFront"/>
                <a:lightRig rig="threePt" dir="t"/>
              </a:scene3d>
              <a:sp3d contourW="12700"/>
            </a:bodyPr>
            <a:lstStyle/>
            <a:p>
              <a:pPr>
                <a:lnSpc>
                  <a:spcPct val="120000"/>
                </a:lnSpc>
                <a:defRPr/>
              </a:pP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rPr>
                <a:t>2022</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字魂59号-创粗黑" panose="00000500000000000000" pitchFamily="2" charset="-122"/>
              </a:endParaRPr>
            </a:p>
          </p:txBody>
        </p:sp>
      </p:grpSp>
      <p:grpSp>
        <p:nvGrpSpPr>
          <p:cNvPr id="17" name="组合 16"/>
          <p:cNvGrpSpPr/>
          <p:nvPr/>
        </p:nvGrpSpPr>
        <p:grpSpPr>
          <a:xfrm>
            <a:off x="8881167" y="1295203"/>
            <a:ext cx="2074482" cy="864139"/>
            <a:chOff x="2133330" y="4958307"/>
            <a:chExt cx="2124037" cy="864139"/>
          </a:xfrm>
        </p:grpSpPr>
        <p:sp>
          <p:nvSpPr>
            <p:cNvPr id="18" name="文本框 17"/>
            <p:cNvSpPr txBox="1"/>
            <p:nvPr/>
          </p:nvSpPr>
          <p:spPr>
            <a:xfrm>
              <a:off x="2133330" y="5295827"/>
              <a:ext cx="2124037" cy="526619"/>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a:t>
              </a:r>
              <a:endParaRPr lang="en-US" altLang="zh-CN" sz="1000" dirty="0">
                <a:solidFill>
                  <a:schemeClr val="tx1">
                    <a:lumMod val="50000"/>
                    <a:lumOff val="50000"/>
                  </a:schemeClr>
                </a:solidFill>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19" name="文本框 18"/>
            <p:cNvSpPr txBox="1"/>
            <p:nvPr/>
          </p:nvSpPr>
          <p:spPr>
            <a:xfrm>
              <a:off x="2145095" y="4958307"/>
              <a:ext cx="1633967" cy="389402"/>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b="1" dirty="0">
                  <a:solidFill>
                    <a:srgbClr val="48BAF8"/>
                  </a:solidFill>
                  <a:latin typeface="微软雅黑" panose="020B0503020204020204" pitchFamily="34" charset="-122"/>
                  <a:ea typeface="微软雅黑" panose="020B0503020204020204" pitchFamily="34" charset="-122"/>
                  <a:cs typeface="+mn-ea"/>
                  <a:sym typeface="字魂59号-创粗黑" panose="00000500000000000000" pitchFamily="2" charset="-122"/>
                </a:rPr>
                <a:t>2022</a:t>
              </a:r>
              <a:endParaRPr lang="en-US" altLang="zh-CN" b="1" dirty="0">
                <a:solidFill>
                  <a:srgbClr val="48BAF8"/>
                </a:solidFill>
                <a:latin typeface="微软雅黑" panose="020B0503020204020204" pitchFamily="34" charset="-122"/>
                <a:ea typeface="微软雅黑" panose="020B0503020204020204" pitchFamily="34" charset="-122"/>
                <a:cs typeface="+mn-ea"/>
                <a:sym typeface="字魂59号-创粗黑" panose="00000500000000000000" pitchFamily="2" charset="-122"/>
              </a:endParaRPr>
            </a:p>
          </p:txBody>
        </p:sp>
      </p:grpSp>
      <p:grpSp>
        <p:nvGrpSpPr>
          <p:cNvPr id="20" name="ca64e915-4e8b-46fb-804f-9f3e2e34a94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1236350" y="2012862"/>
            <a:ext cx="9719299" cy="3336111"/>
            <a:chOff x="669925" y="1703082"/>
            <a:chExt cx="10568540" cy="3627610"/>
          </a:xfrm>
        </p:grpSpPr>
        <p:cxnSp>
          <p:nvCxnSpPr>
            <p:cNvPr id="21" name="直接连接符 3"/>
            <p:cNvCxnSpPr>
              <a:stCxn id="26" idx="7"/>
              <a:endCxn id="27" idx="6"/>
            </p:cNvCxnSpPr>
            <p:nvPr/>
          </p:nvCxnSpPr>
          <p:spPr>
            <a:xfrm flipV="1">
              <a:off x="880976" y="4221648"/>
              <a:ext cx="2032429" cy="897993"/>
            </a:xfrm>
            <a:prstGeom prst="line">
              <a:avLst/>
            </a:prstGeom>
            <a:ln>
              <a:solidFill>
                <a:srgbClr val="ADB9CA"/>
              </a:solidFill>
            </a:ln>
          </p:spPr>
          <p:style>
            <a:lnRef idx="1">
              <a:schemeClr val="accent1"/>
            </a:lnRef>
            <a:fillRef idx="0">
              <a:schemeClr val="accent1"/>
            </a:fillRef>
            <a:effectRef idx="0">
              <a:schemeClr val="accent1"/>
            </a:effectRef>
            <a:fontRef idx="minor">
              <a:schemeClr val="tx1"/>
            </a:fontRef>
          </p:style>
        </p:cxnSp>
        <p:cxnSp>
          <p:nvCxnSpPr>
            <p:cNvPr id="22" name="直接连接符 4"/>
            <p:cNvCxnSpPr>
              <a:stCxn id="27" idx="2"/>
            </p:cNvCxnSpPr>
            <p:nvPr/>
          </p:nvCxnSpPr>
          <p:spPr>
            <a:xfrm>
              <a:off x="2666143" y="4221648"/>
              <a:ext cx="2153544" cy="857321"/>
            </a:xfrm>
            <a:prstGeom prst="line">
              <a:avLst/>
            </a:prstGeom>
            <a:ln>
              <a:solidFill>
                <a:srgbClr val="ADB9CA"/>
              </a:solidFill>
            </a:ln>
          </p:spPr>
          <p:style>
            <a:lnRef idx="1">
              <a:schemeClr val="accent1"/>
            </a:lnRef>
            <a:fillRef idx="0">
              <a:schemeClr val="accent1"/>
            </a:fillRef>
            <a:effectRef idx="0">
              <a:schemeClr val="accent1"/>
            </a:effectRef>
            <a:fontRef idx="minor">
              <a:schemeClr val="tx1"/>
            </a:fontRef>
          </p:style>
        </p:cxnSp>
        <p:cxnSp>
          <p:nvCxnSpPr>
            <p:cNvPr id="23" name="直接连接符 5"/>
            <p:cNvCxnSpPr>
              <a:stCxn id="28" idx="7"/>
              <a:endCxn id="29" idx="3"/>
            </p:cNvCxnSpPr>
            <p:nvPr/>
          </p:nvCxnSpPr>
          <p:spPr>
            <a:xfrm flipV="1">
              <a:off x="4833636" y="3786978"/>
              <a:ext cx="2155219" cy="1127082"/>
            </a:xfrm>
            <a:prstGeom prst="line">
              <a:avLst/>
            </a:prstGeom>
            <a:ln>
              <a:solidFill>
                <a:srgbClr val="ADB9CA"/>
              </a:solidFill>
            </a:ln>
          </p:spPr>
          <p:style>
            <a:lnRef idx="1">
              <a:schemeClr val="accent1"/>
            </a:lnRef>
            <a:fillRef idx="0">
              <a:schemeClr val="accent1"/>
            </a:fillRef>
            <a:effectRef idx="0">
              <a:schemeClr val="accent1"/>
            </a:effectRef>
            <a:fontRef idx="minor">
              <a:schemeClr val="tx1"/>
            </a:fontRef>
          </p:style>
        </p:cxnSp>
        <p:cxnSp>
          <p:nvCxnSpPr>
            <p:cNvPr id="24" name="直接连接符 6"/>
            <p:cNvCxnSpPr>
              <a:stCxn id="30" idx="7"/>
              <a:endCxn id="31" idx="3"/>
            </p:cNvCxnSpPr>
            <p:nvPr/>
          </p:nvCxnSpPr>
          <p:spPr>
            <a:xfrm flipV="1">
              <a:off x="9473903" y="1914133"/>
              <a:ext cx="1553511" cy="1371265"/>
            </a:xfrm>
            <a:prstGeom prst="line">
              <a:avLst/>
            </a:prstGeom>
            <a:ln>
              <a:solidFill>
                <a:srgbClr val="48BAF8"/>
              </a:solidFill>
            </a:ln>
          </p:spPr>
          <p:style>
            <a:lnRef idx="1">
              <a:schemeClr val="accent1"/>
            </a:lnRef>
            <a:fillRef idx="0">
              <a:schemeClr val="accent1"/>
            </a:fillRef>
            <a:effectRef idx="0">
              <a:schemeClr val="accent1"/>
            </a:effectRef>
            <a:fontRef idx="minor">
              <a:schemeClr val="tx1"/>
            </a:fontRef>
          </p:style>
        </p:cxnSp>
        <p:cxnSp>
          <p:nvCxnSpPr>
            <p:cNvPr id="25" name="直接连接符 7"/>
            <p:cNvCxnSpPr>
              <a:stCxn id="29" idx="6"/>
              <a:endCxn id="30" idx="2"/>
            </p:cNvCxnSpPr>
            <p:nvPr/>
          </p:nvCxnSpPr>
          <p:spPr>
            <a:xfrm flipV="1">
              <a:off x="7199906" y="3372819"/>
              <a:ext cx="2062945" cy="326739"/>
            </a:xfrm>
            <a:prstGeom prst="line">
              <a:avLst/>
            </a:prstGeom>
            <a:ln>
              <a:solidFill>
                <a:srgbClr val="ADB9CA"/>
              </a:solidFill>
            </a:ln>
          </p:spPr>
          <p:style>
            <a:lnRef idx="1">
              <a:schemeClr val="accent1"/>
            </a:lnRef>
            <a:fillRef idx="0">
              <a:schemeClr val="accent1"/>
            </a:fillRef>
            <a:effectRef idx="0">
              <a:schemeClr val="accent1"/>
            </a:effectRef>
            <a:fontRef idx="minor">
              <a:schemeClr val="tx1"/>
            </a:fontRef>
          </p:style>
        </p:cxnSp>
        <p:sp>
          <p:nvSpPr>
            <p:cNvPr id="26" name="ïṩ1íḋè"/>
            <p:cNvSpPr/>
            <p:nvPr/>
          </p:nvSpPr>
          <p:spPr>
            <a:xfrm>
              <a:off x="669925" y="5083430"/>
              <a:ext cx="247262" cy="247262"/>
            </a:xfrm>
            <a:prstGeom prst="ellipse">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27" name="iṡļiďé"/>
            <p:cNvSpPr/>
            <p:nvPr/>
          </p:nvSpPr>
          <p:spPr>
            <a:xfrm>
              <a:off x="2666143" y="4098017"/>
              <a:ext cx="247262" cy="247262"/>
            </a:xfrm>
            <a:prstGeom prst="ellipse">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28" name="îṥḻíďé"/>
            <p:cNvSpPr/>
            <p:nvPr/>
          </p:nvSpPr>
          <p:spPr>
            <a:xfrm>
              <a:off x="4622585" y="4877850"/>
              <a:ext cx="247262" cy="247262"/>
            </a:xfrm>
            <a:prstGeom prst="ellipse">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29" name="îṧḷíḓé"/>
            <p:cNvSpPr/>
            <p:nvPr/>
          </p:nvSpPr>
          <p:spPr>
            <a:xfrm>
              <a:off x="6952644" y="3575927"/>
              <a:ext cx="247262" cy="247262"/>
            </a:xfrm>
            <a:prstGeom prst="ellipse">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30" name="íṥļîḓe"/>
            <p:cNvSpPr/>
            <p:nvPr/>
          </p:nvSpPr>
          <p:spPr>
            <a:xfrm>
              <a:off x="9262851" y="3249187"/>
              <a:ext cx="247262" cy="247262"/>
            </a:xfrm>
            <a:prstGeom prst="ellipse">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sp>
          <p:nvSpPr>
            <p:cNvPr id="31" name="íśľïḑè"/>
            <p:cNvSpPr/>
            <p:nvPr/>
          </p:nvSpPr>
          <p:spPr>
            <a:xfrm>
              <a:off x="10991203" y="1703082"/>
              <a:ext cx="247262" cy="247262"/>
            </a:xfrm>
            <a:prstGeom prst="ellipse">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9号-创粗黑" panose="00000500000000000000" pitchFamily="2" charset="-122"/>
                <a:ea typeface="字魂59号-创粗黑" panose="00000500000000000000" pitchFamily="2" charset="-122"/>
                <a:cs typeface="+mn-ea"/>
                <a:sym typeface="字魂59号-创粗黑" panose="00000500000000000000" pitchFamily="2" charset="-122"/>
              </a:endParaRPr>
            </a:p>
          </p:txBody>
        </p:sp>
      </p:grpSp>
      <p:grpSp>
        <p:nvGrpSpPr>
          <p:cNvPr id="32" name="组合 31"/>
          <p:cNvGrpSpPr/>
          <p:nvPr/>
        </p:nvGrpSpPr>
        <p:grpSpPr>
          <a:xfrm>
            <a:off x="583501" y="471624"/>
            <a:ext cx="2177776" cy="553998"/>
            <a:chOff x="592429" y="482522"/>
            <a:chExt cx="2177776" cy="553998"/>
          </a:xfrm>
        </p:grpSpPr>
        <p:grpSp>
          <p:nvGrpSpPr>
            <p:cNvPr id="33" name="组合 32"/>
            <p:cNvGrpSpPr/>
            <p:nvPr/>
          </p:nvGrpSpPr>
          <p:grpSpPr>
            <a:xfrm>
              <a:off x="592429" y="584272"/>
              <a:ext cx="433087" cy="360490"/>
              <a:chOff x="2770053" y="2524936"/>
              <a:chExt cx="433087" cy="317447"/>
            </a:xfrm>
            <a:solidFill>
              <a:srgbClr val="2F5EB2"/>
            </a:solidFill>
          </p:grpSpPr>
          <p:sp>
            <p:nvSpPr>
              <p:cNvPr id="35"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6"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37"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34"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时序排列</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
          <p:cNvGrpSpPr/>
          <p:nvPr/>
        </p:nvGrpSpPr>
        <p:grpSpPr>
          <a:xfrm>
            <a:off x="5355936" y="1980483"/>
            <a:ext cx="4525962" cy="4522265"/>
            <a:chOff x="3833019" y="1832999"/>
            <a:chExt cx="4525962" cy="4522265"/>
          </a:xfrm>
        </p:grpSpPr>
        <p:sp>
          <p:nvSpPr>
            <p:cNvPr id="3" name="Freeform 5"/>
            <p:cNvSpPr/>
            <p:nvPr/>
          </p:nvSpPr>
          <p:spPr bwMode="auto">
            <a:xfrm>
              <a:off x="6390582" y="2605815"/>
              <a:ext cx="1639305" cy="949072"/>
            </a:xfrm>
            <a:custGeom>
              <a:avLst/>
              <a:gdLst>
                <a:gd name="T0" fmla="*/ 638 w 1330"/>
                <a:gd name="T1" fmla="*/ 770 h 770"/>
                <a:gd name="T2" fmla="*/ 0 w 1330"/>
                <a:gd name="T3" fmla="*/ 400 h 770"/>
                <a:gd name="T4" fmla="*/ 694 w 1330"/>
                <a:gd name="T5" fmla="*/ 0 h 770"/>
                <a:gd name="T6" fmla="*/ 1330 w 1330"/>
                <a:gd name="T7" fmla="*/ 370 h 770"/>
                <a:gd name="T8" fmla="*/ 638 w 1330"/>
                <a:gd name="T9" fmla="*/ 770 h 770"/>
              </a:gdLst>
              <a:ahLst/>
              <a:cxnLst>
                <a:cxn ang="0">
                  <a:pos x="T0" y="T1"/>
                </a:cxn>
                <a:cxn ang="0">
                  <a:pos x="T2" y="T3"/>
                </a:cxn>
                <a:cxn ang="0">
                  <a:pos x="T4" y="T5"/>
                </a:cxn>
                <a:cxn ang="0">
                  <a:pos x="T6" y="T7"/>
                </a:cxn>
                <a:cxn ang="0">
                  <a:pos x="T8" y="T9"/>
                </a:cxn>
              </a:cxnLst>
              <a:rect l="0" t="0" r="r" b="b"/>
              <a:pathLst>
                <a:path w="1330" h="770">
                  <a:moveTo>
                    <a:pt x="638" y="770"/>
                  </a:moveTo>
                  <a:lnTo>
                    <a:pt x="0" y="400"/>
                  </a:lnTo>
                  <a:lnTo>
                    <a:pt x="694" y="0"/>
                  </a:lnTo>
                  <a:lnTo>
                    <a:pt x="1330" y="370"/>
                  </a:lnTo>
                  <a:lnTo>
                    <a:pt x="638" y="770"/>
                  </a:lnTo>
                  <a:close/>
                </a:path>
              </a:pathLst>
            </a:custGeom>
            <a:solidFill>
              <a:srgbClr val="48BAF8"/>
            </a:solidFill>
            <a:ln>
              <a:noFill/>
            </a:ln>
          </p:spPr>
          <p:txBody>
            <a:bodyPr vert="horz" wrap="square" lIns="91440" tIns="45720" rIns="91440" bIns="45720" numCol="1" anchor="t" anchorCtr="0" compatLnSpc="1"/>
            <a:lstStyle/>
            <a:p>
              <a:endParaRPr lang="en-US"/>
            </a:p>
          </p:txBody>
        </p:sp>
        <p:sp>
          <p:nvSpPr>
            <p:cNvPr id="4" name="Freeform 6"/>
            <p:cNvSpPr/>
            <p:nvPr/>
          </p:nvSpPr>
          <p:spPr bwMode="auto">
            <a:xfrm>
              <a:off x="6390582" y="3098839"/>
              <a:ext cx="787607" cy="783909"/>
            </a:xfrm>
            <a:custGeom>
              <a:avLst/>
              <a:gdLst>
                <a:gd name="T0" fmla="*/ 639 w 639"/>
                <a:gd name="T1" fmla="*/ 636 h 636"/>
                <a:gd name="T2" fmla="*/ 2 w 639"/>
                <a:gd name="T3" fmla="*/ 266 h 636"/>
                <a:gd name="T4" fmla="*/ 0 w 639"/>
                <a:gd name="T5" fmla="*/ 0 h 636"/>
                <a:gd name="T6" fmla="*/ 638 w 639"/>
                <a:gd name="T7" fmla="*/ 370 h 636"/>
                <a:gd name="T8" fmla="*/ 639 w 639"/>
                <a:gd name="T9" fmla="*/ 636 h 636"/>
              </a:gdLst>
              <a:ahLst/>
              <a:cxnLst>
                <a:cxn ang="0">
                  <a:pos x="T0" y="T1"/>
                </a:cxn>
                <a:cxn ang="0">
                  <a:pos x="T2" y="T3"/>
                </a:cxn>
                <a:cxn ang="0">
                  <a:pos x="T4" y="T5"/>
                </a:cxn>
                <a:cxn ang="0">
                  <a:pos x="T6" y="T7"/>
                </a:cxn>
                <a:cxn ang="0">
                  <a:pos x="T8" y="T9"/>
                </a:cxn>
              </a:cxnLst>
              <a:rect l="0" t="0" r="r" b="b"/>
              <a:pathLst>
                <a:path w="639" h="636">
                  <a:moveTo>
                    <a:pt x="639" y="636"/>
                  </a:moveTo>
                  <a:lnTo>
                    <a:pt x="2" y="266"/>
                  </a:lnTo>
                  <a:lnTo>
                    <a:pt x="0" y="0"/>
                  </a:lnTo>
                  <a:lnTo>
                    <a:pt x="638" y="370"/>
                  </a:lnTo>
                  <a:lnTo>
                    <a:pt x="639" y="636"/>
                  </a:lnTo>
                  <a:close/>
                </a:path>
              </a:pathLst>
            </a:custGeom>
            <a:solidFill>
              <a:srgbClr val="48BAF8"/>
            </a:solidFill>
            <a:ln>
              <a:noFill/>
            </a:ln>
          </p:spPr>
          <p:txBody>
            <a:bodyPr vert="horz" wrap="square" lIns="91440" tIns="45720" rIns="91440" bIns="45720" numCol="1" anchor="t" anchorCtr="0" compatLnSpc="1"/>
            <a:lstStyle/>
            <a:p>
              <a:endParaRPr lang="en-US"/>
            </a:p>
          </p:txBody>
        </p:sp>
        <p:sp>
          <p:nvSpPr>
            <p:cNvPr id="5" name="Freeform 7"/>
            <p:cNvSpPr/>
            <p:nvPr/>
          </p:nvSpPr>
          <p:spPr bwMode="auto">
            <a:xfrm>
              <a:off x="5538883" y="3426700"/>
              <a:ext cx="1639305" cy="947839"/>
            </a:xfrm>
            <a:custGeom>
              <a:avLst/>
              <a:gdLst>
                <a:gd name="T0" fmla="*/ 637 w 1330"/>
                <a:gd name="T1" fmla="*/ 769 h 769"/>
                <a:gd name="T2" fmla="*/ 0 w 1330"/>
                <a:gd name="T3" fmla="*/ 400 h 769"/>
                <a:gd name="T4" fmla="*/ 693 w 1330"/>
                <a:gd name="T5" fmla="*/ 0 h 769"/>
                <a:gd name="T6" fmla="*/ 1330 w 1330"/>
                <a:gd name="T7" fmla="*/ 370 h 769"/>
                <a:gd name="T8" fmla="*/ 637 w 1330"/>
                <a:gd name="T9" fmla="*/ 769 h 769"/>
              </a:gdLst>
              <a:ahLst/>
              <a:cxnLst>
                <a:cxn ang="0">
                  <a:pos x="T0" y="T1"/>
                </a:cxn>
                <a:cxn ang="0">
                  <a:pos x="T2" y="T3"/>
                </a:cxn>
                <a:cxn ang="0">
                  <a:pos x="T4" y="T5"/>
                </a:cxn>
                <a:cxn ang="0">
                  <a:pos x="T6" y="T7"/>
                </a:cxn>
                <a:cxn ang="0">
                  <a:pos x="T8" y="T9"/>
                </a:cxn>
              </a:cxnLst>
              <a:rect l="0" t="0" r="r" b="b"/>
              <a:pathLst>
                <a:path w="1330" h="769">
                  <a:moveTo>
                    <a:pt x="637" y="769"/>
                  </a:moveTo>
                  <a:lnTo>
                    <a:pt x="0" y="400"/>
                  </a:lnTo>
                  <a:lnTo>
                    <a:pt x="693" y="0"/>
                  </a:lnTo>
                  <a:lnTo>
                    <a:pt x="1330" y="370"/>
                  </a:lnTo>
                  <a:lnTo>
                    <a:pt x="637" y="769"/>
                  </a:lnTo>
                  <a:close/>
                </a:path>
              </a:pathLst>
            </a:custGeom>
            <a:solidFill>
              <a:srgbClr val="C9C9CB"/>
            </a:solidFill>
            <a:ln>
              <a:noFill/>
            </a:ln>
          </p:spPr>
          <p:txBody>
            <a:bodyPr vert="horz" wrap="square" lIns="91440" tIns="45720" rIns="91440" bIns="45720" numCol="1" anchor="t" anchorCtr="0" compatLnSpc="1"/>
            <a:lstStyle/>
            <a:p>
              <a:endParaRPr lang="en-US"/>
            </a:p>
          </p:txBody>
        </p:sp>
        <p:sp>
          <p:nvSpPr>
            <p:cNvPr id="6" name="Freeform 8"/>
            <p:cNvSpPr/>
            <p:nvPr/>
          </p:nvSpPr>
          <p:spPr bwMode="auto">
            <a:xfrm>
              <a:off x="5538883" y="3919724"/>
              <a:ext cx="786374" cy="782676"/>
            </a:xfrm>
            <a:custGeom>
              <a:avLst/>
              <a:gdLst>
                <a:gd name="T0" fmla="*/ 638 w 638"/>
                <a:gd name="T1" fmla="*/ 635 h 635"/>
                <a:gd name="T2" fmla="*/ 0 w 638"/>
                <a:gd name="T3" fmla="*/ 264 h 635"/>
                <a:gd name="T4" fmla="*/ 0 w 638"/>
                <a:gd name="T5" fmla="*/ 0 h 635"/>
                <a:gd name="T6" fmla="*/ 637 w 638"/>
                <a:gd name="T7" fmla="*/ 369 h 635"/>
                <a:gd name="T8" fmla="*/ 638 w 638"/>
                <a:gd name="T9" fmla="*/ 635 h 635"/>
              </a:gdLst>
              <a:ahLst/>
              <a:cxnLst>
                <a:cxn ang="0">
                  <a:pos x="T0" y="T1"/>
                </a:cxn>
                <a:cxn ang="0">
                  <a:pos x="T2" y="T3"/>
                </a:cxn>
                <a:cxn ang="0">
                  <a:pos x="T4" y="T5"/>
                </a:cxn>
                <a:cxn ang="0">
                  <a:pos x="T6" y="T7"/>
                </a:cxn>
                <a:cxn ang="0">
                  <a:pos x="T8" y="T9"/>
                </a:cxn>
              </a:cxnLst>
              <a:rect l="0" t="0" r="r" b="b"/>
              <a:pathLst>
                <a:path w="638" h="635">
                  <a:moveTo>
                    <a:pt x="638" y="635"/>
                  </a:moveTo>
                  <a:lnTo>
                    <a:pt x="0" y="264"/>
                  </a:lnTo>
                  <a:lnTo>
                    <a:pt x="0" y="0"/>
                  </a:lnTo>
                  <a:lnTo>
                    <a:pt x="637" y="369"/>
                  </a:lnTo>
                  <a:lnTo>
                    <a:pt x="638" y="635"/>
                  </a:lnTo>
                  <a:close/>
                </a:path>
              </a:pathLst>
            </a:custGeom>
            <a:solidFill>
              <a:srgbClr val="ADB9CA"/>
            </a:solidFill>
            <a:ln>
              <a:noFill/>
            </a:ln>
          </p:spPr>
          <p:txBody>
            <a:bodyPr vert="horz" wrap="square" lIns="91440" tIns="45720" rIns="91440" bIns="45720" numCol="1" anchor="t" anchorCtr="0" compatLnSpc="1"/>
            <a:lstStyle/>
            <a:p>
              <a:endParaRPr lang="en-US"/>
            </a:p>
          </p:txBody>
        </p:sp>
        <p:sp>
          <p:nvSpPr>
            <p:cNvPr id="7" name="Freeform 9"/>
            <p:cNvSpPr/>
            <p:nvPr/>
          </p:nvSpPr>
          <p:spPr bwMode="auto">
            <a:xfrm>
              <a:off x="4685951" y="4739377"/>
              <a:ext cx="786374" cy="782676"/>
            </a:xfrm>
            <a:custGeom>
              <a:avLst/>
              <a:gdLst>
                <a:gd name="T0" fmla="*/ 638 w 638"/>
                <a:gd name="T1" fmla="*/ 635 h 635"/>
                <a:gd name="T2" fmla="*/ 0 w 638"/>
                <a:gd name="T3" fmla="*/ 264 h 635"/>
                <a:gd name="T4" fmla="*/ 0 w 638"/>
                <a:gd name="T5" fmla="*/ 0 h 635"/>
                <a:gd name="T6" fmla="*/ 637 w 638"/>
                <a:gd name="T7" fmla="*/ 370 h 635"/>
                <a:gd name="T8" fmla="*/ 638 w 638"/>
                <a:gd name="T9" fmla="*/ 635 h 635"/>
              </a:gdLst>
              <a:ahLst/>
              <a:cxnLst>
                <a:cxn ang="0">
                  <a:pos x="T0" y="T1"/>
                </a:cxn>
                <a:cxn ang="0">
                  <a:pos x="T2" y="T3"/>
                </a:cxn>
                <a:cxn ang="0">
                  <a:pos x="T4" y="T5"/>
                </a:cxn>
                <a:cxn ang="0">
                  <a:pos x="T6" y="T7"/>
                </a:cxn>
                <a:cxn ang="0">
                  <a:pos x="T8" y="T9"/>
                </a:cxn>
              </a:cxnLst>
              <a:rect l="0" t="0" r="r" b="b"/>
              <a:pathLst>
                <a:path w="638" h="635">
                  <a:moveTo>
                    <a:pt x="638" y="635"/>
                  </a:moveTo>
                  <a:lnTo>
                    <a:pt x="0" y="264"/>
                  </a:lnTo>
                  <a:lnTo>
                    <a:pt x="0" y="0"/>
                  </a:lnTo>
                  <a:lnTo>
                    <a:pt x="637" y="370"/>
                  </a:lnTo>
                  <a:lnTo>
                    <a:pt x="638" y="635"/>
                  </a:lnTo>
                  <a:close/>
                </a:path>
              </a:pathLst>
            </a:custGeom>
            <a:solidFill>
              <a:srgbClr val="ADB9CA"/>
            </a:solidFill>
            <a:ln>
              <a:noFill/>
            </a:ln>
          </p:spPr>
          <p:txBody>
            <a:bodyPr vert="horz" wrap="square" lIns="91440" tIns="45720" rIns="91440" bIns="45720" numCol="1" anchor="t" anchorCtr="0" compatLnSpc="1"/>
            <a:lstStyle/>
            <a:p>
              <a:endParaRPr lang="en-US"/>
            </a:p>
          </p:txBody>
        </p:sp>
        <p:sp>
          <p:nvSpPr>
            <p:cNvPr id="8" name="Freeform 10"/>
            <p:cNvSpPr/>
            <p:nvPr/>
          </p:nvSpPr>
          <p:spPr bwMode="auto">
            <a:xfrm>
              <a:off x="4685951" y="4245120"/>
              <a:ext cx="1639305" cy="950305"/>
            </a:xfrm>
            <a:custGeom>
              <a:avLst/>
              <a:gdLst>
                <a:gd name="T0" fmla="*/ 637 w 1330"/>
                <a:gd name="T1" fmla="*/ 771 h 771"/>
                <a:gd name="T2" fmla="*/ 0 w 1330"/>
                <a:gd name="T3" fmla="*/ 401 h 771"/>
                <a:gd name="T4" fmla="*/ 692 w 1330"/>
                <a:gd name="T5" fmla="*/ 0 h 771"/>
                <a:gd name="T6" fmla="*/ 1330 w 1330"/>
                <a:gd name="T7" fmla="*/ 371 h 771"/>
                <a:gd name="T8" fmla="*/ 637 w 1330"/>
                <a:gd name="T9" fmla="*/ 771 h 771"/>
              </a:gdLst>
              <a:ahLst/>
              <a:cxnLst>
                <a:cxn ang="0">
                  <a:pos x="T0" y="T1"/>
                </a:cxn>
                <a:cxn ang="0">
                  <a:pos x="T2" y="T3"/>
                </a:cxn>
                <a:cxn ang="0">
                  <a:pos x="T4" y="T5"/>
                </a:cxn>
                <a:cxn ang="0">
                  <a:pos x="T6" y="T7"/>
                </a:cxn>
                <a:cxn ang="0">
                  <a:pos x="T8" y="T9"/>
                </a:cxn>
              </a:cxnLst>
              <a:rect l="0" t="0" r="r" b="b"/>
              <a:pathLst>
                <a:path w="1330" h="771">
                  <a:moveTo>
                    <a:pt x="637" y="771"/>
                  </a:moveTo>
                  <a:lnTo>
                    <a:pt x="0" y="401"/>
                  </a:lnTo>
                  <a:lnTo>
                    <a:pt x="692" y="0"/>
                  </a:lnTo>
                  <a:lnTo>
                    <a:pt x="1330" y="371"/>
                  </a:lnTo>
                  <a:lnTo>
                    <a:pt x="637" y="771"/>
                  </a:lnTo>
                  <a:close/>
                </a:path>
              </a:pathLst>
            </a:custGeom>
            <a:solidFill>
              <a:srgbClr val="C9C9CB"/>
            </a:solidFill>
            <a:ln>
              <a:noFill/>
            </a:ln>
          </p:spPr>
          <p:txBody>
            <a:bodyPr vert="horz" wrap="square" lIns="91440" tIns="45720" rIns="91440" bIns="45720" numCol="1" anchor="t" anchorCtr="0" compatLnSpc="1"/>
            <a:lstStyle/>
            <a:p>
              <a:endParaRPr lang="en-US"/>
            </a:p>
          </p:txBody>
        </p:sp>
        <p:sp>
          <p:nvSpPr>
            <p:cNvPr id="9" name="Freeform 11"/>
            <p:cNvSpPr/>
            <p:nvPr/>
          </p:nvSpPr>
          <p:spPr bwMode="auto">
            <a:xfrm>
              <a:off x="3833019" y="5557797"/>
              <a:ext cx="786374" cy="797467"/>
            </a:xfrm>
            <a:custGeom>
              <a:avLst/>
              <a:gdLst>
                <a:gd name="T0" fmla="*/ 638 w 638"/>
                <a:gd name="T1" fmla="*/ 647 h 647"/>
                <a:gd name="T2" fmla="*/ 1 w 638"/>
                <a:gd name="T3" fmla="*/ 277 h 647"/>
                <a:gd name="T4" fmla="*/ 0 w 638"/>
                <a:gd name="T5" fmla="*/ 0 h 647"/>
                <a:gd name="T6" fmla="*/ 638 w 638"/>
                <a:gd name="T7" fmla="*/ 371 h 647"/>
                <a:gd name="T8" fmla="*/ 638 w 638"/>
                <a:gd name="T9" fmla="*/ 647 h 647"/>
              </a:gdLst>
              <a:ahLst/>
              <a:cxnLst>
                <a:cxn ang="0">
                  <a:pos x="T0" y="T1"/>
                </a:cxn>
                <a:cxn ang="0">
                  <a:pos x="T2" y="T3"/>
                </a:cxn>
                <a:cxn ang="0">
                  <a:pos x="T4" y="T5"/>
                </a:cxn>
                <a:cxn ang="0">
                  <a:pos x="T6" y="T7"/>
                </a:cxn>
                <a:cxn ang="0">
                  <a:pos x="T8" y="T9"/>
                </a:cxn>
              </a:cxnLst>
              <a:rect l="0" t="0" r="r" b="b"/>
              <a:pathLst>
                <a:path w="638" h="647">
                  <a:moveTo>
                    <a:pt x="638" y="647"/>
                  </a:moveTo>
                  <a:lnTo>
                    <a:pt x="1" y="277"/>
                  </a:lnTo>
                  <a:lnTo>
                    <a:pt x="0" y="0"/>
                  </a:lnTo>
                  <a:lnTo>
                    <a:pt x="638" y="371"/>
                  </a:lnTo>
                  <a:lnTo>
                    <a:pt x="638" y="647"/>
                  </a:lnTo>
                  <a:close/>
                </a:path>
              </a:pathLst>
            </a:custGeom>
            <a:solidFill>
              <a:srgbClr val="015BAB"/>
            </a:solidFill>
            <a:ln>
              <a:noFill/>
            </a:ln>
          </p:spPr>
          <p:txBody>
            <a:bodyPr vert="horz" wrap="square" lIns="91440" tIns="45720" rIns="91440" bIns="45720" numCol="1" anchor="t" anchorCtr="0" compatLnSpc="1"/>
            <a:lstStyle/>
            <a:p>
              <a:endParaRPr lang="en-US"/>
            </a:p>
          </p:txBody>
        </p:sp>
        <p:sp>
          <p:nvSpPr>
            <p:cNvPr id="10" name="Freeform 12"/>
            <p:cNvSpPr/>
            <p:nvPr/>
          </p:nvSpPr>
          <p:spPr bwMode="auto">
            <a:xfrm>
              <a:off x="4619393" y="2794396"/>
              <a:ext cx="3490611" cy="3560868"/>
            </a:xfrm>
            <a:custGeom>
              <a:avLst/>
              <a:gdLst>
                <a:gd name="T0" fmla="*/ 2831 w 2832"/>
                <a:gd name="T1" fmla="*/ 0 h 2889"/>
                <a:gd name="T2" fmla="*/ 2832 w 2832"/>
                <a:gd name="T3" fmla="*/ 254 h 2889"/>
                <a:gd name="T4" fmla="*/ 2139 w 2832"/>
                <a:gd name="T5" fmla="*/ 654 h 2889"/>
                <a:gd name="T6" fmla="*/ 2140 w 2832"/>
                <a:gd name="T7" fmla="*/ 920 h 2889"/>
                <a:gd name="T8" fmla="*/ 1447 w 2832"/>
                <a:gd name="T9" fmla="*/ 1319 h 2889"/>
                <a:gd name="T10" fmla="*/ 1448 w 2832"/>
                <a:gd name="T11" fmla="*/ 1585 h 2889"/>
                <a:gd name="T12" fmla="*/ 756 w 2832"/>
                <a:gd name="T13" fmla="*/ 1985 h 2889"/>
                <a:gd name="T14" fmla="*/ 756 w 2832"/>
                <a:gd name="T15" fmla="*/ 2249 h 2889"/>
                <a:gd name="T16" fmla="*/ 64 w 2832"/>
                <a:gd name="T17" fmla="*/ 2649 h 2889"/>
                <a:gd name="T18" fmla="*/ 64 w 2832"/>
                <a:gd name="T19" fmla="*/ 2852 h 2889"/>
                <a:gd name="T20" fmla="*/ 0 w 2832"/>
                <a:gd name="T21" fmla="*/ 2889 h 2889"/>
                <a:gd name="T22" fmla="*/ 0 w 2832"/>
                <a:gd name="T23" fmla="*/ 2613 h 2889"/>
                <a:gd name="T24" fmla="*/ 692 w 2832"/>
                <a:gd name="T25" fmla="*/ 2213 h 2889"/>
                <a:gd name="T26" fmla="*/ 691 w 2832"/>
                <a:gd name="T27" fmla="*/ 1948 h 2889"/>
                <a:gd name="T28" fmla="*/ 1384 w 2832"/>
                <a:gd name="T29" fmla="*/ 1548 h 2889"/>
                <a:gd name="T30" fmla="*/ 1383 w 2832"/>
                <a:gd name="T31" fmla="*/ 1282 h 2889"/>
                <a:gd name="T32" fmla="*/ 2076 w 2832"/>
                <a:gd name="T33" fmla="*/ 883 h 2889"/>
                <a:gd name="T34" fmla="*/ 2075 w 2832"/>
                <a:gd name="T35" fmla="*/ 617 h 2889"/>
                <a:gd name="T36" fmla="*/ 2767 w 2832"/>
                <a:gd name="T37" fmla="*/ 217 h 2889"/>
                <a:gd name="T38" fmla="*/ 2767 w 2832"/>
                <a:gd name="T39" fmla="*/ 37 h 2889"/>
                <a:gd name="T40" fmla="*/ 2831 w 2832"/>
                <a:gd name="T41" fmla="*/ 0 h 2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32" h="2889">
                  <a:moveTo>
                    <a:pt x="2831" y="0"/>
                  </a:moveTo>
                  <a:lnTo>
                    <a:pt x="2832" y="254"/>
                  </a:lnTo>
                  <a:lnTo>
                    <a:pt x="2139" y="654"/>
                  </a:lnTo>
                  <a:lnTo>
                    <a:pt x="2140" y="920"/>
                  </a:lnTo>
                  <a:lnTo>
                    <a:pt x="1447" y="1319"/>
                  </a:lnTo>
                  <a:lnTo>
                    <a:pt x="1448" y="1585"/>
                  </a:lnTo>
                  <a:lnTo>
                    <a:pt x="756" y="1985"/>
                  </a:lnTo>
                  <a:lnTo>
                    <a:pt x="756" y="2249"/>
                  </a:lnTo>
                  <a:lnTo>
                    <a:pt x="64" y="2649"/>
                  </a:lnTo>
                  <a:lnTo>
                    <a:pt x="64" y="2852"/>
                  </a:lnTo>
                  <a:lnTo>
                    <a:pt x="0" y="2889"/>
                  </a:lnTo>
                  <a:lnTo>
                    <a:pt x="0" y="2613"/>
                  </a:lnTo>
                  <a:lnTo>
                    <a:pt x="692" y="2213"/>
                  </a:lnTo>
                  <a:lnTo>
                    <a:pt x="691" y="1948"/>
                  </a:lnTo>
                  <a:lnTo>
                    <a:pt x="1384" y="1548"/>
                  </a:lnTo>
                  <a:lnTo>
                    <a:pt x="1383" y="1282"/>
                  </a:lnTo>
                  <a:lnTo>
                    <a:pt x="2076" y="883"/>
                  </a:lnTo>
                  <a:lnTo>
                    <a:pt x="2075" y="617"/>
                  </a:lnTo>
                  <a:lnTo>
                    <a:pt x="2767" y="217"/>
                  </a:lnTo>
                  <a:lnTo>
                    <a:pt x="2767" y="37"/>
                  </a:lnTo>
                  <a:lnTo>
                    <a:pt x="2831" y="0"/>
                  </a:lnTo>
                  <a:close/>
                </a:path>
              </a:pathLst>
            </a:custGeom>
            <a:solidFill>
              <a:schemeClr val="tx1">
                <a:lumMod val="10000"/>
                <a:lumOff val="90000"/>
              </a:schemeClr>
            </a:solidFill>
            <a:ln>
              <a:noFill/>
            </a:ln>
          </p:spPr>
          <p:txBody>
            <a:bodyPr vert="horz" wrap="square" lIns="91440" tIns="45720" rIns="91440" bIns="45720" numCol="1" anchor="t" anchorCtr="0" compatLnSpc="1"/>
            <a:lstStyle/>
            <a:p>
              <a:endParaRPr lang="en-US"/>
            </a:p>
          </p:txBody>
        </p:sp>
        <p:sp>
          <p:nvSpPr>
            <p:cNvPr id="11" name="Freeform 13"/>
            <p:cNvSpPr/>
            <p:nvPr/>
          </p:nvSpPr>
          <p:spPr bwMode="auto">
            <a:xfrm>
              <a:off x="3833019" y="5064773"/>
              <a:ext cx="1639305" cy="950305"/>
            </a:xfrm>
            <a:custGeom>
              <a:avLst/>
              <a:gdLst>
                <a:gd name="T0" fmla="*/ 638 w 1330"/>
                <a:gd name="T1" fmla="*/ 771 h 771"/>
                <a:gd name="T2" fmla="*/ 0 w 1330"/>
                <a:gd name="T3" fmla="*/ 400 h 771"/>
                <a:gd name="T4" fmla="*/ 692 w 1330"/>
                <a:gd name="T5" fmla="*/ 0 h 771"/>
                <a:gd name="T6" fmla="*/ 1330 w 1330"/>
                <a:gd name="T7" fmla="*/ 371 h 771"/>
                <a:gd name="T8" fmla="*/ 638 w 1330"/>
                <a:gd name="T9" fmla="*/ 771 h 771"/>
              </a:gdLst>
              <a:ahLst/>
              <a:cxnLst>
                <a:cxn ang="0">
                  <a:pos x="T0" y="T1"/>
                </a:cxn>
                <a:cxn ang="0">
                  <a:pos x="T2" y="T3"/>
                </a:cxn>
                <a:cxn ang="0">
                  <a:pos x="T4" y="T5"/>
                </a:cxn>
                <a:cxn ang="0">
                  <a:pos x="T6" y="T7"/>
                </a:cxn>
                <a:cxn ang="0">
                  <a:pos x="T8" y="T9"/>
                </a:cxn>
              </a:cxnLst>
              <a:rect l="0" t="0" r="r" b="b"/>
              <a:pathLst>
                <a:path w="1330" h="771">
                  <a:moveTo>
                    <a:pt x="638" y="771"/>
                  </a:moveTo>
                  <a:lnTo>
                    <a:pt x="0" y="400"/>
                  </a:lnTo>
                  <a:lnTo>
                    <a:pt x="692" y="0"/>
                  </a:lnTo>
                  <a:lnTo>
                    <a:pt x="1330" y="371"/>
                  </a:lnTo>
                  <a:lnTo>
                    <a:pt x="638" y="771"/>
                  </a:lnTo>
                  <a:close/>
                </a:path>
              </a:pathLst>
            </a:custGeom>
            <a:solidFill>
              <a:srgbClr val="015BAB"/>
            </a:solidFill>
            <a:ln>
              <a:noFill/>
            </a:ln>
          </p:spPr>
          <p:txBody>
            <a:bodyPr vert="horz" wrap="square" lIns="91440" tIns="45720" rIns="91440" bIns="45720" numCol="1" anchor="t" anchorCtr="0" compatLnSpc="1"/>
            <a:lstStyle/>
            <a:p>
              <a:endParaRPr lang="en-US"/>
            </a:p>
          </p:txBody>
        </p:sp>
        <p:sp>
          <p:nvSpPr>
            <p:cNvPr id="12" name="Freeform 14"/>
            <p:cNvSpPr/>
            <p:nvPr/>
          </p:nvSpPr>
          <p:spPr bwMode="auto">
            <a:xfrm>
              <a:off x="7641631" y="1832999"/>
              <a:ext cx="717350" cy="1158607"/>
            </a:xfrm>
            <a:custGeom>
              <a:avLst/>
              <a:gdLst>
                <a:gd name="T0" fmla="*/ 59 w 582"/>
                <a:gd name="T1" fmla="*/ 0 h 940"/>
                <a:gd name="T2" fmla="*/ 0 w 582"/>
                <a:gd name="T3" fmla="*/ 34 h 940"/>
                <a:gd name="T4" fmla="*/ 523 w 582"/>
                <a:gd name="T5" fmla="*/ 940 h 940"/>
                <a:gd name="T6" fmla="*/ 582 w 582"/>
                <a:gd name="T7" fmla="*/ 906 h 940"/>
                <a:gd name="T8" fmla="*/ 59 w 582"/>
                <a:gd name="T9" fmla="*/ 0 h 940"/>
              </a:gdLst>
              <a:ahLst/>
              <a:cxnLst>
                <a:cxn ang="0">
                  <a:pos x="T0" y="T1"/>
                </a:cxn>
                <a:cxn ang="0">
                  <a:pos x="T2" y="T3"/>
                </a:cxn>
                <a:cxn ang="0">
                  <a:pos x="T4" y="T5"/>
                </a:cxn>
                <a:cxn ang="0">
                  <a:pos x="T6" y="T7"/>
                </a:cxn>
                <a:cxn ang="0">
                  <a:pos x="T8" y="T9"/>
                </a:cxn>
              </a:cxnLst>
              <a:rect l="0" t="0" r="r" b="b"/>
              <a:pathLst>
                <a:path w="582" h="940">
                  <a:moveTo>
                    <a:pt x="59" y="0"/>
                  </a:moveTo>
                  <a:lnTo>
                    <a:pt x="0" y="34"/>
                  </a:lnTo>
                  <a:lnTo>
                    <a:pt x="523" y="940"/>
                  </a:lnTo>
                  <a:lnTo>
                    <a:pt x="582" y="906"/>
                  </a:lnTo>
                  <a:lnTo>
                    <a:pt x="59" y="0"/>
                  </a:lnTo>
                  <a:close/>
                </a:path>
              </a:pathLst>
            </a:custGeom>
            <a:solidFill>
              <a:schemeClr val="tx1">
                <a:lumMod val="10000"/>
                <a:lumOff val="90000"/>
              </a:schemeClr>
            </a:solidFill>
            <a:ln>
              <a:noFill/>
            </a:ln>
          </p:spPr>
          <p:txBody>
            <a:bodyPr vert="horz" wrap="square" lIns="91440" tIns="45720" rIns="91440" bIns="45720" numCol="1" anchor="t" anchorCtr="0" compatLnSpc="1"/>
            <a:lstStyle/>
            <a:p>
              <a:endParaRPr lang="en-US"/>
            </a:p>
          </p:txBody>
        </p:sp>
        <p:sp>
          <p:nvSpPr>
            <p:cNvPr id="13" name="Freeform 15"/>
            <p:cNvSpPr/>
            <p:nvPr/>
          </p:nvSpPr>
          <p:spPr bwMode="auto">
            <a:xfrm>
              <a:off x="6992071" y="1874906"/>
              <a:ext cx="1294188" cy="1186956"/>
            </a:xfrm>
            <a:custGeom>
              <a:avLst/>
              <a:gdLst>
                <a:gd name="T0" fmla="*/ 1050 w 1050"/>
                <a:gd name="T1" fmla="*/ 906 h 963"/>
                <a:gd name="T2" fmla="*/ 527 w 1050"/>
                <a:gd name="T3" fmla="*/ 0 h 963"/>
                <a:gd name="T4" fmla="*/ 0 w 1050"/>
                <a:gd name="T5" fmla="*/ 300 h 963"/>
                <a:gd name="T6" fmla="*/ 205 w 1050"/>
                <a:gd name="T7" fmla="*/ 418 h 963"/>
                <a:gd name="T8" fmla="*/ 206 w 1050"/>
                <a:gd name="T9" fmla="*/ 593 h 963"/>
                <a:gd name="T10" fmla="*/ 842 w 1050"/>
                <a:gd name="T11" fmla="*/ 963 h 963"/>
                <a:gd name="T12" fmla="*/ 842 w 1050"/>
                <a:gd name="T13" fmla="*/ 786 h 963"/>
                <a:gd name="T14" fmla="*/ 1050 w 1050"/>
                <a:gd name="T15" fmla="*/ 906 h 9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0" h="963">
                  <a:moveTo>
                    <a:pt x="1050" y="906"/>
                  </a:moveTo>
                  <a:lnTo>
                    <a:pt x="527" y="0"/>
                  </a:lnTo>
                  <a:lnTo>
                    <a:pt x="0" y="300"/>
                  </a:lnTo>
                  <a:lnTo>
                    <a:pt x="205" y="418"/>
                  </a:lnTo>
                  <a:lnTo>
                    <a:pt x="206" y="593"/>
                  </a:lnTo>
                  <a:lnTo>
                    <a:pt x="842" y="963"/>
                  </a:lnTo>
                  <a:lnTo>
                    <a:pt x="842" y="786"/>
                  </a:lnTo>
                  <a:lnTo>
                    <a:pt x="1050" y="906"/>
                  </a:lnTo>
                  <a:close/>
                </a:path>
              </a:pathLst>
            </a:custGeom>
            <a:solidFill>
              <a:srgbClr val="48BAF8"/>
            </a:solidFill>
            <a:ln>
              <a:noFill/>
            </a:ln>
          </p:spPr>
          <p:txBody>
            <a:bodyPr vert="horz" wrap="square" lIns="91440" tIns="45720" rIns="91440" bIns="45720" numCol="1" anchor="t" anchorCtr="0" compatLnSpc="1"/>
            <a:lstStyle/>
            <a:p>
              <a:endParaRPr lang="en-US"/>
            </a:p>
          </p:txBody>
        </p:sp>
      </p:grpSp>
      <p:grpSp>
        <p:nvGrpSpPr>
          <p:cNvPr id="14" name="Group 33"/>
          <p:cNvGrpSpPr/>
          <p:nvPr/>
        </p:nvGrpSpPr>
        <p:grpSpPr>
          <a:xfrm>
            <a:off x="6269263" y="4350697"/>
            <a:ext cx="364838" cy="228024"/>
            <a:chOff x="4746346" y="4203213"/>
            <a:chExt cx="364838" cy="228024"/>
          </a:xfrm>
          <a:solidFill>
            <a:srgbClr val="ADB9CA"/>
          </a:solidFill>
        </p:grpSpPr>
        <p:sp>
          <p:nvSpPr>
            <p:cNvPr id="15" name="Freeform 18"/>
            <p:cNvSpPr/>
            <p:nvPr/>
          </p:nvSpPr>
          <p:spPr bwMode="auto">
            <a:xfrm>
              <a:off x="4746346" y="4203213"/>
              <a:ext cx="335256" cy="195978"/>
            </a:xfrm>
            <a:custGeom>
              <a:avLst/>
              <a:gdLst>
                <a:gd name="T0" fmla="*/ 226 w 229"/>
                <a:gd name="T1" fmla="*/ 134 h 134"/>
                <a:gd name="T2" fmla="*/ 225 w 229"/>
                <a:gd name="T3" fmla="*/ 134 h 134"/>
                <a:gd name="T4" fmla="*/ 2 w 229"/>
                <a:gd name="T5" fmla="*/ 5 h 134"/>
                <a:gd name="T6" fmla="*/ 1 w 229"/>
                <a:gd name="T7" fmla="*/ 1 h 134"/>
                <a:gd name="T8" fmla="*/ 4 w 229"/>
                <a:gd name="T9" fmla="*/ 1 h 134"/>
                <a:gd name="T10" fmla="*/ 227 w 229"/>
                <a:gd name="T11" fmla="*/ 129 h 134"/>
                <a:gd name="T12" fmla="*/ 228 w 229"/>
                <a:gd name="T13" fmla="*/ 133 h 134"/>
                <a:gd name="T14" fmla="*/ 226 w 229"/>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 h="134">
                  <a:moveTo>
                    <a:pt x="226" y="134"/>
                  </a:moveTo>
                  <a:cubicBezTo>
                    <a:pt x="225" y="134"/>
                    <a:pt x="225" y="134"/>
                    <a:pt x="225" y="134"/>
                  </a:cubicBezTo>
                  <a:cubicBezTo>
                    <a:pt x="2" y="5"/>
                    <a:pt x="2" y="5"/>
                    <a:pt x="2" y="5"/>
                  </a:cubicBezTo>
                  <a:cubicBezTo>
                    <a:pt x="1" y="4"/>
                    <a:pt x="0" y="3"/>
                    <a:pt x="1" y="1"/>
                  </a:cubicBezTo>
                  <a:cubicBezTo>
                    <a:pt x="2" y="0"/>
                    <a:pt x="3" y="0"/>
                    <a:pt x="4" y="1"/>
                  </a:cubicBezTo>
                  <a:cubicBezTo>
                    <a:pt x="227" y="129"/>
                    <a:pt x="227" y="129"/>
                    <a:pt x="227" y="129"/>
                  </a:cubicBezTo>
                  <a:cubicBezTo>
                    <a:pt x="228" y="130"/>
                    <a:pt x="229" y="132"/>
                    <a:pt x="228" y="133"/>
                  </a:cubicBezTo>
                  <a:cubicBezTo>
                    <a:pt x="227" y="133"/>
                    <a:pt x="227" y="134"/>
                    <a:pt x="226"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6" name="Freeform 19"/>
            <p:cNvSpPr/>
            <p:nvPr/>
          </p:nvSpPr>
          <p:spPr bwMode="auto">
            <a:xfrm>
              <a:off x="5038463" y="4359748"/>
              <a:ext cx="72721" cy="71489"/>
            </a:xfrm>
            <a:custGeom>
              <a:avLst/>
              <a:gdLst>
                <a:gd name="T0" fmla="*/ 6 w 49"/>
                <a:gd name="T1" fmla="*/ 13 h 49"/>
                <a:gd name="T2" fmla="*/ 35 w 49"/>
                <a:gd name="T3" fmla="*/ 6 h 49"/>
                <a:gd name="T4" fmla="*/ 43 w 49"/>
                <a:gd name="T5" fmla="*/ 35 h 49"/>
                <a:gd name="T6" fmla="*/ 13 w 49"/>
                <a:gd name="T7" fmla="*/ 43 h 49"/>
                <a:gd name="T8" fmla="*/ 6 w 49"/>
                <a:gd name="T9" fmla="*/ 13 h 49"/>
              </a:gdLst>
              <a:ahLst/>
              <a:cxnLst>
                <a:cxn ang="0">
                  <a:pos x="T0" y="T1"/>
                </a:cxn>
                <a:cxn ang="0">
                  <a:pos x="T2" y="T3"/>
                </a:cxn>
                <a:cxn ang="0">
                  <a:pos x="T4" y="T5"/>
                </a:cxn>
                <a:cxn ang="0">
                  <a:pos x="T6" y="T7"/>
                </a:cxn>
                <a:cxn ang="0">
                  <a:pos x="T8" y="T9"/>
                </a:cxn>
              </a:cxnLst>
              <a:rect l="0" t="0" r="r" b="b"/>
              <a:pathLst>
                <a:path w="49" h="49">
                  <a:moveTo>
                    <a:pt x="6" y="13"/>
                  </a:moveTo>
                  <a:cubicBezTo>
                    <a:pt x="12" y="3"/>
                    <a:pt x="25" y="0"/>
                    <a:pt x="35" y="6"/>
                  </a:cubicBezTo>
                  <a:cubicBezTo>
                    <a:pt x="45" y="12"/>
                    <a:pt x="49" y="25"/>
                    <a:pt x="43" y="35"/>
                  </a:cubicBezTo>
                  <a:cubicBezTo>
                    <a:pt x="37" y="46"/>
                    <a:pt x="23" y="49"/>
                    <a:pt x="13" y="43"/>
                  </a:cubicBezTo>
                  <a:cubicBezTo>
                    <a:pt x="3" y="37"/>
                    <a:pt x="0" y="24"/>
                    <a:pt x="6" y="13"/>
                  </a:cubicBezTo>
                  <a:close/>
                </a:path>
              </a:pathLst>
            </a:custGeom>
            <a:grpFill/>
            <a:ln>
              <a:noFill/>
            </a:ln>
          </p:spPr>
          <p:txBody>
            <a:bodyPr vert="horz" wrap="square" lIns="91440" tIns="45720" rIns="91440" bIns="45720" numCol="1" anchor="t" anchorCtr="0" compatLnSpc="1"/>
            <a:lstStyle/>
            <a:p>
              <a:endParaRPr lang="en-US"/>
            </a:p>
          </p:txBody>
        </p:sp>
      </p:grpSp>
      <p:grpSp>
        <p:nvGrpSpPr>
          <p:cNvPr id="17" name="Group 71"/>
          <p:cNvGrpSpPr/>
          <p:nvPr/>
        </p:nvGrpSpPr>
        <p:grpSpPr>
          <a:xfrm>
            <a:off x="7125893" y="3534742"/>
            <a:ext cx="361140" cy="228024"/>
            <a:chOff x="5716658" y="3387258"/>
            <a:chExt cx="361140" cy="228024"/>
          </a:xfrm>
        </p:grpSpPr>
        <p:sp>
          <p:nvSpPr>
            <p:cNvPr id="18" name="Freeform 17"/>
            <p:cNvSpPr/>
            <p:nvPr/>
          </p:nvSpPr>
          <p:spPr bwMode="auto">
            <a:xfrm>
              <a:off x="5716658" y="3387258"/>
              <a:ext cx="332791" cy="195978"/>
            </a:xfrm>
            <a:custGeom>
              <a:avLst/>
              <a:gdLst>
                <a:gd name="T0" fmla="*/ 225 w 228"/>
                <a:gd name="T1" fmla="*/ 134 h 134"/>
                <a:gd name="T2" fmla="*/ 224 w 228"/>
                <a:gd name="T3" fmla="*/ 133 h 134"/>
                <a:gd name="T4" fmla="*/ 1 w 228"/>
                <a:gd name="T5" fmla="*/ 4 h 134"/>
                <a:gd name="T6" fmla="*/ 0 w 228"/>
                <a:gd name="T7" fmla="*/ 1 h 134"/>
                <a:gd name="T8" fmla="*/ 4 w 228"/>
                <a:gd name="T9" fmla="*/ 0 h 134"/>
                <a:gd name="T10" fmla="*/ 226 w 228"/>
                <a:gd name="T11" fmla="*/ 129 h 134"/>
                <a:gd name="T12" fmla="*/ 227 w 228"/>
                <a:gd name="T13" fmla="*/ 132 h 134"/>
                <a:gd name="T14" fmla="*/ 225 w 228"/>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8" h="134">
                  <a:moveTo>
                    <a:pt x="225" y="134"/>
                  </a:moveTo>
                  <a:cubicBezTo>
                    <a:pt x="225" y="134"/>
                    <a:pt x="224" y="134"/>
                    <a:pt x="224" y="133"/>
                  </a:cubicBezTo>
                  <a:cubicBezTo>
                    <a:pt x="1" y="4"/>
                    <a:pt x="1" y="4"/>
                    <a:pt x="1" y="4"/>
                  </a:cubicBezTo>
                  <a:cubicBezTo>
                    <a:pt x="0" y="4"/>
                    <a:pt x="0" y="2"/>
                    <a:pt x="0" y="1"/>
                  </a:cubicBezTo>
                  <a:cubicBezTo>
                    <a:pt x="1" y="0"/>
                    <a:pt x="2" y="0"/>
                    <a:pt x="4" y="0"/>
                  </a:cubicBezTo>
                  <a:cubicBezTo>
                    <a:pt x="226" y="129"/>
                    <a:pt x="226" y="129"/>
                    <a:pt x="226" y="129"/>
                  </a:cubicBezTo>
                  <a:cubicBezTo>
                    <a:pt x="228" y="130"/>
                    <a:pt x="228" y="131"/>
                    <a:pt x="227" y="132"/>
                  </a:cubicBezTo>
                  <a:cubicBezTo>
                    <a:pt x="227" y="133"/>
                    <a:pt x="226" y="134"/>
                    <a:pt x="225" y="134"/>
                  </a:cubicBezTo>
                  <a:close/>
                </a:path>
              </a:pathLst>
            </a:custGeom>
            <a:solidFill>
              <a:srgbClr val="D1D3D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19" name="Freeform 20"/>
            <p:cNvSpPr/>
            <p:nvPr/>
          </p:nvSpPr>
          <p:spPr bwMode="auto">
            <a:xfrm>
              <a:off x="6003844" y="3543793"/>
              <a:ext cx="73954" cy="71489"/>
            </a:xfrm>
            <a:custGeom>
              <a:avLst/>
              <a:gdLst>
                <a:gd name="T0" fmla="*/ 6 w 50"/>
                <a:gd name="T1" fmla="*/ 13 h 49"/>
                <a:gd name="T2" fmla="*/ 36 w 50"/>
                <a:gd name="T3" fmla="*/ 6 h 49"/>
                <a:gd name="T4" fmla="*/ 44 w 50"/>
                <a:gd name="T5" fmla="*/ 35 h 49"/>
                <a:gd name="T6" fmla="*/ 14 w 50"/>
                <a:gd name="T7" fmla="*/ 43 h 49"/>
                <a:gd name="T8" fmla="*/ 6 w 50"/>
                <a:gd name="T9" fmla="*/ 13 h 49"/>
              </a:gdLst>
              <a:ahLst/>
              <a:cxnLst>
                <a:cxn ang="0">
                  <a:pos x="T0" y="T1"/>
                </a:cxn>
                <a:cxn ang="0">
                  <a:pos x="T2" y="T3"/>
                </a:cxn>
                <a:cxn ang="0">
                  <a:pos x="T4" y="T5"/>
                </a:cxn>
                <a:cxn ang="0">
                  <a:pos x="T6" y="T7"/>
                </a:cxn>
                <a:cxn ang="0">
                  <a:pos x="T8" y="T9"/>
                </a:cxn>
              </a:cxnLst>
              <a:rect l="0" t="0" r="r" b="b"/>
              <a:pathLst>
                <a:path w="50" h="49">
                  <a:moveTo>
                    <a:pt x="6" y="13"/>
                  </a:moveTo>
                  <a:cubicBezTo>
                    <a:pt x="13" y="3"/>
                    <a:pt x="26" y="0"/>
                    <a:pt x="36" y="6"/>
                  </a:cubicBezTo>
                  <a:cubicBezTo>
                    <a:pt x="46" y="12"/>
                    <a:pt x="50" y="25"/>
                    <a:pt x="44" y="35"/>
                  </a:cubicBezTo>
                  <a:cubicBezTo>
                    <a:pt x="37" y="45"/>
                    <a:pt x="24" y="49"/>
                    <a:pt x="14" y="43"/>
                  </a:cubicBezTo>
                  <a:cubicBezTo>
                    <a:pt x="4" y="37"/>
                    <a:pt x="0" y="23"/>
                    <a:pt x="6" y="13"/>
                  </a:cubicBezTo>
                  <a:close/>
                </a:path>
              </a:pathLst>
            </a:custGeom>
            <a:solidFill>
              <a:schemeClr val="accent3"/>
            </a:solidFill>
            <a:ln>
              <a:noFill/>
            </a:ln>
          </p:spPr>
          <p:txBody>
            <a:bodyPr vert="horz" wrap="square" lIns="91440" tIns="45720" rIns="91440" bIns="45720" numCol="1" anchor="t" anchorCtr="0" compatLnSpc="1"/>
            <a:lstStyle/>
            <a:p>
              <a:endParaRPr lang="en-US"/>
            </a:p>
          </p:txBody>
        </p:sp>
      </p:grpSp>
      <p:grpSp>
        <p:nvGrpSpPr>
          <p:cNvPr id="20" name="Group 31"/>
          <p:cNvGrpSpPr/>
          <p:nvPr/>
        </p:nvGrpSpPr>
        <p:grpSpPr>
          <a:xfrm>
            <a:off x="7988685" y="2707694"/>
            <a:ext cx="367303" cy="228024"/>
            <a:chOff x="6465768" y="2560210"/>
            <a:chExt cx="367303" cy="228024"/>
          </a:xfrm>
          <a:solidFill>
            <a:srgbClr val="48BAF8"/>
          </a:solidFill>
        </p:grpSpPr>
        <p:sp>
          <p:nvSpPr>
            <p:cNvPr id="21" name="Freeform 16"/>
            <p:cNvSpPr/>
            <p:nvPr/>
          </p:nvSpPr>
          <p:spPr bwMode="auto">
            <a:xfrm>
              <a:off x="6465768" y="2560210"/>
              <a:ext cx="335256" cy="195978"/>
            </a:xfrm>
            <a:custGeom>
              <a:avLst/>
              <a:gdLst>
                <a:gd name="T0" fmla="*/ 226 w 229"/>
                <a:gd name="T1" fmla="*/ 134 h 134"/>
                <a:gd name="T2" fmla="*/ 225 w 229"/>
                <a:gd name="T3" fmla="*/ 134 h 134"/>
                <a:gd name="T4" fmla="*/ 2 w 229"/>
                <a:gd name="T5" fmla="*/ 5 h 134"/>
                <a:gd name="T6" fmla="*/ 1 w 229"/>
                <a:gd name="T7" fmla="*/ 2 h 134"/>
                <a:gd name="T8" fmla="*/ 4 w 229"/>
                <a:gd name="T9" fmla="*/ 1 h 134"/>
                <a:gd name="T10" fmla="*/ 227 w 229"/>
                <a:gd name="T11" fmla="*/ 130 h 134"/>
                <a:gd name="T12" fmla="*/ 228 w 229"/>
                <a:gd name="T13" fmla="*/ 133 h 134"/>
                <a:gd name="T14" fmla="*/ 226 w 229"/>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 h="134">
                  <a:moveTo>
                    <a:pt x="226" y="134"/>
                  </a:moveTo>
                  <a:cubicBezTo>
                    <a:pt x="225" y="134"/>
                    <a:pt x="225" y="134"/>
                    <a:pt x="225" y="134"/>
                  </a:cubicBezTo>
                  <a:cubicBezTo>
                    <a:pt x="2" y="5"/>
                    <a:pt x="2" y="5"/>
                    <a:pt x="2" y="5"/>
                  </a:cubicBezTo>
                  <a:cubicBezTo>
                    <a:pt x="1" y="4"/>
                    <a:pt x="0" y="3"/>
                    <a:pt x="1" y="2"/>
                  </a:cubicBezTo>
                  <a:cubicBezTo>
                    <a:pt x="2" y="0"/>
                    <a:pt x="3" y="0"/>
                    <a:pt x="4" y="1"/>
                  </a:cubicBezTo>
                  <a:cubicBezTo>
                    <a:pt x="227" y="130"/>
                    <a:pt x="227" y="130"/>
                    <a:pt x="227" y="130"/>
                  </a:cubicBezTo>
                  <a:cubicBezTo>
                    <a:pt x="228" y="130"/>
                    <a:pt x="229" y="132"/>
                    <a:pt x="228" y="133"/>
                  </a:cubicBezTo>
                  <a:cubicBezTo>
                    <a:pt x="228" y="134"/>
                    <a:pt x="227" y="134"/>
                    <a:pt x="226" y="1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2" name="Freeform 21"/>
            <p:cNvSpPr/>
            <p:nvPr/>
          </p:nvSpPr>
          <p:spPr bwMode="auto">
            <a:xfrm>
              <a:off x="6760350" y="2716745"/>
              <a:ext cx="72721" cy="71489"/>
            </a:xfrm>
            <a:custGeom>
              <a:avLst/>
              <a:gdLst>
                <a:gd name="T0" fmla="*/ 6 w 50"/>
                <a:gd name="T1" fmla="*/ 14 h 49"/>
                <a:gd name="T2" fmla="*/ 36 w 50"/>
                <a:gd name="T3" fmla="*/ 6 h 49"/>
                <a:gd name="T4" fmla="*/ 43 w 50"/>
                <a:gd name="T5" fmla="*/ 36 h 49"/>
                <a:gd name="T6" fmla="*/ 14 w 50"/>
                <a:gd name="T7" fmla="*/ 43 h 49"/>
                <a:gd name="T8" fmla="*/ 6 w 50"/>
                <a:gd name="T9" fmla="*/ 14 h 49"/>
              </a:gdLst>
              <a:ahLst/>
              <a:cxnLst>
                <a:cxn ang="0">
                  <a:pos x="T0" y="T1"/>
                </a:cxn>
                <a:cxn ang="0">
                  <a:pos x="T2" y="T3"/>
                </a:cxn>
                <a:cxn ang="0">
                  <a:pos x="T4" y="T5"/>
                </a:cxn>
                <a:cxn ang="0">
                  <a:pos x="T6" y="T7"/>
                </a:cxn>
                <a:cxn ang="0">
                  <a:pos x="T8" y="T9"/>
                </a:cxn>
              </a:cxnLst>
              <a:rect l="0" t="0" r="r" b="b"/>
              <a:pathLst>
                <a:path w="50" h="49">
                  <a:moveTo>
                    <a:pt x="6" y="14"/>
                  </a:moveTo>
                  <a:cubicBezTo>
                    <a:pt x="12" y="3"/>
                    <a:pt x="26" y="0"/>
                    <a:pt x="36" y="6"/>
                  </a:cubicBezTo>
                  <a:cubicBezTo>
                    <a:pt x="46" y="12"/>
                    <a:pt x="50" y="25"/>
                    <a:pt x="43" y="36"/>
                  </a:cubicBezTo>
                  <a:cubicBezTo>
                    <a:pt x="37" y="46"/>
                    <a:pt x="24" y="49"/>
                    <a:pt x="14" y="43"/>
                  </a:cubicBezTo>
                  <a:cubicBezTo>
                    <a:pt x="4" y="37"/>
                    <a:pt x="0" y="24"/>
                    <a:pt x="6" y="14"/>
                  </a:cubicBezTo>
                  <a:close/>
                </a:path>
              </a:pathLst>
            </a:custGeom>
            <a:grpFill/>
            <a:ln>
              <a:noFill/>
            </a:ln>
          </p:spPr>
          <p:txBody>
            <a:bodyPr vert="horz" wrap="square" lIns="91440" tIns="45720" rIns="91440" bIns="45720" numCol="1" anchor="t" anchorCtr="0" compatLnSpc="1"/>
            <a:lstStyle/>
            <a:p>
              <a:endParaRPr lang="en-US"/>
            </a:p>
          </p:txBody>
        </p:sp>
      </p:grpSp>
      <p:grpSp>
        <p:nvGrpSpPr>
          <p:cNvPr id="23" name="Group 34"/>
          <p:cNvGrpSpPr/>
          <p:nvPr/>
        </p:nvGrpSpPr>
        <p:grpSpPr>
          <a:xfrm>
            <a:off x="5401540" y="5186373"/>
            <a:ext cx="366072" cy="228024"/>
            <a:chOff x="3878623" y="5038889"/>
            <a:chExt cx="366072" cy="228024"/>
          </a:xfrm>
        </p:grpSpPr>
        <p:sp>
          <p:nvSpPr>
            <p:cNvPr id="24" name="Freeform 22"/>
            <p:cNvSpPr/>
            <p:nvPr/>
          </p:nvSpPr>
          <p:spPr bwMode="auto">
            <a:xfrm>
              <a:off x="3878623" y="5038889"/>
              <a:ext cx="334024" cy="195978"/>
            </a:xfrm>
            <a:custGeom>
              <a:avLst/>
              <a:gdLst>
                <a:gd name="T0" fmla="*/ 226 w 228"/>
                <a:gd name="T1" fmla="*/ 134 h 134"/>
                <a:gd name="T2" fmla="*/ 224 w 228"/>
                <a:gd name="T3" fmla="*/ 133 h 134"/>
                <a:gd name="T4" fmla="*/ 2 w 228"/>
                <a:gd name="T5" fmla="*/ 5 h 134"/>
                <a:gd name="T6" fmla="*/ 1 w 228"/>
                <a:gd name="T7" fmla="*/ 1 h 134"/>
                <a:gd name="T8" fmla="*/ 4 w 228"/>
                <a:gd name="T9" fmla="*/ 0 h 134"/>
                <a:gd name="T10" fmla="*/ 227 w 228"/>
                <a:gd name="T11" fmla="*/ 129 h 134"/>
                <a:gd name="T12" fmla="*/ 228 w 228"/>
                <a:gd name="T13" fmla="*/ 133 h 134"/>
                <a:gd name="T14" fmla="*/ 226 w 228"/>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8" h="134">
                  <a:moveTo>
                    <a:pt x="226" y="134"/>
                  </a:moveTo>
                  <a:cubicBezTo>
                    <a:pt x="225" y="134"/>
                    <a:pt x="225" y="134"/>
                    <a:pt x="224" y="133"/>
                  </a:cubicBezTo>
                  <a:cubicBezTo>
                    <a:pt x="2" y="5"/>
                    <a:pt x="2" y="5"/>
                    <a:pt x="2" y="5"/>
                  </a:cubicBezTo>
                  <a:cubicBezTo>
                    <a:pt x="0" y="4"/>
                    <a:pt x="0" y="2"/>
                    <a:pt x="1" y="1"/>
                  </a:cubicBezTo>
                  <a:cubicBezTo>
                    <a:pt x="1" y="0"/>
                    <a:pt x="3" y="0"/>
                    <a:pt x="4" y="0"/>
                  </a:cubicBezTo>
                  <a:cubicBezTo>
                    <a:pt x="227" y="129"/>
                    <a:pt x="227" y="129"/>
                    <a:pt x="227" y="129"/>
                  </a:cubicBezTo>
                  <a:cubicBezTo>
                    <a:pt x="228" y="130"/>
                    <a:pt x="228" y="131"/>
                    <a:pt x="228" y="133"/>
                  </a:cubicBezTo>
                  <a:cubicBezTo>
                    <a:pt x="227" y="133"/>
                    <a:pt x="226" y="134"/>
                    <a:pt x="226" y="134"/>
                  </a:cubicBezTo>
                  <a:close/>
                </a:path>
              </a:pathLst>
            </a:custGeom>
            <a:solidFill>
              <a:srgbClr val="D1D3D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p>
          </p:txBody>
        </p:sp>
        <p:sp>
          <p:nvSpPr>
            <p:cNvPr id="25" name="Freeform 23"/>
            <p:cNvSpPr/>
            <p:nvPr/>
          </p:nvSpPr>
          <p:spPr bwMode="auto">
            <a:xfrm>
              <a:off x="4173206" y="5195424"/>
              <a:ext cx="71489" cy="71489"/>
            </a:xfrm>
            <a:custGeom>
              <a:avLst/>
              <a:gdLst>
                <a:gd name="T0" fmla="*/ 6 w 49"/>
                <a:gd name="T1" fmla="*/ 13 h 49"/>
                <a:gd name="T2" fmla="*/ 36 w 49"/>
                <a:gd name="T3" fmla="*/ 6 h 49"/>
                <a:gd name="T4" fmla="*/ 43 w 49"/>
                <a:gd name="T5" fmla="*/ 35 h 49"/>
                <a:gd name="T6" fmla="*/ 14 w 49"/>
                <a:gd name="T7" fmla="*/ 43 h 49"/>
                <a:gd name="T8" fmla="*/ 6 w 49"/>
                <a:gd name="T9" fmla="*/ 13 h 49"/>
              </a:gdLst>
              <a:ahLst/>
              <a:cxnLst>
                <a:cxn ang="0">
                  <a:pos x="T0" y="T1"/>
                </a:cxn>
                <a:cxn ang="0">
                  <a:pos x="T2" y="T3"/>
                </a:cxn>
                <a:cxn ang="0">
                  <a:pos x="T4" y="T5"/>
                </a:cxn>
                <a:cxn ang="0">
                  <a:pos x="T6" y="T7"/>
                </a:cxn>
                <a:cxn ang="0">
                  <a:pos x="T8" y="T9"/>
                </a:cxn>
              </a:cxnLst>
              <a:rect l="0" t="0" r="r" b="b"/>
              <a:pathLst>
                <a:path w="49" h="49">
                  <a:moveTo>
                    <a:pt x="6" y="13"/>
                  </a:moveTo>
                  <a:cubicBezTo>
                    <a:pt x="12" y="3"/>
                    <a:pt x="25" y="0"/>
                    <a:pt x="36" y="6"/>
                  </a:cubicBezTo>
                  <a:cubicBezTo>
                    <a:pt x="46" y="12"/>
                    <a:pt x="49" y="25"/>
                    <a:pt x="43" y="35"/>
                  </a:cubicBezTo>
                  <a:cubicBezTo>
                    <a:pt x="37" y="46"/>
                    <a:pt x="24" y="49"/>
                    <a:pt x="14" y="43"/>
                  </a:cubicBezTo>
                  <a:cubicBezTo>
                    <a:pt x="3" y="37"/>
                    <a:pt x="0" y="24"/>
                    <a:pt x="6" y="13"/>
                  </a:cubicBezTo>
                  <a:close/>
                </a:path>
              </a:pathLst>
            </a:custGeom>
            <a:solidFill>
              <a:schemeClr val="accent1"/>
            </a:solidFill>
            <a:ln>
              <a:noFill/>
            </a:ln>
          </p:spPr>
          <p:txBody>
            <a:bodyPr vert="horz" wrap="square" lIns="91440" tIns="45720" rIns="91440" bIns="45720" numCol="1" anchor="t" anchorCtr="0" compatLnSpc="1"/>
            <a:lstStyle/>
            <a:p>
              <a:endParaRPr lang="en-US"/>
            </a:p>
          </p:txBody>
        </p:sp>
      </p:grpSp>
      <p:grpSp>
        <p:nvGrpSpPr>
          <p:cNvPr id="26" name="Group 35"/>
          <p:cNvGrpSpPr/>
          <p:nvPr/>
        </p:nvGrpSpPr>
        <p:grpSpPr>
          <a:xfrm>
            <a:off x="5825541" y="5452606"/>
            <a:ext cx="730909" cy="420303"/>
            <a:chOff x="4302624" y="5305122"/>
            <a:chExt cx="730909" cy="420303"/>
          </a:xfrm>
        </p:grpSpPr>
        <p:sp>
          <p:nvSpPr>
            <p:cNvPr id="27" name="Freeform 24"/>
            <p:cNvSpPr/>
            <p:nvPr/>
          </p:nvSpPr>
          <p:spPr bwMode="auto">
            <a:xfrm>
              <a:off x="4613229" y="5305122"/>
              <a:ext cx="420304" cy="236652"/>
            </a:xfrm>
            <a:custGeom>
              <a:avLst/>
              <a:gdLst>
                <a:gd name="T0" fmla="*/ 287 w 287"/>
                <a:gd name="T1" fmla="*/ 133 h 162"/>
                <a:gd name="T2" fmla="*/ 238 w 287"/>
                <a:gd name="T3" fmla="*/ 162 h 162"/>
                <a:gd name="T4" fmla="*/ 104 w 287"/>
                <a:gd name="T5" fmla="*/ 84 h 162"/>
                <a:gd name="T6" fmla="*/ 83 w 287"/>
                <a:gd name="T7" fmla="*/ 71 h 162"/>
                <a:gd name="T8" fmla="*/ 59 w 287"/>
                <a:gd name="T9" fmla="*/ 57 h 162"/>
                <a:gd name="T10" fmla="*/ 58 w 287"/>
                <a:gd name="T11" fmla="*/ 76 h 162"/>
                <a:gd name="T12" fmla="*/ 53 w 287"/>
                <a:gd name="T13" fmla="*/ 104 h 162"/>
                <a:gd name="T14" fmla="*/ 0 w 287"/>
                <a:gd name="T15" fmla="*/ 100 h 162"/>
                <a:gd name="T16" fmla="*/ 15 w 287"/>
                <a:gd name="T17" fmla="*/ 23 h 162"/>
                <a:gd name="T18" fmla="*/ 55 w 287"/>
                <a:gd name="T19" fmla="*/ 0 h 162"/>
                <a:gd name="T20" fmla="*/ 287 w 287"/>
                <a:gd name="T21" fmla="*/ 13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7" h="162">
                  <a:moveTo>
                    <a:pt x="287" y="133"/>
                  </a:moveTo>
                  <a:cubicBezTo>
                    <a:pt x="238" y="162"/>
                    <a:pt x="238" y="162"/>
                    <a:pt x="238" y="162"/>
                  </a:cubicBezTo>
                  <a:cubicBezTo>
                    <a:pt x="104" y="84"/>
                    <a:pt x="104" y="84"/>
                    <a:pt x="104" y="84"/>
                  </a:cubicBezTo>
                  <a:cubicBezTo>
                    <a:pt x="83" y="71"/>
                    <a:pt x="83" y="71"/>
                    <a:pt x="83" y="71"/>
                  </a:cubicBezTo>
                  <a:cubicBezTo>
                    <a:pt x="59" y="57"/>
                    <a:pt x="59" y="57"/>
                    <a:pt x="59" y="57"/>
                  </a:cubicBezTo>
                  <a:cubicBezTo>
                    <a:pt x="59" y="66"/>
                    <a:pt x="59" y="73"/>
                    <a:pt x="58" y="76"/>
                  </a:cubicBezTo>
                  <a:cubicBezTo>
                    <a:pt x="53" y="104"/>
                    <a:pt x="53" y="104"/>
                    <a:pt x="53" y="104"/>
                  </a:cubicBezTo>
                  <a:cubicBezTo>
                    <a:pt x="0" y="100"/>
                    <a:pt x="0" y="100"/>
                    <a:pt x="0" y="100"/>
                  </a:cubicBezTo>
                  <a:cubicBezTo>
                    <a:pt x="15" y="23"/>
                    <a:pt x="15" y="23"/>
                    <a:pt x="15" y="23"/>
                  </a:cubicBezTo>
                  <a:cubicBezTo>
                    <a:pt x="55" y="0"/>
                    <a:pt x="55" y="0"/>
                    <a:pt x="55" y="0"/>
                  </a:cubicBezTo>
                  <a:lnTo>
                    <a:pt x="287" y="133"/>
                  </a:ln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28" name="Freeform 25"/>
            <p:cNvSpPr>
              <a:spLocks noEditPoints="1"/>
            </p:cNvSpPr>
            <p:nvPr/>
          </p:nvSpPr>
          <p:spPr bwMode="auto">
            <a:xfrm>
              <a:off x="4302624" y="5461657"/>
              <a:ext cx="460978" cy="263768"/>
            </a:xfrm>
            <a:custGeom>
              <a:avLst/>
              <a:gdLst>
                <a:gd name="T0" fmla="*/ 308 w 315"/>
                <a:gd name="T1" fmla="*/ 107 h 180"/>
                <a:gd name="T2" fmla="*/ 277 w 315"/>
                <a:gd name="T3" fmla="*/ 159 h 180"/>
                <a:gd name="T4" fmla="*/ 186 w 315"/>
                <a:gd name="T5" fmla="*/ 177 h 180"/>
                <a:gd name="T6" fmla="*/ 77 w 315"/>
                <a:gd name="T7" fmla="*/ 137 h 180"/>
                <a:gd name="T8" fmla="*/ 7 w 315"/>
                <a:gd name="T9" fmla="*/ 73 h 180"/>
                <a:gd name="T10" fmla="*/ 38 w 315"/>
                <a:gd name="T11" fmla="*/ 21 h 180"/>
                <a:gd name="T12" fmla="*/ 129 w 315"/>
                <a:gd name="T13" fmla="*/ 4 h 180"/>
                <a:gd name="T14" fmla="*/ 238 w 315"/>
                <a:gd name="T15" fmla="*/ 44 h 180"/>
                <a:gd name="T16" fmla="*/ 308 w 315"/>
                <a:gd name="T17" fmla="*/ 107 h 180"/>
                <a:gd name="T18" fmla="*/ 194 w 315"/>
                <a:gd name="T19" fmla="*/ 140 h 180"/>
                <a:gd name="T20" fmla="*/ 237 w 315"/>
                <a:gd name="T21" fmla="*/ 136 h 180"/>
                <a:gd name="T22" fmla="*/ 243 w 315"/>
                <a:gd name="T23" fmla="*/ 111 h 180"/>
                <a:gd name="T24" fmla="*/ 190 w 315"/>
                <a:gd name="T25" fmla="*/ 72 h 180"/>
                <a:gd name="T26" fmla="*/ 121 w 315"/>
                <a:gd name="T27" fmla="*/ 41 h 180"/>
                <a:gd name="T28" fmla="*/ 78 w 315"/>
                <a:gd name="T29" fmla="*/ 44 h 180"/>
                <a:gd name="T30" fmla="*/ 72 w 315"/>
                <a:gd name="T31" fmla="*/ 69 h 180"/>
                <a:gd name="T32" fmla="*/ 126 w 315"/>
                <a:gd name="T33" fmla="*/ 109 h 180"/>
                <a:gd name="T34" fmla="*/ 194 w 315"/>
                <a:gd name="T35"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5" h="180">
                  <a:moveTo>
                    <a:pt x="308" y="107"/>
                  </a:moveTo>
                  <a:cubicBezTo>
                    <a:pt x="315" y="126"/>
                    <a:pt x="304" y="143"/>
                    <a:pt x="277" y="159"/>
                  </a:cubicBezTo>
                  <a:cubicBezTo>
                    <a:pt x="250" y="175"/>
                    <a:pt x="220" y="180"/>
                    <a:pt x="186" y="177"/>
                  </a:cubicBezTo>
                  <a:cubicBezTo>
                    <a:pt x="153" y="173"/>
                    <a:pt x="116" y="160"/>
                    <a:pt x="77" y="137"/>
                  </a:cubicBezTo>
                  <a:cubicBezTo>
                    <a:pt x="36" y="113"/>
                    <a:pt x="13" y="92"/>
                    <a:pt x="7" y="73"/>
                  </a:cubicBezTo>
                  <a:cubicBezTo>
                    <a:pt x="0" y="55"/>
                    <a:pt x="11" y="37"/>
                    <a:pt x="38" y="21"/>
                  </a:cubicBezTo>
                  <a:cubicBezTo>
                    <a:pt x="65" y="6"/>
                    <a:pt x="95" y="0"/>
                    <a:pt x="129" y="4"/>
                  </a:cubicBezTo>
                  <a:cubicBezTo>
                    <a:pt x="163" y="8"/>
                    <a:pt x="199" y="21"/>
                    <a:pt x="238" y="44"/>
                  </a:cubicBezTo>
                  <a:cubicBezTo>
                    <a:pt x="279" y="67"/>
                    <a:pt x="302" y="88"/>
                    <a:pt x="308" y="107"/>
                  </a:cubicBezTo>
                  <a:close/>
                  <a:moveTo>
                    <a:pt x="194" y="140"/>
                  </a:moveTo>
                  <a:cubicBezTo>
                    <a:pt x="211" y="144"/>
                    <a:pt x="226" y="143"/>
                    <a:pt x="237" y="136"/>
                  </a:cubicBezTo>
                  <a:cubicBezTo>
                    <a:pt x="249" y="130"/>
                    <a:pt x="250" y="121"/>
                    <a:pt x="243" y="111"/>
                  </a:cubicBezTo>
                  <a:cubicBezTo>
                    <a:pt x="236" y="101"/>
                    <a:pt x="218" y="88"/>
                    <a:pt x="190" y="72"/>
                  </a:cubicBezTo>
                  <a:cubicBezTo>
                    <a:pt x="161" y="55"/>
                    <a:pt x="138" y="45"/>
                    <a:pt x="121" y="41"/>
                  </a:cubicBezTo>
                  <a:cubicBezTo>
                    <a:pt x="103" y="37"/>
                    <a:pt x="89" y="38"/>
                    <a:pt x="78" y="44"/>
                  </a:cubicBezTo>
                  <a:cubicBezTo>
                    <a:pt x="66" y="51"/>
                    <a:pt x="64" y="59"/>
                    <a:pt x="72" y="69"/>
                  </a:cubicBezTo>
                  <a:cubicBezTo>
                    <a:pt x="79" y="79"/>
                    <a:pt x="97" y="93"/>
                    <a:pt x="126" y="109"/>
                  </a:cubicBezTo>
                  <a:cubicBezTo>
                    <a:pt x="154" y="125"/>
                    <a:pt x="177" y="136"/>
                    <a:pt x="194" y="140"/>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29" name="Group 36"/>
          <p:cNvGrpSpPr/>
          <p:nvPr/>
        </p:nvGrpSpPr>
        <p:grpSpPr>
          <a:xfrm>
            <a:off x="6664915" y="4639116"/>
            <a:ext cx="787606" cy="422768"/>
            <a:chOff x="5141998" y="4491632"/>
            <a:chExt cx="787606" cy="422768"/>
          </a:xfrm>
        </p:grpSpPr>
        <p:sp>
          <p:nvSpPr>
            <p:cNvPr id="30" name="Freeform 26"/>
            <p:cNvSpPr/>
            <p:nvPr/>
          </p:nvSpPr>
          <p:spPr bwMode="auto">
            <a:xfrm>
              <a:off x="5397138" y="4491632"/>
              <a:ext cx="532466" cy="299513"/>
            </a:xfrm>
            <a:custGeom>
              <a:avLst/>
              <a:gdLst>
                <a:gd name="T0" fmla="*/ 364 w 364"/>
                <a:gd name="T1" fmla="*/ 112 h 205"/>
                <a:gd name="T2" fmla="*/ 203 w 364"/>
                <a:gd name="T3" fmla="*/ 205 h 205"/>
                <a:gd name="T4" fmla="*/ 169 w 364"/>
                <a:gd name="T5" fmla="*/ 185 h 205"/>
                <a:gd name="T6" fmla="*/ 168 w 364"/>
                <a:gd name="T7" fmla="*/ 118 h 205"/>
                <a:gd name="T8" fmla="*/ 165 w 364"/>
                <a:gd name="T9" fmla="*/ 77 h 205"/>
                <a:gd name="T10" fmla="*/ 157 w 364"/>
                <a:gd name="T11" fmla="*/ 60 h 205"/>
                <a:gd name="T12" fmla="*/ 142 w 364"/>
                <a:gd name="T13" fmla="*/ 47 h 205"/>
                <a:gd name="T14" fmla="*/ 114 w 364"/>
                <a:gd name="T15" fmla="*/ 40 h 205"/>
                <a:gd name="T16" fmla="*/ 87 w 364"/>
                <a:gd name="T17" fmla="*/ 48 h 205"/>
                <a:gd name="T18" fmla="*/ 67 w 364"/>
                <a:gd name="T19" fmla="*/ 66 h 205"/>
                <a:gd name="T20" fmla="*/ 58 w 364"/>
                <a:gd name="T21" fmla="*/ 92 h 205"/>
                <a:gd name="T22" fmla="*/ 0 w 364"/>
                <a:gd name="T23" fmla="*/ 89 h 205"/>
                <a:gd name="T24" fmla="*/ 8 w 364"/>
                <a:gd name="T25" fmla="*/ 61 h 205"/>
                <a:gd name="T26" fmla="*/ 23 w 364"/>
                <a:gd name="T27" fmla="*/ 41 h 205"/>
                <a:gd name="T28" fmla="*/ 49 w 364"/>
                <a:gd name="T29" fmla="*/ 22 h 205"/>
                <a:gd name="T30" fmla="*/ 95 w 364"/>
                <a:gd name="T31" fmla="*/ 4 h 205"/>
                <a:gd name="T32" fmla="*/ 143 w 364"/>
                <a:gd name="T33" fmla="*/ 2 h 205"/>
                <a:gd name="T34" fmla="*/ 185 w 364"/>
                <a:gd name="T35" fmla="*/ 16 h 205"/>
                <a:gd name="T36" fmla="*/ 210 w 364"/>
                <a:gd name="T37" fmla="*/ 36 h 205"/>
                <a:gd name="T38" fmla="*/ 221 w 364"/>
                <a:gd name="T39" fmla="*/ 63 h 205"/>
                <a:gd name="T40" fmla="*/ 222 w 364"/>
                <a:gd name="T41" fmla="*/ 111 h 205"/>
                <a:gd name="T42" fmla="*/ 220 w 364"/>
                <a:gd name="T43" fmla="*/ 145 h 205"/>
                <a:gd name="T44" fmla="*/ 222 w 364"/>
                <a:gd name="T45" fmla="*/ 146 h 205"/>
                <a:gd name="T46" fmla="*/ 323 w 364"/>
                <a:gd name="T47" fmla="*/ 88 h 205"/>
                <a:gd name="T48" fmla="*/ 364 w 364"/>
                <a:gd name="T49" fmla="*/ 112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4" h="205">
                  <a:moveTo>
                    <a:pt x="364" y="112"/>
                  </a:moveTo>
                  <a:cubicBezTo>
                    <a:pt x="203" y="205"/>
                    <a:pt x="203" y="205"/>
                    <a:pt x="203" y="205"/>
                  </a:cubicBezTo>
                  <a:cubicBezTo>
                    <a:pt x="169" y="185"/>
                    <a:pt x="169" y="185"/>
                    <a:pt x="169" y="185"/>
                  </a:cubicBezTo>
                  <a:cubicBezTo>
                    <a:pt x="168" y="118"/>
                    <a:pt x="168" y="118"/>
                    <a:pt x="168" y="118"/>
                  </a:cubicBezTo>
                  <a:cubicBezTo>
                    <a:pt x="167" y="98"/>
                    <a:pt x="166" y="84"/>
                    <a:pt x="165" y="77"/>
                  </a:cubicBezTo>
                  <a:cubicBezTo>
                    <a:pt x="163" y="70"/>
                    <a:pt x="161" y="64"/>
                    <a:pt x="157" y="60"/>
                  </a:cubicBezTo>
                  <a:cubicBezTo>
                    <a:pt x="154" y="55"/>
                    <a:pt x="149" y="51"/>
                    <a:pt x="142" y="47"/>
                  </a:cubicBezTo>
                  <a:cubicBezTo>
                    <a:pt x="133" y="42"/>
                    <a:pt x="124" y="39"/>
                    <a:pt x="114" y="40"/>
                  </a:cubicBezTo>
                  <a:cubicBezTo>
                    <a:pt x="104" y="40"/>
                    <a:pt x="95" y="43"/>
                    <a:pt x="87" y="48"/>
                  </a:cubicBezTo>
                  <a:cubicBezTo>
                    <a:pt x="78" y="53"/>
                    <a:pt x="71" y="59"/>
                    <a:pt x="67" y="66"/>
                  </a:cubicBezTo>
                  <a:cubicBezTo>
                    <a:pt x="63" y="74"/>
                    <a:pt x="60" y="82"/>
                    <a:pt x="58" y="92"/>
                  </a:cubicBezTo>
                  <a:cubicBezTo>
                    <a:pt x="0" y="89"/>
                    <a:pt x="0" y="89"/>
                    <a:pt x="0" y="89"/>
                  </a:cubicBezTo>
                  <a:cubicBezTo>
                    <a:pt x="2" y="77"/>
                    <a:pt x="4" y="67"/>
                    <a:pt x="8" y="61"/>
                  </a:cubicBezTo>
                  <a:cubicBezTo>
                    <a:pt x="11" y="54"/>
                    <a:pt x="16" y="47"/>
                    <a:pt x="23" y="41"/>
                  </a:cubicBezTo>
                  <a:cubicBezTo>
                    <a:pt x="30" y="35"/>
                    <a:pt x="38" y="28"/>
                    <a:pt x="49" y="22"/>
                  </a:cubicBezTo>
                  <a:cubicBezTo>
                    <a:pt x="64" y="14"/>
                    <a:pt x="79" y="8"/>
                    <a:pt x="95" y="4"/>
                  </a:cubicBezTo>
                  <a:cubicBezTo>
                    <a:pt x="112" y="1"/>
                    <a:pt x="128" y="0"/>
                    <a:pt x="143" y="2"/>
                  </a:cubicBezTo>
                  <a:cubicBezTo>
                    <a:pt x="159" y="4"/>
                    <a:pt x="173" y="9"/>
                    <a:pt x="185" y="16"/>
                  </a:cubicBezTo>
                  <a:cubicBezTo>
                    <a:pt x="196" y="22"/>
                    <a:pt x="204" y="29"/>
                    <a:pt x="210" y="36"/>
                  </a:cubicBezTo>
                  <a:cubicBezTo>
                    <a:pt x="215" y="44"/>
                    <a:pt x="219" y="53"/>
                    <a:pt x="221" y="63"/>
                  </a:cubicBezTo>
                  <a:cubicBezTo>
                    <a:pt x="223" y="73"/>
                    <a:pt x="223" y="89"/>
                    <a:pt x="222" y="111"/>
                  </a:cubicBezTo>
                  <a:cubicBezTo>
                    <a:pt x="220" y="145"/>
                    <a:pt x="220" y="145"/>
                    <a:pt x="220" y="145"/>
                  </a:cubicBezTo>
                  <a:cubicBezTo>
                    <a:pt x="222" y="146"/>
                    <a:pt x="222" y="146"/>
                    <a:pt x="222" y="146"/>
                  </a:cubicBezTo>
                  <a:cubicBezTo>
                    <a:pt x="323" y="88"/>
                    <a:pt x="323" y="88"/>
                    <a:pt x="323" y="88"/>
                  </a:cubicBezTo>
                  <a:lnTo>
                    <a:pt x="364" y="112"/>
                  </a:ln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1" name="Freeform 27"/>
            <p:cNvSpPr>
              <a:spLocks noEditPoints="1"/>
            </p:cNvSpPr>
            <p:nvPr/>
          </p:nvSpPr>
          <p:spPr bwMode="auto">
            <a:xfrm>
              <a:off x="5141998" y="4650632"/>
              <a:ext cx="458512" cy="263768"/>
            </a:xfrm>
            <a:custGeom>
              <a:avLst/>
              <a:gdLst>
                <a:gd name="T0" fmla="*/ 308 w 314"/>
                <a:gd name="T1" fmla="*/ 107 h 180"/>
                <a:gd name="T2" fmla="*/ 276 w 314"/>
                <a:gd name="T3" fmla="*/ 159 h 180"/>
                <a:gd name="T4" fmla="*/ 186 w 314"/>
                <a:gd name="T5" fmla="*/ 177 h 180"/>
                <a:gd name="T6" fmla="*/ 77 w 314"/>
                <a:gd name="T7" fmla="*/ 137 h 180"/>
                <a:gd name="T8" fmla="*/ 6 w 314"/>
                <a:gd name="T9" fmla="*/ 73 h 180"/>
                <a:gd name="T10" fmla="*/ 37 w 314"/>
                <a:gd name="T11" fmla="*/ 21 h 180"/>
                <a:gd name="T12" fmla="*/ 128 w 314"/>
                <a:gd name="T13" fmla="*/ 4 h 180"/>
                <a:gd name="T14" fmla="*/ 238 w 314"/>
                <a:gd name="T15" fmla="*/ 43 h 180"/>
                <a:gd name="T16" fmla="*/ 308 w 314"/>
                <a:gd name="T17" fmla="*/ 107 h 180"/>
                <a:gd name="T18" fmla="*/ 193 w 314"/>
                <a:gd name="T19" fmla="*/ 140 h 180"/>
                <a:gd name="T20" fmla="*/ 237 w 314"/>
                <a:gd name="T21" fmla="*/ 136 h 180"/>
                <a:gd name="T22" fmla="*/ 242 w 314"/>
                <a:gd name="T23" fmla="*/ 111 h 180"/>
                <a:gd name="T24" fmla="*/ 189 w 314"/>
                <a:gd name="T25" fmla="*/ 72 h 180"/>
                <a:gd name="T26" fmla="*/ 120 w 314"/>
                <a:gd name="T27" fmla="*/ 41 h 180"/>
                <a:gd name="T28" fmla="*/ 77 w 314"/>
                <a:gd name="T29" fmla="*/ 44 h 180"/>
                <a:gd name="T30" fmla="*/ 71 w 314"/>
                <a:gd name="T31" fmla="*/ 69 h 180"/>
                <a:gd name="T32" fmla="*/ 125 w 314"/>
                <a:gd name="T33" fmla="*/ 109 h 180"/>
                <a:gd name="T34" fmla="*/ 193 w 314"/>
                <a:gd name="T35"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180">
                  <a:moveTo>
                    <a:pt x="308" y="107"/>
                  </a:moveTo>
                  <a:cubicBezTo>
                    <a:pt x="314" y="126"/>
                    <a:pt x="303" y="143"/>
                    <a:pt x="276" y="159"/>
                  </a:cubicBezTo>
                  <a:cubicBezTo>
                    <a:pt x="249" y="174"/>
                    <a:pt x="219" y="180"/>
                    <a:pt x="186" y="177"/>
                  </a:cubicBezTo>
                  <a:cubicBezTo>
                    <a:pt x="152" y="173"/>
                    <a:pt x="116" y="160"/>
                    <a:pt x="77" y="137"/>
                  </a:cubicBezTo>
                  <a:cubicBezTo>
                    <a:pt x="36" y="113"/>
                    <a:pt x="12" y="92"/>
                    <a:pt x="6" y="73"/>
                  </a:cubicBezTo>
                  <a:cubicBezTo>
                    <a:pt x="0" y="54"/>
                    <a:pt x="10" y="37"/>
                    <a:pt x="37" y="21"/>
                  </a:cubicBezTo>
                  <a:cubicBezTo>
                    <a:pt x="64" y="6"/>
                    <a:pt x="94" y="0"/>
                    <a:pt x="128" y="4"/>
                  </a:cubicBezTo>
                  <a:cubicBezTo>
                    <a:pt x="162" y="8"/>
                    <a:pt x="199" y="21"/>
                    <a:pt x="238" y="43"/>
                  </a:cubicBezTo>
                  <a:cubicBezTo>
                    <a:pt x="278" y="67"/>
                    <a:pt x="301" y="88"/>
                    <a:pt x="308" y="107"/>
                  </a:cubicBezTo>
                  <a:close/>
                  <a:moveTo>
                    <a:pt x="193" y="140"/>
                  </a:moveTo>
                  <a:cubicBezTo>
                    <a:pt x="211" y="144"/>
                    <a:pt x="225" y="143"/>
                    <a:pt x="237" y="136"/>
                  </a:cubicBezTo>
                  <a:cubicBezTo>
                    <a:pt x="248" y="130"/>
                    <a:pt x="250" y="121"/>
                    <a:pt x="242" y="111"/>
                  </a:cubicBezTo>
                  <a:cubicBezTo>
                    <a:pt x="235" y="101"/>
                    <a:pt x="217" y="88"/>
                    <a:pt x="189" y="72"/>
                  </a:cubicBezTo>
                  <a:cubicBezTo>
                    <a:pt x="161" y="55"/>
                    <a:pt x="138" y="45"/>
                    <a:pt x="120" y="41"/>
                  </a:cubicBezTo>
                  <a:cubicBezTo>
                    <a:pt x="103" y="36"/>
                    <a:pt x="88" y="38"/>
                    <a:pt x="77" y="44"/>
                  </a:cubicBezTo>
                  <a:cubicBezTo>
                    <a:pt x="66" y="51"/>
                    <a:pt x="64" y="59"/>
                    <a:pt x="71" y="69"/>
                  </a:cubicBezTo>
                  <a:cubicBezTo>
                    <a:pt x="79" y="79"/>
                    <a:pt x="97" y="92"/>
                    <a:pt x="125" y="109"/>
                  </a:cubicBezTo>
                  <a:cubicBezTo>
                    <a:pt x="153" y="125"/>
                    <a:pt x="176" y="136"/>
                    <a:pt x="193" y="140"/>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32" name="Group 37"/>
          <p:cNvGrpSpPr/>
          <p:nvPr/>
        </p:nvGrpSpPr>
        <p:grpSpPr>
          <a:xfrm>
            <a:off x="7512917" y="3802207"/>
            <a:ext cx="733373" cy="425234"/>
            <a:chOff x="5990000" y="3654723"/>
            <a:chExt cx="733373" cy="425234"/>
          </a:xfrm>
        </p:grpSpPr>
        <p:sp>
          <p:nvSpPr>
            <p:cNvPr id="33" name="Freeform 28"/>
            <p:cNvSpPr/>
            <p:nvPr/>
          </p:nvSpPr>
          <p:spPr bwMode="auto">
            <a:xfrm>
              <a:off x="6232814" y="3654723"/>
              <a:ext cx="490559" cy="294582"/>
            </a:xfrm>
            <a:custGeom>
              <a:avLst/>
              <a:gdLst>
                <a:gd name="T0" fmla="*/ 304 w 335"/>
                <a:gd name="T1" fmla="*/ 75 h 201"/>
                <a:gd name="T2" fmla="*/ 332 w 335"/>
                <a:gd name="T3" fmla="*/ 119 h 201"/>
                <a:gd name="T4" fmla="*/ 281 w 335"/>
                <a:gd name="T5" fmla="*/ 170 h 201"/>
                <a:gd name="T6" fmla="*/ 202 w 335"/>
                <a:gd name="T7" fmla="*/ 201 h 201"/>
                <a:gd name="T8" fmla="*/ 161 w 335"/>
                <a:gd name="T9" fmla="*/ 177 h 201"/>
                <a:gd name="T10" fmla="*/ 201 w 335"/>
                <a:gd name="T11" fmla="*/ 167 h 201"/>
                <a:gd name="T12" fmla="*/ 237 w 335"/>
                <a:gd name="T13" fmla="*/ 151 h 201"/>
                <a:gd name="T14" fmla="*/ 265 w 335"/>
                <a:gd name="T15" fmla="*/ 125 h 201"/>
                <a:gd name="T16" fmla="*/ 250 w 335"/>
                <a:gd name="T17" fmla="*/ 103 h 201"/>
                <a:gd name="T18" fmla="*/ 213 w 335"/>
                <a:gd name="T19" fmla="*/ 98 h 201"/>
                <a:gd name="T20" fmla="*/ 164 w 335"/>
                <a:gd name="T21" fmla="*/ 118 h 201"/>
                <a:gd name="T22" fmla="*/ 147 w 335"/>
                <a:gd name="T23" fmla="*/ 128 h 201"/>
                <a:gd name="T24" fmla="*/ 109 w 335"/>
                <a:gd name="T25" fmla="*/ 107 h 201"/>
                <a:gd name="T26" fmla="*/ 127 w 335"/>
                <a:gd name="T27" fmla="*/ 96 h 201"/>
                <a:gd name="T28" fmla="*/ 159 w 335"/>
                <a:gd name="T29" fmla="*/ 69 h 201"/>
                <a:gd name="T30" fmla="*/ 147 w 335"/>
                <a:gd name="T31" fmla="*/ 48 h 201"/>
                <a:gd name="T32" fmla="*/ 88 w 335"/>
                <a:gd name="T33" fmla="*/ 52 h 201"/>
                <a:gd name="T34" fmla="*/ 69 w 335"/>
                <a:gd name="T35" fmla="*/ 68 h 201"/>
                <a:gd name="T36" fmla="*/ 56 w 335"/>
                <a:gd name="T37" fmla="*/ 90 h 201"/>
                <a:gd name="T38" fmla="*/ 0 w 335"/>
                <a:gd name="T39" fmla="*/ 84 h 201"/>
                <a:gd name="T40" fmla="*/ 52 w 335"/>
                <a:gd name="T41" fmla="*/ 27 h 201"/>
                <a:gd name="T42" fmla="*/ 123 w 335"/>
                <a:gd name="T43" fmla="*/ 3 h 201"/>
                <a:gd name="T44" fmla="*/ 185 w 335"/>
                <a:gd name="T45" fmla="*/ 14 h 201"/>
                <a:gd name="T46" fmla="*/ 208 w 335"/>
                <a:gd name="T47" fmla="*/ 43 h 201"/>
                <a:gd name="T48" fmla="*/ 193 w 335"/>
                <a:gd name="T49" fmla="*/ 77 h 201"/>
                <a:gd name="T50" fmla="*/ 194 w 335"/>
                <a:gd name="T51" fmla="*/ 77 h 201"/>
                <a:gd name="T52" fmla="*/ 253 w 335"/>
                <a:gd name="T53" fmla="*/ 62 h 201"/>
                <a:gd name="T54" fmla="*/ 304 w 335"/>
                <a:gd name="T55" fmla="*/ 75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35" h="201">
                  <a:moveTo>
                    <a:pt x="304" y="75"/>
                  </a:moveTo>
                  <a:cubicBezTo>
                    <a:pt x="326" y="88"/>
                    <a:pt x="335" y="103"/>
                    <a:pt x="332" y="119"/>
                  </a:cubicBezTo>
                  <a:cubicBezTo>
                    <a:pt x="328" y="136"/>
                    <a:pt x="311" y="153"/>
                    <a:pt x="281" y="170"/>
                  </a:cubicBezTo>
                  <a:cubicBezTo>
                    <a:pt x="256" y="185"/>
                    <a:pt x="230" y="195"/>
                    <a:pt x="202" y="201"/>
                  </a:cubicBezTo>
                  <a:cubicBezTo>
                    <a:pt x="161" y="177"/>
                    <a:pt x="161" y="177"/>
                    <a:pt x="161" y="177"/>
                  </a:cubicBezTo>
                  <a:cubicBezTo>
                    <a:pt x="174" y="175"/>
                    <a:pt x="188" y="171"/>
                    <a:pt x="201" y="167"/>
                  </a:cubicBezTo>
                  <a:cubicBezTo>
                    <a:pt x="215" y="162"/>
                    <a:pt x="227" y="157"/>
                    <a:pt x="237" y="151"/>
                  </a:cubicBezTo>
                  <a:cubicBezTo>
                    <a:pt x="253" y="141"/>
                    <a:pt x="263" y="133"/>
                    <a:pt x="265" y="125"/>
                  </a:cubicBezTo>
                  <a:cubicBezTo>
                    <a:pt x="267" y="118"/>
                    <a:pt x="262" y="110"/>
                    <a:pt x="250" y="103"/>
                  </a:cubicBezTo>
                  <a:cubicBezTo>
                    <a:pt x="239" y="97"/>
                    <a:pt x="227" y="95"/>
                    <a:pt x="213" y="98"/>
                  </a:cubicBezTo>
                  <a:cubicBezTo>
                    <a:pt x="200" y="100"/>
                    <a:pt x="184" y="107"/>
                    <a:pt x="164" y="118"/>
                  </a:cubicBezTo>
                  <a:cubicBezTo>
                    <a:pt x="147" y="128"/>
                    <a:pt x="147" y="128"/>
                    <a:pt x="147" y="128"/>
                  </a:cubicBezTo>
                  <a:cubicBezTo>
                    <a:pt x="109" y="107"/>
                    <a:pt x="109" y="107"/>
                    <a:pt x="109" y="107"/>
                  </a:cubicBezTo>
                  <a:cubicBezTo>
                    <a:pt x="127" y="96"/>
                    <a:pt x="127" y="96"/>
                    <a:pt x="127" y="96"/>
                  </a:cubicBezTo>
                  <a:cubicBezTo>
                    <a:pt x="145" y="86"/>
                    <a:pt x="156" y="77"/>
                    <a:pt x="159" y="69"/>
                  </a:cubicBezTo>
                  <a:cubicBezTo>
                    <a:pt x="163" y="62"/>
                    <a:pt x="159" y="55"/>
                    <a:pt x="147" y="48"/>
                  </a:cubicBezTo>
                  <a:cubicBezTo>
                    <a:pt x="130" y="38"/>
                    <a:pt x="110" y="39"/>
                    <a:pt x="88" y="52"/>
                  </a:cubicBezTo>
                  <a:cubicBezTo>
                    <a:pt x="81" y="57"/>
                    <a:pt x="74" y="62"/>
                    <a:pt x="69" y="68"/>
                  </a:cubicBezTo>
                  <a:cubicBezTo>
                    <a:pt x="64" y="74"/>
                    <a:pt x="59" y="81"/>
                    <a:pt x="56" y="90"/>
                  </a:cubicBezTo>
                  <a:cubicBezTo>
                    <a:pt x="0" y="84"/>
                    <a:pt x="0" y="84"/>
                    <a:pt x="0" y="84"/>
                  </a:cubicBezTo>
                  <a:cubicBezTo>
                    <a:pt x="6" y="63"/>
                    <a:pt x="23" y="44"/>
                    <a:pt x="52" y="27"/>
                  </a:cubicBezTo>
                  <a:cubicBezTo>
                    <a:pt x="76" y="13"/>
                    <a:pt x="100" y="5"/>
                    <a:pt x="123" y="3"/>
                  </a:cubicBezTo>
                  <a:cubicBezTo>
                    <a:pt x="147" y="0"/>
                    <a:pt x="167" y="4"/>
                    <a:pt x="185" y="14"/>
                  </a:cubicBezTo>
                  <a:cubicBezTo>
                    <a:pt x="199" y="23"/>
                    <a:pt x="207" y="32"/>
                    <a:pt x="208" y="43"/>
                  </a:cubicBezTo>
                  <a:cubicBezTo>
                    <a:pt x="210" y="54"/>
                    <a:pt x="205" y="65"/>
                    <a:pt x="193" y="77"/>
                  </a:cubicBezTo>
                  <a:cubicBezTo>
                    <a:pt x="194" y="77"/>
                    <a:pt x="194" y="77"/>
                    <a:pt x="194" y="77"/>
                  </a:cubicBezTo>
                  <a:cubicBezTo>
                    <a:pt x="214" y="68"/>
                    <a:pt x="234" y="63"/>
                    <a:pt x="253" y="62"/>
                  </a:cubicBezTo>
                  <a:cubicBezTo>
                    <a:pt x="271" y="62"/>
                    <a:pt x="288" y="66"/>
                    <a:pt x="304" y="75"/>
                  </a:cubicBez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4" name="Freeform 29"/>
            <p:cNvSpPr>
              <a:spLocks noEditPoints="1"/>
            </p:cNvSpPr>
            <p:nvPr/>
          </p:nvSpPr>
          <p:spPr bwMode="auto">
            <a:xfrm>
              <a:off x="5990000" y="3814956"/>
              <a:ext cx="460978" cy="265001"/>
            </a:xfrm>
            <a:custGeom>
              <a:avLst/>
              <a:gdLst>
                <a:gd name="T0" fmla="*/ 308 w 315"/>
                <a:gd name="T1" fmla="*/ 107 h 181"/>
                <a:gd name="T2" fmla="*/ 277 w 315"/>
                <a:gd name="T3" fmla="*/ 159 h 181"/>
                <a:gd name="T4" fmla="*/ 186 w 315"/>
                <a:gd name="T5" fmla="*/ 177 h 181"/>
                <a:gd name="T6" fmla="*/ 77 w 315"/>
                <a:gd name="T7" fmla="*/ 137 h 181"/>
                <a:gd name="T8" fmla="*/ 6 w 315"/>
                <a:gd name="T9" fmla="*/ 74 h 181"/>
                <a:gd name="T10" fmla="*/ 38 w 315"/>
                <a:gd name="T11" fmla="*/ 22 h 181"/>
                <a:gd name="T12" fmla="*/ 129 w 315"/>
                <a:gd name="T13" fmla="*/ 4 h 181"/>
                <a:gd name="T14" fmla="*/ 238 w 315"/>
                <a:gd name="T15" fmla="*/ 44 h 181"/>
                <a:gd name="T16" fmla="*/ 308 w 315"/>
                <a:gd name="T17" fmla="*/ 107 h 181"/>
                <a:gd name="T18" fmla="*/ 194 w 315"/>
                <a:gd name="T19" fmla="*/ 140 h 181"/>
                <a:gd name="T20" fmla="*/ 237 w 315"/>
                <a:gd name="T21" fmla="*/ 137 h 181"/>
                <a:gd name="T22" fmla="*/ 243 w 315"/>
                <a:gd name="T23" fmla="*/ 111 h 181"/>
                <a:gd name="T24" fmla="*/ 190 w 315"/>
                <a:gd name="T25" fmla="*/ 72 h 181"/>
                <a:gd name="T26" fmla="*/ 121 w 315"/>
                <a:gd name="T27" fmla="*/ 41 h 181"/>
                <a:gd name="T28" fmla="*/ 78 w 315"/>
                <a:gd name="T29" fmla="*/ 44 h 181"/>
                <a:gd name="T30" fmla="*/ 72 w 315"/>
                <a:gd name="T31" fmla="*/ 69 h 181"/>
                <a:gd name="T32" fmla="*/ 126 w 315"/>
                <a:gd name="T33" fmla="*/ 109 h 181"/>
                <a:gd name="T34" fmla="*/ 194 w 315"/>
                <a:gd name="T35" fmla="*/ 14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5" h="181">
                  <a:moveTo>
                    <a:pt x="308" y="107"/>
                  </a:moveTo>
                  <a:cubicBezTo>
                    <a:pt x="315" y="126"/>
                    <a:pt x="304" y="143"/>
                    <a:pt x="277" y="159"/>
                  </a:cubicBezTo>
                  <a:cubicBezTo>
                    <a:pt x="250" y="175"/>
                    <a:pt x="220" y="181"/>
                    <a:pt x="186" y="177"/>
                  </a:cubicBezTo>
                  <a:cubicBezTo>
                    <a:pt x="153" y="173"/>
                    <a:pt x="116" y="160"/>
                    <a:pt x="77" y="137"/>
                  </a:cubicBezTo>
                  <a:cubicBezTo>
                    <a:pt x="36" y="114"/>
                    <a:pt x="13" y="92"/>
                    <a:pt x="6" y="74"/>
                  </a:cubicBezTo>
                  <a:cubicBezTo>
                    <a:pt x="0" y="55"/>
                    <a:pt x="11" y="37"/>
                    <a:pt x="38" y="22"/>
                  </a:cubicBezTo>
                  <a:cubicBezTo>
                    <a:pt x="65" y="6"/>
                    <a:pt x="95" y="0"/>
                    <a:pt x="129" y="4"/>
                  </a:cubicBezTo>
                  <a:cubicBezTo>
                    <a:pt x="163" y="8"/>
                    <a:pt x="199" y="21"/>
                    <a:pt x="238" y="44"/>
                  </a:cubicBezTo>
                  <a:cubicBezTo>
                    <a:pt x="279" y="67"/>
                    <a:pt x="302" y="88"/>
                    <a:pt x="308" y="107"/>
                  </a:cubicBezTo>
                  <a:close/>
                  <a:moveTo>
                    <a:pt x="194" y="140"/>
                  </a:moveTo>
                  <a:cubicBezTo>
                    <a:pt x="211" y="144"/>
                    <a:pt x="226" y="143"/>
                    <a:pt x="237" y="137"/>
                  </a:cubicBezTo>
                  <a:cubicBezTo>
                    <a:pt x="248" y="130"/>
                    <a:pt x="250" y="122"/>
                    <a:pt x="243" y="111"/>
                  </a:cubicBezTo>
                  <a:cubicBezTo>
                    <a:pt x="236" y="101"/>
                    <a:pt x="218" y="88"/>
                    <a:pt x="190" y="72"/>
                  </a:cubicBezTo>
                  <a:cubicBezTo>
                    <a:pt x="161" y="55"/>
                    <a:pt x="138" y="45"/>
                    <a:pt x="121" y="41"/>
                  </a:cubicBezTo>
                  <a:cubicBezTo>
                    <a:pt x="103" y="37"/>
                    <a:pt x="89" y="38"/>
                    <a:pt x="78" y="44"/>
                  </a:cubicBezTo>
                  <a:cubicBezTo>
                    <a:pt x="66" y="51"/>
                    <a:pt x="64" y="59"/>
                    <a:pt x="72" y="69"/>
                  </a:cubicBezTo>
                  <a:cubicBezTo>
                    <a:pt x="79" y="80"/>
                    <a:pt x="97" y="93"/>
                    <a:pt x="126" y="109"/>
                  </a:cubicBezTo>
                  <a:cubicBezTo>
                    <a:pt x="154" y="126"/>
                    <a:pt x="177" y="136"/>
                    <a:pt x="194" y="140"/>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35" name="Group 38"/>
          <p:cNvGrpSpPr/>
          <p:nvPr/>
        </p:nvGrpSpPr>
        <p:grpSpPr>
          <a:xfrm>
            <a:off x="8386802" y="2968997"/>
            <a:ext cx="754328" cy="436327"/>
            <a:chOff x="6863885" y="2821513"/>
            <a:chExt cx="754328" cy="436327"/>
          </a:xfrm>
        </p:grpSpPr>
        <p:sp>
          <p:nvSpPr>
            <p:cNvPr id="36" name="Freeform 30"/>
            <p:cNvSpPr>
              <a:spLocks noEditPoints="1"/>
            </p:cNvSpPr>
            <p:nvPr/>
          </p:nvSpPr>
          <p:spPr bwMode="auto">
            <a:xfrm>
              <a:off x="7215165" y="2821513"/>
              <a:ext cx="403048" cy="279792"/>
            </a:xfrm>
            <a:custGeom>
              <a:avLst/>
              <a:gdLst>
                <a:gd name="T0" fmla="*/ 228 w 276"/>
                <a:gd name="T1" fmla="*/ 106 h 191"/>
                <a:gd name="T2" fmla="*/ 276 w 276"/>
                <a:gd name="T3" fmla="*/ 134 h 191"/>
                <a:gd name="T4" fmla="*/ 229 w 276"/>
                <a:gd name="T5" fmla="*/ 161 h 191"/>
                <a:gd name="T6" fmla="*/ 181 w 276"/>
                <a:gd name="T7" fmla="*/ 134 h 191"/>
                <a:gd name="T8" fmla="*/ 83 w 276"/>
                <a:gd name="T9" fmla="*/ 191 h 191"/>
                <a:gd name="T10" fmla="*/ 48 w 276"/>
                <a:gd name="T11" fmla="*/ 171 h 191"/>
                <a:gd name="T12" fmla="*/ 0 w 276"/>
                <a:gd name="T13" fmla="*/ 26 h 191"/>
                <a:gd name="T14" fmla="*/ 45 w 276"/>
                <a:gd name="T15" fmla="*/ 0 h 191"/>
                <a:gd name="T16" fmla="*/ 190 w 276"/>
                <a:gd name="T17" fmla="*/ 84 h 191"/>
                <a:gd name="T18" fmla="*/ 218 w 276"/>
                <a:gd name="T19" fmla="*/ 68 h 191"/>
                <a:gd name="T20" fmla="*/ 256 w 276"/>
                <a:gd name="T21" fmla="*/ 90 h 191"/>
                <a:gd name="T22" fmla="*/ 228 w 276"/>
                <a:gd name="T23" fmla="*/ 106 h 191"/>
                <a:gd name="T24" fmla="*/ 87 w 276"/>
                <a:gd name="T25" fmla="*/ 144 h 191"/>
                <a:gd name="T26" fmla="*/ 143 w 276"/>
                <a:gd name="T27" fmla="*/ 112 h 191"/>
                <a:gd name="T28" fmla="*/ 103 w 276"/>
                <a:gd name="T29" fmla="*/ 89 h 191"/>
                <a:gd name="T30" fmla="*/ 76 w 276"/>
                <a:gd name="T31" fmla="*/ 72 h 191"/>
                <a:gd name="T32" fmla="*/ 55 w 276"/>
                <a:gd name="T33" fmla="*/ 59 h 191"/>
                <a:gd name="T34" fmla="*/ 54 w 276"/>
                <a:gd name="T35" fmla="*/ 59 h 191"/>
                <a:gd name="T36" fmla="*/ 65 w 276"/>
                <a:gd name="T37" fmla="*/ 82 h 191"/>
                <a:gd name="T38" fmla="*/ 87 w 276"/>
                <a:gd name="T39" fmla="*/ 144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6" h="191">
                  <a:moveTo>
                    <a:pt x="228" y="106"/>
                  </a:moveTo>
                  <a:cubicBezTo>
                    <a:pt x="276" y="134"/>
                    <a:pt x="276" y="134"/>
                    <a:pt x="276" y="134"/>
                  </a:cubicBezTo>
                  <a:cubicBezTo>
                    <a:pt x="229" y="161"/>
                    <a:pt x="229" y="161"/>
                    <a:pt x="229" y="161"/>
                  </a:cubicBezTo>
                  <a:cubicBezTo>
                    <a:pt x="181" y="134"/>
                    <a:pt x="181" y="134"/>
                    <a:pt x="181" y="134"/>
                  </a:cubicBezTo>
                  <a:cubicBezTo>
                    <a:pt x="83" y="191"/>
                    <a:pt x="83" y="191"/>
                    <a:pt x="83" y="191"/>
                  </a:cubicBezTo>
                  <a:cubicBezTo>
                    <a:pt x="48" y="171"/>
                    <a:pt x="48" y="171"/>
                    <a:pt x="48" y="171"/>
                  </a:cubicBezTo>
                  <a:cubicBezTo>
                    <a:pt x="0" y="26"/>
                    <a:pt x="0" y="26"/>
                    <a:pt x="0" y="26"/>
                  </a:cubicBezTo>
                  <a:cubicBezTo>
                    <a:pt x="45" y="0"/>
                    <a:pt x="45" y="0"/>
                    <a:pt x="45" y="0"/>
                  </a:cubicBezTo>
                  <a:cubicBezTo>
                    <a:pt x="190" y="84"/>
                    <a:pt x="190" y="84"/>
                    <a:pt x="190" y="84"/>
                  </a:cubicBezTo>
                  <a:cubicBezTo>
                    <a:pt x="218" y="68"/>
                    <a:pt x="218" y="68"/>
                    <a:pt x="218" y="68"/>
                  </a:cubicBezTo>
                  <a:cubicBezTo>
                    <a:pt x="256" y="90"/>
                    <a:pt x="256" y="90"/>
                    <a:pt x="256" y="90"/>
                  </a:cubicBezTo>
                  <a:lnTo>
                    <a:pt x="228" y="106"/>
                  </a:lnTo>
                  <a:close/>
                  <a:moveTo>
                    <a:pt x="87" y="144"/>
                  </a:moveTo>
                  <a:cubicBezTo>
                    <a:pt x="143" y="112"/>
                    <a:pt x="143" y="112"/>
                    <a:pt x="143" y="112"/>
                  </a:cubicBezTo>
                  <a:cubicBezTo>
                    <a:pt x="103" y="89"/>
                    <a:pt x="103" y="89"/>
                    <a:pt x="103" y="89"/>
                  </a:cubicBezTo>
                  <a:cubicBezTo>
                    <a:pt x="97" y="85"/>
                    <a:pt x="88" y="80"/>
                    <a:pt x="76" y="72"/>
                  </a:cubicBezTo>
                  <a:cubicBezTo>
                    <a:pt x="64" y="65"/>
                    <a:pt x="57" y="60"/>
                    <a:pt x="55" y="59"/>
                  </a:cubicBezTo>
                  <a:cubicBezTo>
                    <a:pt x="54" y="59"/>
                    <a:pt x="54" y="59"/>
                    <a:pt x="54" y="59"/>
                  </a:cubicBezTo>
                  <a:cubicBezTo>
                    <a:pt x="59" y="67"/>
                    <a:pt x="63" y="74"/>
                    <a:pt x="65" y="82"/>
                  </a:cubicBezTo>
                  <a:cubicBezTo>
                    <a:pt x="87" y="144"/>
                    <a:pt x="87" y="144"/>
                    <a:pt x="87" y="144"/>
                  </a:cubicBezTo>
                  <a:close/>
                </a:path>
              </a:pathLst>
            </a:custGeom>
            <a:solidFill>
              <a:schemeClr val="bg1"/>
            </a:solidFill>
            <a:ln>
              <a:noFill/>
            </a:ln>
          </p:spPr>
          <p:txBody>
            <a:bodyPr vert="horz" wrap="square" lIns="91440" tIns="45720" rIns="91440" bIns="45720" numCol="1" anchor="t" anchorCtr="0" compatLnSpc="1"/>
            <a:lstStyle/>
            <a:p>
              <a:endParaRPr lang="en-US"/>
            </a:p>
          </p:txBody>
        </p:sp>
        <p:sp>
          <p:nvSpPr>
            <p:cNvPr id="37" name="Freeform 31"/>
            <p:cNvSpPr>
              <a:spLocks noEditPoints="1"/>
            </p:cNvSpPr>
            <p:nvPr/>
          </p:nvSpPr>
          <p:spPr bwMode="auto">
            <a:xfrm>
              <a:off x="6863885" y="2995304"/>
              <a:ext cx="459745" cy="262536"/>
            </a:xfrm>
            <a:custGeom>
              <a:avLst/>
              <a:gdLst>
                <a:gd name="T0" fmla="*/ 308 w 314"/>
                <a:gd name="T1" fmla="*/ 107 h 180"/>
                <a:gd name="T2" fmla="*/ 276 w 314"/>
                <a:gd name="T3" fmla="*/ 159 h 180"/>
                <a:gd name="T4" fmla="*/ 186 w 314"/>
                <a:gd name="T5" fmla="*/ 177 h 180"/>
                <a:gd name="T6" fmla="*/ 77 w 314"/>
                <a:gd name="T7" fmla="*/ 137 h 180"/>
                <a:gd name="T8" fmla="*/ 6 w 314"/>
                <a:gd name="T9" fmla="*/ 73 h 180"/>
                <a:gd name="T10" fmla="*/ 37 w 314"/>
                <a:gd name="T11" fmla="*/ 21 h 180"/>
                <a:gd name="T12" fmla="*/ 128 w 314"/>
                <a:gd name="T13" fmla="*/ 4 h 180"/>
                <a:gd name="T14" fmla="*/ 238 w 314"/>
                <a:gd name="T15" fmla="*/ 43 h 180"/>
                <a:gd name="T16" fmla="*/ 308 w 314"/>
                <a:gd name="T17" fmla="*/ 107 h 180"/>
                <a:gd name="T18" fmla="*/ 194 w 314"/>
                <a:gd name="T19" fmla="*/ 140 h 180"/>
                <a:gd name="T20" fmla="*/ 237 w 314"/>
                <a:gd name="T21" fmla="*/ 136 h 180"/>
                <a:gd name="T22" fmla="*/ 242 w 314"/>
                <a:gd name="T23" fmla="*/ 111 h 180"/>
                <a:gd name="T24" fmla="*/ 189 w 314"/>
                <a:gd name="T25" fmla="*/ 72 h 180"/>
                <a:gd name="T26" fmla="*/ 120 w 314"/>
                <a:gd name="T27" fmla="*/ 41 h 180"/>
                <a:gd name="T28" fmla="*/ 77 w 314"/>
                <a:gd name="T29" fmla="*/ 44 h 180"/>
                <a:gd name="T30" fmla="*/ 71 w 314"/>
                <a:gd name="T31" fmla="*/ 69 h 180"/>
                <a:gd name="T32" fmla="*/ 125 w 314"/>
                <a:gd name="T33" fmla="*/ 109 h 180"/>
                <a:gd name="T34" fmla="*/ 194 w 314"/>
                <a:gd name="T35"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180">
                  <a:moveTo>
                    <a:pt x="308" y="107"/>
                  </a:moveTo>
                  <a:cubicBezTo>
                    <a:pt x="314" y="126"/>
                    <a:pt x="303" y="143"/>
                    <a:pt x="276" y="159"/>
                  </a:cubicBezTo>
                  <a:cubicBezTo>
                    <a:pt x="249" y="174"/>
                    <a:pt x="219" y="180"/>
                    <a:pt x="186" y="177"/>
                  </a:cubicBezTo>
                  <a:cubicBezTo>
                    <a:pt x="152" y="173"/>
                    <a:pt x="116" y="160"/>
                    <a:pt x="77" y="137"/>
                  </a:cubicBezTo>
                  <a:cubicBezTo>
                    <a:pt x="36" y="113"/>
                    <a:pt x="12" y="92"/>
                    <a:pt x="6" y="73"/>
                  </a:cubicBezTo>
                  <a:cubicBezTo>
                    <a:pt x="0" y="54"/>
                    <a:pt x="10" y="37"/>
                    <a:pt x="37" y="21"/>
                  </a:cubicBezTo>
                  <a:cubicBezTo>
                    <a:pt x="64" y="6"/>
                    <a:pt x="94" y="0"/>
                    <a:pt x="128" y="4"/>
                  </a:cubicBezTo>
                  <a:cubicBezTo>
                    <a:pt x="162" y="8"/>
                    <a:pt x="199" y="21"/>
                    <a:pt x="238" y="43"/>
                  </a:cubicBezTo>
                  <a:cubicBezTo>
                    <a:pt x="278" y="67"/>
                    <a:pt x="301" y="88"/>
                    <a:pt x="308" y="107"/>
                  </a:cubicBezTo>
                  <a:close/>
                  <a:moveTo>
                    <a:pt x="194" y="140"/>
                  </a:moveTo>
                  <a:cubicBezTo>
                    <a:pt x="211" y="144"/>
                    <a:pt x="225" y="143"/>
                    <a:pt x="237" y="136"/>
                  </a:cubicBezTo>
                  <a:cubicBezTo>
                    <a:pt x="248" y="130"/>
                    <a:pt x="250" y="121"/>
                    <a:pt x="242" y="111"/>
                  </a:cubicBezTo>
                  <a:cubicBezTo>
                    <a:pt x="235" y="101"/>
                    <a:pt x="217" y="88"/>
                    <a:pt x="189" y="72"/>
                  </a:cubicBezTo>
                  <a:cubicBezTo>
                    <a:pt x="161" y="55"/>
                    <a:pt x="138" y="45"/>
                    <a:pt x="120" y="41"/>
                  </a:cubicBezTo>
                  <a:cubicBezTo>
                    <a:pt x="103" y="36"/>
                    <a:pt x="88" y="38"/>
                    <a:pt x="77" y="44"/>
                  </a:cubicBezTo>
                  <a:cubicBezTo>
                    <a:pt x="66" y="51"/>
                    <a:pt x="64" y="59"/>
                    <a:pt x="71" y="69"/>
                  </a:cubicBezTo>
                  <a:cubicBezTo>
                    <a:pt x="79" y="79"/>
                    <a:pt x="97" y="92"/>
                    <a:pt x="125" y="109"/>
                  </a:cubicBezTo>
                  <a:cubicBezTo>
                    <a:pt x="153" y="125"/>
                    <a:pt x="176" y="136"/>
                    <a:pt x="194" y="140"/>
                  </a:cubicBezTo>
                  <a:close/>
                </a:path>
              </a:pathLst>
            </a:custGeom>
            <a:solidFill>
              <a:schemeClr val="bg1"/>
            </a:solidFill>
            <a:ln>
              <a:noFill/>
            </a:ln>
          </p:spPr>
          <p:txBody>
            <a:bodyPr vert="horz" wrap="square" lIns="91440" tIns="45720" rIns="91440" bIns="45720" numCol="1" anchor="t" anchorCtr="0" compatLnSpc="1"/>
            <a:lstStyle/>
            <a:p>
              <a:endParaRPr lang="en-US"/>
            </a:p>
          </p:txBody>
        </p:sp>
      </p:grpSp>
      <p:grpSp>
        <p:nvGrpSpPr>
          <p:cNvPr id="68" name="组合 67"/>
          <p:cNvGrpSpPr/>
          <p:nvPr/>
        </p:nvGrpSpPr>
        <p:grpSpPr>
          <a:xfrm>
            <a:off x="1520228" y="4676538"/>
            <a:ext cx="3749190" cy="919554"/>
            <a:chOff x="-921451" y="1697764"/>
            <a:chExt cx="5027727" cy="919554"/>
          </a:xfrm>
        </p:grpSpPr>
        <p:sp>
          <p:nvSpPr>
            <p:cNvPr id="69" name="TextBox 24"/>
            <p:cNvSpPr txBox="1"/>
            <p:nvPr/>
          </p:nvSpPr>
          <p:spPr>
            <a:xfrm>
              <a:off x="-921451" y="2089545"/>
              <a:ext cx="50277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文字描述文字描述文字描述文字描述文字描述文字描述文字描述文字描述文字描述文字描述文字描述文字描述文字描述文字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0" name="矩形 69"/>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1" name="组合 70"/>
          <p:cNvGrpSpPr/>
          <p:nvPr/>
        </p:nvGrpSpPr>
        <p:grpSpPr>
          <a:xfrm>
            <a:off x="2271714" y="3574184"/>
            <a:ext cx="3749190" cy="919554"/>
            <a:chOff x="-921451" y="1697764"/>
            <a:chExt cx="5027727" cy="919554"/>
          </a:xfrm>
        </p:grpSpPr>
        <p:sp>
          <p:nvSpPr>
            <p:cNvPr id="72" name="TextBox 24"/>
            <p:cNvSpPr txBox="1"/>
            <p:nvPr/>
          </p:nvSpPr>
          <p:spPr>
            <a:xfrm>
              <a:off x="-921451" y="2089545"/>
              <a:ext cx="50277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文字描述文字描述文字描述文字描述文字描述文字描述文字描述文字描述文字描述文字描述文字描述文字描述文字描述文字描</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3" name="矩形 72"/>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4" name="组合 73"/>
          <p:cNvGrpSpPr/>
          <p:nvPr/>
        </p:nvGrpSpPr>
        <p:grpSpPr>
          <a:xfrm>
            <a:off x="2782945" y="2470979"/>
            <a:ext cx="4216542" cy="919554"/>
            <a:chOff x="-1548177" y="1697764"/>
            <a:chExt cx="5654454" cy="919554"/>
          </a:xfrm>
        </p:grpSpPr>
        <p:sp>
          <p:nvSpPr>
            <p:cNvPr id="75" name="TextBox 24"/>
            <p:cNvSpPr txBox="1"/>
            <p:nvPr/>
          </p:nvSpPr>
          <p:spPr>
            <a:xfrm>
              <a:off x="-1548177" y="2089545"/>
              <a:ext cx="5654454"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6" name="矩形 75"/>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7" name="组合 76"/>
          <p:cNvGrpSpPr/>
          <p:nvPr/>
        </p:nvGrpSpPr>
        <p:grpSpPr>
          <a:xfrm>
            <a:off x="3677014" y="1367774"/>
            <a:ext cx="4368022" cy="919554"/>
            <a:chOff x="-1751315" y="1697764"/>
            <a:chExt cx="5857591" cy="919554"/>
          </a:xfrm>
        </p:grpSpPr>
        <p:sp>
          <p:nvSpPr>
            <p:cNvPr id="78" name="TextBox 24"/>
            <p:cNvSpPr txBox="1"/>
            <p:nvPr/>
          </p:nvSpPr>
          <p:spPr>
            <a:xfrm>
              <a:off x="-1751315" y="2089545"/>
              <a:ext cx="5857591"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79" name="矩形 78"/>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0" name="组合 79"/>
          <p:cNvGrpSpPr/>
          <p:nvPr/>
        </p:nvGrpSpPr>
        <p:grpSpPr>
          <a:xfrm>
            <a:off x="583501" y="471624"/>
            <a:ext cx="2177776" cy="553998"/>
            <a:chOff x="592429" y="482522"/>
            <a:chExt cx="2177776" cy="553998"/>
          </a:xfrm>
        </p:grpSpPr>
        <p:grpSp>
          <p:nvGrpSpPr>
            <p:cNvPr id="81" name="组合 80"/>
            <p:cNvGrpSpPr/>
            <p:nvPr/>
          </p:nvGrpSpPr>
          <p:grpSpPr>
            <a:xfrm>
              <a:off x="592429" y="584272"/>
              <a:ext cx="433087" cy="360490"/>
              <a:chOff x="2770053" y="2524936"/>
              <a:chExt cx="433087" cy="317447"/>
            </a:xfrm>
            <a:solidFill>
              <a:srgbClr val="2F5EB2"/>
            </a:solidFill>
          </p:grpSpPr>
          <p:sp>
            <p:nvSpPr>
              <p:cNvPr id="83"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84"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85"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82"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递进布局</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1759603" y="1978656"/>
            <a:ext cx="4670343" cy="3785957"/>
            <a:chOff x="508001" y="1984280"/>
            <a:chExt cx="5291538" cy="4289520"/>
          </a:xfrm>
        </p:grpSpPr>
        <p:sp>
          <p:nvSpPr>
            <p:cNvPr id="2" name="Freeform 5"/>
            <p:cNvSpPr/>
            <p:nvPr/>
          </p:nvSpPr>
          <p:spPr bwMode="auto">
            <a:xfrm>
              <a:off x="508001" y="1984280"/>
              <a:ext cx="5291538" cy="4289520"/>
            </a:xfrm>
            <a:custGeom>
              <a:avLst/>
              <a:gdLst>
                <a:gd name="T0" fmla="*/ 2740 w 3065"/>
                <a:gd name="T1" fmla="*/ 0 h 2484"/>
                <a:gd name="T2" fmla="*/ 1242 w 3065"/>
                <a:gd name="T3" fmla="*/ 0 h 2484"/>
                <a:gd name="T4" fmla="*/ 0 w 3065"/>
                <a:gd name="T5" fmla="*/ 1242 h 2484"/>
                <a:gd name="T6" fmla="*/ 1242 w 3065"/>
                <a:gd name="T7" fmla="*/ 2484 h 2484"/>
                <a:gd name="T8" fmla="*/ 161 w 3065"/>
                <a:gd name="T9" fmla="*/ 1403 h 2484"/>
                <a:gd name="T10" fmla="*/ 1242 w 3065"/>
                <a:gd name="T11" fmla="*/ 323 h 2484"/>
                <a:gd name="T12" fmla="*/ 2740 w 3065"/>
                <a:gd name="T13" fmla="*/ 323 h 2484"/>
                <a:gd name="T14" fmla="*/ 3065 w 3065"/>
                <a:gd name="T15" fmla="*/ 0 h 2484"/>
                <a:gd name="T16" fmla="*/ 2740 w 3065"/>
                <a:gd name="T17" fmla="*/ 0 h 2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65" h="2484">
                  <a:moveTo>
                    <a:pt x="2740" y="0"/>
                  </a:moveTo>
                  <a:cubicBezTo>
                    <a:pt x="1242" y="0"/>
                    <a:pt x="1242" y="0"/>
                    <a:pt x="1242" y="0"/>
                  </a:cubicBezTo>
                  <a:cubicBezTo>
                    <a:pt x="556" y="0"/>
                    <a:pt x="0" y="556"/>
                    <a:pt x="0" y="1242"/>
                  </a:cubicBezTo>
                  <a:cubicBezTo>
                    <a:pt x="0" y="1928"/>
                    <a:pt x="556" y="2484"/>
                    <a:pt x="1242" y="2484"/>
                  </a:cubicBezTo>
                  <a:cubicBezTo>
                    <a:pt x="645" y="2484"/>
                    <a:pt x="161" y="2000"/>
                    <a:pt x="161" y="1403"/>
                  </a:cubicBezTo>
                  <a:cubicBezTo>
                    <a:pt x="161" y="806"/>
                    <a:pt x="645" y="323"/>
                    <a:pt x="1242" y="323"/>
                  </a:cubicBezTo>
                  <a:cubicBezTo>
                    <a:pt x="2740" y="323"/>
                    <a:pt x="2740" y="323"/>
                    <a:pt x="2740" y="323"/>
                  </a:cubicBezTo>
                  <a:cubicBezTo>
                    <a:pt x="2919" y="323"/>
                    <a:pt x="3064" y="178"/>
                    <a:pt x="3065" y="0"/>
                  </a:cubicBezTo>
                  <a:lnTo>
                    <a:pt x="2740" y="0"/>
                  </a:lnTo>
                  <a:close/>
                </a:path>
              </a:pathLst>
            </a:custGeom>
            <a:solidFill>
              <a:srgbClr val="48BAF8"/>
            </a:solidFill>
            <a:ln>
              <a:noFill/>
            </a:ln>
          </p:spPr>
          <p:txBody>
            <a:bodyPr vert="horz" wrap="square" lIns="91440" tIns="45720" rIns="91440" bIns="45720" numCol="1" anchor="t" anchorCtr="0" compatLnSpc="1"/>
            <a:lstStyle/>
            <a:p>
              <a:endParaRPr lang="en-US"/>
            </a:p>
          </p:txBody>
        </p:sp>
        <p:sp>
          <p:nvSpPr>
            <p:cNvPr id="3" name="Freeform 6"/>
            <p:cNvSpPr/>
            <p:nvPr/>
          </p:nvSpPr>
          <p:spPr bwMode="auto">
            <a:xfrm>
              <a:off x="829845" y="2626665"/>
              <a:ext cx="4495396" cy="3644529"/>
            </a:xfrm>
            <a:custGeom>
              <a:avLst/>
              <a:gdLst>
                <a:gd name="T0" fmla="*/ 2279 w 2604"/>
                <a:gd name="T1" fmla="*/ 0 h 2111"/>
                <a:gd name="T2" fmla="*/ 1056 w 2604"/>
                <a:gd name="T3" fmla="*/ 0 h 2111"/>
                <a:gd name="T4" fmla="*/ 0 w 2604"/>
                <a:gd name="T5" fmla="*/ 1056 h 2111"/>
                <a:gd name="T6" fmla="*/ 1039 w 2604"/>
                <a:gd name="T7" fmla="*/ 2111 h 2111"/>
                <a:gd name="T8" fmla="*/ 161 w 2604"/>
                <a:gd name="T9" fmla="*/ 1217 h 2111"/>
                <a:gd name="T10" fmla="*/ 1056 w 2604"/>
                <a:gd name="T11" fmla="*/ 322 h 2111"/>
                <a:gd name="T12" fmla="*/ 2279 w 2604"/>
                <a:gd name="T13" fmla="*/ 322 h 2111"/>
                <a:gd name="T14" fmla="*/ 2604 w 2604"/>
                <a:gd name="T15" fmla="*/ 0 h 2111"/>
                <a:gd name="T16" fmla="*/ 2279 w 2604"/>
                <a:gd name="T17" fmla="*/ 0 h 2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4" h="2111">
                  <a:moveTo>
                    <a:pt x="2279" y="0"/>
                  </a:moveTo>
                  <a:cubicBezTo>
                    <a:pt x="1056" y="0"/>
                    <a:pt x="1056" y="0"/>
                    <a:pt x="1056" y="0"/>
                  </a:cubicBezTo>
                  <a:cubicBezTo>
                    <a:pt x="473" y="0"/>
                    <a:pt x="0" y="473"/>
                    <a:pt x="0" y="1056"/>
                  </a:cubicBezTo>
                  <a:cubicBezTo>
                    <a:pt x="0" y="1631"/>
                    <a:pt x="466" y="2099"/>
                    <a:pt x="1039" y="2111"/>
                  </a:cubicBezTo>
                  <a:cubicBezTo>
                    <a:pt x="555" y="2099"/>
                    <a:pt x="161" y="1703"/>
                    <a:pt x="161" y="1217"/>
                  </a:cubicBezTo>
                  <a:cubicBezTo>
                    <a:pt x="161" y="722"/>
                    <a:pt x="562" y="322"/>
                    <a:pt x="1056" y="322"/>
                  </a:cubicBezTo>
                  <a:cubicBezTo>
                    <a:pt x="2279" y="322"/>
                    <a:pt x="2279" y="322"/>
                    <a:pt x="2279" y="322"/>
                  </a:cubicBezTo>
                  <a:cubicBezTo>
                    <a:pt x="2458" y="322"/>
                    <a:pt x="2603" y="178"/>
                    <a:pt x="2604" y="0"/>
                  </a:cubicBezTo>
                  <a:lnTo>
                    <a:pt x="2279" y="0"/>
                  </a:lnTo>
                  <a:close/>
                </a:path>
              </a:pathLst>
            </a:custGeom>
            <a:solidFill>
              <a:schemeClr val="tx2">
                <a:lumMod val="20000"/>
                <a:lumOff val="80000"/>
              </a:schemeClr>
            </a:solidFill>
            <a:ln>
              <a:noFill/>
            </a:ln>
          </p:spPr>
          <p:txBody>
            <a:bodyPr vert="horz" wrap="square" lIns="91440" tIns="45720" rIns="91440" bIns="45720" numCol="1" anchor="t" anchorCtr="0" compatLnSpc="1"/>
            <a:lstStyle/>
            <a:p>
              <a:endParaRPr lang="en-US"/>
            </a:p>
          </p:txBody>
        </p:sp>
        <p:sp>
          <p:nvSpPr>
            <p:cNvPr id="4" name="Freeform 7"/>
            <p:cNvSpPr/>
            <p:nvPr/>
          </p:nvSpPr>
          <p:spPr bwMode="auto">
            <a:xfrm>
              <a:off x="1154296" y="3285990"/>
              <a:ext cx="3694044" cy="2987810"/>
            </a:xfrm>
            <a:custGeom>
              <a:avLst/>
              <a:gdLst>
                <a:gd name="T0" fmla="*/ 1816 w 2140"/>
                <a:gd name="T1" fmla="*/ 0 h 1730"/>
                <a:gd name="T2" fmla="*/ 868 w 2140"/>
                <a:gd name="T3" fmla="*/ 0 h 1730"/>
                <a:gd name="T4" fmla="*/ 0 w 2140"/>
                <a:gd name="T5" fmla="*/ 839 h 1730"/>
                <a:gd name="T6" fmla="*/ 845 w 2140"/>
                <a:gd name="T7" fmla="*/ 1730 h 1730"/>
                <a:gd name="T8" fmla="*/ 160 w 2140"/>
                <a:gd name="T9" fmla="*/ 999 h 1730"/>
                <a:gd name="T10" fmla="*/ 868 w 2140"/>
                <a:gd name="T11" fmla="*/ 320 h 1730"/>
                <a:gd name="T12" fmla="*/ 1816 w 2140"/>
                <a:gd name="T13" fmla="*/ 320 h 1730"/>
                <a:gd name="T14" fmla="*/ 2140 w 2140"/>
                <a:gd name="T15" fmla="*/ 0 h 1730"/>
                <a:gd name="T16" fmla="*/ 1816 w 2140"/>
                <a:gd name="T17" fmla="*/ 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40" h="1730">
                  <a:moveTo>
                    <a:pt x="1816" y="0"/>
                  </a:moveTo>
                  <a:cubicBezTo>
                    <a:pt x="868" y="0"/>
                    <a:pt x="868" y="0"/>
                    <a:pt x="868" y="0"/>
                  </a:cubicBezTo>
                  <a:cubicBezTo>
                    <a:pt x="388" y="0"/>
                    <a:pt x="0" y="360"/>
                    <a:pt x="0" y="839"/>
                  </a:cubicBezTo>
                  <a:cubicBezTo>
                    <a:pt x="0" y="1313"/>
                    <a:pt x="374" y="1720"/>
                    <a:pt x="845" y="1730"/>
                  </a:cubicBezTo>
                  <a:cubicBezTo>
                    <a:pt x="462" y="1720"/>
                    <a:pt x="160" y="1385"/>
                    <a:pt x="160" y="999"/>
                  </a:cubicBezTo>
                  <a:cubicBezTo>
                    <a:pt x="160" y="608"/>
                    <a:pt x="477" y="320"/>
                    <a:pt x="868" y="320"/>
                  </a:cubicBezTo>
                  <a:cubicBezTo>
                    <a:pt x="1816" y="320"/>
                    <a:pt x="1816" y="320"/>
                    <a:pt x="1816" y="320"/>
                  </a:cubicBezTo>
                  <a:cubicBezTo>
                    <a:pt x="1995" y="320"/>
                    <a:pt x="2140" y="177"/>
                    <a:pt x="2140" y="0"/>
                  </a:cubicBezTo>
                  <a:lnTo>
                    <a:pt x="1816" y="0"/>
                  </a:lnTo>
                  <a:close/>
                </a:path>
              </a:pathLst>
            </a:custGeom>
            <a:solidFill>
              <a:schemeClr val="tx2">
                <a:lumMod val="40000"/>
                <a:lumOff val="60000"/>
              </a:schemeClr>
            </a:solidFill>
            <a:ln>
              <a:noFill/>
            </a:ln>
          </p:spPr>
          <p:txBody>
            <a:bodyPr vert="horz" wrap="square" lIns="91440" tIns="45720" rIns="91440" bIns="45720" numCol="1" anchor="t" anchorCtr="0" compatLnSpc="1"/>
            <a:lstStyle/>
            <a:p>
              <a:endParaRPr lang="en-US"/>
            </a:p>
          </p:txBody>
        </p:sp>
        <p:sp>
          <p:nvSpPr>
            <p:cNvPr id="5" name="Freeform 8"/>
            <p:cNvSpPr/>
            <p:nvPr/>
          </p:nvSpPr>
          <p:spPr bwMode="auto">
            <a:xfrm>
              <a:off x="1480049" y="3923164"/>
              <a:ext cx="2896599" cy="2350636"/>
            </a:xfrm>
            <a:custGeom>
              <a:avLst/>
              <a:gdLst>
                <a:gd name="T0" fmla="*/ 1354 w 1678"/>
                <a:gd name="T1" fmla="*/ 0 h 1361"/>
                <a:gd name="T2" fmla="*/ 681 w 1678"/>
                <a:gd name="T3" fmla="*/ 0 h 1361"/>
                <a:gd name="T4" fmla="*/ 0 w 1678"/>
                <a:gd name="T5" fmla="*/ 680 h 1361"/>
                <a:gd name="T6" fmla="*/ 681 w 1678"/>
                <a:gd name="T7" fmla="*/ 1361 h 1361"/>
                <a:gd name="T8" fmla="*/ 162 w 1678"/>
                <a:gd name="T9" fmla="*/ 842 h 1361"/>
                <a:gd name="T10" fmla="*/ 681 w 1678"/>
                <a:gd name="T11" fmla="*/ 322 h 1361"/>
                <a:gd name="T12" fmla="*/ 1354 w 1678"/>
                <a:gd name="T13" fmla="*/ 322 h 1361"/>
                <a:gd name="T14" fmla="*/ 1678 w 1678"/>
                <a:gd name="T15" fmla="*/ 0 h 1361"/>
                <a:gd name="T16" fmla="*/ 1354 w 1678"/>
                <a:gd name="T17" fmla="*/ 0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8" h="1361">
                  <a:moveTo>
                    <a:pt x="1354" y="0"/>
                  </a:moveTo>
                  <a:cubicBezTo>
                    <a:pt x="681" y="0"/>
                    <a:pt x="681" y="0"/>
                    <a:pt x="681" y="0"/>
                  </a:cubicBezTo>
                  <a:cubicBezTo>
                    <a:pt x="305" y="0"/>
                    <a:pt x="0" y="304"/>
                    <a:pt x="0" y="680"/>
                  </a:cubicBezTo>
                  <a:cubicBezTo>
                    <a:pt x="0" y="1056"/>
                    <a:pt x="305" y="1361"/>
                    <a:pt x="681" y="1361"/>
                  </a:cubicBezTo>
                  <a:cubicBezTo>
                    <a:pt x="394" y="1361"/>
                    <a:pt x="162" y="1128"/>
                    <a:pt x="162" y="842"/>
                  </a:cubicBezTo>
                  <a:cubicBezTo>
                    <a:pt x="162" y="555"/>
                    <a:pt x="394" y="322"/>
                    <a:pt x="681" y="322"/>
                  </a:cubicBezTo>
                  <a:cubicBezTo>
                    <a:pt x="1354" y="322"/>
                    <a:pt x="1354" y="322"/>
                    <a:pt x="1354" y="322"/>
                  </a:cubicBezTo>
                  <a:cubicBezTo>
                    <a:pt x="1533" y="322"/>
                    <a:pt x="1678" y="178"/>
                    <a:pt x="1678" y="0"/>
                  </a:cubicBezTo>
                  <a:lnTo>
                    <a:pt x="1354" y="0"/>
                  </a:lnTo>
                  <a:close/>
                </a:path>
              </a:pathLst>
            </a:custGeom>
            <a:solidFill>
              <a:schemeClr val="tx2">
                <a:lumMod val="20000"/>
                <a:lumOff val="80000"/>
              </a:schemeClr>
            </a:solidFill>
            <a:ln>
              <a:noFill/>
            </a:ln>
          </p:spPr>
          <p:txBody>
            <a:bodyPr vert="horz" wrap="square" lIns="91440" tIns="45720" rIns="91440" bIns="45720" numCol="1" anchor="t" anchorCtr="0" compatLnSpc="1"/>
            <a:lstStyle/>
            <a:p>
              <a:endParaRPr lang="en-US"/>
            </a:p>
          </p:txBody>
        </p:sp>
        <p:sp>
          <p:nvSpPr>
            <p:cNvPr id="6" name="Freeform 9"/>
            <p:cNvSpPr/>
            <p:nvPr/>
          </p:nvSpPr>
          <p:spPr bwMode="auto">
            <a:xfrm>
              <a:off x="1797984" y="4561640"/>
              <a:ext cx="2100458" cy="1709554"/>
            </a:xfrm>
            <a:custGeom>
              <a:avLst/>
              <a:gdLst>
                <a:gd name="T0" fmla="*/ 893 w 1217"/>
                <a:gd name="T1" fmla="*/ 0 h 990"/>
                <a:gd name="T2" fmla="*/ 495 w 1217"/>
                <a:gd name="T3" fmla="*/ 0 h 990"/>
                <a:gd name="T4" fmla="*/ 0 w 1217"/>
                <a:gd name="T5" fmla="*/ 495 h 990"/>
                <a:gd name="T6" fmla="*/ 478 w 1217"/>
                <a:gd name="T7" fmla="*/ 990 h 990"/>
                <a:gd name="T8" fmla="*/ 161 w 1217"/>
                <a:gd name="T9" fmla="*/ 657 h 990"/>
                <a:gd name="T10" fmla="*/ 495 w 1217"/>
                <a:gd name="T11" fmla="*/ 323 h 990"/>
                <a:gd name="T12" fmla="*/ 749 w 1217"/>
                <a:gd name="T13" fmla="*/ 323 h 990"/>
                <a:gd name="T14" fmla="*/ 893 w 1217"/>
                <a:gd name="T15" fmla="*/ 323 h 990"/>
                <a:gd name="T16" fmla="*/ 1217 w 1217"/>
                <a:gd name="T17" fmla="*/ 0 h 990"/>
                <a:gd name="T18" fmla="*/ 893 w 1217"/>
                <a:gd name="T19" fmla="*/ 0 h 9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7" h="990">
                  <a:moveTo>
                    <a:pt x="893" y="0"/>
                  </a:moveTo>
                  <a:cubicBezTo>
                    <a:pt x="495" y="0"/>
                    <a:pt x="495" y="0"/>
                    <a:pt x="495" y="0"/>
                  </a:cubicBezTo>
                  <a:cubicBezTo>
                    <a:pt x="221" y="0"/>
                    <a:pt x="0" y="222"/>
                    <a:pt x="0" y="495"/>
                  </a:cubicBezTo>
                  <a:cubicBezTo>
                    <a:pt x="0" y="763"/>
                    <a:pt x="212" y="981"/>
                    <a:pt x="478" y="990"/>
                  </a:cubicBezTo>
                  <a:cubicBezTo>
                    <a:pt x="301" y="981"/>
                    <a:pt x="161" y="836"/>
                    <a:pt x="161" y="657"/>
                  </a:cubicBezTo>
                  <a:cubicBezTo>
                    <a:pt x="161" y="472"/>
                    <a:pt x="311" y="323"/>
                    <a:pt x="495" y="323"/>
                  </a:cubicBezTo>
                  <a:cubicBezTo>
                    <a:pt x="749" y="323"/>
                    <a:pt x="749" y="323"/>
                    <a:pt x="749" y="323"/>
                  </a:cubicBezTo>
                  <a:cubicBezTo>
                    <a:pt x="893" y="323"/>
                    <a:pt x="893" y="323"/>
                    <a:pt x="893" y="323"/>
                  </a:cubicBezTo>
                  <a:cubicBezTo>
                    <a:pt x="1071" y="323"/>
                    <a:pt x="1217" y="178"/>
                    <a:pt x="1217" y="0"/>
                  </a:cubicBezTo>
                  <a:lnTo>
                    <a:pt x="893" y="0"/>
                  </a:lnTo>
                  <a:close/>
                </a:path>
              </a:pathLst>
            </a:custGeom>
            <a:solidFill>
              <a:srgbClr val="015BAB"/>
            </a:solidFill>
            <a:ln>
              <a:noFill/>
            </a:ln>
          </p:spPr>
          <p:txBody>
            <a:bodyPr vert="horz" wrap="square" lIns="91440" tIns="45720" rIns="91440" bIns="45720" numCol="1" anchor="t" anchorCtr="0" compatLnSpc="1"/>
            <a:lstStyle/>
            <a:p>
              <a:endParaRPr lang="en-US"/>
            </a:p>
          </p:txBody>
        </p:sp>
        <p:sp>
          <p:nvSpPr>
            <p:cNvPr id="7" name="Freeform 10"/>
            <p:cNvSpPr>
              <a:spLocks noEditPoints="1"/>
            </p:cNvSpPr>
            <p:nvPr/>
          </p:nvSpPr>
          <p:spPr bwMode="auto">
            <a:xfrm>
              <a:off x="2122434" y="5211844"/>
              <a:ext cx="1059350" cy="1061956"/>
            </a:xfrm>
            <a:custGeom>
              <a:avLst/>
              <a:gdLst>
                <a:gd name="T0" fmla="*/ 307 w 614"/>
                <a:gd name="T1" fmla="*/ 42 h 615"/>
                <a:gd name="T2" fmla="*/ 573 w 614"/>
                <a:gd name="T3" fmla="*/ 308 h 615"/>
                <a:gd name="T4" fmla="*/ 307 w 614"/>
                <a:gd name="T5" fmla="*/ 574 h 615"/>
                <a:gd name="T6" fmla="*/ 41 w 614"/>
                <a:gd name="T7" fmla="*/ 308 h 615"/>
                <a:gd name="T8" fmla="*/ 307 w 614"/>
                <a:gd name="T9" fmla="*/ 42 h 615"/>
                <a:gd name="T10" fmla="*/ 307 w 614"/>
                <a:gd name="T11" fmla="*/ 0 h 615"/>
                <a:gd name="T12" fmla="*/ 0 w 614"/>
                <a:gd name="T13" fmla="*/ 308 h 615"/>
                <a:gd name="T14" fmla="*/ 307 w 614"/>
                <a:gd name="T15" fmla="*/ 615 h 615"/>
                <a:gd name="T16" fmla="*/ 614 w 614"/>
                <a:gd name="T17" fmla="*/ 308 h 615"/>
                <a:gd name="T18" fmla="*/ 307 w 614"/>
                <a:gd name="T19"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4" h="615">
                  <a:moveTo>
                    <a:pt x="307" y="42"/>
                  </a:moveTo>
                  <a:cubicBezTo>
                    <a:pt x="454" y="42"/>
                    <a:pt x="573" y="161"/>
                    <a:pt x="573" y="308"/>
                  </a:cubicBezTo>
                  <a:cubicBezTo>
                    <a:pt x="573" y="454"/>
                    <a:pt x="454" y="574"/>
                    <a:pt x="307" y="574"/>
                  </a:cubicBezTo>
                  <a:cubicBezTo>
                    <a:pt x="160" y="574"/>
                    <a:pt x="41" y="454"/>
                    <a:pt x="41" y="308"/>
                  </a:cubicBezTo>
                  <a:cubicBezTo>
                    <a:pt x="41" y="161"/>
                    <a:pt x="160" y="42"/>
                    <a:pt x="307" y="42"/>
                  </a:cubicBezTo>
                  <a:close/>
                  <a:moveTo>
                    <a:pt x="307" y="0"/>
                  </a:moveTo>
                  <a:cubicBezTo>
                    <a:pt x="137" y="0"/>
                    <a:pt x="0" y="138"/>
                    <a:pt x="0" y="308"/>
                  </a:cubicBezTo>
                  <a:cubicBezTo>
                    <a:pt x="0" y="477"/>
                    <a:pt x="137" y="615"/>
                    <a:pt x="307" y="615"/>
                  </a:cubicBezTo>
                  <a:cubicBezTo>
                    <a:pt x="477" y="615"/>
                    <a:pt x="614" y="477"/>
                    <a:pt x="614" y="308"/>
                  </a:cubicBezTo>
                  <a:cubicBezTo>
                    <a:pt x="614" y="138"/>
                    <a:pt x="477" y="0"/>
                    <a:pt x="307" y="0"/>
                  </a:cubicBezTo>
                  <a:close/>
                </a:path>
              </a:pathLst>
            </a:custGeom>
            <a:solidFill>
              <a:srgbClr val="015BAB"/>
            </a:solidFill>
            <a:ln>
              <a:noFill/>
            </a:ln>
          </p:spPr>
          <p:txBody>
            <a:bodyPr vert="horz" wrap="square" lIns="91440" tIns="45720" rIns="91440" bIns="45720" numCol="1" anchor="t" anchorCtr="0" compatLnSpc="1"/>
            <a:lstStyle/>
            <a:p>
              <a:endParaRPr lang="en-US"/>
            </a:p>
          </p:txBody>
        </p:sp>
        <p:sp>
          <p:nvSpPr>
            <p:cNvPr id="8" name="Oval 3"/>
            <p:cNvSpPr/>
            <p:nvPr/>
          </p:nvSpPr>
          <p:spPr>
            <a:xfrm>
              <a:off x="2525109" y="5615822"/>
              <a:ext cx="254000" cy="254000"/>
            </a:xfrm>
            <a:prstGeom prst="ellipse">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12"/>
            <p:cNvCxnSpPr>
              <a:stCxn id="8" idx="6"/>
            </p:cNvCxnSpPr>
            <p:nvPr/>
          </p:nvCxnSpPr>
          <p:spPr>
            <a:xfrm>
              <a:off x="2779108" y="5742822"/>
              <a:ext cx="1820666" cy="0"/>
            </a:xfrm>
            <a:prstGeom prst="line">
              <a:avLst/>
            </a:prstGeom>
            <a:ln w="28575">
              <a:solidFill>
                <a:schemeClr val="tx1">
                  <a:lumMod val="10000"/>
                  <a:lumOff val="9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0" name="Group 14"/>
            <p:cNvGrpSpPr/>
            <p:nvPr/>
          </p:nvGrpSpPr>
          <p:grpSpPr>
            <a:xfrm>
              <a:off x="3632363" y="3977006"/>
              <a:ext cx="347223" cy="403407"/>
              <a:chOff x="2593975" y="4225925"/>
              <a:chExt cx="490538" cy="569912"/>
            </a:xfrm>
            <a:solidFill>
              <a:schemeClr val="bg1"/>
            </a:solidFill>
          </p:grpSpPr>
          <p:sp>
            <p:nvSpPr>
              <p:cNvPr id="11" name="Freeform 18"/>
              <p:cNvSpPr/>
              <p:nvPr/>
            </p:nvSpPr>
            <p:spPr bwMode="auto">
              <a:xfrm>
                <a:off x="2773363" y="4384675"/>
                <a:ext cx="131763" cy="252412"/>
              </a:xfrm>
              <a:custGeom>
                <a:avLst/>
                <a:gdLst>
                  <a:gd name="T0" fmla="*/ 445 w 827"/>
                  <a:gd name="T1" fmla="*/ 0 h 1593"/>
                  <a:gd name="T2" fmla="*/ 498 w 827"/>
                  <a:gd name="T3" fmla="*/ 8 h 1593"/>
                  <a:gd name="T4" fmla="*/ 515 w 827"/>
                  <a:gd name="T5" fmla="*/ 47 h 1593"/>
                  <a:gd name="T6" fmla="*/ 516 w 827"/>
                  <a:gd name="T7" fmla="*/ 123 h 1593"/>
                  <a:gd name="T8" fmla="*/ 525 w 827"/>
                  <a:gd name="T9" fmla="*/ 163 h 1593"/>
                  <a:gd name="T10" fmla="*/ 563 w 827"/>
                  <a:gd name="T11" fmla="*/ 178 h 1593"/>
                  <a:gd name="T12" fmla="*/ 691 w 827"/>
                  <a:gd name="T13" fmla="*/ 207 h 1593"/>
                  <a:gd name="T14" fmla="*/ 767 w 827"/>
                  <a:gd name="T15" fmla="*/ 246 h 1593"/>
                  <a:gd name="T16" fmla="*/ 771 w 827"/>
                  <a:gd name="T17" fmla="*/ 287 h 1593"/>
                  <a:gd name="T18" fmla="*/ 726 w 827"/>
                  <a:gd name="T19" fmla="*/ 434 h 1593"/>
                  <a:gd name="T20" fmla="*/ 700 w 827"/>
                  <a:gd name="T21" fmla="*/ 455 h 1593"/>
                  <a:gd name="T22" fmla="*/ 621 w 827"/>
                  <a:gd name="T23" fmla="*/ 425 h 1593"/>
                  <a:gd name="T24" fmla="*/ 473 w 827"/>
                  <a:gd name="T25" fmla="*/ 396 h 1593"/>
                  <a:gd name="T26" fmla="*/ 377 w 827"/>
                  <a:gd name="T27" fmla="*/ 402 h 1593"/>
                  <a:gd name="T28" fmla="*/ 315 w 827"/>
                  <a:gd name="T29" fmla="*/ 437 h 1593"/>
                  <a:gd name="T30" fmla="*/ 291 w 827"/>
                  <a:gd name="T31" fmla="*/ 496 h 1593"/>
                  <a:gd name="T32" fmla="*/ 314 w 827"/>
                  <a:gd name="T33" fmla="*/ 557 h 1593"/>
                  <a:gd name="T34" fmla="*/ 402 w 827"/>
                  <a:gd name="T35" fmla="*/ 618 h 1593"/>
                  <a:gd name="T36" fmla="*/ 572 w 827"/>
                  <a:gd name="T37" fmla="*/ 691 h 1593"/>
                  <a:gd name="T38" fmla="*/ 712 w 827"/>
                  <a:gd name="T39" fmla="*/ 778 h 1593"/>
                  <a:gd name="T40" fmla="*/ 791 w 827"/>
                  <a:gd name="T41" fmla="*/ 886 h 1593"/>
                  <a:gd name="T42" fmla="*/ 826 w 827"/>
                  <a:gd name="T43" fmla="*/ 1009 h 1593"/>
                  <a:gd name="T44" fmla="*/ 812 w 827"/>
                  <a:gd name="T45" fmla="*/ 1137 h 1593"/>
                  <a:gd name="T46" fmla="*/ 747 w 827"/>
                  <a:gd name="T47" fmla="*/ 1256 h 1593"/>
                  <a:gd name="T48" fmla="*/ 640 w 827"/>
                  <a:gd name="T49" fmla="*/ 1345 h 1593"/>
                  <a:gd name="T50" fmla="*/ 535 w 827"/>
                  <a:gd name="T51" fmla="*/ 1387 h 1593"/>
                  <a:gd name="T52" fmla="*/ 506 w 827"/>
                  <a:gd name="T53" fmla="*/ 1423 h 1593"/>
                  <a:gd name="T54" fmla="*/ 505 w 827"/>
                  <a:gd name="T55" fmla="*/ 1545 h 1593"/>
                  <a:gd name="T56" fmla="*/ 489 w 827"/>
                  <a:gd name="T57" fmla="*/ 1585 h 1593"/>
                  <a:gd name="T58" fmla="*/ 404 w 827"/>
                  <a:gd name="T59" fmla="*/ 1593 h 1593"/>
                  <a:gd name="T60" fmla="*/ 318 w 827"/>
                  <a:gd name="T61" fmla="*/ 1584 h 1593"/>
                  <a:gd name="T62" fmla="*/ 300 w 827"/>
                  <a:gd name="T63" fmla="*/ 1542 h 1593"/>
                  <a:gd name="T64" fmla="*/ 299 w 827"/>
                  <a:gd name="T65" fmla="*/ 1446 h 1593"/>
                  <a:gd name="T66" fmla="*/ 288 w 827"/>
                  <a:gd name="T67" fmla="*/ 1413 h 1593"/>
                  <a:gd name="T68" fmla="*/ 244 w 827"/>
                  <a:gd name="T69" fmla="*/ 1401 h 1593"/>
                  <a:gd name="T70" fmla="*/ 94 w 827"/>
                  <a:gd name="T71" fmla="*/ 1365 h 1593"/>
                  <a:gd name="T72" fmla="*/ 14 w 827"/>
                  <a:gd name="T73" fmla="*/ 1325 h 1593"/>
                  <a:gd name="T74" fmla="*/ 0 w 827"/>
                  <a:gd name="T75" fmla="*/ 1293 h 1593"/>
                  <a:gd name="T76" fmla="*/ 23 w 827"/>
                  <a:gd name="T77" fmla="*/ 1198 h 1593"/>
                  <a:gd name="T78" fmla="*/ 51 w 827"/>
                  <a:gd name="T79" fmla="*/ 1113 h 1593"/>
                  <a:gd name="T80" fmla="*/ 78 w 827"/>
                  <a:gd name="T81" fmla="*/ 1102 h 1593"/>
                  <a:gd name="T82" fmla="*/ 159 w 827"/>
                  <a:gd name="T83" fmla="*/ 1137 h 1593"/>
                  <a:gd name="T84" fmla="*/ 325 w 827"/>
                  <a:gd name="T85" fmla="*/ 1180 h 1593"/>
                  <a:gd name="T86" fmla="*/ 435 w 827"/>
                  <a:gd name="T87" fmla="*/ 1173 h 1593"/>
                  <a:gd name="T88" fmla="*/ 512 w 827"/>
                  <a:gd name="T89" fmla="*/ 1132 h 1593"/>
                  <a:gd name="T90" fmla="*/ 542 w 827"/>
                  <a:gd name="T91" fmla="*/ 1070 h 1593"/>
                  <a:gd name="T92" fmla="*/ 529 w 827"/>
                  <a:gd name="T93" fmla="*/ 1004 h 1593"/>
                  <a:gd name="T94" fmla="*/ 471 w 827"/>
                  <a:gd name="T95" fmla="*/ 946 h 1593"/>
                  <a:gd name="T96" fmla="*/ 369 w 827"/>
                  <a:gd name="T97" fmla="*/ 898 h 1593"/>
                  <a:gd name="T98" fmla="*/ 233 w 827"/>
                  <a:gd name="T99" fmla="*/ 840 h 1593"/>
                  <a:gd name="T100" fmla="*/ 126 w 827"/>
                  <a:gd name="T101" fmla="*/ 772 h 1593"/>
                  <a:gd name="T102" fmla="*/ 54 w 827"/>
                  <a:gd name="T103" fmla="*/ 691 h 1593"/>
                  <a:gd name="T104" fmla="*/ 15 w 827"/>
                  <a:gd name="T105" fmla="*/ 591 h 1593"/>
                  <a:gd name="T106" fmla="*/ 15 w 827"/>
                  <a:gd name="T107" fmla="*/ 467 h 1593"/>
                  <a:gd name="T108" fmla="*/ 58 w 827"/>
                  <a:gd name="T109" fmla="*/ 351 h 1593"/>
                  <a:gd name="T110" fmla="*/ 139 w 827"/>
                  <a:gd name="T111" fmla="*/ 263 h 1593"/>
                  <a:gd name="T112" fmla="*/ 254 w 827"/>
                  <a:gd name="T113" fmla="*/ 203 h 1593"/>
                  <a:gd name="T114" fmla="*/ 300 w 827"/>
                  <a:gd name="T115" fmla="*/ 183 h 1593"/>
                  <a:gd name="T116" fmla="*/ 314 w 827"/>
                  <a:gd name="T117" fmla="*/ 156 h 1593"/>
                  <a:gd name="T118" fmla="*/ 315 w 827"/>
                  <a:gd name="T119" fmla="*/ 87 h 1593"/>
                  <a:gd name="T120" fmla="*/ 320 w 827"/>
                  <a:gd name="T121" fmla="*/ 21 h 1593"/>
                  <a:gd name="T122" fmla="*/ 352 w 827"/>
                  <a:gd name="T123" fmla="*/ 1 h 1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27" h="1593">
                    <a:moveTo>
                      <a:pt x="371" y="0"/>
                    </a:moveTo>
                    <a:lnTo>
                      <a:pt x="415" y="0"/>
                    </a:lnTo>
                    <a:lnTo>
                      <a:pt x="445" y="0"/>
                    </a:lnTo>
                    <a:lnTo>
                      <a:pt x="468" y="1"/>
                    </a:lnTo>
                    <a:lnTo>
                      <a:pt x="485" y="3"/>
                    </a:lnTo>
                    <a:lnTo>
                      <a:pt x="498" y="8"/>
                    </a:lnTo>
                    <a:lnTo>
                      <a:pt x="506" y="17"/>
                    </a:lnTo>
                    <a:lnTo>
                      <a:pt x="512" y="29"/>
                    </a:lnTo>
                    <a:lnTo>
                      <a:pt x="515" y="47"/>
                    </a:lnTo>
                    <a:lnTo>
                      <a:pt x="516" y="70"/>
                    </a:lnTo>
                    <a:lnTo>
                      <a:pt x="516" y="99"/>
                    </a:lnTo>
                    <a:lnTo>
                      <a:pt x="516" y="123"/>
                    </a:lnTo>
                    <a:lnTo>
                      <a:pt x="517" y="141"/>
                    </a:lnTo>
                    <a:lnTo>
                      <a:pt x="519" y="154"/>
                    </a:lnTo>
                    <a:lnTo>
                      <a:pt x="525" y="163"/>
                    </a:lnTo>
                    <a:lnTo>
                      <a:pt x="533" y="169"/>
                    </a:lnTo>
                    <a:lnTo>
                      <a:pt x="545" y="173"/>
                    </a:lnTo>
                    <a:lnTo>
                      <a:pt x="563" y="178"/>
                    </a:lnTo>
                    <a:lnTo>
                      <a:pt x="586" y="181"/>
                    </a:lnTo>
                    <a:lnTo>
                      <a:pt x="640" y="192"/>
                    </a:lnTo>
                    <a:lnTo>
                      <a:pt x="691" y="207"/>
                    </a:lnTo>
                    <a:lnTo>
                      <a:pt x="742" y="228"/>
                    </a:lnTo>
                    <a:lnTo>
                      <a:pt x="756" y="236"/>
                    </a:lnTo>
                    <a:lnTo>
                      <a:pt x="767" y="246"/>
                    </a:lnTo>
                    <a:lnTo>
                      <a:pt x="772" y="258"/>
                    </a:lnTo>
                    <a:lnTo>
                      <a:pt x="775" y="271"/>
                    </a:lnTo>
                    <a:lnTo>
                      <a:pt x="771" y="287"/>
                    </a:lnTo>
                    <a:lnTo>
                      <a:pt x="753" y="352"/>
                    </a:lnTo>
                    <a:lnTo>
                      <a:pt x="733" y="416"/>
                    </a:lnTo>
                    <a:lnTo>
                      <a:pt x="726" y="434"/>
                    </a:lnTo>
                    <a:lnTo>
                      <a:pt x="720" y="446"/>
                    </a:lnTo>
                    <a:lnTo>
                      <a:pt x="711" y="452"/>
                    </a:lnTo>
                    <a:lnTo>
                      <a:pt x="700" y="455"/>
                    </a:lnTo>
                    <a:lnTo>
                      <a:pt x="686" y="451"/>
                    </a:lnTo>
                    <a:lnTo>
                      <a:pt x="668" y="445"/>
                    </a:lnTo>
                    <a:lnTo>
                      <a:pt x="621" y="425"/>
                    </a:lnTo>
                    <a:lnTo>
                      <a:pt x="573" y="410"/>
                    </a:lnTo>
                    <a:lnTo>
                      <a:pt x="524" y="400"/>
                    </a:lnTo>
                    <a:lnTo>
                      <a:pt x="473" y="396"/>
                    </a:lnTo>
                    <a:lnTo>
                      <a:pt x="422" y="396"/>
                    </a:lnTo>
                    <a:lnTo>
                      <a:pt x="399" y="398"/>
                    </a:lnTo>
                    <a:lnTo>
                      <a:pt x="377" y="402"/>
                    </a:lnTo>
                    <a:lnTo>
                      <a:pt x="356" y="409"/>
                    </a:lnTo>
                    <a:lnTo>
                      <a:pt x="333" y="422"/>
                    </a:lnTo>
                    <a:lnTo>
                      <a:pt x="315" y="437"/>
                    </a:lnTo>
                    <a:lnTo>
                      <a:pt x="302" y="456"/>
                    </a:lnTo>
                    <a:lnTo>
                      <a:pt x="295" y="475"/>
                    </a:lnTo>
                    <a:lnTo>
                      <a:pt x="291" y="496"/>
                    </a:lnTo>
                    <a:lnTo>
                      <a:pt x="293" y="517"/>
                    </a:lnTo>
                    <a:lnTo>
                      <a:pt x="301" y="538"/>
                    </a:lnTo>
                    <a:lnTo>
                      <a:pt x="314" y="557"/>
                    </a:lnTo>
                    <a:lnTo>
                      <a:pt x="333" y="575"/>
                    </a:lnTo>
                    <a:lnTo>
                      <a:pt x="366" y="598"/>
                    </a:lnTo>
                    <a:lnTo>
                      <a:pt x="402" y="618"/>
                    </a:lnTo>
                    <a:lnTo>
                      <a:pt x="440" y="635"/>
                    </a:lnTo>
                    <a:lnTo>
                      <a:pt x="506" y="662"/>
                    </a:lnTo>
                    <a:lnTo>
                      <a:pt x="572" y="691"/>
                    </a:lnTo>
                    <a:lnTo>
                      <a:pt x="635" y="724"/>
                    </a:lnTo>
                    <a:lnTo>
                      <a:pt x="676" y="749"/>
                    </a:lnTo>
                    <a:lnTo>
                      <a:pt x="712" y="778"/>
                    </a:lnTo>
                    <a:lnTo>
                      <a:pt x="743" y="811"/>
                    </a:lnTo>
                    <a:lnTo>
                      <a:pt x="770" y="847"/>
                    </a:lnTo>
                    <a:lnTo>
                      <a:pt x="791" y="886"/>
                    </a:lnTo>
                    <a:lnTo>
                      <a:pt x="808" y="925"/>
                    </a:lnTo>
                    <a:lnTo>
                      <a:pt x="819" y="967"/>
                    </a:lnTo>
                    <a:lnTo>
                      <a:pt x="826" y="1009"/>
                    </a:lnTo>
                    <a:lnTo>
                      <a:pt x="827" y="1052"/>
                    </a:lnTo>
                    <a:lnTo>
                      <a:pt x="822" y="1095"/>
                    </a:lnTo>
                    <a:lnTo>
                      <a:pt x="812" y="1137"/>
                    </a:lnTo>
                    <a:lnTo>
                      <a:pt x="796" y="1179"/>
                    </a:lnTo>
                    <a:lnTo>
                      <a:pt x="775" y="1218"/>
                    </a:lnTo>
                    <a:lnTo>
                      <a:pt x="747" y="1256"/>
                    </a:lnTo>
                    <a:lnTo>
                      <a:pt x="715" y="1290"/>
                    </a:lnTo>
                    <a:lnTo>
                      <a:pt x="679" y="1320"/>
                    </a:lnTo>
                    <a:lnTo>
                      <a:pt x="640" y="1345"/>
                    </a:lnTo>
                    <a:lnTo>
                      <a:pt x="598" y="1366"/>
                    </a:lnTo>
                    <a:lnTo>
                      <a:pt x="553" y="1380"/>
                    </a:lnTo>
                    <a:lnTo>
                      <a:pt x="535" y="1387"/>
                    </a:lnTo>
                    <a:lnTo>
                      <a:pt x="521" y="1396"/>
                    </a:lnTo>
                    <a:lnTo>
                      <a:pt x="512" y="1407"/>
                    </a:lnTo>
                    <a:lnTo>
                      <a:pt x="506" y="1423"/>
                    </a:lnTo>
                    <a:lnTo>
                      <a:pt x="505" y="1442"/>
                    </a:lnTo>
                    <a:lnTo>
                      <a:pt x="506" y="1493"/>
                    </a:lnTo>
                    <a:lnTo>
                      <a:pt x="505" y="1545"/>
                    </a:lnTo>
                    <a:lnTo>
                      <a:pt x="504" y="1562"/>
                    </a:lnTo>
                    <a:lnTo>
                      <a:pt x="497" y="1575"/>
                    </a:lnTo>
                    <a:lnTo>
                      <a:pt x="489" y="1585"/>
                    </a:lnTo>
                    <a:lnTo>
                      <a:pt x="475" y="1590"/>
                    </a:lnTo>
                    <a:lnTo>
                      <a:pt x="459" y="1593"/>
                    </a:lnTo>
                    <a:lnTo>
                      <a:pt x="404" y="1593"/>
                    </a:lnTo>
                    <a:lnTo>
                      <a:pt x="348" y="1593"/>
                    </a:lnTo>
                    <a:lnTo>
                      <a:pt x="331" y="1590"/>
                    </a:lnTo>
                    <a:lnTo>
                      <a:pt x="318" y="1584"/>
                    </a:lnTo>
                    <a:lnTo>
                      <a:pt x="308" y="1574"/>
                    </a:lnTo>
                    <a:lnTo>
                      <a:pt x="302" y="1559"/>
                    </a:lnTo>
                    <a:lnTo>
                      <a:pt x="300" y="1542"/>
                    </a:lnTo>
                    <a:lnTo>
                      <a:pt x="300" y="1505"/>
                    </a:lnTo>
                    <a:lnTo>
                      <a:pt x="299" y="1466"/>
                    </a:lnTo>
                    <a:lnTo>
                      <a:pt x="299" y="1446"/>
                    </a:lnTo>
                    <a:lnTo>
                      <a:pt x="298" y="1431"/>
                    </a:lnTo>
                    <a:lnTo>
                      <a:pt x="293" y="1421"/>
                    </a:lnTo>
                    <a:lnTo>
                      <a:pt x="288" y="1413"/>
                    </a:lnTo>
                    <a:lnTo>
                      <a:pt x="278" y="1407"/>
                    </a:lnTo>
                    <a:lnTo>
                      <a:pt x="264" y="1404"/>
                    </a:lnTo>
                    <a:lnTo>
                      <a:pt x="244" y="1401"/>
                    </a:lnTo>
                    <a:lnTo>
                      <a:pt x="193" y="1392"/>
                    </a:lnTo>
                    <a:lnTo>
                      <a:pt x="142" y="1380"/>
                    </a:lnTo>
                    <a:lnTo>
                      <a:pt x="94" y="1365"/>
                    </a:lnTo>
                    <a:lnTo>
                      <a:pt x="46" y="1345"/>
                    </a:lnTo>
                    <a:lnTo>
                      <a:pt x="28" y="1335"/>
                    </a:lnTo>
                    <a:lnTo>
                      <a:pt x="14" y="1325"/>
                    </a:lnTo>
                    <a:lnTo>
                      <a:pt x="5" y="1317"/>
                    </a:lnTo>
                    <a:lnTo>
                      <a:pt x="1" y="1306"/>
                    </a:lnTo>
                    <a:lnTo>
                      <a:pt x="0" y="1293"/>
                    </a:lnTo>
                    <a:lnTo>
                      <a:pt x="2" y="1277"/>
                    </a:lnTo>
                    <a:lnTo>
                      <a:pt x="6" y="1256"/>
                    </a:lnTo>
                    <a:lnTo>
                      <a:pt x="23" y="1198"/>
                    </a:lnTo>
                    <a:lnTo>
                      <a:pt x="39" y="1142"/>
                    </a:lnTo>
                    <a:lnTo>
                      <a:pt x="45" y="1125"/>
                    </a:lnTo>
                    <a:lnTo>
                      <a:pt x="51" y="1113"/>
                    </a:lnTo>
                    <a:lnTo>
                      <a:pt x="58" y="1105"/>
                    </a:lnTo>
                    <a:lnTo>
                      <a:pt x="67" y="1102"/>
                    </a:lnTo>
                    <a:lnTo>
                      <a:pt x="78" y="1102"/>
                    </a:lnTo>
                    <a:lnTo>
                      <a:pt x="90" y="1107"/>
                    </a:lnTo>
                    <a:lnTo>
                      <a:pt x="106" y="1113"/>
                    </a:lnTo>
                    <a:lnTo>
                      <a:pt x="159" y="1137"/>
                    </a:lnTo>
                    <a:lnTo>
                      <a:pt x="212" y="1157"/>
                    </a:lnTo>
                    <a:lnTo>
                      <a:pt x="268" y="1170"/>
                    </a:lnTo>
                    <a:lnTo>
                      <a:pt x="325" y="1180"/>
                    </a:lnTo>
                    <a:lnTo>
                      <a:pt x="363" y="1182"/>
                    </a:lnTo>
                    <a:lnTo>
                      <a:pt x="399" y="1180"/>
                    </a:lnTo>
                    <a:lnTo>
                      <a:pt x="435" y="1173"/>
                    </a:lnTo>
                    <a:lnTo>
                      <a:pt x="469" y="1161"/>
                    </a:lnTo>
                    <a:lnTo>
                      <a:pt x="493" y="1148"/>
                    </a:lnTo>
                    <a:lnTo>
                      <a:pt x="512" y="1132"/>
                    </a:lnTo>
                    <a:lnTo>
                      <a:pt x="527" y="1113"/>
                    </a:lnTo>
                    <a:lnTo>
                      <a:pt x="537" y="1092"/>
                    </a:lnTo>
                    <a:lnTo>
                      <a:pt x="542" y="1070"/>
                    </a:lnTo>
                    <a:lnTo>
                      <a:pt x="542" y="1049"/>
                    </a:lnTo>
                    <a:lnTo>
                      <a:pt x="539" y="1026"/>
                    </a:lnTo>
                    <a:lnTo>
                      <a:pt x="529" y="1004"/>
                    </a:lnTo>
                    <a:lnTo>
                      <a:pt x="516" y="983"/>
                    </a:lnTo>
                    <a:lnTo>
                      <a:pt x="496" y="964"/>
                    </a:lnTo>
                    <a:lnTo>
                      <a:pt x="471" y="946"/>
                    </a:lnTo>
                    <a:lnTo>
                      <a:pt x="444" y="929"/>
                    </a:lnTo>
                    <a:lnTo>
                      <a:pt x="414" y="916"/>
                    </a:lnTo>
                    <a:lnTo>
                      <a:pt x="369" y="898"/>
                    </a:lnTo>
                    <a:lnTo>
                      <a:pt x="323" y="879"/>
                    </a:lnTo>
                    <a:lnTo>
                      <a:pt x="278" y="860"/>
                    </a:lnTo>
                    <a:lnTo>
                      <a:pt x="233" y="840"/>
                    </a:lnTo>
                    <a:lnTo>
                      <a:pt x="189" y="816"/>
                    </a:lnTo>
                    <a:lnTo>
                      <a:pt x="157" y="795"/>
                    </a:lnTo>
                    <a:lnTo>
                      <a:pt x="126" y="772"/>
                    </a:lnTo>
                    <a:lnTo>
                      <a:pt x="98" y="747"/>
                    </a:lnTo>
                    <a:lnTo>
                      <a:pt x="74" y="720"/>
                    </a:lnTo>
                    <a:lnTo>
                      <a:pt x="54" y="691"/>
                    </a:lnTo>
                    <a:lnTo>
                      <a:pt x="37" y="660"/>
                    </a:lnTo>
                    <a:lnTo>
                      <a:pt x="24" y="627"/>
                    </a:lnTo>
                    <a:lnTo>
                      <a:pt x="15" y="591"/>
                    </a:lnTo>
                    <a:lnTo>
                      <a:pt x="10" y="553"/>
                    </a:lnTo>
                    <a:lnTo>
                      <a:pt x="10" y="513"/>
                    </a:lnTo>
                    <a:lnTo>
                      <a:pt x="15" y="467"/>
                    </a:lnTo>
                    <a:lnTo>
                      <a:pt x="25" y="425"/>
                    </a:lnTo>
                    <a:lnTo>
                      <a:pt x="39" y="386"/>
                    </a:lnTo>
                    <a:lnTo>
                      <a:pt x="58" y="351"/>
                    </a:lnTo>
                    <a:lnTo>
                      <a:pt x="81" y="318"/>
                    </a:lnTo>
                    <a:lnTo>
                      <a:pt x="108" y="289"/>
                    </a:lnTo>
                    <a:lnTo>
                      <a:pt x="139" y="263"/>
                    </a:lnTo>
                    <a:lnTo>
                      <a:pt x="174" y="240"/>
                    </a:lnTo>
                    <a:lnTo>
                      <a:pt x="212" y="220"/>
                    </a:lnTo>
                    <a:lnTo>
                      <a:pt x="254" y="203"/>
                    </a:lnTo>
                    <a:lnTo>
                      <a:pt x="274" y="195"/>
                    </a:lnTo>
                    <a:lnTo>
                      <a:pt x="289" y="190"/>
                    </a:lnTo>
                    <a:lnTo>
                      <a:pt x="300" y="183"/>
                    </a:lnTo>
                    <a:lnTo>
                      <a:pt x="308" y="177"/>
                    </a:lnTo>
                    <a:lnTo>
                      <a:pt x="312" y="168"/>
                    </a:lnTo>
                    <a:lnTo>
                      <a:pt x="314" y="156"/>
                    </a:lnTo>
                    <a:lnTo>
                      <a:pt x="315" y="141"/>
                    </a:lnTo>
                    <a:lnTo>
                      <a:pt x="315" y="120"/>
                    </a:lnTo>
                    <a:lnTo>
                      <a:pt x="315" y="87"/>
                    </a:lnTo>
                    <a:lnTo>
                      <a:pt x="315" y="56"/>
                    </a:lnTo>
                    <a:lnTo>
                      <a:pt x="316" y="36"/>
                    </a:lnTo>
                    <a:lnTo>
                      <a:pt x="320" y="21"/>
                    </a:lnTo>
                    <a:lnTo>
                      <a:pt x="326" y="10"/>
                    </a:lnTo>
                    <a:lnTo>
                      <a:pt x="336" y="5"/>
                    </a:lnTo>
                    <a:lnTo>
                      <a:pt x="352" y="1"/>
                    </a:lnTo>
                    <a:lnTo>
                      <a:pt x="371"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2" name="Freeform 19"/>
              <p:cNvSpPr>
                <a:spLocks noEditPoints="1"/>
              </p:cNvSpPr>
              <p:nvPr/>
            </p:nvSpPr>
            <p:spPr bwMode="auto">
              <a:xfrm>
                <a:off x="2593975" y="4225925"/>
                <a:ext cx="490538" cy="569912"/>
              </a:xfrm>
              <a:custGeom>
                <a:avLst/>
                <a:gdLst>
                  <a:gd name="T0" fmla="*/ 1277 w 3088"/>
                  <a:gd name="T1" fmla="*/ 663 h 3592"/>
                  <a:gd name="T2" fmla="*/ 955 w 3088"/>
                  <a:gd name="T3" fmla="*/ 791 h 3592"/>
                  <a:gd name="T4" fmla="*/ 689 w 3088"/>
                  <a:gd name="T5" fmla="*/ 1004 h 3592"/>
                  <a:gd name="T6" fmla="*/ 496 w 3088"/>
                  <a:gd name="T7" fmla="*/ 1284 h 3592"/>
                  <a:gd name="T8" fmla="*/ 391 w 3088"/>
                  <a:gd name="T9" fmla="*/ 1617 h 3592"/>
                  <a:gd name="T10" fmla="*/ 391 w 3088"/>
                  <a:gd name="T11" fmla="*/ 1976 h 3592"/>
                  <a:gd name="T12" fmla="*/ 496 w 3088"/>
                  <a:gd name="T13" fmla="*/ 2308 h 3592"/>
                  <a:gd name="T14" fmla="*/ 689 w 3088"/>
                  <a:gd name="T15" fmla="*/ 2589 h 3592"/>
                  <a:gd name="T16" fmla="*/ 955 w 3088"/>
                  <a:gd name="T17" fmla="*/ 2801 h 3592"/>
                  <a:gd name="T18" fmla="*/ 1277 w 3088"/>
                  <a:gd name="T19" fmla="*/ 2929 h 3592"/>
                  <a:gd name="T20" fmla="*/ 1630 w 3088"/>
                  <a:gd name="T21" fmla="*/ 2958 h 3592"/>
                  <a:gd name="T22" fmla="*/ 1959 w 3088"/>
                  <a:gd name="T23" fmla="*/ 2884 h 3592"/>
                  <a:gd name="T24" fmla="*/ 2246 w 3088"/>
                  <a:gd name="T25" fmla="*/ 2726 h 3592"/>
                  <a:gd name="T26" fmla="*/ 2475 w 3088"/>
                  <a:gd name="T27" fmla="*/ 2497 h 3592"/>
                  <a:gd name="T28" fmla="*/ 2634 w 3088"/>
                  <a:gd name="T29" fmla="*/ 2211 h 3592"/>
                  <a:gd name="T30" fmla="*/ 2706 w 3088"/>
                  <a:gd name="T31" fmla="*/ 1883 h 3592"/>
                  <a:gd name="T32" fmla="*/ 2679 w 3088"/>
                  <a:gd name="T33" fmla="*/ 1529 h 3592"/>
                  <a:gd name="T34" fmla="*/ 2551 w 3088"/>
                  <a:gd name="T35" fmla="*/ 1208 h 3592"/>
                  <a:gd name="T36" fmla="*/ 2337 w 3088"/>
                  <a:gd name="T37" fmla="*/ 944 h 3592"/>
                  <a:gd name="T38" fmla="*/ 2057 w 3088"/>
                  <a:gd name="T39" fmla="*/ 750 h 3592"/>
                  <a:gd name="T40" fmla="*/ 1725 w 3088"/>
                  <a:gd name="T41" fmla="*/ 646 h 3592"/>
                  <a:gd name="T42" fmla="*/ 1557 w 3088"/>
                  <a:gd name="T43" fmla="*/ 1 h 3592"/>
                  <a:gd name="T44" fmla="*/ 1621 w 3088"/>
                  <a:gd name="T45" fmla="*/ 39 h 3592"/>
                  <a:gd name="T46" fmla="*/ 2010 w 3088"/>
                  <a:gd name="T47" fmla="*/ 278 h 3592"/>
                  <a:gd name="T48" fmla="*/ 2427 w 3088"/>
                  <a:gd name="T49" fmla="*/ 456 h 3592"/>
                  <a:gd name="T50" fmla="*/ 2828 w 3088"/>
                  <a:gd name="T51" fmla="*/ 546 h 3592"/>
                  <a:gd name="T52" fmla="*/ 3051 w 3088"/>
                  <a:gd name="T53" fmla="*/ 577 h 3592"/>
                  <a:gd name="T54" fmla="*/ 3087 w 3088"/>
                  <a:gd name="T55" fmla="*/ 630 h 3592"/>
                  <a:gd name="T56" fmla="*/ 3086 w 3088"/>
                  <a:gd name="T57" fmla="*/ 1810 h 3592"/>
                  <a:gd name="T58" fmla="*/ 3046 w 3088"/>
                  <a:gd name="T59" fmla="*/ 2262 h 3592"/>
                  <a:gd name="T60" fmla="*/ 2938 w 3088"/>
                  <a:gd name="T61" fmla="*/ 2537 h 3592"/>
                  <a:gd name="T62" fmla="*/ 2757 w 3088"/>
                  <a:gd name="T63" fmla="*/ 2805 h 3592"/>
                  <a:gd name="T64" fmla="*/ 2484 w 3088"/>
                  <a:gd name="T65" fmla="*/ 3078 h 3592"/>
                  <a:gd name="T66" fmla="*/ 2171 w 3088"/>
                  <a:gd name="T67" fmla="*/ 3300 h 3592"/>
                  <a:gd name="T68" fmla="*/ 1796 w 3088"/>
                  <a:gd name="T69" fmla="*/ 3494 h 3592"/>
                  <a:gd name="T70" fmla="*/ 1549 w 3088"/>
                  <a:gd name="T71" fmla="*/ 3592 h 3592"/>
                  <a:gd name="T72" fmla="*/ 1296 w 3088"/>
                  <a:gd name="T73" fmla="*/ 3499 h 3592"/>
                  <a:gd name="T74" fmla="*/ 891 w 3088"/>
                  <a:gd name="T75" fmla="*/ 3284 h 3592"/>
                  <a:gd name="T76" fmla="*/ 525 w 3088"/>
                  <a:gd name="T77" fmla="*/ 3005 h 3592"/>
                  <a:gd name="T78" fmla="*/ 282 w 3088"/>
                  <a:gd name="T79" fmla="*/ 2741 h 3592"/>
                  <a:gd name="T80" fmla="*/ 118 w 3088"/>
                  <a:gd name="T81" fmla="*/ 2469 h 3592"/>
                  <a:gd name="T82" fmla="*/ 25 w 3088"/>
                  <a:gd name="T83" fmla="*/ 2161 h 3592"/>
                  <a:gd name="T84" fmla="*/ 0 w 3088"/>
                  <a:gd name="T85" fmla="*/ 1506 h 3592"/>
                  <a:gd name="T86" fmla="*/ 3 w 3088"/>
                  <a:gd name="T87" fmla="*/ 621 h 3592"/>
                  <a:gd name="T88" fmla="*/ 44 w 3088"/>
                  <a:gd name="T89" fmla="*/ 575 h 3592"/>
                  <a:gd name="T90" fmla="*/ 324 w 3088"/>
                  <a:gd name="T91" fmla="*/ 541 h 3592"/>
                  <a:gd name="T92" fmla="*/ 764 w 3088"/>
                  <a:gd name="T93" fmla="*/ 420 h 3592"/>
                  <a:gd name="T94" fmla="*/ 1176 w 3088"/>
                  <a:gd name="T95" fmla="*/ 224 h 3592"/>
                  <a:gd name="T96" fmla="*/ 1489 w 3088"/>
                  <a:gd name="T97" fmla="*/ 24 h 3592"/>
                  <a:gd name="T98" fmla="*/ 1545 w 3088"/>
                  <a:gd name="T99" fmla="*/ 0 h 3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88" h="3592">
                    <a:moveTo>
                      <a:pt x="1544" y="632"/>
                    </a:moveTo>
                    <a:lnTo>
                      <a:pt x="1453" y="635"/>
                    </a:lnTo>
                    <a:lnTo>
                      <a:pt x="1363" y="646"/>
                    </a:lnTo>
                    <a:lnTo>
                      <a:pt x="1277" y="663"/>
                    </a:lnTo>
                    <a:lnTo>
                      <a:pt x="1192" y="686"/>
                    </a:lnTo>
                    <a:lnTo>
                      <a:pt x="1110" y="715"/>
                    </a:lnTo>
                    <a:lnTo>
                      <a:pt x="1031" y="750"/>
                    </a:lnTo>
                    <a:lnTo>
                      <a:pt x="955" y="791"/>
                    </a:lnTo>
                    <a:lnTo>
                      <a:pt x="883" y="837"/>
                    </a:lnTo>
                    <a:lnTo>
                      <a:pt x="814" y="888"/>
                    </a:lnTo>
                    <a:lnTo>
                      <a:pt x="749" y="944"/>
                    </a:lnTo>
                    <a:lnTo>
                      <a:pt x="689" y="1004"/>
                    </a:lnTo>
                    <a:lnTo>
                      <a:pt x="634" y="1068"/>
                    </a:lnTo>
                    <a:lnTo>
                      <a:pt x="583" y="1136"/>
                    </a:lnTo>
                    <a:lnTo>
                      <a:pt x="537" y="1208"/>
                    </a:lnTo>
                    <a:lnTo>
                      <a:pt x="496" y="1284"/>
                    </a:lnTo>
                    <a:lnTo>
                      <a:pt x="461" y="1363"/>
                    </a:lnTo>
                    <a:lnTo>
                      <a:pt x="432" y="1445"/>
                    </a:lnTo>
                    <a:lnTo>
                      <a:pt x="409" y="1529"/>
                    </a:lnTo>
                    <a:lnTo>
                      <a:pt x="391" y="1617"/>
                    </a:lnTo>
                    <a:lnTo>
                      <a:pt x="381" y="1705"/>
                    </a:lnTo>
                    <a:lnTo>
                      <a:pt x="378" y="1796"/>
                    </a:lnTo>
                    <a:lnTo>
                      <a:pt x="381" y="1887"/>
                    </a:lnTo>
                    <a:lnTo>
                      <a:pt x="391" y="1976"/>
                    </a:lnTo>
                    <a:lnTo>
                      <a:pt x="409" y="2063"/>
                    </a:lnTo>
                    <a:lnTo>
                      <a:pt x="432" y="2148"/>
                    </a:lnTo>
                    <a:lnTo>
                      <a:pt x="461" y="2229"/>
                    </a:lnTo>
                    <a:lnTo>
                      <a:pt x="496" y="2308"/>
                    </a:lnTo>
                    <a:lnTo>
                      <a:pt x="537" y="2383"/>
                    </a:lnTo>
                    <a:lnTo>
                      <a:pt x="583" y="2456"/>
                    </a:lnTo>
                    <a:lnTo>
                      <a:pt x="634" y="2524"/>
                    </a:lnTo>
                    <a:lnTo>
                      <a:pt x="689" y="2589"/>
                    </a:lnTo>
                    <a:lnTo>
                      <a:pt x="749" y="2649"/>
                    </a:lnTo>
                    <a:lnTo>
                      <a:pt x="814" y="2705"/>
                    </a:lnTo>
                    <a:lnTo>
                      <a:pt x="883" y="2755"/>
                    </a:lnTo>
                    <a:lnTo>
                      <a:pt x="955" y="2801"/>
                    </a:lnTo>
                    <a:lnTo>
                      <a:pt x="1031" y="2842"/>
                    </a:lnTo>
                    <a:lnTo>
                      <a:pt x="1110" y="2877"/>
                    </a:lnTo>
                    <a:lnTo>
                      <a:pt x="1192" y="2906"/>
                    </a:lnTo>
                    <a:lnTo>
                      <a:pt x="1277" y="2929"/>
                    </a:lnTo>
                    <a:lnTo>
                      <a:pt x="1363" y="2947"/>
                    </a:lnTo>
                    <a:lnTo>
                      <a:pt x="1453" y="2957"/>
                    </a:lnTo>
                    <a:lnTo>
                      <a:pt x="1544" y="2961"/>
                    </a:lnTo>
                    <a:lnTo>
                      <a:pt x="1630" y="2958"/>
                    </a:lnTo>
                    <a:lnTo>
                      <a:pt x="1716" y="2948"/>
                    </a:lnTo>
                    <a:lnTo>
                      <a:pt x="1799" y="2933"/>
                    </a:lnTo>
                    <a:lnTo>
                      <a:pt x="1881" y="2911"/>
                    </a:lnTo>
                    <a:lnTo>
                      <a:pt x="1959" y="2884"/>
                    </a:lnTo>
                    <a:lnTo>
                      <a:pt x="2036" y="2853"/>
                    </a:lnTo>
                    <a:lnTo>
                      <a:pt x="2109" y="2815"/>
                    </a:lnTo>
                    <a:lnTo>
                      <a:pt x="2179" y="2773"/>
                    </a:lnTo>
                    <a:lnTo>
                      <a:pt x="2246" y="2726"/>
                    </a:lnTo>
                    <a:lnTo>
                      <a:pt x="2309" y="2674"/>
                    </a:lnTo>
                    <a:lnTo>
                      <a:pt x="2369" y="2620"/>
                    </a:lnTo>
                    <a:lnTo>
                      <a:pt x="2424" y="2559"/>
                    </a:lnTo>
                    <a:lnTo>
                      <a:pt x="2475" y="2497"/>
                    </a:lnTo>
                    <a:lnTo>
                      <a:pt x="2522" y="2430"/>
                    </a:lnTo>
                    <a:lnTo>
                      <a:pt x="2564" y="2360"/>
                    </a:lnTo>
                    <a:lnTo>
                      <a:pt x="2601" y="2287"/>
                    </a:lnTo>
                    <a:lnTo>
                      <a:pt x="2634" y="2211"/>
                    </a:lnTo>
                    <a:lnTo>
                      <a:pt x="2660" y="2133"/>
                    </a:lnTo>
                    <a:lnTo>
                      <a:pt x="2682" y="2052"/>
                    </a:lnTo>
                    <a:lnTo>
                      <a:pt x="2698" y="1969"/>
                    </a:lnTo>
                    <a:lnTo>
                      <a:pt x="2706" y="1883"/>
                    </a:lnTo>
                    <a:lnTo>
                      <a:pt x="2710" y="1796"/>
                    </a:lnTo>
                    <a:lnTo>
                      <a:pt x="2706" y="1705"/>
                    </a:lnTo>
                    <a:lnTo>
                      <a:pt x="2697" y="1617"/>
                    </a:lnTo>
                    <a:lnTo>
                      <a:pt x="2679" y="1529"/>
                    </a:lnTo>
                    <a:lnTo>
                      <a:pt x="2656" y="1445"/>
                    </a:lnTo>
                    <a:lnTo>
                      <a:pt x="2627" y="1363"/>
                    </a:lnTo>
                    <a:lnTo>
                      <a:pt x="2591" y="1284"/>
                    </a:lnTo>
                    <a:lnTo>
                      <a:pt x="2551" y="1208"/>
                    </a:lnTo>
                    <a:lnTo>
                      <a:pt x="2505" y="1136"/>
                    </a:lnTo>
                    <a:lnTo>
                      <a:pt x="2453" y="1068"/>
                    </a:lnTo>
                    <a:lnTo>
                      <a:pt x="2397" y="1004"/>
                    </a:lnTo>
                    <a:lnTo>
                      <a:pt x="2337" y="944"/>
                    </a:lnTo>
                    <a:lnTo>
                      <a:pt x="2274" y="888"/>
                    </a:lnTo>
                    <a:lnTo>
                      <a:pt x="2205" y="837"/>
                    </a:lnTo>
                    <a:lnTo>
                      <a:pt x="2132" y="791"/>
                    </a:lnTo>
                    <a:lnTo>
                      <a:pt x="2057" y="750"/>
                    </a:lnTo>
                    <a:lnTo>
                      <a:pt x="1978" y="715"/>
                    </a:lnTo>
                    <a:lnTo>
                      <a:pt x="1896" y="686"/>
                    </a:lnTo>
                    <a:lnTo>
                      <a:pt x="1811" y="663"/>
                    </a:lnTo>
                    <a:lnTo>
                      <a:pt x="1725" y="646"/>
                    </a:lnTo>
                    <a:lnTo>
                      <a:pt x="1635" y="635"/>
                    </a:lnTo>
                    <a:lnTo>
                      <a:pt x="1544" y="632"/>
                    </a:lnTo>
                    <a:close/>
                    <a:moveTo>
                      <a:pt x="1545" y="0"/>
                    </a:moveTo>
                    <a:lnTo>
                      <a:pt x="1557" y="1"/>
                    </a:lnTo>
                    <a:lnTo>
                      <a:pt x="1569" y="6"/>
                    </a:lnTo>
                    <a:lnTo>
                      <a:pt x="1583" y="14"/>
                    </a:lnTo>
                    <a:lnTo>
                      <a:pt x="1600" y="25"/>
                    </a:lnTo>
                    <a:lnTo>
                      <a:pt x="1621" y="39"/>
                    </a:lnTo>
                    <a:lnTo>
                      <a:pt x="1716" y="104"/>
                    </a:lnTo>
                    <a:lnTo>
                      <a:pt x="1812" y="165"/>
                    </a:lnTo>
                    <a:lnTo>
                      <a:pt x="1910" y="223"/>
                    </a:lnTo>
                    <a:lnTo>
                      <a:pt x="2010" y="278"/>
                    </a:lnTo>
                    <a:lnTo>
                      <a:pt x="2112" y="329"/>
                    </a:lnTo>
                    <a:lnTo>
                      <a:pt x="2215" y="375"/>
                    </a:lnTo>
                    <a:lnTo>
                      <a:pt x="2320" y="418"/>
                    </a:lnTo>
                    <a:lnTo>
                      <a:pt x="2427" y="456"/>
                    </a:lnTo>
                    <a:lnTo>
                      <a:pt x="2537" y="489"/>
                    </a:lnTo>
                    <a:lnTo>
                      <a:pt x="2648" y="516"/>
                    </a:lnTo>
                    <a:lnTo>
                      <a:pt x="2738" y="532"/>
                    </a:lnTo>
                    <a:lnTo>
                      <a:pt x="2828" y="546"/>
                    </a:lnTo>
                    <a:lnTo>
                      <a:pt x="2919" y="556"/>
                    </a:lnTo>
                    <a:lnTo>
                      <a:pt x="3010" y="567"/>
                    </a:lnTo>
                    <a:lnTo>
                      <a:pt x="3032" y="572"/>
                    </a:lnTo>
                    <a:lnTo>
                      <a:pt x="3051" y="577"/>
                    </a:lnTo>
                    <a:lnTo>
                      <a:pt x="3065" y="586"/>
                    </a:lnTo>
                    <a:lnTo>
                      <a:pt x="3075" y="597"/>
                    </a:lnTo>
                    <a:lnTo>
                      <a:pt x="3082" y="611"/>
                    </a:lnTo>
                    <a:lnTo>
                      <a:pt x="3087" y="630"/>
                    </a:lnTo>
                    <a:lnTo>
                      <a:pt x="3088" y="653"/>
                    </a:lnTo>
                    <a:lnTo>
                      <a:pt x="3088" y="1352"/>
                    </a:lnTo>
                    <a:lnTo>
                      <a:pt x="3088" y="1580"/>
                    </a:lnTo>
                    <a:lnTo>
                      <a:pt x="3086" y="1810"/>
                    </a:lnTo>
                    <a:lnTo>
                      <a:pt x="3080" y="2039"/>
                    </a:lnTo>
                    <a:lnTo>
                      <a:pt x="3074" y="2115"/>
                    </a:lnTo>
                    <a:lnTo>
                      <a:pt x="3063" y="2190"/>
                    </a:lnTo>
                    <a:lnTo>
                      <a:pt x="3046" y="2262"/>
                    </a:lnTo>
                    <a:lnTo>
                      <a:pt x="3025" y="2333"/>
                    </a:lnTo>
                    <a:lnTo>
                      <a:pt x="3000" y="2402"/>
                    </a:lnTo>
                    <a:lnTo>
                      <a:pt x="2972" y="2470"/>
                    </a:lnTo>
                    <a:lnTo>
                      <a:pt x="2938" y="2537"/>
                    </a:lnTo>
                    <a:lnTo>
                      <a:pt x="2900" y="2601"/>
                    </a:lnTo>
                    <a:lnTo>
                      <a:pt x="2860" y="2664"/>
                    </a:lnTo>
                    <a:lnTo>
                      <a:pt x="2817" y="2727"/>
                    </a:lnTo>
                    <a:lnTo>
                      <a:pt x="2757" y="2805"/>
                    </a:lnTo>
                    <a:lnTo>
                      <a:pt x="2693" y="2878"/>
                    </a:lnTo>
                    <a:lnTo>
                      <a:pt x="2627" y="2948"/>
                    </a:lnTo>
                    <a:lnTo>
                      <a:pt x="2556" y="3015"/>
                    </a:lnTo>
                    <a:lnTo>
                      <a:pt x="2484" y="3078"/>
                    </a:lnTo>
                    <a:lnTo>
                      <a:pt x="2410" y="3138"/>
                    </a:lnTo>
                    <a:lnTo>
                      <a:pt x="2332" y="3195"/>
                    </a:lnTo>
                    <a:lnTo>
                      <a:pt x="2252" y="3249"/>
                    </a:lnTo>
                    <a:lnTo>
                      <a:pt x="2171" y="3300"/>
                    </a:lnTo>
                    <a:lnTo>
                      <a:pt x="2086" y="3349"/>
                    </a:lnTo>
                    <a:lnTo>
                      <a:pt x="2001" y="3396"/>
                    </a:lnTo>
                    <a:lnTo>
                      <a:pt x="1900" y="3447"/>
                    </a:lnTo>
                    <a:lnTo>
                      <a:pt x="1796" y="3494"/>
                    </a:lnTo>
                    <a:lnTo>
                      <a:pt x="1692" y="3540"/>
                    </a:lnTo>
                    <a:lnTo>
                      <a:pt x="1588" y="3583"/>
                    </a:lnTo>
                    <a:lnTo>
                      <a:pt x="1570" y="3590"/>
                    </a:lnTo>
                    <a:lnTo>
                      <a:pt x="1549" y="3592"/>
                    </a:lnTo>
                    <a:lnTo>
                      <a:pt x="1530" y="3592"/>
                    </a:lnTo>
                    <a:lnTo>
                      <a:pt x="1511" y="3588"/>
                    </a:lnTo>
                    <a:lnTo>
                      <a:pt x="1404" y="3545"/>
                    </a:lnTo>
                    <a:lnTo>
                      <a:pt x="1296" y="3499"/>
                    </a:lnTo>
                    <a:lnTo>
                      <a:pt x="1192" y="3451"/>
                    </a:lnTo>
                    <a:lnTo>
                      <a:pt x="1089" y="3399"/>
                    </a:lnTo>
                    <a:lnTo>
                      <a:pt x="989" y="3343"/>
                    </a:lnTo>
                    <a:lnTo>
                      <a:pt x="891" y="3284"/>
                    </a:lnTo>
                    <a:lnTo>
                      <a:pt x="796" y="3220"/>
                    </a:lnTo>
                    <a:lnTo>
                      <a:pt x="702" y="3152"/>
                    </a:lnTo>
                    <a:lnTo>
                      <a:pt x="613" y="3081"/>
                    </a:lnTo>
                    <a:lnTo>
                      <a:pt x="525" y="3005"/>
                    </a:lnTo>
                    <a:lnTo>
                      <a:pt x="440" y="2924"/>
                    </a:lnTo>
                    <a:lnTo>
                      <a:pt x="385" y="2865"/>
                    </a:lnTo>
                    <a:lnTo>
                      <a:pt x="331" y="2803"/>
                    </a:lnTo>
                    <a:lnTo>
                      <a:pt x="282" y="2741"/>
                    </a:lnTo>
                    <a:lnTo>
                      <a:pt x="234" y="2677"/>
                    </a:lnTo>
                    <a:lnTo>
                      <a:pt x="192" y="2610"/>
                    </a:lnTo>
                    <a:lnTo>
                      <a:pt x="153" y="2540"/>
                    </a:lnTo>
                    <a:lnTo>
                      <a:pt x="118" y="2469"/>
                    </a:lnTo>
                    <a:lnTo>
                      <a:pt x="88" y="2394"/>
                    </a:lnTo>
                    <a:lnTo>
                      <a:pt x="62" y="2318"/>
                    </a:lnTo>
                    <a:lnTo>
                      <a:pt x="42" y="2239"/>
                    </a:lnTo>
                    <a:lnTo>
                      <a:pt x="25" y="2161"/>
                    </a:lnTo>
                    <a:lnTo>
                      <a:pt x="13" y="2084"/>
                    </a:lnTo>
                    <a:lnTo>
                      <a:pt x="5" y="2004"/>
                    </a:lnTo>
                    <a:lnTo>
                      <a:pt x="3" y="1925"/>
                    </a:lnTo>
                    <a:lnTo>
                      <a:pt x="0" y="1506"/>
                    </a:lnTo>
                    <a:lnTo>
                      <a:pt x="0" y="1087"/>
                    </a:lnTo>
                    <a:lnTo>
                      <a:pt x="1" y="668"/>
                    </a:lnTo>
                    <a:lnTo>
                      <a:pt x="1" y="642"/>
                    </a:lnTo>
                    <a:lnTo>
                      <a:pt x="3" y="621"/>
                    </a:lnTo>
                    <a:lnTo>
                      <a:pt x="9" y="604"/>
                    </a:lnTo>
                    <a:lnTo>
                      <a:pt x="16" y="591"/>
                    </a:lnTo>
                    <a:lnTo>
                      <a:pt x="28" y="582"/>
                    </a:lnTo>
                    <a:lnTo>
                      <a:pt x="44" y="575"/>
                    </a:lnTo>
                    <a:lnTo>
                      <a:pt x="65" y="571"/>
                    </a:lnTo>
                    <a:lnTo>
                      <a:pt x="91" y="569"/>
                    </a:lnTo>
                    <a:lnTo>
                      <a:pt x="209" y="558"/>
                    </a:lnTo>
                    <a:lnTo>
                      <a:pt x="324" y="541"/>
                    </a:lnTo>
                    <a:lnTo>
                      <a:pt x="437" y="518"/>
                    </a:lnTo>
                    <a:lnTo>
                      <a:pt x="548" y="491"/>
                    </a:lnTo>
                    <a:lnTo>
                      <a:pt x="657" y="458"/>
                    </a:lnTo>
                    <a:lnTo>
                      <a:pt x="764" y="420"/>
                    </a:lnTo>
                    <a:lnTo>
                      <a:pt x="869" y="377"/>
                    </a:lnTo>
                    <a:lnTo>
                      <a:pt x="973" y="330"/>
                    </a:lnTo>
                    <a:lnTo>
                      <a:pt x="1075" y="279"/>
                    </a:lnTo>
                    <a:lnTo>
                      <a:pt x="1176" y="224"/>
                    </a:lnTo>
                    <a:lnTo>
                      <a:pt x="1274" y="165"/>
                    </a:lnTo>
                    <a:lnTo>
                      <a:pt x="1372" y="102"/>
                    </a:lnTo>
                    <a:lnTo>
                      <a:pt x="1468" y="38"/>
                    </a:lnTo>
                    <a:lnTo>
                      <a:pt x="1489" y="24"/>
                    </a:lnTo>
                    <a:lnTo>
                      <a:pt x="1507" y="13"/>
                    </a:lnTo>
                    <a:lnTo>
                      <a:pt x="1521" y="5"/>
                    </a:lnTo>
                    <a:lnTo>
                      <a:pt x="1534" y="1"/>
                    </a:lnTo>
                    <a:lnTo>
                      <a:pt x="1545"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13" name="Freeform 17"/>
            <p:cNvSpPr/>
            <p:nvPr/>
          </p:nvSpPr>
          <p:spPr bwMode="auto">
            <a:xfrm>
              <a:off x="3970061" y="3349191"/>
              <a:ext cx="430577" cy="402265"/>
            </a:xfrm>
            <a:custGeom>
              <a:avLst/>
              <a:gdLst>
                <a:gd name="connsiteX0" fmla="*/ 104775 w 579438"/>
                <a:gd name="connsiteY0" fmla="*/ 158750 h 541337"/>
                <a:gd name="connsiteX1" fmla="*/ 99193 w 579438"/>
                <a:gd name="connsiteY1" fmla="*/ 170591 h 541337"/>
                <a:gd name="connsiteX2" fmla="*/ 94569 w 579438"/>
                <a:gd name="connsiteY2" fmla="*/ 183072 h 541337"/>
                <a:gd name="connsiteX3" fmla="*/ 90741 w 579438"/>
                <a:gd name="connsiteY3" fmla="*/ 195872 h 541337"/>
                <a:gd name="connsiteX4" fmla="*/ 87552 w 579438"/>
                <a:gd name="connsiteY4" fmla="*/ 208833 h 541337"/>
                <a:gd name="connsiteX5" fmla="*/ 85478 w 579438"/>
                <a:gd name="connsiteY5" fmla="*/ 222434 h 541337"/>
                <a:gd name="connsiteX6" fmla="*/ 84043 w 579438"/>
                <a:gd name="connsiteY6" fmla="*/ 235875 h 541337"/>
                <a:gd name="connsiteX7" fmla="*/ 83724 w 579438"/>
                <a:gd name="connsiteY7" fmla="*/ 249955 h 541337"/>
                <a:gd name="connsiteX8" fmla="*/ 83724 w 579438"/>
                <a:gd name="connsiteY8" fmla="*/ 252196 h 541337"/>
                <a:gd name="connsiteX9" fmla="*/ 42420 w 579438"/>
                <a:gd name="connsiteY9" fmla="*/ 293638 h 541337"/>
                <a:gd name="connsiteX10" fmla="*/ 39071 w 579438"/>
                <a:gd name="connsiteY10" fmla="*/ 296518 h 541337"/>
                <a:gd name="connsiteX11" fmla="*/ 35244 w 579438"/>
                <a:gd name="connsiteY11" fmla="*/ 298438 h 541337"/>
                <a:gd name="connsiteX12" fmla="*/ 31257 w 579438"/>
                <a:gd name="connsiteY12" fmla="*/ 299718 h 541337"/>
                <a:gd name="connsiteX13" fmla="*/ 27111 w 579438"/>
                <a:gd name="connsiteY13" fmla="*/ 300038 h 541337"/>
                <a:gd name="connsiteX14" fmla="*/ 22964 w 579438"/>
                <a:gd name="connsiteY14" fmla="*/ 299718 h 541337"/>
                <a:gd name="connsiteX15" fmla="*/ 18977 w 579438"/>
                <a:gd name="connsiteY15" fmla="*/ 298438 h 541337"/>
                <a:gd name="connsiteX16" fmla="*/ 15150 w 579438"/>
                <a:gd name="connsiteY16" fmla="*/ 296518 h 541337"/>
                <a:gd name="connsiteX17" fmla="*/ 11642 w 579438"/>
                <a:gd name="connsiteY17" fmla="*/ 293638 h 541337"/>
                <a:gd name="connsiteX18" fmla="*/ 6379 w 579438"/>
                <a:gd name="connsiteY18" fmla="*/ 288358 h 541337"/>
                <a:gd name="connsiteX19" fmla="*/ 3508 w 579438"/>
                <a:gd name="connsiteY19" fmla="*/ 284837 h 541337"/>
                <a:gd name="connsiteX20" fmla="*/ 1595 w 579438"/>
                <a:gd name="connsiteY20" fmla="*/ 280997 h 541337"/>
                <a:gd name="connsiteX21" fmla="*/ 319 w 579438"/>
                <a:gd name="connsiteY21" fmla="*/ 276997 h 541337"/>
                <a:gd name="connsiteX22" fmla="*/ 0 w 579438"/>
                <a:gd name="connsiteY22" fmla="*/ 272837 h 541337"/>
                <a:gd name="connsiteX23" fmla="*/ 319 w 579438"/>
                <a:gd name="connsiteY23" fmla="*/ 268836 h 541337"/>
                <a:gd name="connsiteX24" fmla="*/ 1595 w 579438"/>
                <a:gd name="connsiteY24" fmla="*/ 264676 h 541337"/>
                <a:gd name="connsiteX25" fmla="*/ 3508 w 579438"/>
                <a:gd name="connsiteY25" fmla="*/ 260996 h 541337"/>
                <a:gd name="connsiteX26" fmla="*/ 6379 w 579438"/>
                <a:gd name="connsiteY26" fmla="*/ 257316 h 541337"/>
                <a:gd name="connsiteX27" fmla="*/ 288526 w 579438"/>
                <a:gd name="connsiteY27" fmla="*/ 71437 h 541337"/>
                <a:gd name="connsiteX28" fmla="*/ 301526 w 579438"/>
                <a:gd name="connsiteY28" fmla="*/ 71755 h 541337"/>
                <a:gd name="connsiteX29" fmla="*/ 314367 w 579438"/>
                <a:gd name="connsiteY29" fmla="*/ 73185 h 541337"/>
                <a:gd name="connsiteX30" fmla="*/ 326733 w 579438"/>
                <a:gd name="connsiteY30" fmla="*/ 75568 h 541337"/>
                <a:gd name="connsiteX31" fmla="*/ 338940 w 579438"/>
                <a:gd name="connsiteY31" fmla="*/ 78745 h 541337"/>
                <a:gd name="connsiteX32" fmla="*/ 350672 w 579438"/>
                <a:gd name="connsiteY32" fmla="*/ 82716 h 541337"/>
                <a:gd name="connsiteX33" fmla="*/ 362086 w 579438"/>
                <a:gd name="connsiteY33" fmla="*/ 87482 h 541337"/>
                <a:gd name="connsiteX34" fmla="*/ 373184 w 579438"/>
                <a:gd name="connsiteY34" fmla="*/ 93201 h 541337"/>
                <a:gd name="connsiteX35" fmla="*/ 383806 w 579438"/>
                <a:gd name="connsiteY35" fmla="*/ 99396 h 541337"/>
                <a:gd name="connsiteX36" fmla="*/ 393793 w 579438"/>
                <a:gd name="connsiteY36" fmla="*/ 106227 h 541337"/>
                <a:gd name="connsiteX37" fmla="*/ 355745 w 579438"/>
                <a:gd name="connsiteY37" fmla="*/ 144353 h 541337"/>
                <a:gd name="connsiteX38" fmla="*/ 347343 w 579438"/>
                <a:gd name="connsiteY38" fmla="*/ 139428 h 541337"/>
                <a:gd name="connsiteX39" fmla="*/ 338465 w 579438"/>
                <a:gd name="connsiteY39" fmla="*/ 134980 h 541337"/>
                <a:gd name="connsiteX40" fmla="*/ 329111 w 579438"/>
                <a:gd name="connsiteY40" fmla="*/ 131326 h 541337"/>
                <a:gd name="connsiteX41" fmla="*/ 319282 w 579438"/>
                <a:gd name="connsiteY41" fmla="*/ 128308 h 541337"/>
                <a:gd name="connsiteX42" fmla="*/ 309294 w 579438"/>
                <a:gd name="connsiteY42" fmla="*/ 126243 h 541337"/>
                <a:gd name="connsiteX43" fmla="*/ 298989 w 579438"/>
                <a:gd name="connsiteY43" fmla="*/ 124972 h 541337"/>
                <a:gd name="connsiteX44" fmla="*/ 288526 w 579438"/>
                <a:gd name="connsiteY44" fmla="*/ 124337 h 541337"/>
                <a:gd name="connsiteX45" fmla="*/ 277111 w 579438"/>
                <a:gd name="connsiteY45" fmla="*/ 124972 h 541337"/>
                <a:gd name="connsiteX46" fmla="*/ 266014 w 579438"/>
                <a:gd name="connsiteY46" fmla="*/ 126561 h 541337"/>
                <a:gd name="connsiteX47" fmla="*/ 255392 w 579438"/>
                <a:gd name="connsiteY47" fmla="*/ 128944 h 541337"/>
                <a:gd name="connsiteX48" fmla="*/ 245087 w 579438"/>
                <a:gd name="connsiteY48" fmla="*/ 132280 h 541337"/>
                <a:gd name="connsiteX49" fmla="*/ 235100 w 579438"/>
                <a:gd name="connsiteY49" fmla="*/ 136410 h 541337"/>
                <a:gd name="connsiteX50" fmla="*/ 225587 w 579438"/>
                <a:gd name="connsiteY50" fmla="*/ 141493 h 541337"/>
                <a:gd name="connsiteX51" fmla="*/ 216551 w 579438"/>
                <a:gd name="connsiteY51" fmla="*/ 147371 h 541337"/>
                <a:gd name="connsiteX52" fmla="*/ 208307 w 579438"/>
                <a:gd name="connsiteY52" fmla="*/ 153884 h 541337"/>
                <a:gd name="connsiteX53" fmla="*/ 200380 w 579438"/>
                <a:gd name="connsiteY53" fmla="*/ 161033 h 541337"/>
                <a:gd name="connsiteX54" fmla="*/ 193246 w 579438"/>
                <a:gd name="connsiteY54" fmla="*/ 168817 h 541337"/>
                <a:gd name="connsiteX55" fmla="*/ 186746 w 579438"/>
                <a:gd name="connsiteY55" fmla="*/ 177395 h 541337"/>
                <a:gd name="connsiteX56" fmla="*/ 180881 w 579438"/>
                <a:gd name="connsiteY56" fmla="*/ 186291 h 541337"/>
                <a:gd name="connsiteX57" fmla="*/ 175966 w 579438"/>
                <a:gd name="connsiteY57" fmla="*/ 195823 h 541337"/>
                <a:gd name="connsiteX58" fmla="*/ 171686 w 579438"/>
                <a:gd name="connsiteY58" fmla="*/ 205672 h 541337"/>
                <a:gd name="connsiteX59" fmla="*/ 168356 w 579438"/>
                <a:gd name="connsiteY59" fmla="*/ 216156 h 541337"/>
                <a:gd name="connsiteX60" fmla="*/ 165978 w 579438"/>
                <a:gd name="connsiteY60" fmla="*/ 226959 h 541337"/>
                <a:gd name="connsiteX61" fmla="*/ 164393 w 579438"/>
                <a:gd name="connsiteY61" fmla="*/ 238079 h 541337"/>
                <a:gd name="connsiteX62" fmla="*/ 163917 w 579438"/>
                <a:gd name="connsiteY62" fmla="*/ 249357 h 541337"/>
                <a:gd name="connsiteX63" fmla="*/ 164393 w 579438"/>
                <a:gd name="connsiteY63" fmla="*/ 260795 h 541337"/>
                <a:gd name="connsiteX64" fmla="*/ 165978 w 579438"/>
                <a:gd name="connsiteY64" fmla="*/ 271915 h 541337"/>
                <a:gd name="connsiteX65" fmla="*/ 168356 w 579438"/>
                <a:gd name="connsiteY65" fmla="*/ 282559 h 541337"/>
                <a:gd name="connsiteX66" fmla="*/ 171686 w 579438"/>
                <a:gd name="connsiteY66" fmla="*/ 292884 h 541337"/>
                <a:gd name="connsiteX67" fmla="*/ 175966 w 579438"/>
                <a:gd name="connsiteY67" fmla="*/ 302892 h 541337"/>
                <a:gd name="connsiteX68" fmla="*/ 180881 w 579438"/>
                <a:gd name="connsiteY68" fmla="*/ 312424 h 541337"/>
                <a:gd name="connsiteX69" fmla="*/ 186746 w 579438"/>
                <a:gd name="connsiteY69" fmla="*/ 321479 h 541337"/>
                <a:gd name="connsiteX70" fmla="*/ 193246 w 579438"/>
                <a:gd name="connsiteY70" fmla="*/ 329739 h 541337"/>
                <a:gd name="connsiteX71" fmla="*/ 200380 w 579438"/>
                <a:gd name="connsiteY71" fmla="*/ 337682 h 541337"/>
                <a:gd name="connsiteX72" fmla="*/ 208149 w 579438"/>
                <a:gd name="connsiteY72" fmla="*/ 344990 h 541337"/>
                <a:gd name="connsiteX73" fmla="*/ 216551 w 579438"/>
                <a:gd name="connsiteY73" fmla="*/ 351503 h 541337"/>
                <a:gd name="connsiteX74" fmla="*/ 225587 w 579438"/>
                <a:gd name="connsiteY74" fmla="*/ 357380 h 541337"/>
                <a:gd name="connsiteX75" fmla="*/ 235100 w 579438"/>
                <a:gd name="connsiteY75" fmla="*/ 362305 h 541337"/>
                <a:gd name="connsiteX76" fmla="*/ 244929 w 579438"/>
                <a:gd name="connsiteY76" fmla="*/ 366435 h 541337"/>
                <a:gd name="connsiteX77" fmla="*/ 255234 w 579438"/>
                <a:gd name="connsiteY77" fmla="*/ 369771 h 541337"/>
                <a:gd name="connsiteX78" fmla="*/ 266014 w 579438"/>
                <a:gd name="connsiteY78" fmla="*/ 372313 h 541337"/>
                <a:gd name="connsiteX79" fmla="*/ 277111 w 579438"/>
                <a:gd name="connsiteY79" fmla="*/ 373902 h 541337"/>
                <a:gd name="connsiteX80" fmla="*/ 288526 w 579438"/>
                <a:gd name="connsiteY80" fmla="*/ 374219 h 541337"/>
                <a:gd name="connsiteX81" fmla="*/ 299782 w 579438"/>
                <a:gd name="connsiteY81" fmla="*/ 373902 h 541337"/>
                <a:gd name="connsiteX82" fmla="*/ 310879 w 579438"/>
                <a:gd name="connsiteY82" fmla="*/ 372313 h 541337"/>
                <a:gd name="connsiteX83" fmla="*/ 321501 w 579438"/>
                <a:gd name="connsiteY83" fmla="*/ 369771 h 541337"/>
                <a:gd name="connsiteX84" fmla="*/ 331965 w 579438"/>
                <a:gd name="connsiteY84" fmla="*/ 366435 h 541337"/>
                <a:gd name="connsiteX85" fmla="*/ 341794 w 579438"/>
                <a:gd name="connsiteY85" fmla="*/ 362305 h 541337"/>
                <a:gd name="connsiteX86" fmla="*/ 351306 w 579438"/>
                <a:gd name="connsiteY86" fmla="*/ 357380 h 541337"/>
                <a:gd name="connsiteX87" fmla="*/ 360184 w 579438"/>
                <a:gd name="connsiteY87" fmla="*/ 351503 h 541337"/>
                <a:gd name="connsiteX88" fmla="*/ 368586 w 579438"/>
                <a:gd name="connsiteY88" fmla="*/ 344990 h 541337"/>
                <a:gd name="connsiteX89" fmla="*/ 376354 w 579438"/>
                <a:gd name="connsiteY89" fmla="*/ 337682 h 541337"/>
                <a:gd name="connsiteX90" fmla="*/ 383647 w 579438"/>
                <a:gd name="connsiteY90" fmla="*/ 329898 h 541337"/>
                <a:gd name="connsiteX91" fmla="*/ 390147 w 579438"/>
                <a:gd name="connsiteY91" fmla="*/ 321479 h 541337"/>
                <a:gd name="connsiteX92" fmla="*/ 395854 w 579438"/>
                <a:gd name="connsiteY92" fmla="*/ 312424 h 541337"/>
                <a:gd name="connsiteX93" fmla="*/ 400769 w 579438"/>
                <a:gd name="connsiteY93" fmla="*/ 302892 h 541337"/>
                <a:gd name="connsiteX94" fmla="*/ 405049 w 579438"/>
                <a:gd name="connsiteY94" fmla="*/ 293043 h 541337"/>
                <a:gd name="connsiteX95" fmla="*/ 408379 w 579438"/>
                <a:gd name="connsiteY95" fmla="*/ 282717 h 541337"/>
                <a:gd name="connsiteX96" fmla="*/ 410915 w 579438"/>
                <a:gd name="connsiteY96" fmla="*/ 271915 h 541337"/>
                <a:gd name="connsiteX97" fmla="*/ 412501 w 579438"/>
                <a:gd name="connsiteY97" fmla="*/ 260795 h 541337"/>
                <a:gd name="connsiteX98" fmla="*/ 412976 w 579438"/>
                <a:gd name="connsiteY98" fmla="*/ 249357 h 541337"/>
                <a:gd name="connsiteX99" fmla="*/ 412818 w 579438"/>
                <a:gd name="connsiteY99" fmla="*/ 243321 h 541337"/>
                <a:gd name="connsiteX100" fmla="*/ 412183 w 579438"/>
                <a:gd name="connsiteY100" fmla="*/ 237443 h 541337"/>
                <a:gd name="connsiteX101" fmla="*/ 456573 w 579438"/>
                <a:gd name="connsiteY101" fmla="*/ 192963 h 541337"/>
                <a:gd name="connsiteX102" fmla="*/ 459744 w 579438"/>
                <a:gd name="connsiteY102" fmla="*/ 203765 h 541337"/>
                <a:gd name="connsiteX103" fmla="*/ 462439 w 579438"/>
                <a:gd name="connsiteY103" fmla="*/ 214727 h 541337"/>
                <a:gd name="connsiteX104" fmla="*/ 464183 w 579438"/>
                <a:gd name="connsiteY104" fmla="*/ 226164 h 541337"/>
                <a:gd name="connsiteX105" fmla="*/ 465134 w 579438"/>
                <a:gd name="connsiteY105" fmla="*/ 237761 h 541337"/>
                <a:gd name="connsiteX106" fmla="*/ 465768 w 579438"/>
                <a:gd name="connsiteY106" fmla="*/ 249357 h 541337"/>
                <a:gd name="connsiteX107" fmla="*/ 465134 w 579438"/>
                <a:gd name="connsiteY107" fmla="*/ 262543 h 541337"/>
                <a:gd name="connsiteX108" fmla="*/ 463707 w 579438"/>
                <a:gd name="connsiteY108" fmla="*/ 275251 h 541337"/>
                <a:gd name="connsiteX109" fmla="*/ 461488 w 579438"/>
                <a:gd name="connsiteY109" fmla="*/ 287801 h 541337"/>
                <a:gd name="connsiteX110" fmla="*/ 458317 w 579438"/>
                <a:gd name="connsiteY110" fmla="*/ 300192 h 541337"/>
                <a:gd name="connsiteX111" fmla="*/ 454354 w 579438"/>
                <a:gd name="connsiteY111" fmla="*/ 311947 h 541337"/>
                <a:gd name="connsiteX112" fmla="*/ 449598 w 579438"/>
                <a:gd name="connsiteY112" fmla="*/ 323385 h 541337"/>
                <a:gd name="connsiteX113" fmla="*/ 444049 w 579438"/>
                <a:gd name="connsiteY113" fmla="*/ 334505 h 541337"/>
                <a:gd name="connsiteX114" fmla="*/ 437708 w 579438"/>
                <a:gd name="connsiteY114" fmla="*/ 345148 h 541337"/>
                <a:gd name="connsiteX115" fmla="*/ 430891 w 579438"/>
                <a:gd name="connsiteY115" fmla="*/ 355156 h 541337"/>
                <a:gd name="connsiteX116" fmla="*/ 440086 w 579438"/>
                <a:gd name="connsiteY116" fmla="*/ 364370 h 541337"/>
                <a:gd name="connsiteX117" fmla="*/ 446744 w 579438"/>
                <a:gd name="connsiteY117" fmla="*/ 357698 h 541337"/>
                <a:gd name="connsiteX118" fmla="*/ 569133 w 579438"/>
                <a:gd name="connsiteY118" fmla="*/ 480495 h 541337"/>
                <a:gd name="connsiteX119" fmla="*/ 572780 w 579438"/>
                <a:gd name="connsiteY119" fmla="*/ 484943 h 541337"/>
                <a:gd name="connsiteX120" fmla="*/ 575792 w 579438"/>
                <a:gd name="connsiteY120" fmla="*/ 489709 h 541337"/>
                <a:gd name="connsiteX121" fmla="*/ 577694 w 579438"/>
                <a:gd name="connsiteY121" fmla="*/ 494951 h 541337"/>
                <a:gd name="connsiteX122" fmla="*/ 578963 w 579438"/>
                <a:gd name="connsiteY122" fmla="*/ 500193 h 541337"/>
                <a:gd name="connsiteX123" fmla="*/ 579438 w 579438"/>
                <a:gd name="connsiteY123" fmla="*/ 505753 h 541337"/>
                <a:gd name="connsiteX124" fmla="*/ 579121 w 579438"/>
                <a:gd name="connsiteY124" fmla="*/ 511154 h 541337"/>
                <a:gd name="connsiteX125" fmla="*/ 577853 w 579438"/>
                <a:gd name="connsiteY125" fmla="*/ 516397 h 541337"/>
                <a:gd name="connsiteX126" fmla="*/ 575792 w 579438"/>
                <a:gd name="connsiteY126" fmla="*/ 521639 h 541337"/>
                <a:gd name="connsiteX127" fmla="*/ 572938 w 579438"/>
                <a:gd name="connsiteY127" fmla="*/ 526564 h 541337"/>
                <a:gd name="connsiteX128" fmla="*/ 569292 w 579438"/>
                <a:gd name="connsiteY128" fmla="*/ 531012 h 541337"/>
                <a:gd name="connsiteX129" fmla="*/ 564853 w 579438"/>
                <a:gd name="connsiteY129" fmla="*/ 534665 h 541337"/>
                <a:gd name="connsiteX130" fmla="*/ 559938 w 579438"/>
                <a:gd name="connsiteY130" fmla="*/ 537684 h 541337"/>
                <a:gd name="connsiteX131" fmla="*/ 554865 w 579438"/>
                <a:gd name="connsiteY131" fmla="*/ 539590 h 541337"/>
                <a:gd name="connsiteX132" fmla="*/ 549634 w 579438"/>
                <a:gd name="connsiteY132" fmla="*/ 540861 h 541337"/>
                <a:gd name="connsiteX133" fmla="*/ 544085 w 579438"/>
                <a:gd name="connsiteY133" fmla="*/ 541337 h 541337"/>
                <a:gd name="connsiteX134" fmla="*/ 538695 w 579438"/>
                <a:gd name="connsiteY134" fmla="*/ 540861 h 541337"/>
                <a:gd name="connsiteX135" fmla="*/ 533463 w 579438"/>
                <a:gd name="connsiteY135" fmla="*/ 539590 h 541337"/>
                <a:gd name="connsiteX136" fmla="*/ 528231 w 579438"/>
                <a:gd name="connsiteY136" fmla="*/ 537684 h 541337"/>
                <a:gd name="connsiteX137" fmla="*/ 523317 w 579438"/>
                <a:gd name="connsiteY137" fmla="*/ 534665 h 541337"/>
                <a:gd name="connsiteX138" fmla="*/ 519195 w 579438"/>
                <a:gd name="connsiteY138" fmla="*/ 531012 h 541337"/>
                <a:gd name="connsiteX139" fmla="*/ 396806 w 579438"/>
                <a:gd name="connsiteY139" fmla="*/ 408056 h 541337"/>
                <a:gd name="connsiteX140" fmla="*/ 403464 w 579438"/>
                <a:gd name="connsiteY140" fmla="*/ 401384 h 541337"/>
                <a:gd name="connsiteX141" fmla="*/ 394110 w 579438"/>
                <a:gd name="connsiteY141" fmla="*/ 392329 h 541337"/>
                <a:gd name="connsiteX142" fmla="*/ 384123 w 579438"/>
                <a:gd name="connsiteY142" fmla="*/ 399319 h 541337"/>
                <a:gd name="connsiteX143" fmla="*/ 373501 w 579438"/>
                <a:gd name="connsiteY143" fmla="*/ 405673 h 541337"/>
                <a:gd name="connsiteX144" fmla="*/ 362562 w 579438"/>
                <a:gd name="connsiteY144" fmla="*/ 411074 h 541337"/>
                <a:gd name="connsiteX145" fmla="*/ 351147 w 579438"/>
                <a:gd name="connsiteY145" fmla="*/ 415840 h 541337"/>
                <a:gd name="connsiteX146" fmla="*/ 339099 w 579438"/>
                <a:gd name="connsiteY146" fmla="*/ 419970 h 541337"/>
                <a:gd name="connsiteX147" fmla="*/ 327050 w 579438"/>
                <a:gd name="connsiteY147" fmla="*/ 423147 h 541337"/>
                <a:gd name="connsiteX148" fmla="*/ 314367 w 579438"/>
                <a:gd name="connsiteY148" fmla="*/ 425371 h 541337"/>
                <a:gd name="connsiteX149" fmla="*/ 301526 w 579438"/>
                <a:gd name="connsiteY149" fmla="*/ 426801 h 541337"/>
                <a:gd name="connsiteX150" fmla="*/ 288526 w 579438"/>
                <a:gd name="connsiteY150" fmla="*/ 427437 h 541337"/>
                <a:gd name="connsiteX151" fmla="*/ 274575 w 579438"/>
                <a:gd name="connsiteY151" fmla="*/ 426801 h 541337"/>
                <a:gd name="connsiteX152" fmla="*/ 261099 w 579438"/>
                <a:gd name="connsiteY152" fmla="*/ 425213 h 541337"/>
                <a:gd name="connsiteX153" fmla="*/ 247624 w 579438"/>
                <a:gd name="connsiteY153" fmla="*/ 422671 h 541337"/>
                <a:gd name="connsiteX154" fmla="*/ 234783 w 579438"/>
                <a:gd name="connsiteY154" fmla="*/ 419017 h 541337"/>
                <a:gd name="connsiteX155" fmla="*/ 222417 w 579438"/>
                <a:gd name="connsiteY155" fmla="*/ 414728 h 541337"/>
                <a:gd name="connsiteX156" fmla="*/ 210368 w 579438"/>
                <a:gd name="connsiteY156" fmla="*/ 409168 h 541337"/>
                <a:gd name="connsiteX157" fmla="*/ 198954 w 579438"/>
                <a:gd name="connsiteY157" fmla="*/ 402972 h 541337"/>
                <a:gd name="connsiteX158" fmla="*/ 187856 w 579438"/>
                <a:gd name="connsiteY158" fmla="*/ 396142 h 541337"/>
                <a:gd name="connsiteX159" fmla="*/ 177551 w 579438"/>
                <a:gd name="connsiteY159" fmla="*/ 388199 h 541337"/>
                <a:gd name="connsiteX160" fmla="*/ 167722 w 579438"/>
                <a:gd name="connsiteY160" fmla="*/ 379779 h 541337"/>
                <a:gd name="connsiteX161" fmla="*/ 158527 w 579438"/>
                <a:gd name="connsiteY161" fmla="*/ 370566 h 541337"/>
                <a:gd name="connsiteX162" fmla="*/ 150125 w 579438"/>
                <a:gd name="connsiteY162" fmla="*/ 360716 h 541337"/>
                <a:gd name="connsiteX163" fmla="*/ 142198 w 579438"/>
                <a:gd name="connsiteY163" fmla="*/ 350232 h 541337"/>
                <a:gd name="connsiteX164" fmla="*/ 135381 w 579438"/>
                <a:gd name="connsiteY164" fmla="*/ 339112 h 541337"/>
                <a:gd name="connsiteX165" fmla="*/ 129198 w 579438"/>
                <a:gd name="connsiteY165" fmla="*/ 327674 h 541337"/>
                <a:gd name="connsiteX166" fmla="*/ 123649 w 579438"/>
                <a:gd name="connsiteY166" fmla="*/ 315601 h 541337"/>
                <a:gd name="connsiteX167" fmla="*/ 119369 w 579438"/>
                <a:gd name="connsiteY167" fmla="*/ 303210 h 541337"/>
                <a:gd name="connsiteX168" fmla="*/ 115881 w 579438"/>
                <a:gd name="connsiteY168" fmla="*/ 290343 h 541337"/>
                <a:gd name="connsiteX169" fmla="*/ 113186 w 579438"/>
                <a:gd name="connsiteY169" fmla="*/ 276840 h 541337"/>
                <a:gd name="connsiteX170" fmla="*/ 111601 w 579438"/>
                <a:gd name="connsiteY170" fmla="*/ 263337 h 541337"/>
                <a:gd name="connsiteX171" fmla="*/ 111125 w 579438"/>
                <a:gd name="connsiteY171" fmla="*/ 249357 h 541337"/>
                <a:gd name="connsiteX172" fmla="*/ 111601 w 579438"/>
                <a:gd name="connsiteY172" fmla="*/ 235537 h 541337"/>
                <a:gd name="connsiteX173" fmla="*/ 113186 w 579438"/>
                <a:gd name="connsiteY173" fmla="*/ 221875 h 541337"/>
                <a:gd name="connsiteX174" fmla="*/ 115881 w 579438"/>
                <a:gd name="connsiteY174" fmla="*/ 208531 h 541337"/>
                <a:gd name="connsiteX175" fmla="*/ 119369 w 579438"/>
                <a:gd name="connsiteY175" fmla="*/ 195664 h 541337"/>
                <a:gd name="connsiteX176" fmla="*/ 123649 w 579438"/>
                <a:gd name="connsiteY176" fmla="*/ 183114 h 541337"/>
                <a:gd name="connsiteX177" fmla="*/ 129198 w 579438"/>
                <a:gd name="connsiteY177" fmla="*/ 171200 h 541337"/>
                <a:gd name="connsiteX178" fmla="*/ 135381 w 579438"/>
                <a:gd name="connsiteY178" fmla="*/ 159444 h 541337"/>
                <a:gd name="connsiteX179" fmla="*/ 142198 w 579438"/>
                <a:gd name="connsiteY179" fmla="*/ 148642 h 541337"/>
                <a:gd name="connsiteX180" fmla="*/ 150125 w 579438"/>
                <a:gd name="connsiteY180" fmla="*/ 138157 h 541337"/>
                <a:gd name="connsiteX181" fmla="*/ 158527 w 579438"/>
                <a:gd name="connsiteY181" fmla="*/ 128308 h 541337"/>
                <a:gd name="connsiteX182" fmla="*/ 167722 w 579438"/>
                <a:gd name="connsiteY182" fmla="*/ 119094 h 541337"/>
                <a:gd name="connsiteX183" fmla="*/ 177551 w 579438"/>
                <a:gd name="connsiteY183" fmla="*/ 110516 h 541337"/>
                <a:gd name="connsiteX184" fmla="*/ 187856 w 579438"/>
                <a:gd name="connsiteY184" fmla="*/ 102732 h 541337"/>
                <a:gd name="connsiteX185" fmla="*/ 198954 w 579438"/>
                <a:gd name="connsiteY185" fmla="*/ 95584 h 541337"/>
                <a:gd name="connsiteX186" fmla="*/ 210368 w 579438"/>
                <a:gd name="connsiteY186" fmla="*/ 89388 h 541337"/>
                <a:gd name="connsiteX187" fmla="*/ 222417 w 579438"/>
                <a:gd name="connsiteY187" fmla="*/ 84146 h 541337"/>
                <a:gd name="connsiteX188" fmla="*/ 234783 w 579438"/>
                <a:gd name="connsiteY188" fmla="*/ 79698 h 541337"/>
                <a:gd name="connsiteX189" fmla="*/ 247624 w 579438"/>
                <a:gd name="connsiteY189" fmla="*/ 76044 h 541337"/>
                <a:gd name="connsiteX190" fmla="*/ 261099 w 579438"/>
                <a:gd name="connsiteY190" fmla="*/ 73661 h 541337"/>
                <a:gd name="connsiteX191" fmla="*/ 274575 w 579438"/>
                <a:gd name="connsiteY191" fmla="*/ 72073 h 541337"/>
                <a:gd name="connsiteX192" fmla="*/ 561981 w 579438"/>
                <a:gd name="connsiteY192" fmla="*/ 0 h 541337"/>
                <a:gd name="connsiteX193" fmla="*/ 563410 w 579438"/>
                <a:gd name="connsiteY193" fmla="*/ 0 h 541337"/>
                <a:gd name="connsiteX194" fmla="*/ 567059 w 579438"/>
                <a:gd name="connsiteY194" fmla="*/ 158 h 541337"/>
                <a:gd name="connsiteX195" fmla="*/ 570074 w 579438"/>
                <a:gd name="connsiteY195" fmla="*/ 1108 h 541337"/>
                <a:gd name="connsiteX196" fmla="*/ 572613 w 579438"/>
                <a:gd name="connsiteY196" fmla="*/ 2375 h 541337"/>
                <a:gd name="connsiteX197" fmla="*/ 574359 w 579438"/>
                <a:gd name="connsiteY197" fmla="*/ 4434 h 541337"/>
                <a:gd name="connsiteX198" fmla="*/ 575628 w 579438"/>
                <a:gd name="connsiteY198" fmla="*/ 6968 h 541337"/>
                <a:gd name="connsiteX199" fmla="*/ 576263 w 579438"/>
                <a:gd name="connsiteY199" fmla="*/ 10135 h 541337"/>
                <a:gd name="connsiteX200" fmla="*/ 576263 w 579438"/>
                <a:gd name="connsiteY200" fmla="*/ 14094 h 541337"/>
                <a:gd name="connsiteX201" fmla="*/ 571820 w 579438"/>
                <a:gd name="connsiteY201" fmla="*/ 109587 h 541337"/>
                <a:gd name="connsiteX202" fmla="*/ 571661 w 579438"/>
                <a:gd name="connsiteY202" fmla="*/ 112437 h 541337"/>
                <a:gd name="connsiteX203" fmla="*/ 571185 w 579438"/>
                <a:gd name="connsiteY203" fmla="*/ 114971 h 541337"/>
                <a:gd name="connsiteX204" fmla="*/ 570233 w 579438"/>
                <a:gd name="connsiteY204" fmla="*/ 117663 h 541337"/>
                <a:gd name="connsiteX205" fmla="*/ 568964 w 579438"/>
                <a:gd name="connsiteY205" fmla="*/ 119880 h 541337"/>
                <a:gd name="connsiteX206" fmla="*/ 567059 w 579438"/>
                <a:gd name="connsiteY206" fmla="*/ 121939 h 541337"/>
                <a:gd name="connsiteX207" fmla="*/ 564520 w 579438"/>
                <a:gd name="connsiteY207" fmla="*/ 123681 h 541337"/>
                <a:gd name="connsiteX208" fmla="*/ 561823 w 579438"/>
                <a:gd name="connsiteY208" fmla="*/ 124948 h 541337"/>
                <a:gd name="connsiteX209" fmla="*/ 559601 w 579438"/>
                <a:gd name="connsiteY209" fmla="*/ 125106 h 541337"/>
                <a:gd name="connsiteX210" fmla="*/ 557380 w 579438"/>
                <a:gd name="connsiteY210" fmla="*/ 124631 h 541337"/>
                <a:gd name="connsiteX211" fmla="*/ 555475 w 579438"/>
                <a:gd name="connsiteY211" fmla="*/ 123839 h 541337"/>
                <a:gd name="connsiteX212" fmla="*/ 553571 w 579438"/>
                <a:gd name="connsiteY212" fmla="*/ 122572 h 541337"/>
                <a:gd name="connsiteX213" fmla="*/ 551984 w 579438"/>
                <a:gd name="connsiteY213" fmla="*/ 120989 h 541337"/>
                <a:gd name="connsiteX214" fmla="*/ 550239 w 579438"/>
                <a:gd name="connsiteY214" fmla="*/ 119405 h 541337"/>
                <a:gd name="connsiteX215" fmla="*/ 520723 w 579438"/>
                <a:gd name="connsiteY215" fmla="*/ 90108 h 541337"/>
                <a:gd name="connsiteX216" fmla="*/ 509774 w 579438"/>
                <a:gd name="connsiteY216" fmla="*/ 101193 h 541337"/>
                <a:gd name="connsiteX217" fmla="*/ 419324 w 579438"/>
                <a:gd name="connsiteY217" fmla="*/ 191301 h 541337"/>
                <a:gd name="connsiteX218" fmla="*/ 391713 w 579438"/>
                <a:gd name="connsiteY218" fmla="*/ 219173 h 541337"/>
                <a:gd name="connsiteX219" fmla="*/ 298564 w 579438"/>
                <a:gd name="connsiteY219" fmla="*/ 312131 h 541337"/>
                <a:gd name="connsiteX220" fmla="*/ 293169 w 579438"/>
                <a:gd name="connsiteY220" fmla="*/ 317516 h 541337"/>
                <a:gd name="connsiteX221" fmla="*/ 290313 w 579438"/>
                <a:gd name="connsiteY221" fmla="*/ 319733 h 541337"/>
                <a:gd name="connsiteX222" fmla="*/ 287298 w 579438"/>
                <a:gd name="connsiteY222" fmla="*/ 321633 h 541337"/>
                <a:gd name="connsiteX223" fmla="*/ 284124 w 579438"/>
                <a:gd name="connsiteY223" fmla="*/ 322900 h 541337"/>
                <a:gd name="connsiteX224" fmla="*/ 280633 w 579438"/>
                <a:gd name="connsiteY224" fmla="*/ 323692 h 541337"/>
                <a:gd name="connsiteX225" fmla="*/ 279681 w 579438"/>
                <a:gd name="connsiteY225" fmla="*/ 323692 h 541337"/>
                <a:gd name="connsiteX226" fmla="*/ 278888 w 579438"/>
                <a:gd name="connsiteY226" fmla="*/ 323850 h 541337"/>
                <a:gd name="connsiteX227" fmla="*/ 277935 w 579438"/>
                <a:gd name="connsiteY227" fmla="*/ 323850 h 541337"/>
                <a:gd name="connsiteX228" fmla="*/ 273810 w 579438"/>
                <a:gd name="connsiteY228" fmla="*/ 323534 h 541337"/>
                <a:gd name="connsiteX229" fmla="*/ 269843 w 579438"/>
                <a:gd name="connsiteY229" fmla="*/ 322267 h 541337"/>
                <a:gd name="connsiteX230" fmla="*/ 266034 w 579438"/>
                <a:gd name="connsiteY230" fmla="*/ 320366 h 541337"/>
                <a:gd name="connsiteX231" fmla="*/ 262702 w 579438"/>
                <a:gd name="connsiteY231" fmla="*/ 317516 h 541337"/>
                <a:gd name="connsiteX232" fmla="*/ 257306 w 579438"/>
                <a:gd name="connsiteY232" fmla="*/ 312131 h 541337"/>
                <a:gd name="connsiteX233" fmla="*/ 237471 w 579438"/>
                <a:gd name="connsiteY233" fmla="*/ 292336 h 541337"/>
                <a:gd name="connsiteX234" fmla="*/ 190500 w 579438"/>
                <a:gd name="connsiteY234" fmla="*/ 245303 h 541337"/>
                <a:gd name="connsiteX235" fmla="*/ 191452 w 579438"/>
                <a:gd name="connsiteY235" fmla="*/ 235643 h 541337"/>
                <a:gd name="connsiteX236" fmla="*/ 193198 w 579438"/>
                <a:gd name="connsiteY236" fmla="*/ 226141 h 541337"/>
                <a:gd name="connsiteX237" fmla="*/ 195737 w 579438"/>
                <a:gd name="connsiteY237" fmla="*/ 217114 h 541337"/>
                <a:gd name="connsiteX238" fmla="*/ 199228 w 579438"/>
                <a:gd name="connsiteY238" fmla="*/ 208246 h 541337"/>
                <a:gd name="connsiteX239" fmla="*/ 203671 w 579438"/>
                <a:gd name="connsiteY239" fmla="*/ 200011 h 541337"/>
                <a:gd name="connsiteX240" fmla="*/ 208749 w 579438"/>
                <a:gd name="connsiteY240" fmla="*/ 192093 h 541337"/>
                <a:gd name="connsiteX241" fmla="*/ 277935 w 579438"/>
                <a:gd name="connsiteY241" fmla="*/ 261139 h 541337"/>
                <a:gd name="connsiteX242" fmla="*/ 280633 w 579438"/>
                <a:gd name="connsiteY242" fmla="*/ 258447 h 541337"/>
                <a:gd name="connsiteX243" fmla="*/ 485019 w 579438"/>
                <a:gd name="connsiteY243" fmla="*/ 54318 h 541337"/>
                <a:gd name="connsiteX244" fmla="*/ 469786 w 579438"/>
                <a:gd name="connsiteY244" fmla="*/ 39273 h 541337"/>
                <a:gd name="connsiteX245" fmla="*/ 455028 w 579438"/>
                <a:gd name="connsiteY245" fmla="*/ 24071 h 541337"/>
                <a:gd name="connsiteX246" fmla="*/ 453441 w 579438"/>
                <a:gd name="connsiteY246" fmla="*/ 22645 h 541337"/>
                <a:gd name="connsiteX247" fmla="*/ 452171 w 579438"/>
                <a:gd name="connsiteY247" fmla="*/ 21062 h 541337"/>
                <a:gd name="connsiteX248" fmla="*/ 451219 w 579438"/>
                <a:gd name="connsiteY248" fmla="*/ 19478 h 541337"/>
                <a:gd name="connsiteX249" fmla="*/ 450426 w 579438"/>
                <a:gd name="connsiteY249" fmla="*/ 17736 h 541337"/>
                <a:gd name="connsiteX250" fmla="*/ 450109 w 579438"/>
                <a:gd name="connsiteY250" fmla="*/ 15836 h 541337"/>
                <a:gd name="connsiteX251" fmla="*/ 450267 w 579438"/>
                <a:gd name="connsiteY251" fmla="*/ 13461 h 541337"/>
                <a:gd name="connsiteX252" fmla="*/ 451219 w 579438"/>
                <a:gd name="connsiteY252" fmla="*/ 11243 h 541337"/>
                <a:gd name="connsiteX253" fmla="*/ 452806 w 579438"/>
                <a:gd name="connsiteY253" fmla="*/ 8551 h 541337"/>
                <a:gd name="connsiteX254" fmla="*/ 454552 w 579438"/>
                <a:gd name="connsiteY254" fmla="*/ 6809 h 541337"/>
                <a:gd name="connsiteX255" fmla="*/ 456615 w 579438"/>
                <a:gd name="connsiteY255" fmla="*/ 5542 h 541337"/>
                <a:gd name="connsiteX256" fmla="*/ 459154 w 579438"/>
                <a:gd name="connsiteY256" fmla="*/ 5067 h 541337"/>
                <a:gd name="connsiteX257" fmla="*/ 461534 w 579438"/>
                <a:gd name="connsiteY257" fmla="*/ 4751 h 541337"/>
                <a:gd name="connsiteX258" fmla="*/ 464073 w 579438"/>
                <a:gd name="connsiteY258" fmla="*/ 4592 h 541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Lst>
              <a:rect l="l" t="t" r="r" b="b"/>
              <a:pathLst>
                <a:path w="579438" h="541337">
                  <a:moveTo>
                    <a:pt x="104775" y="158750"/>
                  </a:moveTo>
                  <a:lnTo>
                    <a:pt x="99193" y="170591"/>
                  </a:lnTo>
                  <a:lnTo>
                    <a:pt x="94569" y="183072"/>
                  </a:lnTo>
                  <a:lnTo>
                    <a:pt x="90741" y="195872"/>
                  </a:lnTo>
                  <a:lnTo>
                    <a:pt x="87552" y="208833"/>
                  </a:lnTo>
                  <a:lnTo>
                    <a:pt x="85478" y="222434"/>
                  </a:lnTo>
                  <a:lnTo>
                    <a:pt x="84043" y="235875"/>
                  </a:lnTo>
                  <a:lnTo>
                    <a:pt x="83724" y="249955"/>
                  </a:lnTo>
                  <a:lnTo>
                    <a:pt x="83724" y="252196"/>
                  </a:lnTo>
                  <a:lnTo>
                    <a:pt x="42420" y="293638"/>
                  </a:lnTo>
                  <a:lnTo>
                    <a:pt x="39071" y="296518"/>
                  </a:lnTo>
                  <a:lnTo>
                    <a:pt x="35244" y="298438"/>
                  </a:lnTo>
                  <a:lnTo>
                    <a:pt x="31257" y="299718"/>
                  </a:lnTo>
                  <a:lnTo>
                    <a:pt x="27111" y="300038"/>
                  </a:lnTo>
                  <a:lnTo>
                    <a:pt x="22964" y="299718"/>
                  </a:lnTo>
                  <a:lnTo>
                    <a:pt x="18977" y="298438"/>
                  </a:lnTo>
                  <a:lnTo>
                    <a:pt x="15150" y="296518"/>
                  </a:lnTo>
                  <a:lnTo>
                    <a:pt x="11642" y="293638"/>
                  </a:lnTo>
                  <a:lnTo>
                    <a:pt x="6379" y="288358"/>
                  </a:lnTo>
                  <a:lnTo>
                    <a:pt x="3508" y="284837"/>
                  </a:lnTo>
                  <a:lnTo>
                    <a:pt x="1595" y="280997"/>
                  </a:lnTo>
                  <a:lnTo>
                    <a:pt x="319" y="276997"/>
                  </a:lnTo>
                  <a:lnTo>
                    <a:pt x="0" y="272837"/>
                  </a:lnTo>
                  <a:lnTo>
                    <a:pt x="319" y="268836"/>
                  </a:lnTo>
                  <a:lnTo>
                    <a:pt x="1595" y="264676"/>
                  </a:lnTo>
                  <a:lnTo>
                    <a:pt x="3508" y="260996"/>
                  </a:lnTo>
                  <a:lnTo>
                    <a:pt x="6379" y="257316"/>
                  </a:lnTo>
                  <a:close/>
                  <a:moveTo>
                    <a:pt x="288526" y="71437"/>
                  </a:moveTo>
                  <a:lnTo>
                    <a:pt x="301526" y="71755"/>
                  </a:lnTo>
                  <a:lnTo>
                    <a:pt x="314367" y="73185"/>
                  </a:lnTo>
                  <a:lnTo>
                    <a:pt x="326733" y="75568"/>
                  </a:lnTo>
                  <a:lnTo>
                    <a:pt x="338940" y="78745"/>
                  </a:lnTo>
                  <a:lnTo>
                    <a:pt x="350672" y="82716"/>
                  </a:lnTo>
                  <a:lnTo>
                    <a:pt x="362086" y="87482"/>
                  </a:lnTo>
                  <a:lnTo>
                    <a:pt x="373184" y="93201"/>
                  </a:lnTo>
                  <a:lnTo>
                    <a:pt x="383806" y="99396"/>
                  </a:lnTo>
                  <a:lnTo>
                    <a:pt x="393793" y="106227"/>
                  </a:lnTo>
                  <a:lnTo>
                    <a:pt x="355745" y="144353"/>
                  </a:lnTo>
                  <a:lnTo>
                    <a:pt x="347343" y="139428"/>
                  </a:lnTo>
                  <a:lnTo>
                    <a:pt x="338465" y="134980"/>
                  </a:lnTo>
                  <a:lnTo>
                    <a:pt x="329111" y="131326"/>
                  </a:lnTo>
                  <a:lnTo>
                    <a:pt x="319282" y="128308"/>
                  </a:lnTo>
                  <a:lnTo>
                    <a:pt x="309294" y="126243"/>
                  </a:lnTo>
                  <a:lnTo>
                    <a:pt x="298989" y="124972"/>
                  </a:lnTo>
                  <a:lnTo>
                    <a:pt x="288526" y="124337"/>
                  </a:lnTo>
                  <a:lnTo>
                    <a:pt x="277111" y="124972"/>
                  </a:lnTo>
                  <a:lnTo>
                    <a:pt x="266014" y="126561"/>
                  </a:lnTo>
                  <a:lnTo>
                    <a:pt x="255392" y="128944"/>
                  </a:lnTo>
                  <a:lnTo>
                    <a:pt x="245087" y="132280"/>
                  </a:lnTo>
                  <a:lnTo>
                    <a:pt x="235100" y="136410"/>
                  </a:lnTo>
                  <a:lnTo>
                    <a:pt x="225587" y="141493"/>
                  </a:lnTo>
                  <a:lnTo>
                    <a:pt x="216551" y="147371"/>
                  </a:lnTo>
                  <a:lnTo>
                    <a:pt x="208307" y="153884"/>
                  </a:lnTo>
                  <a:lnTo>
                    <a:pt x="200380" y="161033"/>
                  </a:lnTo>
                  <a:lnTo>
                    <a:pt x="193246" y="168817"/>
                  </a:lnTo>
                  <a:lnTo>
                    <a:pt x="186746" y="177395"/>
                  </a:lnTo>
                  <a:lnTo>
                    <a:pt x="180881" y="186291"/>
                  </a:lnTo>
                  <a:lnTo>
                    <a:pt x="175966" y="195823"/>
                  </a:lnTo>
                  <a:lnTo>
                    <a:pt x="171686" y="205672"/>
                  </a:lnTo>
                  <a:lnTo>
                    <a:pt x="168356" y="216156"/>
                  </a:lnTo>
                  <a:lnTo>
                    <a:pt x="165978" y="226959"/>
                  </a:lnTo>
                  <a:lnTo>
                    <a:pt x="164393" y="238079"/>
                  </a:lnTo>
                  <a:lnTo>
                    <a:pt x="163917" y="249357"/>
                  </a:lnTo>
                  <a:lnTo>
                    <a:pt x="164393" y="260795"/>
                  </a:lnTo>
                  <a:lnTo>
                    <a:pt x="165978" y="271915"/>
                  </a:lnTo>
                  <a:lnTo>
                    <a:pt x="168356" y="282559"/>
                  </a:lnTo>
                  <a:lnTo>
                    <a:pt x="171686" y="292884"/>
                  </a:lnTo>
                  <a:lnTo>
                    <a:pt x="175966" y="302892"/>
                  </a:lnTo>
                  <a:lnTo>
                    <a:pt x="180881" y="312424"/>
                  </a:lnTo>
                  <a:lnTo>
                    <a:pt x="186746" y="321479"/>
                  </a:lnTo>
                  <a:lnTo>
                    <a:pt x="193246" y="329739"/>
                  </a:lnTo>
                  <a:lnTo>
                    <a:pt x="200380" y="337682"/>
                  </a:lnTo>
                  <a:lnTo>
                    <a:pt x="208149" y="344990"/>
                  </a:lnTo>
                  <a:lnTo>
                    <a:pt x="216551" y="351503"/>
                  </a:lnTo>
                  <a:lnTo>
                    <a:pt x="225587" y="357380"/>
                  </a:lnTo>
                  <a:lnTo>
                    <a:pt x="235100" y="362305"/>
                  </a:lnTo>
                  <a:lnTo>
                    <a:pt x="244929" y="366435"/>
                  </a:lnTo>
                  <a:lnTo>
                    <a:pt x="255234" y="369771"/>
                  </a:lnTo>
                  <a:lnTo>
                    <a:pt x="266014" y="372313"/>
                  </a:lnTo>
                  <a:lnTo>
                    <a:pt x="277111" y="373902"/>
                  </a:lnTo>
                  <a:lnTo>
                    <a:pt x="288526" y="374219"/>
                  </a:lnTo>
                  <a:lnTo>
                    <a:pt x="299782" y="373902"/>
                  </a:lnTo>
                  <a:lnTo>
                    <a:pt x="310879" y="372313"/>
                  </a:lnTo>
                  <a:lnTo>
                    <a:pt x="321501" y="369771"/>
                  </a:lnTo>
                  <a:lnTo>
                    <a:pt x="331965" y="366435"/>
                  </a:lnTo>
                  <a:lnTo>
                    <a:pt x="341794" y="362305"/>
                  </a:lnTo>
                  <a:lnTo>
                    <a:pt x="351306" y="357380"/>
                  </a:lnTo>
                  <a:lnTo>
                    <a:pt x="360184" y="351503"/>
                  </a:lnTo>
                  <a:lnTo>
                    <a:pt x="368586" y="344990"/>
                  </a:lnTo>
                  <a:lnTo>
                    <a:pt x="376354" y="337682"/>
                  </a:lnTo>
                  <a:lnTo>
                    <a:pt x="383647" y="329898"/>
                  </a:lnTo>
                  <a:lnTo>
                    <a:pt x="390147" y="321479"/>
                  </a:lnTo>
                  <a:lnTo>
                    <a:pt x="395854" y="312424"/>
                  </a:lnTo>
                  <a:lnTo>
                    <a:pt x="400769" y="302892"/>
                  </a:lnTo>
                  <a:lnTo>
                    <a:pt x="405049" y="293043"/>
                  </a:lnTo>
                  <a:lnTo>
                    <a:pt x="408379" y="282717"/>
                  </a:lnTo>
                  <a:lnTo>
                    <a:pt x="410915" y="271915"/>
                  </a:lnTo>
                  <a:lnTo>
                    <a:pt x="412501" y="260795"/>
                  </a:lnTo>
                  <a:lnTo>
                    <a:pt x="412976" y="249357"/>
                  </a:lnTo>
                  <a:lnTo>
                    <a:pt x="412818" y="243321"/>
                  </a:lnTo>
                  <a:lnTo>
                    <a:pt x="412183" y="237443"/>
                  </a:lnTo>
                  <a:lnTo>
                    <a:pt x="456573" y="192963"/>
                  </a:lnTo>
                  <a:lnTo>
                    <a:pt x="459744" y="203765"/>
                  </a:lnTo>
                  <a:lnTo>
                    <a:pt x="462439" y="214727"/>
                  </a:lnTo>
                  <a:lnTo>
                    <a:pt x="464183" y="226164"/>
                  </a:lnTo>
                  <a:lnTo>
                    <a:pt x="465134" y="237761"/>
                  </a:lnTo>
                  <a:lnTo>
                    <a:pt x="465768" y="249357"/>
                  </a:lnTo>
                  <a:lnTo>
                    <a:pt x="465134" y="262543"/>
                  </a:lnTo>
                  <a:lnTo>
                    <a:pt x="463707" y="275251"/>
                  </a:lnTo>
                  <a:lnTo>
                    <a:pt x="461488" y="287801"/>
                  </a:lnTo>
                  <a:lnTo>
                    <a:pt x="458317" y="300192"/>
                  </a:lnTo>
                  <a:lnTo>
                    <a:pt x="454354" y="311947"/>
                  </a:lnTo>
                  <a:lnTo>
                    <a:pt x="449598" y="323385"/>
                  </a:lnTo>
                  <a:lnTo>
                    <a:pt x="444049" y="334505"/>
                  </a:lnTo>
                  <a:lnTo>
                    <a:pt x="437708" y="345148"/>
                  </a:lnTo>
                  <a:lnTo>
                    <a:pt x="430891" y="355156"/>
                  </a:lnTo>
                  <a:lnTo>
                    <a:pt x="440086" y="364370"/>
                  </a:lnTo>
                  <a:lnTo>
                    <a:pt x="446744" y="357698"/>
                  </a:lnTo>
                  <a:lnTo>
                    <a:pt x="569133" y="480495"/>
                  </a:lnTo>
                  <a:lnTo>
                    <a:pt x="572780" y="484943"/>
                  </a:lnTo>
                  <a:lnTo>
                    <a:pt x="575792" y="489709"/>
                  </a:lnTo>
                  <a:lnTo>
                    <a:pt x="577694" y="494951"/>
                  </a:lnTo>
                  <a:lnTo>
                    <a:pt x="578963" y="500193"/>
                  </a:lnTo>
                  <a:lnTo>
                    <a:pt x="579438" y="505753"/>
                  </a:lnTo>
                  <a:lnTo>
                    <a:pt x="579121" y="511154"/>
                  </a:lnTo>
                  <a:lnTo>
                    <a:pt x="577853" y="516397"/>
                  </a:lnTo>
                  <a:lnTo>
                    <a:pt x="575792" y="521639"/>
                  </a:lnTo>
                  <a:lnTo>
                    <a:pt x="572938" y="526564"/>
                  </a:lnTo>
                  <a:lnTo>
                    <a:pt x="569292" y="531012"/>
                  </a:lnTo>
                  <a:lnTo>
                    <a:pt x="564853" y="534665"/>
                  </a:lnTo>
                  <a:lnTo>
                    <a:pt x="559938" y="537684"/>
                  </a:lnTo>
                  <a:lnTo>
                    <a:pt x="554865" y="539590"/>
                  </a:lnTo>
                  <a:lnTo>
                    <a:pt x="549634" y="540861"/>
                  </a:lnTo>
                  <a:lnTo>
                    <a:pt x="544085" y="541337"/>
                  </a:lnTo>
                  <a:lnTo>
                    <a:pt x="538695" y="540861"/>
                  </a:lnTo>
                  <a:lnTo>
                    <a:pt x="533463" y="539590"/>
                  </a:lnTo>
                  <a:lnTo>
                    <a:pt x="528231" y="537684"/>
                  </a:lnTo>
                  <a:lnTo>
                    <a:pt x="523317" y="534665"/>
                  </a:lnTo>
                  <a:lnTo>
                    <a:pt x="519195" y="531012"/>
                  </a:lnTo>
                  <a:lnTo>
                    <a:pt x="396806" y="408056"/>
                  </a:lnTo>
                  <a:lnTo>
                    <a:pt x="403464" y="401384"/>
                  </a:lnTo>
                  <a:lnTo>
                    <a:pt x="394110" y="392329"/>
                  </a:lnTo>
                  <a:lnTo>
                    <a:pt x="384123" y="399319"/>
                  </a:lnTo>
                  <a:lnTo>
                    <a:pt x="373501" y="405673"/>
                  </a:lnTo>
                  <a:lnTo>
                    <a:pt x="362562" y="411074"/>
                  </a:lnTo>
                  <a:lnTo>
                    <a:pt x="351147" y="415840"/>
                  </a:lnTo>
                  <a:lnTo>
                    <a:pt x="339099" y="419970"/>
                  </a:lnTo>
                  <a:lnTo>
                    <a:pt x="327050" y="423147"/>
                  </a:lnTo>
                  <a:lnTo>
                    <a:pt x="314367" y="425371"/>
                  </a:lnTo>
                  <a:lnTo>
                    <a:pt x="301526" y="426801"/>
                  </a:lnTo>
                  <a:lnTo>
                    <a:pt x="288526" y="427437"/>
                  </a:lnTo>
                  <a:lnTo>
                    <a:pt x="274575" y="426801"/>
                  </a:lnTo>
                  <a:lnTo>
                    <a:pt x="261099" y="425213"/>
                  </a:lnTo>
                  <a:lnTo>
                    <a:pt x="247624" y="422671"/>
                  </a:lnTo>
                  <a:lnTo>
                    <a:pt x="234783" y="419017"/>
                  </a:lnTo>
                  <a:lnTo>
                    <a:pt x="222417" y="414728"/>
                  </a:lnTo>
                  <a:lnTo>
                    <a:pt x="210368" y="409168"/>
                  </a:lnTo>
                  <a:lnTo>
                    <a:pt x="198954" y="402972"/>
                  </a:lnTo>
                  <a:lnTo>
                    <a:pt x="187856" y="396142"/>
                  </a:lnTo>
                  <a:lnTo>
                    <a:pt x="177551" y="388199"/>
                  </a:lnTo>
                  <a:lnTo>
                    <a:pt x="167722" y="379779"/>
                  </a:lnTo>
                  <a:lnTo>
                    <a:pt x="158527" y="370566"/>
                  </a:lnTo>
                  <a:lnTo>
                    <a:pt x="150125" y="360716"/>
                  </a:lnTo>
                  <a:lnTo>
                    <a:pt x="142198" y="350232"/>
                  </a:lnTo>
                  <a:lnTo>
                    <a:pt x="135381" y="339112"/>
                  </a:lnTo>
                  <a:lnTo>
                    <a:pt x="129198" y="327674"/>
                  </a:lnTo>
                  <a:lnTo>
                    <a:pt x="123649" y="315601"/>
                  </a:lnTo>
                  <a:lnTo>
                    <a:pt x="119369" y="303210"/>
                  </a:lnTo>
                  <a:lnTo>
                    <a:pt x="115881" y="290343"/>
                  </a:lnTo>
                  <a:lnTo>
                    <a:pt x="113186" y="276840"/>
                  </a:lnTo>
                  <a:lnTo>
                    <a:pt x="111601" y="263337"/>
                  </a:lnTo>
                  <a:lnTo>
                    <a:pt x="111125" y="249357"/>
                  </a:lnTo>
                  <a:lnTo>
                    <a:pt x="111601" y="235537"/>
                  </a:lnTo>
                  <a:lnTo>
                    <a:pt x="113186" y="221875"/>
                  </a:lnTo>
                  <a:lnTo>
                    <a:pt x="115881" y="208531"/>
                  </a:lnTo>
                  <a:lnTo>
                    <a:pt x="119369" y="195664"/>
                  </a:lnTo>
                  <a:lnTo>
                    <a:pt x="123649" y="183114"/>
                  </a:lnTo>
                  <a:lnTo>
                    <a:pt x="129198" y="171200"/>
                  </a:lnTo>
                  <a:lnTo>
                    <a:pt x="135381" y="159444"/>
                  </a:lnTo>
                  <a:lnTo>
                    <a:pt x="142198" y="148642"/>
                  </a:lnTo>
                  <a:lnTo>
                    <a:pt x="150125" y="138157"/>
                  </a:lnTo>
                  <a:lnTo>
                    <a:pt x="158527" y="128308"/>
                  </a:lnTo>
                  <a:lnTo>
                    <a:pt x="167722" y="119094"/>
                  </a:lnTo>
                  <a:lnTo>
                    <a:pt x="177551" y="110516"/>
                  </a:lnTo>
                  <a:lnTo>
                    <a:pt x="187856" y="102732"/>
                  </a:lnTo>
                  <a:lnTo>
                    <a:pt x="198954" y="95584"/>
                  </a:lnTo>
                  <a:lnTo>
                    <a:pt x="210368" y="89388"/>
                  </a:lnTo>
                  <a:lnTo>
                    <a:pt x="222417" y="84146"/>
                  </a:lnTo>
                  <a:lnTo>
                    <a:pt x="234783" y="79698"/>
                  </a:lnTo>
                  <a:lnTo>
                    <a:pt x="247624" y="76044"/>
                  </a:lnTo>
                  <a:lnTo>
                    <a:pt x="261099" y="73661"/>
                  </a:lnTo>
                  <a:lnTo>
                    <a:pt x="274575" y="72073"/>
                  </a:lnTo>
                  <a:close/>
                  <a:moveTo>
                    <a:pt x="561981" y="0"/>
                  </a:moveTo>
                  <a:lnTo>
                    <a:pt x="563410" y="0"/>
                  </a:lnTo>
                  <a:lnTo>
                    <a:pt x="567059" y="158"/>
                  </a:lnTo>
                  <a:lnTo>
                    <a:pt x="570074" y="1108"/>
                  </a:lnTo>
                  <a:lnTo>
                    <a:pt x="572613" y="2375"/>
                  </a:lnTo>
                  <a:lnTo>
                    <a:pt x="574359" y="4434"/>
                  </a:lnTo>
                  <a:lnTo>
                    <a:pt x="575628" y="6968"/>
                  </a:lnTo>
                  <a:lnTo>
                    <a:pt x="576263" y="10135"/>
                  </a:lnTo>
                  <a:lnTo>
                    <a:pt x="576263" y="14094"/>
                  </a:lnTo>
                  <a:lnTo>
                    <a:pt x="571820" y="109587"/>
                  </a:lnTo>
                  <a:lnTo>
                    <a:pt x="571661" y="112437"/>
                  </a:lnTo>
                  <a:lnTo>
                    <a:pt x="571185" y="114971"/>
                  </a:lnTo>
                  <a:lnTo>
                    <a:pt x="570233" y="117663"/>
                  </a:lnTo>
                  <a:lnTo>
                    <a:pt x="568964" y="119880"/>
                  </a:lnTo>
                  <a:lnTo>
                    <a:pt x="567059" y="121939"/>
                  </a:lnTo>
                  <a:lnTo>
                    <a:pt x="564520" y="123681"/>
                  </a:lnTo>
                  <a:lnTo>
                    <a:pt x="561823" y="124948"/>
                  </a:lnTo>
                  <a:lnTo>
                    <a:pt x="559601" y="125106"/>
                  </a:lnTo>
                  <a:lnTo>
                    <a:pt x="557380" y="124631"/>
                  </a:lnTo>
                  <a:lnTo>
                    <a:pt x="555475" y="123839"/>
                  </a:lnTo>
                  <a:lnTo>
                    <a:pt x="553571" y="122572"/>
                  </a:lnTo>
                  <a:lnTo>
                    <a:pt x="551984" y="120989"/>
                  </a:lnTo>
                  <a:lnTo>
                    <a:pt x="550239" y="119405"/>
                  </a:lnTo>
                  <a:lnTo>
                    <a:pt x="520723" y="90108"/>
                  </a:lnTo>
                  <a:lnTo>
                    <a:pt x="509774" y="101193"/>
                  </a:lnTo>
                  <a:lnTo>
                    <a:pt x="419324" y="191301"/>
                  </a:lnTo>
                  <a:lnTo>
                    <a:pt x="391713" y="219173"/>
                  </a:lnTo>
                  <a:lnTo>
                    <a:pt x="298564" y="312131"/>
                  </a:lnTo>
                  <a:lnTo>
                    <a:pt x="293169" y="317516"/>
                  </a:lnTo>
                  <a:lnTo>
                    <a:pt x="290313" y="319733"/>
                  </a:lnTo>
                  <a:lnTo>
                    <a:pt x="287298" y="321633"/>
                  </a:lnTo>
                  <a:lnTo>
                    <a:pt x="284124" y="322900"/>
                  </a:lnTo>
                  <a:lnTo>
                    <a:pt x="280633" y="323692"/>
                  </a:lnTo>
                  <a:lnTo>
                    <a:pt x="279681" y="323692"/>
                  </a:lnTo>
                  <a:lnTo>
                    <a:pt x="278888" y="323850"/>
                  </a:lnTo>
                  <a:lnTo>
                    <a:pt x="277935" y="323850"/>
                  </a:lnTo>
                  <a:lnTo>
                    <a:pt x="273810" y="323534"/>
                  </a:lnTo>
                  <a:lnTo>
                    <a:pt x="269843" y="322267"/>
                  </a:lnTo>
                  <a:lnTo>
                    <a:pt x="266034" y="320366"/>
                  </a:lnTo>
                  <a:lnTo>
                    <a:pt x="262702" y="317516"/>
                  </a:lnTo>
                  <a:lnTo>
                    <a:pt x="257306" y="312131"/>
                  </a:lnTo>
                  <a:lnTo>
                    <a:pt x="237471" y="292336"/>
                  </a:lnTo>
                  <a:lnTo>
                    <a:pt x="190500" y="245303"/>
                  </a:lnTo>
                  <a:lnTo>
                    <a:pt x="191452" y="235643"/>
                  </a:lnTo>
                  <a:lnTo>
                    <a:pt x="193198" y="226141"/>
                  </a:lnTo>
                  <a:lnTo>
                    <a:pt x="195737" y="217114"/>
                  </a:lnTo>
                  <a:lnTo>
                    <a:pt x="199228" y="208246"/>
                  </a:lnTo>
                  <a:lnTo>
                    <a:pt x="203671" y="200011"/>
                  </a:lnTo>
                  <a:lnTo>
                    <a:pt x="208749" y="192093"/>
                  </a:lnTo>
                  <a:lnTo>
                    <a:pt x="277935" y="261139"/>
                  </a:lnTo>
                  <a:lnTo>
                    <a:pt x="280633" y="258447"/>
                  </a:lnTo>
                  <a:lnTo>
                    <a:pt x="485019" y="54318"/>
                  </a:lnTo>
                  <a:lnTo>
                    <a:pt x="469786" y="39273"/>
                  </a:lnTo>
                  <a:lnTo>
                    <a:pt x="455028" y="24071"/>
                  </a:lnTo>
                  <a:lnTo>
                    <a:pt x="453441" y="22645"/>
                  </a:lnTo>
                  <a:lnTo>
                    <a:pt x="452171" y="21062"/>
                  </a:lnTo>
                  <a:lnTo>
                    <a:pt x="451219" y="19478"/>
                  </a:lnTo>
                  <a:lnTo>
                    <a:pt x="450426" y="17736"/>
                  </a:lnTo>
                  <a:lnTo>
                    <a:pt x="450109" y="15836"/>
                  </a:lnTo>
                  <a:lnTo>
                    <a:pt x="450267" y="13461"/>
                  </a:lnTo>
                  <a:lnTo>
                    <a:pt x="451219" y="11243"/>
                  </a:lnTo>
                  <a:lnTo>
                    <a:pt x="452806" y="8551"/>
                  </a:lnTo>
                  <a:lnTo>
                    <a:pt x="454552" y="6809"/>
                  </a:lnTo>
                  <a:lnTo>
                    <a:pt x="456615" y="5542"/>
                  </a:lnTo>
                  <a:lnTo>
                    <a:pt x="459154" y="5067"/>
                  </a:lnTo>
                  <a:lnTo>
                    <a:pt x="461534" y="4751"/>
                  </a:lnTo>
                  <a:lnTo>
                    <a:pt x="464073" y="4592"/>
                  </a:lnTo>
                  <a:close/>
                </a:path>
              </a:pathLst>
            </a:custGeom>
            <a:solidFill>
              <a:schemeClr val="bg1"/>
            </a:solidFill>
            <a:ln w="0">
              <a:noFill/>
              <a:prstDash val="solid"/>
              <a:round/>
            </a:ln>
          </p:spPr>
          <p:txBody>
            <a:bodyPr vert="horz" wrap="square" lIns="91440" tIns="45720" rIns="91440" bIns="45720" numCol="1" anchor="t" anchorCtr="0" compatLnSpc="1">
              <a:noAutofit/>
            </a:bodyPr>
            <a:lstStyle/>
            <a:p>
              <a:endParaRPr lang="en-US">
                <a:solidFill>
                  <a:schemeClr val="accent3"/>
                </a:solidFill>
              </a:endParaRPr>
            </a:p>
          </p:txBody>
        </p:sp>
        <p:grpSp>
          <p:nvGrpSpPr>
            <p:cNvPr id="14" name="Group 18"/>
            <p:cNvGrpSpPr/>
            <p:nvPr/>
          </p:nvGrpSpPr>
          <p:grpSpPr>
            <a:xfrm>
              <a:off x="4376648" y="2710806"/>
              <a:ext cx="515232" cy="378682"/>
              <a:chOff x="685800" y="2752725"/>
              <a:chExt cx="581025" cy="427038"/>
            </a:xfrm>
            <a:solidFill>
              <a:schemeClr val="bg1"/>
            </a:solidFill>
          </p:grpSpPr>
          <p:sp>
            <p:nvSpPr>
              <p:cNvPr id="15" name="Freeform 274"/>
              <p:cNvSpPr>
                <a:spLocks noEditPoints="1"/>
              </p:cNvSpPr>
              <p:nvPr/>
            </p:nvSpPr>
            <p:spPr bwMode="auto">
              <a:xfrm>
                <a:off x="685800" y="2752725"/>
                <a:ext cx="503238" cy="365125"/>
              </a:xfrm>
              <a:custGeom>
                <a:avLst/>
                <a:gdLst>
                  <a:gd name="T0" fmla="*/ 378 w 3169"/>
                  <a:gd name="T1" fmla="*/ 260 h 2308"/>
                  <a:gd name="T2" fmla="*/ 325 w 3169"/>
                  <a:gd name="T3" fmla="*/ 283 h 2308"/>
                  <a:gd name="T4" fmla="*/ 284 w 3169"/>
                  <a:gd name="T5" fmla="*/ 323 h 2308"/>
                  <a:gd name="T6" fmla="*/ 262 w 3169"/>
                  <a:gd name="T7" fmla="*/ 376 h 2308"/>
                  <a:gd name="T8" fmla="*/ 258 w 3169"/>
                  <a:gd name="T9" fmla="*/ 464 h 2308"/>
                  <a:gd name="T10" fmla="*/ 2947 w 3169"/>
                  <a:gd name="T11" fmla="*/ 406 h 2308"/>
                  <a:gd name="T12" fmla="*/ 2935 w 3169"/>
                  <a:gd name="T13" fmla="*/ 349 h 2308"/>
                  <a:gd name="T14" fmla="*/ 2902 w 3169"/>
                  <a:gd name="T15" fmla="*/ 301 h 2308"/>
                  <a:gd name="T16" fmla="*/ 2856 w 3169"/>
                  <a:gd name="T17" fmla="*/ 269 h 2308"/>
                  <a:gd name="T18" fmla="*/ 2797 w 3169"/>
                  <a:gd name="T19" fmla="*/ 258 h 2308"/>
                  <a:gd name="T20" fmla="*/ 413 w 3169"/>
                  <a:gd name="T21" fmla="*/ 0 h 2308"/>
                  <a:gd name="T22" fmla="*/ 2807 w 3169"/>
                  <a:gd name="T23" fmla="*/ 3 h 2308"/>
                  <a:gd name="T24" fmla="*/ 2905 w 3169"/>
                  <a:gd name="T25" fmla="*/ 27 h 2308"/>
                  <a:gd name="T26" fmla="*/ 2991 w 3169"/>
                  <a:gd name="T27" fmla="*/ 74 h 2308"/>
                  <a:gd name="T28" fmla="*/ 3064 w 3169"/>
                  <a:gd name="T29" fmla="*/ 138 h 2308"/>
                  <a:gd name="T30" fmla="*/ 3120 w 3169"/>
                  <a:gd name="T31" fmla="*/ 218 h 2308"/>
                  <a:gd name="T32" fmla="*/ 3156 w 3169"/>
                  <a:gd name="T33" fmla="*/ 311 h 2308"/>
                  <a:gd name="T34" fmla="*/ 3169 w 3169"/>
                  <a:gd name="T35" fmla="*/ 412 h 2308"/>
                  <a:gd name="T36" fmla="*/ 3122 w 3169"/>
                  <a:gd name="T37" fmla="*/ 962 h 2308"/>
                  <a:gd name="T38" fmla="*/ 2961 w 3169"/>
                  <a:gd name="T39" fmla="*/ 962 h 2308"/>
                  <a:gd name="T40" fmla="*/ 2947 w 3169"/>
                  <a:gd name="T41" fmla="*/ 856 h 2308"/>
                  <a:gd name="T42" fmla="*/ 258 w 3169"/>
                  <a:gd name="T43" fmla="*/ 1900 h 2308"/>
                  <a:gd name="T44" fmla="*/ 270 w 3169"/>
                  <a:gd name="T45" fmla="*/ 1958 h 2308"/>
                  <a:gd name="T46" fmla="*/ 302 w 3169"/>
                  <a:gd name="T47" fmla="*/ 2006 h 2308"/>
                  <a:gd name="T48" fmla="*/ 349 w 3169"/>
                  <a:gd name="T49" fmla="*/ 2038 h 2308"/>
                  <a:gd name="T50" fmla="*/ 408 w 3169"/>
                  <a:gd name="T51" fmla="*/ 2049 h 2308"/>
                  <a:gd name="T52" fmla="*/ 2246 w 3169"/>
                  <a:gd name="T53" fmla="*/ 2308 h 2308"/>
                  <a:gd name="T54" fmla="*/ 362 w 3169"/>
                  <a:gd name="T55" fmla="*/ 2305 h 2308"/>
                  <a:gd name="T56" fmla="*/ 264 w 3169"/>
                  <a:gd name="T57" fmla="*/ 2279 h 2308"/>
                  <a:gd name="T58" fmla="*/ 177 w 3169"/>
                  <a:gd name="T59" fmla="*/ 2234 h 2308"/>
                  <a:gd name="T60" fmla="*/ 104 w 3169"/>
                  <a:gd name="T61" fmla="*/ 2169 h 2308"/>
                  <a:gd name="T62" fmla="*/ 49 w 3169"/>
                  <a:gd name="T63" fmla="*/ 2089 h 2308"/>
                  <a:gd name="T64" fmla="*/ 12 w 3169"/>
                  <a:gd name="T65" fmla="*/ 1997 h 2308"/>
                  <a:gd name="T66" fmla="*/ 0 w 3169"/>
                  <a:gd name="T67" fmla="*/ 1895 h 2308"/>
                  <a:gd name="T68" fmla="*/ 3 w 3169"/>
                  <a:gd name="T69" fmla="*/ 361 h 2308"/>
                  <a:gd name="T70" fmla="*/ 28 w 3169"/>
                  <a:gd name="T71" fmla="*/ 263 h 2308"/>
                  <a:gd name="T72" fmla="*/ 74 w 3169"/>
                  <a:gd name="T73" fmla="*/ 177 h 2308"/>
                  <a:gd name="T74" fmla="*/ 139 w 3169"/>
                  <a:gd name="T75" fmla="*/ 104 h 2308"/>
                  <a:gd name="T76" fmla="*/ 220 w 3169"/>
                  <a:gd name="T77" fmla="*/ 48 h 2308"/>
                  <a:gd name="T78" fmla="*/ 312 w 3169"/>
                  <a:gd name="T79" fmla="*/ 12 h 2308"/>
                  <a:gd name="T80" fmla="*/ 413 w 3169"/>
                  <a:gd name="T81" fmla="*/ 0 h 2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69" h="2308">
                    <a:moveTo>
                      <a:pt x="408" y="258"/>
                    </a:moveTo>
                    <a:lnTo>
                      <a:pt x="378" y="260"/>
                    </a:lnTo>
                    <a:lnTo>
                      <a:pt x="349" y="269"/>
                    </a:lnTo>
                    <a:lnTo>
                      <a:pt x="325" y="283"/>
                    </a:lnTo>
                    <a:lnTo>
                      <a:pt x="303" y="301"/>
                    </a:lnTo>
                    <a:lnTo>
                      <a:pt x="284" y="323"/>
                    </a:lnTo>
                    <a:lnTo>
                      <a:pt x="271" y="349"/>
                    </a:lnTo>
                    <a:lnTo>
                      <a:pt x="262" y="376"/>
                    </a:lnTo>
                    <a:lnTo>
                      <a:pt x="258" y="406"/>
                    </a:lnTo>
                    <a:lnTo>
                      <a:pt x="258" y="464"/>
                    </a:lnTo>
                    <a:lnTo>
                      <a:pt x="2947" y="464"/>
                    </a:lnTo>
                    <a:lnTo>
                      <a:pt x="2947" y="406"/>
                    </a:lnTo>
                    <a:lnTo>
                      <a:pt x="2944" y="376"/>
                    </a:lnTo>
                    <a:lnTo>
                      <a:pt x="2935" y="349"/>
                    </a:lnTo>
                    <a:lnTo>
                      <a:pt x="2921" y="323"/>
                    </a:lnTo>
                    <a:lnTo>
                      <a:pt x="2902" y="301"/>
                    </a:lnTo>
                    <a:lnTo>
                      <a:pt x="2881" y="283"/>
                    </a:lnTo>
                    <a:lnTo>
                      <a:pt x="2856" y="269"/>
                    </a:lnTo>
                    <a:lnTo>
                      <a:pt x="2827" y="260"/>
                    </a:lnTo>
                    <a:lnTo>
                      <a:pt x="2797" y="258"/>
                    </a:lnTo>
                    <a:lnTo>
                      <a:pt x="408" y="258"/>
                    </a:lnTo>
                    <a:close/>
                    <a:moveTo>
                      <a:pt x="413" y="0"/>
                    </a:moveTo>
                    <a:lnTo>
                      <a:pt x="2756" y="0"/>
                    </a:lnTo>
                    <a:lnTo>
                      <a:pt x="2807" y="3"/>
                    </a:lnTo>
                    <a:lnTo>
                      <a:pt x="2857" y="12"/>
                    </a:lnTo>
                    <a:lnTo>
                      <a:pt x="2905" y="27"/>
                    </a:lnTo>
                    <a:lnTo>
                      <a:pt x="2949" y="47"/>
                    </a:lnTo>
                    <a:lnTo>
                      <a:pt x="2991" y="74"/>
                    </a:lnTo>
                    <a:lnTo>
                      <a:pt x="3030" y="104"/>
                    </a:lnTo>
                    <a:lnTo>
                      <a:pt x="3064" y="138"/>
                    </a:lnTo>
                    <a:lnTo>
                      <a:pt x="3094" y="177"/>
                    </a:lnTo>
                    <a:lnTo>
                      <a:pt x="3120" y="218"/>
                    </a:lnTo>
                    <a:lnTo>
                      <a:pt x="3141" y="263"/>
                    </a:lnTo>
                    <a:lnTo>
                      <a:pt x="3156" y="311"/>
                    </a:lnTo>
                    <a:lnTo>
                      <a:pt x="3165" y="360"/>
                    </a:lnTo>
                    <a:lnTo>
                      <a:pt x="3169" y="412"/>
                    </a:lnTo>
                    <a:lnTo>
                      <a:pt x="3169" y="964"/>
                    </a:lnTo>
                    <a:lnTo>
                      <a:pt x="3122" y="962"/>
                    </a:lnTo>
                    <a:lnTo>
                      <a:pt x="2976" y="962"/>
                    </a:lnTo>
                    <a:lnTo>
                      <a:pt x="2961" y="962"/>
                    </a:lnTo>
                    <a:lnTo>
                      <a:pt x="2947" y="962"/>
                    </a:lnTo>
                    <a:lnTo>
                      <a:pt x="2947" y="856"/>
                    </a:lnTo>
                    <a:lnTo>
                      <a:pt x="258" y="856"/>
                    </a:lnTo>
                    <a:lnTo>
                      <a:pt x="258" y="1900"/>
                    </a:lnTo>
                    <a:lnTo>
                      <a:pt x="262" y="1930"/>
                    </a:lnTo>
                    <a:lnTo>
                      <a:pt x="270" y="1958"/>
                    </a:lnTo>
                    <a:lnTo>
                      <a:pt x="284" y="1984"/>
                    </a:lnTo>
                    <a:lnTo>
                      <a:pt x="302" y="2006"/>
                    </a:lnTo>
                    <a:lnTo>
                      <a:pt x="324" y="2023"/>
                    </a:lnTo>
                    <a:lnTo>
                      <a:pt x="349" y="2038"/>
                    </a:lnTo>
                    <a:lnTo>
                      <a:pt x="377" y="2047"/>
                    </a:lnTo>
                    <a:lnTo>
                      <a:pt x="408" y="2049"/>
                    </a:lnTo>
                    <a:lnTo>
                      <a:pt x="2246" y="2049"/>
                    </a:lnTo>
                    <a:lnTo>
                      <a:pt x="2246" y="2308"/>
                    </a:lnTo>
                    <a:lnTo>
                      <a:pt x="413" y="2308"/>
                    </a:lnTo>
                    <a:lnTo>
                      <a:pt x="362" y="2305"/>
                    </a:lnTo>
                    <a:lnTo>
                      <a:pt x="312" y="2295"/>
                    </a:lnTo>
                    <a:lnTo>
                      <a:pt x="264" y="2279"/>
                    </a:lnTo>
                    <a:lnTo>
                      <a:pt x="220" y="2260"/>
                    </a:lnTo>
                    <a:lnTo>
                      <a:pt x="177" y="2234"/>
                    </a:lnTo>
                    <a:lnTo>
                      <a:pt x="140" y="2203"/>
                    </a:lnTo>
                    <a:lnTo>
                      <a:pt x="104" y="2169"/>
                    </a:lnTo>
                    <a:lnTo>
                      <a:pt x="74" y="2131"/>
                    </a:lnTo>
                    <a:lnTo>
                      <a:pt x="49" y="2089"/>
                    </a:lnTo>
                    <a:lnTo>
                      <a:pt x="28" y="2045"/>
                    </a:lnTo>
                    <a:lnTo>
                      <a:pt x="12" y="1997"/>
                    </a:lnTo>
                    <a:lnTo>
                      <a:pt x="3" y="1947"/>
                    </a:lnTo>
                    <a:lnTo>
                      <a:pt x="0" y="1895"/>
                    </a:lnTo>
                    <a:lnTo>
                      <a:pt x="0" y="412"/>
                    </a:lnTo>
                    <a:lnTo>
                      <a:pt x="3" y="361"/>
                    </a:lnTo>
                    <a:lnTo>
                      <a:pt x="12" y="311"/>
                    </a:lnTo>
                    <a:lnTo>
                      <a:pt x="28" y="263"/>
                    </a:lnTo>
                    <a:lnTo>
                      <a:pt x="49" y="219"/>
                    </a:lnTo>
                    <a:lnTo>
                      <a:pt x="74" y="177"/>
                    </a:lnTo>
                    <a:lnTo>
                      <a:pt x="104" y="138"/>
                    </a:lnTo>
                    <a:lnTo>
                      <a:pt x="139" y="104"/>
                    </a:lnTo>
                    <a:lnTo>
                      <a:pt x="177" y="74"/>
                    </a:lnTo>
                    <a:lnTo>
                      <a:pt x="220" y="48"/>
                    </a:lnTo>
                    <a:lnTo>
                      <a:pt x="264" y="27"/>
                    </a:lnTo>
                    <a:lnTo>
                      <a:pt x="312" y="12"/>
                    </a:lnTo>
                    <a:lnTo>
                      <a:pt x="362" y="3"/>
                    </a:lnTo>
                    <a:lnTo>
                      <a:pt x="413"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6" name="Freeform 275"/>
              <p:cNvSpPr>
                <a:spLocks noEditPoints="1"/>
              </p:cNvSpPr>
              <p:nvPr/>
            </p:nvSpPr>
            <p:spPr bwMode="auto">
              <a:xfrm>
                <a:off x="1073150" y="2935288"/>
                <a:ext cx="193675" cy="244475"/>
              </a:xfrm>
              <a:custGeom>
                <a:avLst/>
                <a:gdLst>
                  <a:gd name="T0" fmla="*/ 561 w 1218"/>
                  <a:gd name="T1" fmla="*/ 966 h 1541"/>
                  <a:gd name="T2" fmla="*/ 516 w 1218"/>
                  <a:gd name="T3" fmla="*/ 1013 h 1541"/>
                  <a:gd name="T4" fmla="*/ 510 w 1218"/>
                  <a:gd name="T5" fmla="*/ 1080 h 1541"/>
                  <a:gd name="T6" fmla="*/ 548 w 1218"/>
                  <a:gd name="T7" fmla="*/ 1135 h 1541"/>
                  <a:gd name="T8" fmla="*/ 558 w 1218"/>
                  <a:gd name="T9" fmla="*/ 1155 h 1541"/>
                  <a:gd name="T10" fmla="*/ 568 w 1218"/>
                  <a:gd name="T11" fmla="*/ 1316 h 1541"/>
                  <a:gd name="T12" fmla="*/ 609 w 1218"/>
                  <a:gd name="T13" fmla="*/ 1336 h 1541"/>
                  <a:gd name="T14" fmla="*/ 649 w 1218"/>
                  <a:gd name="T15" fmla="*/ 1316 h 1541"/>
                  <a:gd name="T16" fmla="*/ 659 w 1218"/>
                  <a:gd name="T17" fmla="*/ 1156 h 1541"/>
                  <a:gd name="T18" fmla="*/ 669 w 1218"/>
                  <a:gd name="T19" fmla="*/ 1134 h 1541"/>
                  <a:gd name="T20" fmla="*/ 707 w 1218"/>
                  <a:gd name="T21" fmla="*/ 1078 h 1541"/>
                  <a:gd name="T22" fmla="*/ 699 w 1218"/>
                  <a:gd name="T23" fmla="*/ 1009 h 1541"/>
                  <a:gd name="T24" fmla="*/ 649 w 1218"/>
                  <a:gd name="T25" fmla="*/ 962 h 1541"/>
                  <a:gd name="T26" fmla="*/ 536 w 1218"/>
                  <a:gd name="T27" fmla="*/ 201 h 1541"/>
                  <a:gd name="T28" fmla="*/ 438 w 1218"/>
                  <a:gd name="T29" fmla="*/ 228 h 1541"/>
                  <a:gd name="T30" fmla="*/ 368 w 1218"/>
                  <a:gd name="T31" fmla="*/ 297 h 1541"/>
                  <a:gd name="T32" fmla="*/ 341 w 1218"/>
                  <a:gd name="T33" fmla="*/ 395 h 1541"/>
                  <a:gd name="T34" fmla="*/ 347 w 1218"/>
                  <a:gd name="T35" fmla="*/ 692 h 1541"/>
                  <a:gd name="T36" fmla="*/ 877 w 1218"/>
                  <a:gd name="T37" fmla="*/ 649 h 1541"/>
                  <a:gd name="T38" fmla="*/ 873 w 1218"/>
                  <a:gd name="T39" fmla="*/ 361 h 1541"/>
                  <a:gd name="T40" fmla="*/ 831 w 1218"/>
                  <a:gd name="T41" fmla="*/ 271 h 1541"/>
                  <a:gd name="T42" fmla="*/ 750 w 1218"/>
                  <a:gd name="T43" fmla="*/ 213 h 1541"/>
                  <a:gd name="T44" fmla="*/ 536 w 1218"/>
                  <a:gd name="T45" fmla="*/ 201 h 1541"/>
                  <a:gd name="T46" fmla="*/ 733 w 1218"/>
                  <a:gd name="T47" fmla="*/ 4 h 1541"/>
                  <a:gd name="T48" fmla="*/ 868 w 1218"/>
                  <a:gd name="T49" fmla="*/ 47 h 1541"/>
                  <a:gd name="T50" fmla="*/ 978 w 1218"/>
                  <a:gd name="T51" fmla="*/ 132 h 1541"/>
                  <a:gd name="T52" fmla="*/ 1051 w 1218"/>
                  <a:gd name="T53" fmla="*/ 252 h 1541"/>
                  <a:gd name="T54" fmla="*/ 1078 w 1218"/>
                  <a:gd name="T55" fmla="*/ 394 h 1541"/>
                  <a:gd name="T56" fmla="*/ 1075 w 1218"/>
                  <a:gd name="T57" fmla="*/ 695 h 1541"/>
                  <a:gd name="T58" fmla="*/ 1156 w 1218"/>
                  <a:gd name="T59" fmla="*/ 737 h 1541"/>
                  <a:gd name="T60" fmla="*/ 1207 w 1218"/>
                  <a:gd name="T61" fmla="*/ 813 h 1541"/>
                  <a:gd name="T62" fmla="*/ 1218 w 1218"/>
                  <a:gd name="T63" fmla="*/ 1358 h 1541"/>
                  <a:gd name="T64" fmla="*/ 1192 w 1218"/>
                  <a:gd name="T65" fmla="*/ 1450 h 1541"/>
                  <a:gd name="T66" fmla="*/ 1127 w 1218"/>
                  <a:gd name="T67" fmla="*/ 1517 h 1541"/>
                  <a:gd name="T68" fmla="*/ 1034 w 1218"/>
                  <a:gd name="T69" fmla="*/ 1541 h 1541"/>
                  <a:gd name="T70" fmla="*/ 119 w 1218"/>
                  <a:gd name="T71" fmla="*/ 1530 h 1541"/>
                  <a:gd name="T72" fmla="*/ 43 w 1218"/>
                  <a:gd name="T73" fmla="*/ 1476 h 1541"/>
                  <a:gd name="T74" fmla="*/ 2 w 1218"/>
                  <a:gd name="T75" fmla="*/ 1391 h 1541"/>
                  <a:gd name="T76" fmla="*/ 2 w 1218"/>
                  <a:gd name="T77" fmla="*/ 842 h 1541"/>
                  <a:gd name="T78" fmla="*/ 41 w 1218"/>
                  <a:gd name="T79" fmla="*/ 759 h 1541"/>
                  <a:gd name="T80" fmla="*/ 115 w 1218"/>
                  <a:gd name="T81" fmla="*/ 704 h 1541"/>
                  <a:gd name="T82" fmla="*/ 142 w 1218"/>
                  <a:gd name="T83" fmla="*/ 648 h 1541"/>
                  <a:gd name="T84" fmla="*/ 154 w 1218"/>
                  <a:gd name="T85" fmla="*/ 297 h 1541"/>
                  <a:gd name="T86" fmla="*/ 213 w 1218"/>
                  <a:gd name="T87" fmla="*/ 169 h 1541"/>
                  <a:gd name="T88" fmla="*/ 312 w 1218"/>
                  <a:gd name="T89" fmla="*/ 70 h 1541"/>
                  <a:gd name="T90" fmla="*/ 439 w 1218"/>
                  <a:gd name="T91" fmla="*/ 13 h 1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18" h="1541">
                    <a:moveTo>
                      <a:pt x="603" y="954"/>
                    </a:moveTo>
                    <a:lnTo>
                      <a:pt x="582" y="958"/>
                    </a:lnTo>
                    <a:lnTo>
                      <a:pt x="561" y="966"/>
                    </a:lnTo>
                    <a:lnTo>
                      <a:pt x="543" y="978"/>
                    </a:lnTo>
                    <a:lnTo>
                      <a:pt x="528" y="995"/>
                    </a:lnTo>
                    <a:lnTo>
                      <a:pt x="516" y="1013"/>
                    </a:lnTo>
                    <a:lnTo>
                      <a:pt x="509" y="1036"/>
                    </a:lnTo>
                    <a:lnTo>
                      <a:pt x="507" y="1058"/>
                    </a:lnTo>
                    <a:lnTo>
                      <a:pt x="510" y="1080"/>
                    </a:lnTo>
                    <a:lnTo>
                      <a:pt x="518" y="1101"/>
                    </a:lnTo>
                    <a:lnTo>
                      <a:pt x="531" y="1119"/>
                    </a:lnTo>
                    <a:lnTo>
                      <a:pt x="548" y="1135"/>
                    </a:lnTo>
                    <a:lnTo>
                      <a:pt x="554" y="1141"/>
                    </a:lnTo>
                    <a:lnTo>
                      <a:pt x="558" y="1148"/>
                    </a:lnTo>
                    <a:lnTo>
                      <a:pt x="558" y="1155"/>
                    </a:lnTo>
                    <a:lnTo>
                      <a:pt x="558" y="1286"/>
                    </a:lnTo>
                    <a:lnTo>
                      <a:pt x="561" y="1302"/>
                    </a:lnTo>
                    <a:lnTo>
                      <a:pt x="568" y="1316"/>
                    </a:lnTo>
                    <a:lnTo>
                      <a:pt x="579" y="1327"/>
                    </a:lnTo>
                    <a:lnTo>
                      <a:pt x="592" y="1334"/>
                    </a:lnTo>
                    <a:lnTo>
                      <a:pt x="609" y="1336"/>
                    </a:lnTo>
                    <a:lnTo>
                      <a:pt x="624" y="1334"/>
                    </a:lnTo>
                    <a:lnTo>
                      <a:pt x="638" y="1327"/>
                    </a:lnTo>
                    <a:lnTo>
                      <a:pt x="649" y="1316"/>
                    </a:lnTo>
                    <a:lnTo>
                      <a:pt x="656" y="1302"/>
                    </a:lnTo>
                    <a:lnTo>
                      <a:pt x="659" y="1286"/>
                    </a:lnTo>
                    <a:lnTo>
                      <a:pt x="659" y="1156"/>
                    </a:lnTo>
                    <a:lnTo>
                      <a:pt x="660" y="1148"/>
                    </a:lnTo>
                    <a:lnTo>
                      <a:pt x="663" y="1141"/>
                    </a:lnTo>
                    <a:lnTo>
                      <a:pt x="669" y="1134"/>
                    </a:lnTo>
                    <a:lnTo>
                      <a:pt x="688" y="1118"/>
                    </a:lnTo>
                    <a:lnTo>
                      <a:pt x="700" y="1099"/>
                    </a:lnTo>
                    <a:lnTo>
                      <a:pt x="707" y="1078"/>
                    </a:lnTo>
                    <a:lnTo>
                      <a:pt x="709" y="1053"/>
                    </a:lnTo>
                    <a:lnTo>
                      <a:pt x="706" y="1030"/>
                    </a:lnTo>
                    <a:lnTo>
                      <a:pt x="699" y="1009"/>
                    </a:lnTo>
                    <a:lnTo>
                      <a:pt x="685" y="990"/>
                    </a:lnTo>
                    <a:lnTo>
                      <a:pt x="669" y="975"/>
                    </a:lnTo>
                    <a:lnTo>
                      <a:pt x="649" y="962"/>
                    </a:lnTo>
                    <a:lnTo>
                      <a:pt x="625" y="956"/>
                    </a:lnTo>
                    <a:lnTo>
                      <a:pt x="603" y="954"/>
                    </a:lnTo>
                    <a:close/>
                    <a:moveTo>
                      <a:pt x="536" y="201"/>
                    </a:moveTo>
                    <a:lnTo>
                      <a:pt x="501" y="204"/>
                    </a:lnTo>
                    <a:lnTo>
                      <a:pt x="468" y="213"/>
                    </a:lnTo>
                    <a:lnTo>
                      <a:pt x="438" y="228"/>
                    </a:lnTo>
                    <a:lnTo>
                      <a:pt x="411" y="246"/>
                    </a:lnTo>
                    <a:lnTo>
                      <a:pt x="388" y="271"/>
                    </a:lnTo>
                    <a:lnTo>
                      <a:pt x="368" y="297"/>
                    </a:lnTo>
                    <a:lnTo>
                      <a:pt x="354" y="327"/>
                    </a:lnTo>
                    <a:lnTo>
                      <a:pt x="345" y="361"/>
                    </a:lnTo>
                    <a:lnTo>
                      <a:pt x="341" y="395"/>
                    </a:lnTo>
                    <a:lnTo>
                      <a:pt x="341" y="649"/>
                    </a:lnTo>
                    <a:lnTo>
                      <a:pt x="344" y="671"/>
                    </a:lnTo>
                    <a:lnTo>
                      <a:pt x="347" y="692"/>
                    </a:lnTo>
                    <a:lnTo>
                      <a:pt x="872" y="692"/>
                    </a:lnTo>
                    <a:lnTo>
                      <a:pt x="876" y="671"/>
                    </a:lnTo>
                    <a:lnTo>
                      <a:pt x="877" y="649"/>
                    </a:lnTo>
                    <a:lnTo>
                      <a:pt x="876" y="649"/>
                    </a:lnTo>
                    <a:lnTo>
                      <a:pt x="876" y="395"/>
                    </a:lnTo>
                    <a:lnTo>
                      <a:pt x="873" y="361"/>
                    </a:lnTo>
                    <a:lnTo>
                      <a:pt x="864" y="327"/>
                    </a:lnTo>
                    <a:lnTo>
                      <a:pt x="849" y="297"/>
                    </a:lnTo>
                    <a:lnTo>
                      <a:pt x="831" y="271"/>
                    </a:lnTo>
                    <a:lnTo>
                      <a:pt x="807" y="246"/>
                    </a:lnTo>
                    <a:lnTo>
                      <a:pt x="781" y="228"/>
                    </a:lnTo>
                    <a:lnTo>
                      <a:pt x="750" y="213"/>
                    </a:lnTo>
                    <a:lnTo>
                      <a:pt x="717" y="204"/>
                    </a:lnTo>
                    <a:lnTo>
                      <a:pt x="683" y="201"/>
                    </a:lnTo>
                    <a:lnTo>
                      <a:pt x="536" y="201"/>
                    </a:lnTo>
                    <a:close/>
                    <a:moveTo>
                      <a:pt x="537" y="0"/>
                    </a:moveTo>
                    <a:lnTo>
                      <a:pt x="683" y="0"/>
                    </a:lnTo>
                    <a:lnTo>
                      <a:pt x="733" y="4"/>
                    </a:lnTo>
                    <a:lnTo>
                      <a:pt x="781" y="13"/>
                    </a:lnTo>
                    <a:lnTo>
                      <a:pt x="826" y="27"/>
                    </a:lnTo>
                    <a:lnTo>
                      <a:pt x="868" y="47"/>
                    </a:lnTo>
                    <a:lnTo>
                      <a:pt x="908" y="71"/>
                    </a:lnTo>
                    <a:lnTo>
                      <a:pt x="945" y="100"/>
                    </a:lnTo>
                    <a:lnTo>
                      <a:pt x="978" y="132"/>
                    </a:lnTo>
                    <a:lnTo>
                      <a:pt x="1007" y="169"/>
                    </a:lnTo>
                    <a:lnTo>
                      <a:pt x="1031" y="209"/>
                    </a:lnTo>
                    <a:lnTo>
                      <a:pt x="1051" y="252"/>
                    </a:lnTo>
                    <a:lnTo>
                      <a:pt x="1066" y="297"/>
                    </a:lnTo>
                    <a:lnTo>
                      <a:pt x="1075" y="345"/>
                    </a:lnTo>
                    <a:lnTo>
                      <a:pt x="1078" y="394"/>
                    </a:lnTo>
                    <a:lnTo>
                      <a:pt x="1078" y="648"/>
                    </a:lnTo>
                    <a:lnTo>
                      <a:pt x="1077" y="672"/>
                    </a:lnTo>
                    <a:lnTo>
                      <a:pt x="1075" y="695"/>
                    </a:lnTo>
                    <a:lnTo>
                      <a:pt x="1105" y="705"/>
                    </a:lnTo>
                    <a:lnTo>
                      <a:pt x="1131" y="720"/>
                    </a:lnTo>
                    <a:lnTo>
                      <a:pt x="1156" y="737"/>
                    </a:lnTo>
                    <a:lnTo>
                      <a:pt x="1177" y="760"/>
                    </a:lnTo>
                    <a:lnTo>
                      <a:pt x="1194" y="784"/>
                    </a:lnTo>
                    <a:lnTo>
                      <a:pt x="1207" y="813"/>
                    </a:lnTo>
                    <a:lnTo>
                      <a:pt x="1214" y="843"/>
                    </a:lnTo>
                    <a:lnTo>
                      <a:pt x="1218" y="874"/>
                    </a:lnTo>
                    <a:lnTo>
                      <a:pt x="1218" y="1358"/>
                    </a:lnTo>
                    <a:lnTo>
                      <a:pt x="1214" y="1391"/>
                    </a:lnTo>
                    <a:lnTo>
                      <a:pt x="1205" y="1421"/>
                    </a:lnTo>
                    <a:lnTo>
                      <a:pt x="1192" y="1450"/>
                    </a:lnTo>
                    <a:lnTo>
                      <a:pt x="1174" y="1476"/>
                    </a:lnTo>
                    <a:lnTo>
                      <a:pt x="1152" y="1498"/>
                    </a:lnTo>
                    <a:lnTo>
                      <a:pt x="1127" y="1517"/>
                    </a:lnTo>
                    <a:lnTo>
                      <a:pt x="1098" y="1530"/>
                    </a:lnTo>
                    <a:lnTo>
                      <a:pt x="1067" y="1539"/>
                    </a:lnTo>
                    <a:lnTo>
                      <a:pt x="1034" y="1541"/>
                    </a:lnTo>
                    <a:lnTo>
                      <a:pt x="183" y="1541"/>
                    </a:lnTo>
                    <a:lnTo>
                      <a:pt x="150" y="1539"/>
                    </a:lnTo>
                    <a:lnTo>
                      <a:pt x="119" y="1530"/>
                    </a:lnTo>
                    <a:lnTo>
                      <a:pt x="91" y="1517"/>
                    </a:lnTo>
                    <a:lnTo>
                      <a:pt x="65" y="1498"/>
                    </a:lnTo>
                    <a:lnTo>
                      <a:pt x="43" y="1476"/>
                    </a:lnTo>
                    <a:lnTo>
                      <a:pt x="24" y="1450"/>
                    </a:lnTo>
                    <a:lnTo>
                      <a:pt x="11" y="1421"/>
                    </a:lnTo>
                    <a:lnTo>
                      <a:pt x="2" y="1391"/>
                    </a:lnTo>
                    <a:lnTo>
                      <a:pt x="0" y="1358"/>
                    </a:lnTo>
                    <a:lnTo>
                      <a:pt x="0" y="874"/>
                    </a:lnTo>
                    <a:lnTo>
                      <a:pt x="2" y="842"/>
                    </a:lnTo>
                    <a:lnTo>
                      <a:pt x="11" y="812"/>
                    </a:lnTo>
                    <a:lnTo>
                      <a:pt x="24" y="784"/>
                    </a:lnTo>
                    <a:lnTo>
                      <a:pt x="41" y="759"/>
                    </a:lnTo>
                    <a:lnTo>
                      <a:pt x="63" y="736"/>
                    </a:lnTo>
                    <a:lnTo>
                      <a:pt x="88" y="719"/>
                    </a:lnTo>
                    <a:lnTo>
                      <a:pt x="115" y="704"/>
                    </a:lnTo>
                    <a:lnTo>
                      <a:pt x="145" y="695"/>
                    </a:lnTo>
                    <a:lnTo>
                      <a:pt x="143" y="671"/>
                    </a:lnTo>
                    <a:lnTo>
                      <a:pt x="142" y="648"/>
                    </a:lnTo>
                    <a:lnTo>
                      <a:pt x="142" y="394"/>
                    </a:lnTo>
                    <a:lnTo>
                      <a:pt x="145" y="345"/>
                    </a:lnTo>
                    <a:lnTo>
                      <a:pt x="154" y="297"/>
                    </a:lnTo>
                    <a:lnTo>
                      <a:pt x="168" y="252"/>
                    </a:lnTo>
                    <a:lnTo>
                      <a:pt x="188" y="209"/>
                    </a:lnTo>
                    <a:lnTo>
                      <a:pt x="213" y="169"/>
                    </a:lnTo>
                    <a:lnTo>
                      <a:pt x="242" y="132"/>
                    </a:lnTo>
                    <a:lnTo>
                      <a:pt x="275" y="100"/>
                    </a:lnTo>
                    <a:lnTo>
                      <a:pt x="312" y="70"/>
                    </a:lnTo>
                    <a:lnTo>
                      <a:pt x="351" y="46"/>
                    </a:lnTo>
                    <a:lnTo>
                      <a:pt x="394" y="27"/>
                    </a:lnTo>
                    <a:lnTo>
                      <a:pt x="439" y="13"/>
                    </a:lnTo>
                    <a:lnTo>
                      <a:pt x="487" y="4"/>
                    </a:lnTo>
                    <a:lnTo>
                      <a:pt x="537" y="0"/>
                    </a:lnTo>
                    <a:close/>
                  </a:path>
                </a:pathLst>
              </a:custGeom>
              <a:grpFill/>
              <a:ln w="0">
                <a:noFill/>
                <a:prstDash val="solid"/>
                <a:round/>
              </a:ln>
            </p:spPr>
            <p:txBody>
              <a:bodyPr vert="horz" wrap="square" lIns="91440" tIns="45720" rIns="91440" bIns="45720" numCol="1" anchor="t" anchorCtr="0" compatLnSpc="1"/>
              <a:lstStyle/>
              <a:p>
                <a:endParaRPr lang="en-US"/>
              </a:p>
            </p:txBody>
          </p:sp>
        </p:grpSp>
        <p:sp>
          <p:nvSpPr>
            <p:cNvPr id="17" name="Freeform 66"/>
            <p:cNvSpPr>
              <a:spLocks noEditPoints="1"/>
            </p:cNvSpPr>
            <p:nvPr/>
          </p:nvSpPr>
          <p:spPr bwMode="auto">
            <a:xfrm>
              <a:off x="4972137" y="2051819"/>
              <a:ext cx="386814" cy="385424"/>
            </a:xfrm>
            <a:custGeom>
              <a:avLst/>
              <a:gdLst>
                <a:gd name="T0" fmla="*/ 3130 w 3331"/>
                <a:gd name="T1" fmla="*/ 1290 h 3328"/>
                <a:gd name="T2" fmla="*/ 3082 w 3331"/>
                <a:gd name="T3" fmla="*/ 1039 h 3328"/>
                <a:gd name="T4" fmla="*/ 2984 w 3331"/>
                <a:gd name="T5" fmla="*/ 809 h 3328"/>
                <a:gd name="T6" fmla="*/ 2841 w 3331"/>
                <a:gd name="T7" fmla="*/ 606 h 3328"/>
                <a:gd name="T8" fmla="*/ 2661 w 3331"/>
                <a:gd name="T9" fmla="*/ 438 h 3328"/>
                <a:gd name="T10" fmla="*/ 2449 w 3331"/>
                <a:gd name="T11" fmla="*/ 310 h 3328"/>
                <a:gd name="T12" fmla="*/ 2210 w 3331"/>
                <a:gd name="T13" fmla="*/ 227 h 3328"/>
                <a:gd name="T14" fmla="*/ 1571 w 3331"/>
                <a:gd name="T15" fmla="*/ 185 h 3328"/>
                <a:gd name="T16" fmla="*/ 1632 w 3331"/>
                <a:gd name="T17" fmla="*/ 207 h 3328"/>
                <a:gd name="T18" fmla="*/ 1666 w 3331"/>
                <a:gd name="T19" fmla="*/ 261 h 3328"/>
                <a:gd name="T20" fmla="*/ 1672 w 3331"/>
                <a:gd name="T21" fmla="*/ 1578 h 3328"/>
                <a:gd name="T22" fmla="*/ 1708 w 3331"/>
                <a:gd name="T23" fmla="*/ 1635 h 3328"/>
                <a:gd name="T24" fmla="*/ 1773 w 3331"/>
                <a:gd name="T25" fmla="*/ 1659 h 3328"/>
                <a:gd name="T26" fmla="*/ 3087 w 3331"/>
                <a:gd name="T27" fmla="*/ 1669 h 3328"/>
                <a:gd name="T28" fmla="*/ 3132 w 3331"/>
                <a:gd name="T29" fmla="*/ 1714 h 3328"/>
                <a:gd name="T30" fmla="*/ 3139 w 3331"/>
                <a:gd name="T31" fmla="*/ 1846 h 3328"/>
                <a:gd name="T32" fmla="*/ 3103 w 3331"/>
                <a:gd name="T33" fmla="*/ 2109 h 3328"/>
                <a:gd name="T34" fmla="*/ 3023 w 3331"/>
                <a:gd name="T35" fmla="*/ 2358 h 3328"/>
                <a:gd name="T36" fmla="*/ 2903 w 3331"/>
                <a:gd name="T37" fmla="*/ 2590 h 3328"/>
                <a:gd name="T38" fmla="*/ 2743 w 3331"/>
                <a:gd name="T39" fmla="*/ 2802 h 3328"/>
                <a:gd name="T40" fmla="*/ 2549 w 3331"/>
                <a:gd name="T41" fmla="*/ 2986 h 3328"/>
                <a:gd name="T42" fmla="*/ 2330 w 3331"/>
                <a:gd name="T43" fmla="*/ 3133 h 3328"/>
                <a:gd name="T44" fmla="*/ 2091 w 3331"/>
                <a:gd name="T45" fmla="*/ 3240 h 3328"/>
                <a:gd name="T46" fmla="*/ 1837 w 3331"/>
                <a:gd name="T47" fmla="*/ 3305 h 3328"/>
                <a:gd name="T48" fmla="*/ 1571 w 3331"/>
                <a:gd name="T49" fmla="*/ 3328 h 3328"/>
                <a:gd name="T50" fmla="*/ 1440 w 3331"/>
                <a:gd name="T51" fmla="*/ 3322 h 3328"/>
                <a:gd name="T52" fmla="*/ 1169 w 3331"/>
                <a:gd name="T53" fmla="*/ 3276 h 3328"/>
                <a:gd name="T54" fmla="*/ 912 w 3331"/>
                <a:gd name="T55" fmla="*/ 3182 h 3328"/>
                <a:gd name="T56" fmla="*/ 674 w 3331"/>
                <a:gd name="T57" fmla="*/ 3046 h 3328"/>
                <a:gd name="T58" fmla="*/ 460 w 3331"/>
                <a:gd name="T59" fmla="*/ 2866 h 3328"/>
                <a:gd name="T60" fmla="*/ 281 w 3331"/>
                <a:gd name="T61" fmla="*/ 2653 h 3328"/>
                <a:gd name="T62" fmla="*/ 145 w 3331"/>
                <a:gd name="T63" fmla="*/ 2415 h 3328"/>
                <a:gd name="T64" fmla="*/ 51 w 3331"/>
                <a:gd name="T65" fmla="*/ 2158 h 3328"/>
                <a:gd name="T66" fmla="*/ 4 w 3331"/>
                <a:gd name="T67" fmla="*/ 1887 h 3328"/>
                <a:gd name="T68" fmla="*/ 5 w 3331"/>
                <a:gd name="T69" fmla="*/ 1613 h 3328"/>
                <a:gd name="T70" fmla="*/ 52 w 3331"/>
                <a:gd name="T71" fmla="*/ 1349 h 3328"/>
                <a:gd name="T72" fmla="*/ 142 w 3331"/>
                <a:gd name="T73" fmla="*/ 1100 h 3328"/>
                <a:gd name="T74" fmla="*/ 274 w 3331"/>
                <a:gd name="T75" fmla="*/ 868 h 3328"/>
                <a:gd name="T76" fmla="*/ 446 w 3331"/>
                <a:gd name="T77" fmla="*/ 659 h 3328"/>
                <a:gd name="T78" fmla="*/ 651 w 3331"/>
                <a:gd name="T79" fmla="*/ 482 h 3328"/>
                <a:gd name="T80" fmla="*/ 880 w 3331"/>
                <a:gd name="T81" fmla="*/ 344 h 3328"/>
                <a:gd name="T82" fmla="*/ 1128 w 3331"/>
                <a:gd name="T83" fmla="*/ 249 h 3328"/>
                <a:gd name="T84" fmla="*/ 1389 w 3331"/>
                <a:gd name="T85" fmla="*/ 196 h 3328"/>
                <a:gd name="T86" fmla="*/ 1943 w 3331"/>
                <a:gd name="T87" fmla="*/ 0 h 3328"/>
                <a:gd name="T88" fmla="*/ 2222 w 3331"/>
                <a:gd name="T89" fmla="*/ 29 h 3328"/>
                <a:gd name="T90" fmla="*/ 2482 w 3331"/>
                <a:gd name="T91" fmla="*/ 109 h 3328"/>
                <a:gd name="T92" fmla="*/ 2718 w 3331"/>
                <a:gd name="T93" fmla="*/ 237 h 3328"/>
                <a:gd name="T94" fmla="*/ 2923 w 3331"/>
                <a:gd name="T95" fmla="*/ 407 h 3328"/>
                <a:gd name="T96" fmla="*/ 3094 w 3331"/>
                <a:gd name="T97" fmla="*/ 613 h 3328"/>
                <a:gd name="T98" fmla="*/ 3222 w 3331"/>
                <a:gd name="T99" fmla="*/ 848 h 3328"/>
                <a:gd name="T100" fmla="*/ 3302 w 3331"/>
                <a:gd name="T101" fmla="*/ 1109 h 3328"/>
                <a:gd name="T102" fmla="*/ 3331 w 3331"/>
                <a:gd name="T103" fmla="*/ 1388 h 3328"/>
                <a:gd name="T104" fmla="*/ 3310 w 3331"/>
                <a:gd name="T105" fmla="*/ 1449 h 3328"/>
                <a:gd name="T106" fmla="*/ 3256 w 3331"/>
                <a:gd name="T107" fmla="*/ 1484 h 3328"/>
                <a:gd name="T108" fmla="*/ 1920 w 3331"/>
                <a:gd name="T109" fmla="*/ 1484 h 3328"/>
                <a:gd name="T110" fmla="*/ 1866 w 3331"/>
                <a:gd name="T111" fmla="*/ 1449 h 3328"/>
                <a:gd name="T112" fmla="*/ 1844 w 3331"/>
                <a:gd name="T113" fmla="*/ 1388 h 3328"/>
                <a:gd name="T114" fmla="*/ 1854 w 3331"/>
                <a:gd name="T115" fmla="*/ 55 h 3328"/>
                <a:gd name="T116" fmla="*/ 1899 w 3331"/>
                <a:gd name="T117" fmla="*/ 10 h 3328"/>
                <a:gd name="T118" fmla="*/ 1943 w 3331"/>
                <a:gd name="T119" fmla="*/ 0 h 3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31" h="3328">
                  <a:moveTo>
                    <a:pt x="2040" y="201"/>
                  </a:moveTo>
                  <a:lnTo>
                    <a:pt x="2040" y="1290"/>
                  </a:lnTo>
                  <a:lnTo>
                    <a:pt x="3130" y="1290"/>
                  </a:lnTo>
                  <a:lnTo>
                    <a:pt x="3120" y="1204"/>
                  </a:lnTo>
                  <a:lnTo>
                    <a:pt x="3104" y="1120"/>
                  </a:lnTo>
                  <a:lnTo>
                    <a:pt x="3082" y="1039"/>
                  </a:lnTo>
                  <a:lnTo>
                    <a:pt x="3055" y="959"/>
                  </a:lnTo>
                  <a:lnTo>
                    <a:pt x="3021" y="882"/>
                  </a:lnTo>
                  <a:lnTo>
                    <a:pt x="2984" y="809"/>
                  </a:lnTo>
                  <a:lnTo>
                    <a:pt x="2941" y="737"/>
                  </a:lnTo>
                  <a:lnTo>
                    <a:pt x="2893" y="670"/>
                  </a:lnTo>
                  <a:lnTo>
                    <a:pt x="2841" y="606"/>
                  </a:lnTo>
                  <a:lnTo>
                    <a:pt x="2785" y="546"/>
                  </a:lnTo>
                  <a:lnTo>
                    <a:pt x="2725" y="490"/>
                  </a:lnTo>
                  <a:lnTo>
                    <a:pt x="2661" y="438"/>
                  </a:lnTo>
                  <a:lnTo>
                    <a:pt x="2593" y="390"/>
                  </a:lnTo>
                  <a:lnTo>
                    <a:pt x="2522" y="347"/>
                  </a:lnTo>
                  <a:lnTo>
                    <a:pt x="2449" y="310"/>
                  </a:lnTo>
                  <a:lnTo>
                    <a:pt x="2371" y="276"/>
                  </a:lnTo>
                  <a:lnTo>
                    <a:pt x="2292" y="249"/>
                  </a:lnTo>
                  <a:lnTo>
                    <a:pt x="2210" y="227"/>
                  </a:lnTo>
                  <a:lnTo>
                    <a:pt x="2127" y="211"/>
                  </a:lnTo>
                  <a:lnTo>
                    <a:pt x="2040" y="201"/>
                  </a:lnTo>
                  <a:close/>
                  <a:moveTo>
                    <a:pt x="1571" y="185"/>
                  </a:moveTo>
                  <a:lnTo>
                    <a:pt x="1593" y="189"/>
                  </a:lnTo>
                  <a:lnTo>
                    <a:pt x="1614" y="196"/>
                  </a:lnTo>
                  <a:lnTo>
                    <a:pt x="1632" y="207"/>
                  </a:lnTo>
                  <a:lnTo>
                    <a:pt x="1647" y="222"/>
                  </a:lnTo>
                  <a:lnTo>
                    <a:pt x="1658" y="240"/>
                  </a:lnTo>
                  <a:lnTo>
                    <a:pt x="1666" y="261"/>
                  </a:lnTo>
                  <a:lnTo>
                    <a:pt x="1669" y="284"/>
                  </a:lnTo>
                  <a:lnTo>
                    <a:pt x="1669" y="1555"/>
                  </a:lnTo>
                  <a:lnTo>
                    <a:pt x="1672" y="1578"/>
                  </a:lnTo>
                  <a:lnTo>
                    <a:pt x="1680" y="1600"/>
                  </a:lnTo>
                  <a:lnTo>
                    <a:pt x="1692" y="1619"/>
                  </a:lnTo>
                  <a:lnTo>
                    <a:pt x="1708" y="1635"/>
                  </a:lnTo>
                  <a:lnTo>
                    <a:pt x="1728" y="1648"/>
                  </a:lnTo>
                  <a:lnTo>
                    <a:pt x="1749" y="1656"/>
                  </a:lnTo>
                  <a:lnTo>
                    <a:pt x="1773" y="1659"/>
                  </a:lnTo>
                  <a:lnTo>
                    <a:pt x="3044" y="1659"/>
                  </a:lnTo>
                  <a:lnTo>
                    <a:pt x="3067" y="1661"/>
                  </a:lnTo>
                  <a:lnTo>
                    <a:pt x="3087" y="1669"/>
                  </a:lnTo>
                  <a:lnTo>
                    <a:pt x="3106" y="1680"/>
                  </a:lnTo>
                  <a:lnTo>
                    <a:pt x="3121" y="1695"/>
                  </a:lnTo>
                  <a:lnTo>
                    <a:pt x="3132" y="1714"/>
                  </a:lnTo>
                  <a:lnTo>
                    <a:pt x="3139" y="1734"/>
                  </a:lnTo>
                  <a:lnTo>
                    <a:pt x="3142" y="1757"/>
                  </a:lnTo>
                  <a:lnTo>
                    <a:pt x="3139" y="1846"/>
                  </a:lnTo>
                  <a:lnTo>
                    <a:pt x="3132" y="1935"/>
                  </a:lnTo>
                  <a:lnTo>
                    <a:pt x="3120" y="2022"/>
                  </a:lnTo>
                  <a:lnTo>
                    <a:pt x="3103" y="2109"/>
                  </a:lnTo>
                  <a:lnTo>
                    <a:pt x="3081" y="2193"/>
                  </a:lnTo>
                  <a:lnTo>
                    <a:pt x="3055" y="2277"/>
                  </a:lnTo>
                  <a:lnTo>
                    <a:pt x="3023" y="2358"/>
                  </a:lnTo>
                  <a:lnTo>
                    <a:pt x="2988" y="2438"/>
                  </a:lnTo>
                  <a:lnTo>
                    <a:pt x="2948" y="2515"/>
                  </a:lnTo>
                  <a:lnTo>
                    <a:pt x="2903" y="2590"/>
                  </a:lnTo>
                  <a:lnTo>
                    <a:pt x="2854" y="2664"/>
                  </a:lnTo>
                  <a:lnTo>
                    <a:pt x="2801" y="2734"/>
                  </a:lnTo>
                  <a:lnTo>
                    <a:pt x="2743" y="2802"/>
                  </a:lnTo>
                  <a:lnTo>
                    <a:pt x="2682" y="2867"/>
                  </a:lnTo>
                  <a:lnTo>
                    <a:pt x="2617" y="2928"/>
                  </a:lnTo>
                  <a:lnTo>
                    <a:pt x="2549" y="2986"/>
                  </a:lnTo>
                  <a:lnTo>
                    <a:pt x="2478" y="3039"/>
                  </a:lnTo>
                  <a:lnTo>
                    <a:pt x="2405" y="3088"/>
                  </a:lnTo>
                  <a:lnTo>
                    <a:pt x="2330" y="3133"/>
                  </a:lnTo>
                  <a:lnTo>
                    <a:pt x="2252" y="3173"/>
                  </a:lnTo>
                  <a:lnTo>
                    <a:pt x="2173" y="3208"/>
                  </a:lnTo>
                  <a:lnTo>
                    <a:pt x="2091" y="3240"/>
                  </a:lnTo>
                  <a:lnTo>
                    <a:pt x="2008" y="3266"/>
                  </a:lnTo>
                  <a:lnTo>
                    <a:pt x="1922" y="3288"/>
                  </a:lnTo>
                  <a:lnTo>
                    <a:pt x="1837" y="3305"/>
                  </a:lnTo>
                  <a:lnTo>
                    <a:pt x="1749" y="3317"/>
                  </a:lnTo>
                  <a:lnTo>
                    <a:pt x="1660" y="3325"/>
                  </a:lnTo>
                  <a:lnTo>
                    <a:pt x="1571" y="3328"/>
                  </a:lnTo>
                  <a:lnTo>
                    <a:pt x="1571" y="3328"/>
                  </a:lnTo>
                  <a:lnTo>
                    <a:pt x="1533" y="3328"/>
                  </a:lnTo>
                  <a:lnTo>
                    <a:pt x="1440" y="3322"/>
                  </a:lnTo>
                  <a:lnTo>
                    <a:pt x="1349" y="3312"/>
                  </a:lnTo>
                  <a:lnTo>
                    <a:pt x="1258" y="3296"/>
                  </a:lnTo>
                  <a:lnTo>
                    <a:pt x="1169" y="3276"/>
                  </a:lnTo>
                  <a:lnTo>
                    <a:pt x="1082" y="3249"/>
                  </a:lnTo>
                  <a:lnTo>
                    <a:pt x="995" y="3219"/>
                  </a:lnTo>
                  <a:lnTo>
                    <a:pt x="912" y="3182"/>
                  </a:lnTo>
                  <a:lnTo>
                    <a:pt x="830" y="3141"/>
                  </a:lnTo>
                  <a:lnTo>
                    <a:pt x="751" y="3095"/>
                  </a:lnTo>
                  <a:lnTo>
                    <a:pt x="674" y="3046"/>
                  </a:lnTo>
                  <a:lnTo>
                    <a:pt x="600" y="2990"/>
                  </a:lnTo>
                  <a:lnTo>
                    <a:pt x="529" y="2930"/>
                  </a:lnTo>
                  <a:lnTo>
                    <a:pt x="460" y="2866"/>
                  </a:lnTo>
                  <a:lnTo>
                    <a:pt x="396" y="2798"/>
                  </a:lnTo>
                  <a:lnTo>
                    <a:pt x="337" y="2727"/>
                  </a:lnTo>
                  <a:lnTo>
                    <a:pt x="281" y="2653"/>
                  </a:lnTo>
                  <a:lnTo>
                    <a:pt x="231" y="2576"/>
                  </a:lnTo>
                  <a:lnTo>
                    <a:pt x="185" y="2497"/>
                  </a:lnTo>
                  <a:lnTo>
                    <a:pt x="145" y="2415"/>
                  </a:lnTo>
                  <a:lnTo>
                    <a:pt x="108" y="2332"/>
                  </a:lnTo>
                  <a:lnTo>
                    <a:pt x="77" y="2245"/>
                  </a:lnTo>
                  <a:lnTo>
                    <a:pt x="51" y="2158"/>
                  </a:lnTo>
                  <a:lnTo>
                    <a:pt x="31" y="2069"/>
                  </a:lnTo>
                  <a:lnTo>
                    <a:pt x="14" y="1978"/>
                  </a:lnTo>
                  <a:lnTo>
                    <a:pt x="4" y="1887"/>
                  </a:lnTo>
                  <a:lnTo>
                    <a:pt x="0" y="1794"/>
                  </a:lnTo>
                  <a:lnTo>
                    <a:pt x="0" y="1704"/>
                  </a:lnTo>
                  <a:lnTo>
                    <a:pt x="5" y="1613"/>
                  </a:lnTo>
                  <a:lnTo>
                    <a:pt x="16" y="1524"/>
                  </a:lnTo>
                  <a:lnTo>
                    <a:pt x="32" y="1436"/>
                  </a:lnTo>
                  <a:lnTo>
                    <a:pt x="52" y="1349"/>
                  </a:lnTo>
                  <a:lnTo>
                    <a:pt x="77" y="1265"/>
                  </a:lnTo>
                  <a:lnTo>
                    <a:pt x="107" y="1181"/>
                  </a:lnTo>
                  <a:lnTo>
                    <a:pt x="142" y="1100"/>
                  </a:lnTo>
                  <a:lnTo>
                    <a:pt x="181" y="1020"/>
                  </a:lnTo>
                  <a:lnTo>
                    <a:pt x="225" y="943"/>
                  </a:lnTo>
                  <a:lnTo>
                    <a:pt x="274" y="868"/>
                  </a:lnTo>
                  <a:lnTo>
                    <a:pt x="327" y="795"/>
                  </a:lnTo>
                  <a:lnTo>
                    <a:pt x="384" y="726"/>
                  </a:lnTo>
                  <a:lnTo>
                    <a:pt x="446" y="659"/>
                  </a:lnTo>
                  <a:lnTo>
                    <a:pt x="511" y="596"/>
                  </a:lnTo>
                  <a:lnTo>
                    <a:pt x="580" y="537"/>
                  </a:lnTo>
                  <a:lnTo>
                    <a:pt x="651" y="482"/>
                  </a:lnTo>
                  <a:lnTo>
                    <a:pt x="725" y="432"/>
                  </a:lnTo>
                  <a:lnTo>
                    <a:pt x="801" y="386"/>
                  </a:lnTo>
                  <a:lnTo>
                    <a:pt x="880" y="344"/>
                  </a:lnTo>
                  <a:lnTo>
                    <a:pt x="961" y="308"/>
                  </a:lnTo>
                  <a:lnTo>
                    <a:pt x="1043" y="276"/>
                  </a:lnTo>
                  <a:lnTo>
                    <a:pt x="1128" y="249"/>
                  </a:lnTo>
                  <a:lnTo>
                    <a:pt x="1213" y="226"/>
                  </a:lnTo>
                  <a:lnTo>
                    <a:pt x="1301" y="209"/>
                  </a:lnTo>
                  <a:lnTo>
                    <a:pt x="1389" y="196"/>
                  </a:lnTo>
                  <a:lnTo>
                    <a:pt x="1480" y="189"/>
                  </a:lnTo>
                  <a:lnTo>
                    <a:pt x="1571" y="185"/>
                  </a:lnTo>
                  <a:close/>
                  <a:moveTo>
                    <a:pt x="1943" y="0"/>
                  </a:moveTo>
                  <a:lnTo>
                    <a:pt x="2037" y="3"/>
                  </a:lnTo>
                  <a:lnTo>
                    <a:pt x="2130" y="13"/>
                  </a:lnTo>
                  <a:lnTo>
                    <a:pt x="2222" y="29"/>
                  </a:lnTo>
                  <a:lnTo>
                    <a:pt x="2311" y="50"/>
                  </a:lnTo>
                  <a:lnTo>
                    <a:pt x="2398" y="77"/>
                  </a:lnTo>
                  <a:lnTo>
                    <a:pt x="2482" y="109"/>
                  </a:lnTo>
                  <a:lnTo>
                    <a:pt x="2564" y="147"/>
                  </a:lnTo>
                  <a:lnTo>
                    <a:pt x="2642" y="190"/>
                  </a:lnTo>
                  <a:lnTo>
                    <a:pt x="2718" y="237"/>
                  </a:lnTo>
                  <a:lnTo>
                    <a:pt x="2790" y="289"/>
                  </a:lnTo>
                  <a:lnTo>
                    <a:pt x="2858" y="346"/>
                  </a:lnTo>
                  <a:lnTo>
                    <a:pt x="2923" y="407"/>
                  </a:lnTo>
                  <a:lnTo>
                    <a:pt x="2985" y="472"/>
                  </a:lnTo>
                  <a:lnTo>
                    <a:pt x="3041" y="541"/>
                  </a:lnTo>
                  <a:lnTo>
                    <a:pt x="3094" y="613"/>
                  </a:lnTo>
                  <a:lnTo>
                    <a:pt x="3140" y="688"/>
                  </a:lnTo>
                  <a:lnTo>
                    <a:pt x="3183" y="767"/>
                  </a:lnTo>
                  <a:lnTo>
                    <a:pt x="3222" y="848"/>
                  </a:lnTo>
                  <a:lnTo>
                    <a:pt x="3253" y="933"/>
                  </a:lnTo>
                  <a:lnTo>
                    <a:pt x="3281" y="1019"/>
                  </a:lnTo>
                  <a:lnTo>
                    <a:pt x="3302" y="1109"/>
                  </a:lnTo>
                  <a:lnTo>
                    <a:pt x="3318" y="1200"/>
                  </a:lnTo>
                  <a:lnTo>
                    <a:pt x="3328" y="1293"/>
                  </a:lnTo>
                  <a:lnTo>
                    <a:pt x="3331" y="1388"/>
                  </a:lnTo>
                  <a:lnTo>
                    <a:pt x="3328" y="1410"/>
                  </a:lnTo>
                  <a:lnTo>
                    <a:pt x="3321" y="1431"/>
                  </a:lnTo>
                  <a:lnTo>
                    <a:pt x="3310" y="1449"/>
                  </a:lnTo>
                  <a:lnTo>
                    <a:pt x="3294" y="1464"/>
                  </a:lnTo>
                  <a:lnTo>
                    <a:pt x="3276" y="1477"/>
                  </a:lnTo>
                  <a:lnTo>
                    <a:pt x="3256" y="1484"/>
                  </a:lnTo>
                  <a:lnTo>
                    <a:pt x="3232" y="1486"/>
                  </a:lnTo>
                  <a:lnTo>
                    <a:pt x="1943" y="1486"/>
                  </a:lnTo>
                  <a:lnTo>
                    <a:pt x="1920" y="1484"/>
                  </a:lnTo>
                  <a:lnTo>
                    <a:pt x="1899" y="1477"/>
                  </a:lnTo>
                  <a:lnTo>
                    <a:pt x="1881" y="1464"/>
                  </a:lnTo>
                  <a:lnTo>
                    <a:pt x="1866" y="1449"/>
                  </a:lnTo>
                  <a:lnTo>
                    <a:pt x="1854" y="1431"/>
                  </a:lnTo>
                  <a:lnTo>
                    <a:pt x="1847" y="1410"/>
                  </a:lnTo>
                  <a:lnTo>
                    <a:pt x="1844" y="1388"/>
                  </a:lnTo>
                  <a:lnTo>
                    <a:pt x="1844" y="98"/>
                  </a:lnTo>
                  <a:lnTo>
                    <a:pt x="1847" y="75"/>
                  </a:lnTo>
                  <a:lnTo>
                    <a:pt x="1854" y="55"/>
                  </a:lnTo>
                  <a:lnTo>
                    <a:pt x="1866" y="37"/>
                  </a:lnTo>
                  <a:lnTo>
                    <a:pt x="1881" y="22"/>
                  </a:lnTo>
                  <a:lnTo>
                    <a:pt x="1899" y="10"/>
                  </a:lnTo>
                  <a:lnTo>
                    <a:pt x="1920" y="3"/>
                  </a:lnTo>
                  <a:lnTo>
                    <a:pt x="1943" y="0"/>
                  </a:lnTo>
                  <a:lnTo>
                    <a:pt x="1943"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a:p>
          </p:txBody>
        </p:sp>
        <p:sp>
          <p:nvSpPr>
            <p:cNvPr id="18" name="Freeform 101"/>
            <p:cNvSpPr/>
            <p:nvPr/>
          </p:nvSpPr>
          <p:spPr bwMode="auto">
            <a:xfrm>
              <a:off x="3189583" y="4654898"/>
              <a:ext cx="431997" cy="329490"/>
            </a:xfrm>
            <a:custGeom>
              <a:avLst/>
              <a:gdLst>
                <a:gd name="T0" fmla="*/ 2510 w 3538"/>
                <a:gd name="T1" fmla="*/ 12 h 2700"/>
                <a:gd name="T2" fmla="*/ 2653 w 3538"/>
                <a:gd name="T3" fmla="*/ 96 h 2700"/>
                <a:gd name="T4" fmla="*/ 2738 w 3538"/>
                <a:gd name="T5" fmla="*/ 241 h 2700"/>
                <a:gd name="T6" fmla="*/ 2746 w 3538"/>
                <a:gd name="T7" fmla="*/ 866 h 2700"/>
                <a:gd name="T8" fmla="*/ 2681 w 3538"/>
                <a:gd name="T9" fmla="*/ 1022 h 2700"/>
                <a:gd name="T10" fmla="*/ 2550 w 3538"/>
                <a:gd name="T11" fmla="*/ 1124 h 2700"/>
                <a:gd name="T12" fmla="*/ 1851 w 3538"/>
                <a:gd name="T13" fmla="*/ 1150 h 2700"/>
                <a:gd name="T14" fmla="*/ 2829 w 3538"/>
                <a:gd name="T15" fmla="*/ 1596 h 2700"/>
                <a:gd name="T16" fmla="*/ 2987 w 3538"/>
                <a:gd name="T17" fmla="*/ 1680 h 2700"/>
                <a:gd name="T18" fmla="*/ 3090 w 3538"/>
                <a:gd name="T19" fmla="*/ 1827 h 2700"/>
                <a:gd name="T20" fmla="*/ 3115 w 3538"/>
                <a:gd name="T21" fmla="*/ 2072 h 2700"/>
                <a:gd name="T22" fmla="*/ 3446 w 3538"/>
                <a:gd name="T23" fmla="*/ 2097 h 2700"/>
                <a:gd name="T24" fmla="*/ 3526 w 3538"/>
                <a:gd name="T25" fmla="*/ 2194 h 2700"/>
                <a:gd name="T26" fmla="*/ 3536 w 3538"/>
                <a:gd name="T27" fmla="*/ 2545 h 2700"/>
                <a:gd name="T28" fmla="*/ 3471 w 3538"/>
                <a:gd name="T29" fmla="*/ 2655 h 2700"/>
                <a:gd name="T30" fmla="*/ 3351 w 3538"/>
                <a:gd name="T31" fmla="*/ 2700 h 2700"/>
                <a:gd name="T32" fmla="*/ 2622 w 3538"/>
                <a:gd name="T33" fmla="*/ 2674 h 2700"/>
                <a:gd name="T34" fmla="*/ 2540 w 3538"/>
                <a:gd name="T35" fmla="*/ 2578 h 2700"/>
                <a:gd name="T36" fmla="*/ 2531 w 3538"/>
                <a:gd name="T37" fmla="*/ 2226 h 2700"/>
                <a:gd name="T38" fmla="*/ 2595 w 3538"/>
                <a:gd name="T39" fmla="*/ 2116 h 2700"/>
                <a:gd name="T40" fmla="*/ 2716 w 3538"/>
                <a:gd name="T41" fmla="*/ 2072 h 2700"/>
                <a:gd name="T42" fmla="*/ 2941 w 3538"/>
                <a:gd name="T43" fmla="*/ 1896 h 2700"/>
                <a:gd name="T44" fmla="*/ 2864 w 3538"/>
                <a:gd name="T45" fmla="*/ 1789 h 2700"/>
                <a:gd name="T46" fmla="*/ 2736 w 3538"/>
                <a:gd name="T47" fmla="*/ 1748 h 2700"/>
                <a:gd name="T48" fmla="*/ 2120 w 3538"/>
                <a:gd name="T49" fmla="*/ 2074 h 2700"/>
                <a:gd name="T50" fmla="*/ 2230 w 3538"/>
                <a:gd name="T51" fmla="*/ 2139 h 2700"/>
                <a:gd name="T52" fmla="*/ 2274 w 3538"/>
                <a:gd name="T53" fmla="*/ 2259 h 2700"/>
                <a:gd name="T54" fmla="*/ 2248 w 3538"/>
                <a:gd name="T55" fmla="*/ 2607 h 2700"/>
                <a:gd name="T56" fmla="*/ 2153 w 3538"/>
                <a:gd name="T57" fmla="*/ 2688 h 2700"/>
                <a:gd name="T58" fmla="*/ 1418 w 3538"/>
                <a:gd name="T59" fmla="*/ 2696 h 2700"/>
                <a:gd name="T60" fmla="*/ 1308 w 3538"/>
                <a:gd name="T61" fmla="*/ 2633 h 2700"/>
                <a:gd name="T62" fmla="*/ 1264 w 3538"/>
                <a:gd name="T63" fmla="*/ 2512 h 2700"/>
                <a:gd name="T64" fmla="*/ 1290 w 3538"/>
                <a:gd name="T65" fmla="*/ 2165 h 2700"/>
                <a:gd name="T66" fmla="*/ 1387 w 3538"/>
                <a:gd name="T67" fmla="*/ 2083 h 2700"/>
                <a:gd name="T68" fmla="*/ 1688 w 3538"/>
                <a:gd name="T69" fmla="*/ 1748 h 2700"/>
                <a:gd name="T70" fmla="*/ 704 w 3538"/>
                <a:gd name="T71" fmla="*/ 1772 h 2700"/>
                <a:gd name="T72" fmla="*/ 611 w 3538"/>
                <a:gd name="T73" fmla="*/ 1865 h 2700"/>
                <a:gd name="T74" fmla="*/ 586 w 3538"/>
                <a:gd name="T75" fmla="*/ 2072 h 2700"/>
                <a:gd name="T76" fmla="*/ 918 w 3538"/>
                <a:gd name="T77" fmla="*/ 2097 h 2700"/>
                <a:gd name="T78" fmla="*/ 998 w 3538"/>
                <a:gd name="T79" fmla="*/ 2194 h 2700"/>
                <a:gd name="T80" fmla="*/ 1007 w 3538"/>
                <a:gd name="T81" fmla="*/ 2545 h 2700"/>
                <a:gd name="T82" fmla="*/ 943 w 3538"/>
                <a:gd name="T83" fmla="*/ 2655 h 2700"/>
                <a:gd name="T84" fmla="*/ 823 w 3538"/>
                <a:gd name="T85" fmla="*/ 2700 h 2700"/>
                <a:gd name="T86" fmla="*/ 93 w 3538"/>
                <a:gd name="T87" fmla="*/ 2674 h 2700"/>
                <a:gd name="T88" fmla="*/ 12 w 3538"/>
                <a:gd name="T89" fmla="*/ 2578 h 2700"/>
                <a:gd name="T90" fmla="*/ 3 w 3538"/>
                <a:gd name="T91" fmla="*/ 2226 h 2700"/>
                <a:gd name="T92" fmla="*/ 67 w 3538"/>
                <a:gd name="T93" fmla="*/ 2116 h 2700"/>
                <a:gd name="T94" fmla="*/ 187 w 3538"/>
                <a:gd name="T95" fmla="*/ 2072 h 2700"/>
                <a:gd name="T96" fmla="*/ 436 w 3538"/>
                <a:gd name="T97" fmla="*/ 1870 h 2700"/>
                <a:gd name="T98" fmla="*/ 520 w 3538"/>
                <a:gd name="T99" fmla="*/ 1712 h 2700"/>
                <a:gd name="T100" fmla="*/ 666 w 3538"/>
                <a:gd name="T101" fmla="*/ 1610 h 2700"/>
                <a:gd name="T102" fmla="*/ 1688 w 3538"/>
                <a:gd name="T103" fmla="*/ 1584 h 2700"/>
                <a:gd name="T104" fmla="*/ 1030 w 3538"/>
                <a:gd name="T105" fmla="*/ 1138 h 2700"/>
                <a:gd name="T106" fmla="*/ 885 w 3538"/>
                <a:gd name="T107" fmla="*/ 1054 h 2700"/>
                <a:gd name="T108" fmla="*/ 801 w 3538"/>
                <a:gd name="T109" fmla="*/ 909 h 2700"/>
                <a:gd name="T110" fmla="*/ 793 w 3538"/>
                <a:gd name="T111" fmla="*/ 283 h 2700"/>
                <a:gd name="T112" fmla="*/ 857 w 3538"/>
                <a:gd name="T113" fmla="*/ 127 h 2700"/>
                <a:gd name="T114" fmla="*/ 989 w 3538"/>
                <a:gd name="T115" fmla="*/ 26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38" h="2700">
                  <a:moveTo>
                    <a:pt x="1116" y="0"/>
                  </a:moveTo>
                  <a:lnTo>
                    <a:pt x="2423" y="0"/>
                  </a:lnTo>
                  <a:lnTo>
                    <a:pt x="2467" y="3"/>
                  </a:lnTo>
                  <a:lnTo>
                    <a:pt x="2510" y="12"/>
                  </a:lnTo>
                  <a:lnTo>
                    <a:pt x="2550" y="26"/>
                  </a:lnTo>
                  <a:lnTo>
                    <a:pt x="2587" y="45"/>
                  </a:lnTo>
                  <a:lnTo>
                    <a:pt x="2622" y="68"/>
                  </a:lnTo>
                  <a:lnTo>
                    <a:pt x="2653" y="96"/>
                  </a:lnTo>
                  <a:lnTo>
                    <a:pt x="2681" y="127"/>
                  </a:lnTo>
                  <a:lnTo>
                    <a:pt x="2704" y="163"/>
                  </a:lnTo>
                  <a:lnTo>
                    <a:pt x="2724" y="201"/>
                  </a:lnTo>
                  <a:lnTo>
                    <a:pt x="2738" y="241"/>
                  </a:lnTo>
                  <a:lnTo>
                    <a:pt x="2746" y="283"/>
                  </a:lnTo>
                  <a:lnTo>
                    <a:pt x="2749" y="328"/>
                  </a:lnTo>
                  <a:lnTo>
                    <a:pt x="2749" y="822"/>
                  </a:lnTo>
                  <a:lnTo>
                    <a:pt x="2746" y="866"/>
                  </a:lnTo>
                  <a:lnTo>
                    <a:pt x="2738" y="909"/>
                  </a:lnTo>
                  <a:lnTo>
                    <a:pt x="2724" y="949"/>
                  </a:lnTo>
                  <a:lnTo>
                    <a:pt x="2704" y="987"/>
                  </a:lnTo>
                  <a:lnTo>
                    <a:pt x="2681" y="1022"/>
                  </a:lnTo>
                  <a:lnTo>
                    <a:pt x="2653" y="1054"/>
                  </a:lnTo>
                  <a:lnTo>
                    <a:pt x="2622" y="1081"/>
                  </a:lnTo>
                  <a:lnTo>
                    <a:pt x="2587" y="1104"/>
                  </a:lnTo>
                  <a:lnTo>
                    <a:pt x="2550" y="1124"/>
                  </a:lnTo>
                  <a:lnTo>
                    <a:pt x="2510" y="1138"/>
                  </a:lnTo>
                  <a:lnTo>
                    <a:pt x="2467" y="1146"/>
                  </a:lnTo>
                  <a:lnTo>
                    <a:pt x="2423" y="1150"/>
                  </a:lnTo>
                  <a:lnTo>
                    <a:pt x="1851" y="1150"/>
                  </a:lnTo>
                  <a:lnTo>
                    <a:pt x="1851" y="1584"/>
                  </a:lnTo>
                  <a:lnTo>
                    <a:pt x="2737" y="1584"/>
                  </a:lnTo>
                  <a:lnTo>
                    <a:pt x="2784" y="1588"/>
                  </a:lnTo>
                  <a:lnTo>
                    <a:pt x="2829" y="1596"/>
                  </a:lnTo>
                  <a:lnTo>
                    <a:pt x="2873" y="1610"/>
                  </a:lnTo>
                  <a:lnTo>
                    <a:pt x="2914" y="1629"/>
                  </a:lnTo>
                  <a:lnTo>
                    <a:pt x="2953" y="1652"/>
                  </a:lnTo>
                  <a:lnTo>
                    <a:pt x="2987" y="1680"/>
                  </a:lnTo>
                  <a:lnTo>
                    <a:pt x="3020" y="1712"/>
                  </a:lnTo>
                  <a:lnTo>
                    <a:pt x="3047" y="1747"/>
                  </a:lnTo>
                  <a:lnTo>
                    <a:pt x="3070" y="1786"/>
                  </a:lnTo>
                  <a:lnTo>
                    <a:pt x="3090" y="1827"/>
                  </a:lnTo>
                  <a:lnTo>
                    <a:pt x="3104" y="1870"/>
                  </a:lnTo>
                  <a:lnTo>
                    <a:pt x="3112" y="1917"/>
                  </a:lnTo>
                  <a:lnTo>
                    <a:pt x="3115" y="1964"/>
                  </a:lnTo>
                  <a:lnTo>
                    <a:pt x="3115" y="2072"/>
                  </a:lnTo>
                  <a:lnTo>
                    <a:pt x="3351" y="2072"/>
                  </a:lnTo>
                  <a:lnTo>
                    <a:pt x="3384" y="2074"/>
                  </a:lnTo>
                  <a:lnTo>
                    <a:pt x="3417" y="2084"/>
                  </a:lnTo>
                  <a:lnTo>
                    <a:pt x="3446" y="2097"/>
                  </a:lnTo>
                  <a:lnTo>
                    <a:pt x="3471" y="2116"/>
                  </a:lnTo>
                  <a:lnTo>
                    <a:pt x="3494" y="2139"/>
                  </a:lnTo>
                  <a:lnTo>
                    <a:pt x="3513" y="2165"/>
                  </a:lnTo>
                  <a:lnTo>
                    <a:pt x="3526" y="2194"/>
                  </a:lnTo>
                  <a:lnTo>
                    <a:pt x="3536" y="2226"/>
                  </a:lnTo>
                  <a:lnTo>
                    <a:pt x="3538" y="2259"/>
                  </a:lnTo>
                  <a:lnTo>
                    <a:pt x="3538" y="2512"/>
                  </a:lnTo>
                  <a:lnTo>
                    <a:pt x="3536" y="2545"/>
                  </a:lnTo>
                  <a:lnTo>
                    <a:pt x="3526" y="2578"/>
                  </a:lnTo>
                  <a:lnTo>
                    <a:pt x="3512" y="2607"/>
                  </a:lnTo>
                  <a:lnTo>
                    <a:pt x="3494" y="2633"/>
                  </a:lnTo>
                  <a:lnTo>
                    <a:pt x="3471" y="2655"/>
                  </a:lnTo>
                  <a:lnTo>
                    <a:pt x="3446" y="2674"/>
                  </a:lnTo>
                  <a:lnTo>
                    <a:pt x="3417" y="2688"/>
                  </a:lnTo>
                  <a:lnTo>
                    <a:pt x="3384" y="2696"/>
                  </a:lnTo>
                  <a:lnTo>
                    <a:pt x="3351" y="2700"/>
                  </a:lnTo>
                  <a:lnTo>
                    <a:pt x="2716" y="2700"/>
                  </a:lnTo>
                  <a:lnTo>
                    <a:pt x="2682" y="2696"/>
                  </a:lnTo>
                  <a:lnTo>
                    <a:pt x="2651" y="2688"/>
                  </a:lnTo>
                  <a:lnTo>
                    <a:pt x="2622" y="2674"/>
                  </a:lnTo>
                  <a:lnTo>
                    <a:pt x="2595" y="2655"/>
                  </a:lnTo>
                  <a:lnTo>
                    <a:pt x="2572" y="2633"/>
                  </a:lnTo>
                  <a:lnTo>
                    <a:pt x="2554" y="2607"/>
                  </a:lnTo>
                  <a:lnTo>
                    <a:pt x="2540" y="2578"/>
                  </a:lnTo>
                  <a:lnTo>
                    <a:pt x="2531" y="2545"/>
                  </a:lnTo>
                  <a:lnTo>
                    <a:pt x="2528" y="2512"/>
                  </a:lnTo>
                  <a:lnTo>
                    <a:pt x="2528" y="2259"/>
                  </a:lnTo>
                  <a:lnTo>
                    <a:pt x="2531" y="2226"/>
                  </a:lnTo>
                  <a:lnTo>
                    <a:pt x="2540" y="2194"/>
                  </a:lnTo>
                  <a:lnTo>
                    <a:pt x="2554" y="2165"/>
                  </a:lnTo>
                  <a:lnTo>
                    <a:pt x="2572" y="2139"/>
                  </a:lnTo>
                  <a:lnTo>
                    <a:pt x="2595" y="2116"/>
                  </a:lnTo>
                  <a:lnTo>
                    <a:pt x="2622" y="2097"/>
                  </a:lnTo>
                  <a:lnTo>
                    <a:pt x="2651" y="2084"/>
                  </a:lnTo>
                  <a:lnTo>
                    <a:pt x="2682" y="2074"/>
                  </a:lnTo>
                  <a:lnTo>
                    <a:pt x="2716" y="2072"/>
                  </a:lnTo>
                  <a:lnTo>
                    <a:pt x="2952" y="2072"/>
                  </a:lnTo>
                  <a:lnTo>
                    <a:pt x="2952" y="1964"/>
                  </a:lnTo>
                  <a:lnTo>
                    <a:pt x="2949" y="1929"/>
                  </a:lnTo>
                  <a:lnTo>
                    <a:pt x="2941" y="1896"/>
                  </a:lnTo>
                  <a:lnTo>
                    <a:pt x="2928" y="1865"/>
                  </a:lnTo>
                  <a:lnTo>
                    <a:pt x="2910" y="1837"/>
                  </a:lnTo>
                  <a:lnTo>
                    <a:pt x="2888" y="1811"/>
                  </a:lnTo>
                  <a:lnTo>
                    <a:pt x="2864" y="1789"/>
                  </a:lnTo>
                  <a:lnTo>
                    <a:pt x="2836" y="1772"/>
                  </a:lnTo>
                  <a:lnTo>
                    <a:pt x="2805" y="1759"/>
                  </a:lnTo>
                  <a:lnTo>
                    <a:pt x="2771" y="1750"/>
                  </a:lnTo>
                  <a:lnTo>
                    <a:pt x="2736" y="1748"/>
                  </a:lnTo>
                  <a:lnTo>
                    <a:pt x="1851" y="1748"/>
                  </a:lnTo>
                  <a:lnTo>
                    <a:pt x="1851" y="2072"/>
                  </a:lnTo>
                  <a:lnTo>
                    <a:pt x="2087" y="2072"/>
                  </a:lnTo>
                  <a:lnTo>
                    <a:pt x="2120" y="2074"/>
                  </a:lnTo>
                  <a:lnTo>
                    <a:pt x="2153" y="2083"/>
                  </a:lnTo>
                  <a:lnTo>
                    <a:pt x="2182" y="2097"/>
                  </a:lnTo>
                  <a:lnTo>
                    <a:pt x="2207" y="2116"/>
                  </a:lnTo>
                  <a:lnTo>
                    <a:pt x="2230" y="2139"/>
                  </a:lnTo>
                  <a:lnTo>
                    <a:pt x="2248" y="2165"/>
                  </a:lnTo>
                  <a:lnTo>
                    <a:pt x="2262" y="2194"/>
                  </a:lnTo>
                  <a:lnTo>
                    <a:pt x="2271" y="2226"/>
                  </a:lnTo>
                  <a:lnTo>
                    <a:pt x="2274" y="2259"/>
                  </a:lnTo>
                  <a:lnTo>
                    <a:pt x="2274" y="2512"/>
                  </a:lnTo>
                  <a:lnTo>
                    <a:pt x="2271" y="2545"/>
                  </a:lnTo>
                  <a:lnTo>
                    <a:pt x="2262" y="2578"/>
                  </a:lnTo>
                  <a:lnTo>
                    <a:pt x="2248" y="2607"/>
                  </a:lnTo>
                  <a:lnTo>
                    <a:pt x="2230" y="2633"/>
                  </a:lnTo>
                  <a:lnTo>
                    <a:pt x="2207" y="2655"/>
                  </a:lnTo>
                  <a:lnTo>
                    <a:pt x="2182" y="2674"/>
                  </a:lnTo>
                  <a:lnTo>
                    <a:pt x="2153" y="2688"/>
                  </a:lnTo>
                  <a:lnTo>
                    <a:pt x="2120" y="2696"/>
                  </a:lnTo>
                  <a:lnTo>
                    <a:pt x="2087" y="2700"/>
                  </a:lnTo>
                  <a:lnTo>
                    <a:pt x="1452" y="2700"/>
                  </a:lnTo>
                  <a:lnTo>
                    <a:pt x="1418" y="2696"/>
                  </a:lnTo>
                  <a:lnTo>
                    <a:pt x="1387" y="2688"/>
                  </a:lnTo>
                  <a:lnTo>
                    <a:pt x="1358" y="2674"/>
                  </a:lnTo>
                  <a:lnTo>
                    <a:pt x="1331" y="2655"/>
                  </a:lnTo>
                  <a:lnTo>
                    <a:pt x="1308" y="2633"/>
                  </a:lnTo>
                  <a:lnTo>
                    <a:pt x="1290" y="2607"/>
                  </a:lnTo>
                  <a:lnTo>
                    <a:pt x="1276" y="2578"/>
                  </a:lnTo>
                  <a:lnTo>
                    <a:pt x="1267" y="2545"/>
                  </a:lnTo>
                  <a:lnTo>
                    <a:pt x="1264" y="2512"/>
                  </a:lnTo>
                  <a:lnTo>
                    <a:pt x="1264" y="2259"/>
                  </a:lnTo>
                  <a:lnTo>
                    <a:pt x="1267" y="2226"/>
                  </a:lnTo>
                  <a:lnTo>
                    <a:pt x="1276" y="2194"/>
                  </a:lnTo>
                  <a:lnTo>
                    <a:pt x="1290" y="2165"/>
                  </a:lnTo>
                  <a:lnTo>
                    <a:pt x="1308" y="2139"/>
                  </a:lnTo>
                  <a:lnTo>
                    <a:pt x="1331" y="2116"/>
                  </a:lnTo>
                  <a:lnTo>
                    <a:pt x="1358" y="2097"/>
                  </a:lnTo>
                  <a:lnTo>
                    <a:pt x="1387" y="2083"/>
                  </a:lnTo>
                  <a:lnTo>
                    <a:pt x="1418" y="2074"/>
                  </a:lnTo>
                  <a:lnTo>
                    <a:pt x="1452" y="2072"/>
                  </a:lnTo>
                  <a:lnTo>
                    <a:pt x="1688" y="2072"/>
                  </a:lnTo>
                  <a:lnTo>
                    <a:pt x="1688" y="1748"/>
                  </a:lnTo>
                  <a:lnTo>
                    <a:pt x="803" y="1748"/>
                  </a:lnTo>
                  <a:lnTo>
                    <a:pt x="767" y="1750"/>
                  </a:lnTo>
                  <a:lnTo>
                    <a:pt x="735" y="1759"/>
                  </a:lnTo>
                  <a:lnTo>
                    <a:pt x="704" y="1772"/>
                  </a:lnTo>
                  <a:lnTo>
                    <a:pt x="676" y="1789"/>
                  </a:lnTo>
                  <a:lnTo>
                    <a:pt x="650" y="1811"/>
                  </a:lnTo>
                  <a:lnTo>
                    <a:pt x="628" y="1837"/>
                  </a:lnTo>
                  <a:lnTo>
                    <a:pt x="611" y="1865"/>
                  </a:lnTo>
                  <a:lnTo>
                    <a:pt x="598" y="1896"/>
                  </a:lnTo>
                  <a:lnTo>
                    <a:pt x="590" y="1929"/>
                  </a:lnTo>
                  <a:lnTo>
                    <a:pt x="586" y="1964"/>
                  </a:lnTo>
                  <a:lnTo>
                    <a:pt x="586" y="2072"/>
                  </a:lnTo>
                  <a:lnTo>
                    <a:pt x="823" y="2072"/>
                  </a:lnTo>
                  <a:lnTo>
                    <a:pt x="856" y="2074"/>
                  </a:lnTo>
                  <a:lnTo>
                    <a:pt x="889" y="2084"/>
                  </a:lnTo>
                  <a:lnTo>
                    <a:pt x="918" y="2097"/>
                  </a:lnTo>
                  <a:lnTo>
                    <a:pt x="943" y="2116"/>
                  </a:lnTo>
                  <a:lnTo>
                    <a:pt x="966" y="2139"/>
                  </a:lnTo>
                  <a:lnTo>
                    <a:pt x="984" y="2165"/>
                  </a:lnTo>
                  <a:lnTo>
                    <a:pt x="998" y="2194"/>
                  </a:lnTo>
                  <a:lnTo>
                    <a:pt x="1007" y="2226"/>
                  </a:lnTo>
                  <a:lnTo>
                    <a:pt x="1010" y="2259"/>
                  </a:lnTo>
                  <a:lnTo>
                    <a:pt x="1010" y="2512"/>
                  </a:lnTo>
                  <a:lnTo>
                    <a:pt x="1007" y="2545"/>
                  </a:lnTo>
                  <a:lnTo>
                    <a:pt x="998" y="2578"/>
                  </a:lnTo>
                  <a:lnTo>
                    <a:pt x="984" y="2607"/>
                  </a:lnTo>
                  <a:lnTo>
                    <a:pt x="966" y="2633"/>
                  </a:lnTo>
                  <a:lnTo>
                    <a:pt x="943" y="2655"/>
                  </a:lnTo>
                  <a:lnTo>
                    <a:pt x="918" y="2674"/>
                  </a:lnTo>
                  <a:lnTo>
                    <a:pt x="889" y="2688"/>
                  </a:lnTo>
                  <a:lnTo>
                    <a:pt x="856" y="2696"/>
                  </a:lnTo>
                  <a:lnTo>
                    <a:pt x="823" y="2700"/>
                  </a:lnTo>
                  <a:lnTo>
                    <a:pt x="187" y="2700"/>
                  </a:lnTo>
                  <a:lnTo>
                    <a:pt x="154" y="2696"/>
                  </a:lnTo>
                  <a:lnTo>
                    <a:pt x="123" y="2688"/>
                  </a:lnTo>
                  <a:lnTo>
                    <a:pt x="93" y="2674"/>
                  </a:lnTo>
                  <a:lnTo>
                    <a:pt x="67" y="2655"/>
                  </a:lnTo>
                  <a:lnTo>
                    <a:pt x="44" y="2633"/>
                  </a:lnTo>
                  <a:lnTo>
                    <a:pt x="26" y="2607"/>
                  </a:lnTo>
                  <a:lnTo>
                    <a:pt x="12" y="2578"/>
                  </a:lnTo>
                  <a:lnTo>
                    <a:pt x="3" y="2545"/>
                  </a:lnTo>
                  <a:lnTo>
                    <a:pt x="0" y="2512"/>
                  </a:lnTo>
                  <a:lnTo>
                    <a:pt x="0" y="2259"/>
                  </a:lnTo>
                  <a:lnTo>
                    <a:pt x="3" y="2226"/>
                  </a:lnTo>
                  <a:lnTo>
                    <a:pt x="12" y="2194"/>
                  </a:lnTo>
                  <a:lnTo>
                    <a:pt x="26" y="2165"/>
                  </a:lnTo>
                  <a:lnTo>
                    <a:pt x="44" y="2139"/>
                  </a:lnTo>
                  <a:lnTo>
                    <a:pt x="67" y="2116"/>
                  </a:lnTo>
                  <a:lnTo>
                    <a:pt x="93" y="2097"/>
                  </a:lnTo>
                  <a:lnTo>
                    <a:pt x="123" y="2084"/>
                  </a:lnTo>
                  <a:lnTo>
                    <a:pt x="154" y="2074"/>
                  </a:lnTo>
                  <a:lnTo>
                    <a:pt x="187" y="2072"/>
                  </a:lnTo>
                  <a:lnTo>
                    <a:pt x="424" y="2072"/>
                  </a:lnTo>
                  <a:lnTo>
                    <a:pt x="424" y="1964"/>
                  </a:lnTo>
                  <a:lnTo>
                    <a:pt x="427" y="1917"/>
                  </a:lnTo>
                  <a:lnTo>
                    <a:pt x="436" y="1870"/>
                  </a:lnTo>
                  <a:lnTo>
                    <a:pt x="449" y="1827"/>
                  </a:lnTo>
                  <a:lnTo>
                    <a:pt x="468" y="1786"/>
                  </a:lnTo>
                  <a:lnTo>
                    <a:pt x="492" y="1747"/>
                  </a:lnTo>
                  <a:lnTo>
                    <a:pt x="520" y="1712"/>
                  </a:lnTo>
                  <a:lnTo>
                    <a:pt x="551" y="1680"/>
                  </a:lnTo>
                  <a:lnTo>
                    <a:pt x="586" y="1652"/>
                  </a:lnTo>
                  <a:lnTo>
                    <a:pt x="624" y="1629"/>
                  </a:lnTo>
                  <a:lnTo>
                    <a:pt x="666" y="1610"/>
                  </a:lnTo>
                  <a:lnTo>
                    <a:pt x="709" y="1596"/>
                  </a:lnTo>
                  <a:lnTo>
                    <a:pt x="755" y="1588"/>
                  </a:lnTo>
                  <a:lnTo>
                    <a:pt x="803" y="1584"/>
                  </a:lnTo>
                  <a:lnTo>
                    <a:pt x="1688" y="1584"/>
                  </a:lnTo>
                  <a:lnTo>
                    <a:pt x="1688" y="1150"/>
                  </a:lnTo>
                  <a:lnTo>
                    <a:pt x="1116" y="1150"/>
                  </a:lnTo>
                  <a:lnTo>
                    <a:pt x="1071" y="1146"/>
                  </a:lnTo>
                  <a:lnTo>
                    <a:pt x="1030" y="1138"/>
                  </a:lnTo>
                  <a:lnTo>
                    <a:pt x="989" y="1124"/>
                  </a:lnTo>
                  <a:lnTo>
                    <a:pt x="951" y="1104"/>
                  </a:lnTo>
                  <a:lnTo>
                    <a:pt x="917" y="1081"/>
                  </a:lnTo>
                  <a:lnTo>
                    <a:pt x="885" y="1054"/>
                  </a:lnTo>
                  <a:lnTo>
                    <a:pt x="857" y="1022"/>
                  </a:lnTo>
                  <a:lnTo>
                    <a:pt x="834" y="987"/>
                  </a:lnTo>
                  <a:lnTo>
                    <a:pt x="815" y="949"/>
                  </a:lnTo>
                  <a:lnTo>
                    <a:pt x="801" y="909"/>
                  </a:lnTo>
                  <a:lnTo>
                    <a:pt x="793" y="866"/>
                  </a:lnTo>
                  <a:lnTo>
                    <a:pt x="790" y="822"/>
                  </a:lnTo>
                  <a:lnTo>
                    <a:pt x="790" y="328"/>
                  </a:lnTo>
                  <a:lnTo>
                    <a:pt x="793" y="283"/>
                  </a:lnTo>
                  <a:lnTo>
                    <a:pt x="801" y="241"/>
                  </a:lnTo>
                  <a:lnTo>
                    <a:pt x="815" y="201"/>
                  </a:lnTo>
                  <a:lnTo>
                    <a:pt x="834" y="163"/>
                  </a:lnTo>
                  <a:lnTo>
                    <a:pt x="857" y="127"/>
                  </a:lnTo>
                  <a:lnTo>
                    <a:pt x="885" y="96"/>
                  </a:lnTo>
                  <a:lnTo>
                    <a:pt x="917" y="68"/>
                  </a:lnTo>
                  <a:lnTo>
                    <a:pt x="951" y="45"/>
                  </a:lnTo>
                  <a:lnTo>
                    <a:pt x="989" y="26"/>
                  </a:lnTo>
                  <a:lnTo>
                    <a:pt x="1030" y="12"/>
                  </a:lnTo>
                  <a:lnTo>
                    <a:pt x="1071" y="3"/>
                  </a:lnTo>
                  <a:lnTo>
                    <a:pt x="1116" y="0"/>
                  </a:lnTo>
                  <a:close/>
                </a:path>
              </a:pathLst>
            </a:custGeom>
            <a:solidFill>
              <a:schemeClr val="bg1"/>
            </a:solidFill>
            <a:ln w="0">
              <a:noFill/>
              <a:prstDash val="solid"/>
              <a:round/>
            </a:ln>
          </p:spPr>
          <p:txBody>
            <a:bodyPr vert="horz" wrap="square" lIns="91440" tIns="45720" rIns="91440" bIns="45720" numCol="1" anchor="t" anchorCtr="0" compatLnSpc="1"/>
            <a:lstStyle/>
            <a:p>
              <a:pPr algn="ctr"/>
              <a:endParaRPr lang="en-US" sz="1400"/>
            </a:p>
          </p:txBody>
        </p:sp>
      </p:grpSp>
      <p:grpSp>
        <p:nvGrpSpPr>
          <p:cNvPr id="36" name="组合 35"/>
          <p:cNvGrpSpPr/>
          <p:nvPr/>
        </p:nvGrpSpPr>
        <p:grpSpPr>
          <a:xfrm>
            <a:off x="7047451" y="1808825"/>
            <a:ext cx="3866943" cy="570737"/>
            <a:chOff x="7981447" y="4137787"/>
            <a:chExt cx="4655278" cy="570737"/>
          </a:xfrm>
        </p:grpSpPr>
        <p:sp>
          <p:nvSpPr>
            <p:cNvPr id="37" name="TextBox 22"/>
            <p:cNvSpPr txBox="1"/>
            <p:nvPr/>
          </p:nvSpPr>
          <p:spPr>
            <a:xfrm>
              <a:off x="7990427" y="4411583"/>
              <a:ext cx="4646298" cy="296941"/>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8" name="矩形 37"/>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9" name="组合 38"/>
          <p:cNvGrpSpPr/>
          <p:nvPr/>
        </p:nvGrpSpPr>
        <p:grpSpPr>
          <a:xfrm>
            <a:off x="6661737" y="2478930"/>
            <a:ext cx="3866943" cy="570737"/>
            <a:chOff x="7981447" y="4137787"/>
            <a:chExt cx="4655278" cy="570737"/>
          </a:xfrm>
        </p:grpSpPr>
        <p:sp>
          <p:nvSpPr>
            <p:cNvPr id="40" name="TextBox 22"/>
            <p:cNvSpPr txBox="1"/>
            <p:nvPr/>
          </p:nvSpPr>
          <p:spPr>
            <a:xfrm>
              <a:off x="7990427" y="4411583"/>
              <a:ext cx="4646298" cy="296941"/>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1" name="矩形 40"/>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2" name="组合 41"/>
          <p:cNvGrpSpPr/>
          <p:nvPr/>
        </p:nvGrpSpPr>
        <p:grpSpPr>
          <a:xfrm>
            <a:off x="6246384" y="3227027"/>
            <a:ext cx="3866943" cy="570737"/>
            <a:chOff x="7981447" y="4137787"/>
            <a:chExt cx="4655278" cy="570737"/>
          </a:xfrm>
        </p:grpSpPr>
        <p:sp>
          <p:nvSpPr>
            <p:cNvPr id="43" name="TextBox 22"/>
            <p:cNvSpPr txBox="1"/>
            <p:nvPr/>
          </p:nvSpPr>
          <p:spPr>
            <a:xfrm>
              <a:off x="7990427" y="4411583"/>
              <a:ext cx="4646298" cy="296941"/>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4" name="矩形 43"/>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5" name="组合 44"/>
          <p:cNvGrpSpPr/>
          <p:nvPr/>
        </p:nvGrpSpPr>
        <p:grpSpPr>
          <a:xfrm>
            <a:off x="5843709" y="3952085"/>
            <a:ext cx="3866943" cy="570737"/>
            <a:chOff x="7981447" y="4137787"/>
            <a:chExt cx="4655278" cy="570737"/>
          </a:xfrm>
        </p:grpSpPr>
        <p:sp>
          <p:nvSpPr>
            <p:cNvPr id="46" name="TextBox 22"/>
            <p:cNvSpPr txBox="1"/>
            <p:nvPr/>
          </p:nvSpPr>
          <p:spPr>
            <a:xfrm>
              <a:off x="7990427" y="4411583"/>
              <a:ext cx="4646298" cy="296941"/>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7" name="矩形 46"/>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5345959" y="4593796"/>
            <a:ext cx="3866943" cy="570737"/>
            <a:chOff x="7981447" y="4137787"/>
            <a:chExt cx="4655278" cy="570737"/>
          </a:xfrm>
        </p:grpSpPr>
        <p:sp>
          <p:nvSpPr>
            <p:cNvPr id="49" name="TextBox 22"/>
            <p:cNvSpPr txBox="1"/>
            <p:nvPr/>
          </p:nvSpPr>
          <p:spPr>
            <a:xfrm>
              <a:off x="7990427" y="4411583"/>
              <a:ext cx="4646298" cy="296941"/>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50" name="矩形 49"/>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
        <p:nvSpPr>
          <p:cNvPr id="51" name="文本框 50"/>
          <p:cNvSpPr txBox="1"/>
          <p:nvPr/>
        </p:nvSpPr>
        <p:spPr>
          <a:xfrm>
            <a:off x="3971609" y="5363353"/>
            <a:ext cx="1631653" cy="400110"/>
          </a:xfrm>
          <a:prstGeom prst="rect">
            <a:avLst/>
          </a:prstGeom>
          <a:noFill/>
        </p:spPr>
        <p:txBody>
          <a:bodyPr wrap="square" rtlCol="0">
            <a:spAutoFit/>
          </a:bodyPr>
          <a:lstStyle>
            <a:defPPr>
              <a:defRPr lang="zh-CN"/>
            </a:defPPr>
            <a:lvl1pPr algn="ctr">
              <a:defRPr sz="2800">
                <a:solidFill>
                  <a:schemeClr val="tx1">
                    <a:lumMod val="85000"/>
                    <a:lumOff val="15000"/>
                  </a:schemeClr>
                </a:solidFill>
                <a:latin typeface="微软雅黑" panose="020B0503020204020204" pitchFamily="34" charset="-122"/>
                <a:ea typeface="微软雅黑" panose="020B0503020204020204" pitchFamily="34" charset="-122"/>
              </a:defRPr>
            </a:lvl1pPr>
          </a:lstStyle>
          <a:p>
            <a:r>
              <a:rPr lang="zh-CN" altLang="en-US" sz="2000" dirty="0"/>
              <a:t>输入文字</a:t>
            </a:r>
            <a:endParaRPr lang="zh-CN" altLang="en-US" sz="2000" dirty="0"/>
          </a:p>
        </p:txBody>
      </p:sp>
      <p:grpSp>
        <p:nvGrpSpPr>
          <p:cNvPr id="52" name="组合 51"/>
          <p:cNvGrpSpPr/>
          <p:nvPr/>
        </p:nvGrpSpPr>
        <p:grpSpPr>
          <a:xfrm>
            <a:off x="583501" y="471624"/>
            <a:ext cx="2177776" cy="553998"/>
            <a:chOff x="592429" y="482522"/>
            <a:chExt cx="2177776" cy="553998"/>
          </a:xfrm>
        </p:grpSpPr>
        <p:grpSp>
          <p:nvGrpSpPr>
            <p:cNvPr id="53" name="组合 52"/>
            <p:cNvGrpSpPr/>
            <p:nvPr/>
          </p:nvGrpSpPr>
          <p:grpSpPr>
            <a:xfrm>
              <a:off x="592429" y="584272"/>
              <a:ext cx="433087" cy="360490"/>
              <a:chOff x="2770053" y="2524936"/>
              <a:chExt cx="433087" cy="317447"/>
            </a:xfrm>
            <a:solidFill>
              <a:srgbClr val="2F5EB2"/>
            </a:solidFill>
          </p:grpSpPr>
          <p:sp>
            <p:nvSpPr>
              <p:cNvPr id="55"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6"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57"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54"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并列布局</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组合 67"/>
          <p:cNvGrpSpPr/>
          <p:nvPr/>
        </p:nvGrpSpPr>
        <p:grpSpPr>
          <a:xfrm>
            <a:off x="583501" y="471624"/>
            <a:ext cx="2177776" cy="553998"/>
            <a:chOff x="592429" y="482522"/>
            <a:chExt cx="2177776" cy="553998"/>
          </a:xfrm>
        </p:grpSpPr>
        <p:grpSp>
          <p:nvGrpSpPr>
            <p:cNvPr id="73" name="组合 72"/>
            <p:cNvGrpSpPr/>
            <p:nvPr/>
          </p:nvGrpSpPr>
          <p:grpSpPr>
            <a:xfrm>
              <a:off x="592429" y="584272"/>
              <a:ext cx="433087" cy="360490"/>
              <a:chOff x="2770053" y="2524936"/>
              <a:chExt cx="433087" cy="317447"/>
            </a:xfrm>
            <a:solidFill>
              <a:srgbClr val="2F5EB2"/>
            </a:solidFill>
          </p:grpSpPr>
          <p:sp>
            <p:nvSpPr>
              <p:cNvPr id="80"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0"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1"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79"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递进布局</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8" name="Freeform 10"/>
          <p:cNvSpPr/>
          <p:nvPr/>
        </p:nvSpPr>
        <p:spPr bwMode="auto">
          <a:xfrm>
            <a:off x="5238469" y="2939658"/>
            <a:ext cx="1325254" cy="220128"/>
          </a:xfrm>
          <a:custGeom>
            <a:avLst/>
            <a:gdLst>
              <a:gd name="T0" fmla="*/ 0 w 295"/>
              <a:gd name="T1" fmla="*/ 0 h 49"/>
              <a:gd name="T2" fmla="*/ 206 w 295"/>
              <a:gd name="T3" fmla="*/ 0 h 49"/>
              <a:gd name="T4" fmla="*/ 295 w 295"/>
              <a:gd name="T5" fmla="*/ 49 h 49"/>
              <a:gd name="T6" fmla="*/ 90 w 295"/>
              <a:gd name="T7" fmla="*/ 49 h 49"/>
              <a:gd name="T8" fmla="*/ 0 w 295"/>
              <a:gd name="T9" fmla="*/ 0 h 49"/>
            </a:gdLst>
            <a:ahLst/>
            <a:cxnLst>
              <a:cxn ang="0">
                <a:pos x="T0" y="T1"/>
              </a:cxn>
              <a:cxn ang="0">
                <a:pos x="T2" y="T3"/>
              </a:cxn>
              <a:cxn ang="0">
                <a:pos x="T4" y="T5"/>
              </a:cxn>
              <a:cxn ang="0">
                <a:pos x="T6" y="T7"/>
              </a:cxn>
              <a:cxn ang="0">
                <a:pos x="T8" y="T9"/>
              </a:cxn>
            </a:cxnLst>
            <a:rect l="0" t="0" r="r" b="b"/>
            <a:pathLst>
              <a:path w="295" h="49">
                <a:moveTo>
                  <a:pt x="0" y="0"/>
                </a:moveTo>
                <a:lnTo>
                  <a:pt x="206" y="0"/>
                </a:lnTo>
                <a:lnTo>
                  <a:pt x="295" y="49"/>
                </a:lnTo>
                <a:lnTo>
                  <a:pt x="90" y="49"/>
                </a:lnTo>
                <a:lnTo>
                  <a:pt x="0" y="0"/>
                </a:lnTo>
                <a:close/>
              </a:path>
            </a:pathLst>
          </a:custGeom>
          <a:solidFill>
            <a:schemeClr val="tx2">
              <a:lumMod val="20000"/>
              <a:lumOff val="80000"/>
            </a:schemeClr>
          </a:solidFill>
          <a:ln w="5" cap="flat">
            <a:noFill/>
            <a:prstDash val="solid"/>
            <a:miter lim="800000"/>
          </a:ln>
        </p:spPr>
        <p:txBody>
          <a:bodyPr vert="horz" wrap="square" lIns="91440" tIns="45720" rIns="91440" bIns="45720" numCol="1" anchor="t" anchorCtr="0" compatLnSpc="1"/>
          <a:lstStyle/>
          <a:p>
            <a:endParaRPr lang="zh-CN" altLang="en-US"/>
          </a:p>
        </p:txBody>
      </p:sp>
      <p:sp>
        <p:nvSpPr>
          <p:cNvPr id="9" name="Freeform 11"/>
          <p:cNvSpPr/>
          <p:nvPr/>
        </p:nvSpPr>
        <p:spPr bwMode="auto">
          <a:xfrm>
            <a:off x="4825169" y="3649456"/>
            <a:ext cx="2156344" cy="224619"/>
          </a:xfrm>
          <a:custGeom>
            <a:avLst/>
            <a:gdLst>
              <a:gd name="T0" fmla="*/ 0 w 480"/>
              <a:gd name="T1" fmla="*/ 0 h 50"/>
              <a:gd name="T2" fmla="*/ 333 w 480"/>
              <a:gd name="T3" fmla="*/ 0 h 50"/>
              <a:gd name="T4" fmla="*/ 480 w 480"/>
              <a:gd name="T5" fmla="*/ 50 h 50"/>
              <a:gd name="T6" fmla="*/ 146 w 480"/>
              <a:gd name="T7" fmla="*/ 50 h 50"/>
              <a:gd name="T8" fmla="*/ 0 w 480"/>
              <a:gd name="T9" fmla="*/ 0 h 50"/>
            </a:gdLst>
            <a:ahLst/>
            <a:cxnLst>
              <a:cxn ang="0">
                <a:pos x="T0" y="T1"/>
              </a:cxn>
              <a:cxn ang="0">
                <a:pos x="T2" y="T3"/>
              </a:cxn>
              <a:cxn ang="0">
                <a:pos x="T4" y="T5"/>
              </a:cxn>
              <a:cxn ang="0">
                <a:pos x="T6" y="T7"/>
              </a:cxn>
              <a:cxn ang="0">
                <a:pos x="T8" y="T9"/>
              </a:cxn>
            </a:cxnLst>
            <a:rect l="0" t="0" r="r" b="b"/>
            <a:pathLst>
              <a:path w="480" h="50">
                <a:moveTo>
                  <a:pt x="0" y="0"/>
                </a:moveTo>
                <a:lnTo>
                  <a:pt x="333" y="0"/>
                </a:lnTo>
                <a:lnTo>
                  <a:pt x="480" y="50"/>
                </a:lnTo>
                <a:lnTo>
                  <a:pt x="146" y="50"/>
                </a:lnTo>
                <a:lnTo>
                  <a:pt x="0" y="0"/>
                </a:lnTo>
                <a:close/>
              </a:path>
            </a:pathLst>
          </a:custGeom>
          <a:solidFill>
            <a:schemeClr val="tx2">
              <a:lumMod val="20000"/>
              <a:lumOff val="80000"/>
            </a:schemeClr>
          </a:solidFill>
          <a:ln w="5" cap="flat">
            <a:noFill/>
            <a:prstDash val="solid"/>
            <a:miter lim="800000"/>
          </a:ln>
        </p:spPr>
        <p:txBody>
          <a:bodyPr vert="horz" wrap="square" lIns="91440" tIns="45720" rIns="91440" bIns="45720" numCol="1" anchor="t" anchorCtr="0" compatLnSpc="1"/>
          <a:lstStyle/>
          <a:p>
            <a:endParaRPr lang="zh-CN" altLang="en-US"/>
          </a:p>
        </p:txBody>
      </p:sp>
      <p:sp>
        <p:nvSpPr>
          <p:cNvPr id="10" name="Freeform 12"/>
          <p:cNvSpPr/>
          <p:nvPr/>
        </p:nvSpPr>
        <p:spPr bwMode="auto">
          <a:xfrm>
            <a:off x="4420856" y="4359253"/>
            <a:ext cx="2973957" cy="224619"/>
          </a:xfrm>
          <a:custGeom>
            <a:avLst/>
            <a:gdLst>
              <a:gd name="T0" fmla="*/ 0 w 662"/>
              <a:gd name="T1" fmla="*/ 0 h 50"/>
              <a:gd name="T2" fmla="*/ 461 w 662"/>
              <a:gd name="T3" fmla="*/ 0 h 50"/>
              <a:gd name="T4" fmla="*/ 662 w 662"/>
              <a:gd name="T5" fmla="*/ 50 h 50"/>
              <a:gd name="T6" fmla="*/ 201 w 662"/>
              <a:gd name="T7" fmla="*/ 50 h 50"/>
              <a:gd name="T8" fmla="*/ 0 w 662"/>
              <a:gd name="T9" fmla="*/ 0 h 50"/>
            </a:gdLst>
            <a:ahLst/>
            <a:cxnLst>
              <a:cxn ang="0">
                <a:pos x="T0" y="T1"/>
              </a:cxn>
              <a:cxn ang="0">
                <a:pos x="T2" y="T3"/>
              </a:cxn>
              <a:cxn ang="0">
                <a:pos x="T4" y="T5"/>
              </a:cxn>
              <a:cxn ang="0">
                <a:pos x="T6" y="T7"/>
              </a:cxn>
              <a:cxn ang="0">
                <a:pos x="T8" y="T9"/>
              </a:cxn>
            </a:cxnLst>
            <a:rect l="0" t="0" r="r" b="b"/>
            <a:pathLst>
              <a:path w="662" h="50">
                <a:moveTo>
                  <a:pt x="0" y="0"/>
                </a:moveTo>
                <a:lnTo>
                  <a:pt x="461" y="0"/>
                </a:lnTo>
                <a:lnTo>
                  <a:pt x="662" y="50"/>
                </a:lnTo>
                <a:lnTo>
                  <a:pt x="201" y="50"/>
                </a:lnTo>
                <a:lnTo>
                  <a:pt x="0" y="0"/>
                </a:lnTo>
                <a:close/>
              </a:path>
            </a:pathLst>
          </a:custGeom>
          <a:solidFill>
            <a:schemeClr val="tx2">
              <a:lumMod val="20000"/>
              <a:lumOff val="80000"/>
            </a:schemeClr>
          </a:solidFill>
          <a:ln w="5" cap="flat">
            <a:noFill/>
            <a:prstDash val="solid"/>
            <a:miter lim="800000"/>
          </a:ln>
        </p:spPr>
        <p:txBody>
          <a:bodyPr vert="horz" wrap="square" lIns="91440" tIns="45720" rIns="91440" bIns="45720" numCol="1" anchor="t" anchorCtr="0" compatLnSpc="1"/>
          <a:lstStyle/>
          <a:p>
            <a:endParaRPr lang="zh-CN" altLang="en-US"/>
          </a:p>
        </p:txBody>
      </p:sp>
      <p:sp>
        <p:nvSpPr>
          <p:cNvPr id="15" name="Freeform 6"/>
          <p:cNvSpPr/>
          <p:nvPr/>
        </p:nvSpPr>
        <p:spPr bwMode="auto">
          <a:xfrm>
            <a:off x="5238470" y="1897426"/>
            <a:ext cx="1199467" cy="1042233"/>
          </a:xfrm>
          <a:custGeom>
            <a:avLst/>
            <a:gdLst>
              <a:gd name="T0" fmla="*/ 0 w 267"/>
              <a:gd name="T1" fmla="*/ 232 h 232"/>
              <a:gd name="T2" fmla="*/ 135 w 267"/>
              <a:gd name="T3" fmla="*/ 0 h 232"/>
              <a:gd name="T4" fmla="*/ 267 w 267"/>
              <a:gd name="T5" fmla="*/ 232 h 232"/>
              <a:gd name="T6" fmla="*/ 0 w 267"/>
              <a:gd name="T7" fmla="*/ 232 h 232"/>
            </a:gdLst>
            <a:ahLst/>
            <a:cxnLst>
              <a:cxn ang="0">
                <a:pos x="T0" y="T1"/>
              </a:cxn>
              <a:cxn ang="0">
                <a:pos x="T2" y="T3"/>
              </a:cxn>
              <a:cxn ang="0">
                <a:pos x="T4" y="T5"/>
              </a:cxn>
              <a:cxn ang="0">
                <a:pos x="T6" y="T7"/>
              </a:cxn>
            </a:cxnLst>
            <a:rect l="0" t="0" r="r" b="b"/>
            <a:pathLst>
              <a:path w="267" h="232">
                <a:moveTo>
                  <a:pt x="0" y="232"/>
                </a:moveTo>
                <a:lnTo>
                  <a:pt x="135" y="0"/>
                </a:lnTo>
                <a:lnTo>
                  <a:pt x="267" y="232"/>
                </a:lnTo>
                <a:lnTo>
                  <a:pt x="0" y="232"/>
                </a:lnTo>
                <a:close/>
              </a:path>
            </a:pathLst>
          </a:custGeom>
          <a:solidFill>
            <a:srgbClr val="48BAF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zh-CN" altLang="en-US" sz="1400" dirty="0">
                <a:solidFill>
                  <a:schemeClr val="bg1"/>
                </a:solidFill>
                <a:latin typeface="微软雅黑" panose="020B0503020204020204" pitchFamily="34" charset="-122"/>
                <a:ea typeface="微软雅黑" panose="020B0503020204020204" pitchFamily="34" charset="-122"/>
              </a:rPr>
              <a:t>输入内容</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6" name="Freeform 7"/>
          <p:cNvSpPr/>
          <p:nvPr/>
        </p:nvSpPr>
        <p:spPr bwMode="auto">
          <a:xfrm>
            <a:off x="4825169" y="3159788"/>
            <a:ext cx="2026066" cy="489671"/>
          </a:xfrm>
          <a:custGeom>
            <a:avLst/>
            <a:gdLst>
              <a:gd name="T0" fmla="*/ 0 w 451"/>
              <a:gd name="T1" fmla="*/ 109 h 109"/>
              <a:gd name="T2" fmla="*/ 64 w 451"/>
              <a:gd name="T3" fmla="*/ 0 h 109"/>
              <a:gd name="T4" fmla="*/ 387 w 451"/>
              <a:gd name="T5" fmla="*/ 0 h 109"/>
              <a:gd name="T6" fmla="*/ 451 w 451"/>
              <a:gd name="T7" fmla="*/ 109 h 109"/>
              <a:gd name="T8" fmla="*/ 0 w 451"/>
              <a:gd name="T9" fmla="*/ 109 h 109"/>
            </a:gdLst>
            <a:ahLst/>
            <a:cxnLst>
              <a:cxn ang="0">
                <a:pos x="T0" y="T1"/>
              </a:cxn>
              <a:cxn ang="0">
                <a:pos x="T2" y="T3"/>
              </a:cxn>
              <a:cxn ang="0">
                <a:pos x="T4" y="T5"/>
              </a:cxn>
              <a:cxn ang="0">
                <a:pos x="T6" y="T7"/>
              </a:cxn>
              <a:cxn ang="0">
                <a:pos x="T8" y="T9"/>
              </a:cxn>
            </a:cxnLst>
            <a:rect l="0" t="0" r="r" b="b"/>
            <a:pathLst>
              <a:path w="451" h="109">
                <a:moveTo>
                  <a:pt x="0" y="109"/>
                </a:moveTo>
                <a:lnTo>
                  <a:pt x="64" y="0"/>
                </a:lnTo>
                <a:lnTo>
                  <a:pt x="387" y="0"/>
                </a:lnTo>
                <a:lnTo>
                  <a:pt x="451" y="109"/>
                </a:lnTo>
                <a:lnTo>
                  <a:pt x="0" y="109"/>
                </a:lnTo>
                <a:close/>
              </a:path>
            </a:pathLst>
          </a:custGeom>
          <a:solidFill>
            <a:srgbClr val="ADB9CA"/>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输入内容</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17" name="Freeform 8"/>
          <p:cNvSpPr/>
          <p:nvPr/>
        </p:nvSpPr>
        <p:spPr bwMode="auto">
          <a:xfrm>
            <a:off x="4420856" y="3874074"/>
            <a:ext cx="2843679" cy="485178"/>
          </a:xfrm>
          <a:custGeom>
            <a:avLst/>
            <a:gdLst>
              <a:gd name="T0" fmla="*/ 0 w 633"/>
              <a:gd name="T1" fmla="*/ 108 h 108"/>
              <a:gd name="T2" fmla="*/ 62 w 633"/>
              <a:gd name="T3" fmla="*/ 0 h 108"/>
              <a:gd name="T4" fmla="*/ 570 w 633"/>
              <a:gd name="T5" fmla="*/ 0 h 108"/>
              <a:gd name="T6" fmla="*/ 633 w 633"/>
              <a:gd name="T7" fmla="*/ 108 h 108"/>
              <a:gd name="T8" fmla="*/ 0 w 633"/>
              <a:gd name="T9" fmla="*/ 108 h 108"/>
            </a:gdLst>
            <a:ahLst/>
            <a:cxnLst>
              <a:cxn ang="0">
                <a:pos x="T0" y="T1"/>
              </a:cxn>
              <a:cxn ang="0">
                <a:pos x="T2" y="T3"/>
              </a:cxn>
              <a:cxn ang="0">
                <a:pos x="T4" y="T5"/>
              </a:cxn>
              <a:cxn ang="0">
                <a:pos x="T6" y="T7"/>
              </a:cxn>
              <a:cxn ang="0">
                <a:pos x="T8" y="T9"/>
              </a:cxn>
            </a:cxnLst>
            <a:rect l="0" t="0" r="r" b="b"/>
            <a:pathLst>
              <a:path w="633" h="108">
                <a:moveTo>
                  <a:pt x="0" y="108"/>
                </a:moveTo>
                <a:lnTo>
                  <a:pt x="62" y="0"/>
                </a:lnTo>
                <a:lnTo>
                  <a:pt x="570" y="0"/>
                </a:lnTo>
                <a:lnTo>
                  <a:pt x="633" y="108"/>
                </a:lnTo>
                <a:lnTo>
                  <a:pt x="0" y="108"/>
                </a:lnTo>
                <a:close/>
              </a:path>
            </a:pathLst>
          </a:custGeom>
          <a:solidFill>
            <a:srgbClr val="ADB9CA"/>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微软雅黑" panose="020B0503020204020204" pitchFamily="34" charset="-122"/>
                <a:ea typeface="微软雅黑" panose="020B0503020204020204" pitchFamily="34" charset="-122"/>
              </a:rPr>
              <a:t>输入内容内容</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8" name="Freeform 9"/>
          <p:cNvSpPr/>
          <p:nvPr/>
        </p:nvSpPr>
        <p:spPr bwMode="auto">
          <a:xfrm>
            <a:off x="3796413" y="4583871"/>
            <a:ext cx="4097053" cy="862538"/>
          </a:xfrm>
          <a:custGeom>
            <a:avLst/>
            <a:gdLst>
              <a:gd name="T0" fmla="*/ 0 w 912"/>
              <a:gd name="T1" fmla="*/ 192 h 192"/>
              <a:gd name="T2" fmla="*/ 111 w 912"/>
              <a:gd name="T3" fmla="*/ 0 h 192"/>
              <a:gd name="T4" fmla="*/ 801 w 912"/>
              <a:gd name="T5" fmla="*/ 0 h 192"/>
              <a:gd name="T6" fmla="*/ 912 w 912"/>
              <a:gd name="T7" fmla="*/ 192 h 192"/>
              <a:gd name="T8" fmla="*/ 0 w 912"/>
              <a:gd name="T9" fmla="*/ 192 h 192"/>
            </a:gdLst>
            <a:ahLst/>
            <a:cxnLst>
              <a:cxn ang="0">
                <a:pos x="T0" y="T1"/>
              </a:cxn>
              <a:cxn ang="0">
                <a:pos x="T2" y="T3"/>
              </a:cxn>
              <a:cxn ang="0">
                <a:pos x="T4" y="T5"/>
              </a:cxn>
              <a:cxn ang="0">
                <a:pos x="T6" y="T7"/>
              </a:cxn>
              <a:cxn ang="0">
                <a:pos x="T8" y="T9"/>
              </a:cxn>
            </a:cxnLst>
            <a:rect l="0" t="0" r="r" b="b"/>
            <a:pathLst>
              <a:path w="912" h="192">
                <a:moveTo>
                  <a:pt x="0" y="192"/>
                </a:moveTo>
                <a:lnTo>
                  <a:pt x="111" y="0"/>
                </a:lnTo>
                <a:lnTo>
                  <a:pt x="801" y="0"/>
                </a:lnTo>
                <a:lnTo>
                  <a:pt x="912" y="192"/>
                </a:lnTo>
                <a:lnTo>
                  <a:pt x="0" y="192"/>
                </a:lnTo>
                <a:close/>
              </a:path>
            </a:pathLst>
          </a:custGeom>
          <a:solidFill>
            <a:srgbClr val="005FB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bg1"/>
                </a:solidFill>
                <a:latin typeface="微软雅黑" panose="020B0503020204020204" pitchFamily="34" charset="-122"/>
                <a:ea typeface="微软雅黑" panose="020B0503020204020204" pitchFamily="34" charset="-122"/>
              </a:rPr>
              <a:t>输入内容内容</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31" name="组合 30"/>
          <p:cNvGrpSpPr/>
          <p:nvPr/>
        </p:nvGrpSpPr>
        <p:grpSpPr>
          <a:xfrm>
            <a:off x="7117038" y="2628855"/>
            <a:ext cx="2995458" cy="930705"/>
            <a:chOff x="7972672" y="1662220"/>
            <a:chExt cx="3606127" cy="930705"/>
          </a:xfrm>
        </p:grpSpPr>
        <p:sp>
          <p:nvSpPr>
            <p:cNvPr id="32" name="TextBox 20"/>
            <p:cNvSpPr txBox="1"/>
            <p:nvPr/>
          </p:nvSpPr>
          <p:spPr>
            <a:xfrm>
              <a:off x="7972672" y="2065152"/>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3" name="矩形 32"/>
            <p:cNvSpPr/>
            <p:nvPr/>
          </p:nvSpPr>
          <p:spPr>
            <a:xfrm>
              <a:off x="7981447" y="1662220"/>
              <a:ext cx="3334403" cy="307777"/>
            </a:xfrm>
            <a:prstGeom prst="rect">
              <a:avLst/>
            </a:prstGeom>
          </p:spPr>
          <p:txBody>
            <a:bodyPr wrap="square">
              <a:spAutoFit/>
            </a:bodyPr>
            <a:lstStyle/>
            <a:p>
              <a:pPr lvl="0">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4" name="组合 33"/>
          <p:cNvGrpSpPr/>
          <p:nvPr/>
        </p:nvGrpSpPr>
        <p:grpSpPr>
          <a:xfrm>
            <a:off x="7929530" y="4471473"/>
            <a:ext cx="2995458" cy="919553"/>
            <a:chOff x="7972672" y="4137787"/>
            <a:chExt cx="3606127" cy="919553"/>
          </a:xfrm>
        </p:grpSpPr>
        <p:sp>
          <p:nvSpPr>
            <p:cNvPr id="35" name="TextBox 22"/>
            <p:cNvSpPr txBox="1"/>
            <p:nvPr/>
          </p:nvSpPr>
          <p:spPr>
            <a:xfrm>
              <a:off x="7972672" y="4529567"/>
              <a:ext cx="3606127" cy="527773"/>
            </a:xfrm>
            <a:prstGeom prst="rect">
              <a:avLst/>
            </a:prstGeom>
            <a:noFill/>
          </p:spPr>
          <p:txBody>
            <a:bodyPr wrap="square" rtlCol="0">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文字描述文字描述文字描述文字描述文字描述文字描述文字描述文字描述字描述文字描述文字</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6" name="矩形 35"/>
            <p:cNvSpPr/>
            <p:nvPr/>
          </p:nvSpPr>
          <p:spPr>
            <a:xfrm>
              <a:off x="7981447" y="4137787"/>
              <a:ext cx="3334403" cy="307777"/>
            </a:xfrm>
            <a:prstGeom prst="rect">
              <a:avLst/>
            </a:prstGeom>
          </p:spPr>
          <p:txBody>
            <a:bodyPr wrap="square">
              <a:spAutoFit/>
            </a:bodyPr>
            <a:lstStyle/>
            <a:p>
              <a:pP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37" name="组合 36"/>
          <p:cNvGrpSpPr/>
          <p:nvPr/>
        </p:nvGrpSpPr>
        <p:grpSpPr>
          <a:xfrm>
            <a:off x="1996056" y="1975787"/>
            <a:ext cx="2689099" cy="919554"/>
            <a:chOff x="500148" y="1697764"/>
            <a:chExt cx="3606127" cy="919554"/>
          </a:xfrm>
        </p:grpSpPr>
        <p:sp>
          <p:nvSpPr>
            <p:cNvPr id="38" name="TextBox 24"/>
            <p:cNvSpPr txBox="1"/>
            <p:nvPr/>
          </p:nvSpPr>
          <p:spPr>
            <a:xfrm>
              <a:off x="500148" y="2089545"/>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39" name="矩形 38"/>
            <p:cNvSpPr/>
            <p:nvPr/>
          </p:nvSpPr>
          <p:spPr>
            <a:xfrm>
              <a:off x="771872" y="1697764"/>
              <a:ext cx="3334403" cy="307777"/>
            </a:xfrm>
            <a:prstGeom prst="rect">
              <a:avLst/>
            </a:prstGeom>
          </p:spPr>
          <p:txBody>
            <a:bodyPr wrap="square">
              <a:spAutoFit/>
            </a:bodyPr>
            <a:lstStyle/>
            <a:p>
              <a:pPr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40" name="组合 39"/>
          <p:cNvGrpSpPr/>
          <p:nvPr/>
        </p:nvGrpSpPr>
        <p:grpSpPr>
          <a:xfrm>
            <a:off x="1695693" y="3479067"/>
            <a:ext cx="2689099" cy="930704"/>
            <a:chOff x="500148" y="4173331"/>
            <a:chExt cx="3606127" cy="930704"/>
          </a:xfrm>
        </p:grpSpPr>
        <p:sp>
          <p:nvSpPr>
            <p:cNvPr id="41" name="TextBox 26"/>
            <p:cNvSpPr txBox="1"/>
            <p:nvPr/>
          </p:nvSpPr>
          <p:spPr>
            <a:xfrm>
              <a:off x="500148" y="4576262"/>
              <a:ext cx="3606127" cy="527773"/>
            </a:xfrm>
            <a:prstGeom prst="rect">
              <a:avLst/>
            </a:prstGeom>
            <a:noFill/>
          </p:spPr>
          <p:txBody>
            <a:bodyPr wrap="square" rtlCol="0">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sp>
          <p:nvSpPr>
            <p:cNvPr id="42" name="矩形 41"/>
            <p:cNvSpPr/>
            <p:nvPr/>
          </p:nvSpPr>
          <p:spPr>
            <a:xfrm>
              <a:off x="771872" y="4173331"/>
              <a:ext cx="3334403" cy="307777"/>
            </a:xfrm>
            <a:prstGeom prst="rect">
              <a:avLst/>
            </a:prstGeom>
          </p:spPr>
          <p:txBody>
            <a:bodyPr wrap="square">
              <a:spAutoFit/>
            </a:bodyPr>
            <a:lstStyle/>
            <a:p>
              <a:pPr lvl="0" algn="r">
                <a:defRPr/>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输入标题</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54056" y="1842899"/>
            <a:ext cx="7560056" cy="3757078"/>
            <a:chOff x="2139768" y="1671449"/>
            <a:chExt cx="8005303" cy="3978350"/>
          </a:xfrm>
        </p:grpSpPr>
        <p:grpSp>
          <p:nvGrpSpPr>
            <p:cNvPr id="3" name="组合 2"/>
            <p:cNvGrpSpPr/>
            <p:nvPr/>
          </p:nvGrpSpPr>
          <p:grpSpPr>
            <a:xfrm>
              <a:off x="2311806" y="2017537"/>
              <a:ext cx="7670161" cy="2735226"/>
              <a:chOff x="1174626" y="2389585"/>
              <a:chExt cx="8456352" cy="3015587"/>
            </a:xfrm>
          </p:grpSpPr>
          <p:cxnSp>
            <p:nvCxnSpPr>
              <p:cNvPr id="64" name="直接连接符 5"/>
              <p:cNvCxnSpPr/>
              <p:nvPr/>
            </p:nvCxnSpPr>
            <p:spPr>
              <a:xfrm flipV="1">
                <a:off x="5418708" y="2389585"/>
                <a:ext cx="0" cy="1843099"/>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sp>
            <p:nvSpPr>
              <p:cNvPr id="65" name="任意多边形 237"/>
              <p:cNvSpPr/>
              <p:nvPr/>
            </p:nvSpPr>
            <p:spPr>
              <a:xfrm>
                <a:off x="1829210" y="4232684"/>
                <a:ext cx="6937671" cy="922895"/>
              </a:xfrm>
              <a:custGeom>
                <a:avLst/>
                <a:gdLst>
                  <a:gd name="connsiteX0" fmla="*/ 0 w 1634067"/>
                  <a:gd name="connsiteY0" fmla="*/ 389467 h 389467"/>
                  <a:gd name="connsiteX1" fmla="*/ 0 w 1634067"/>
                  <a:gd name="connsiteY1" fmla="*/ 0 h 389467"/>
                  <a:gd name="connsiteX2" fmla="*/ 1634067 w 1634067"/>
                  <a:gd name="connsiteY2" fmla="*/ 0 h 389467"/>
                  <a:gd name="connsiteX3" fmla="*/ 1634067 w 1634067"/>
                  <a:gd name="connsiteY3" fmla="*/ 381000 h 389467"/>
                </a:gdLst>
                <a:ahLst/>
                <a:cxnLst>
                  <a:cxn ang="0">
                    <a:pos x="connsiteX0" y="connsiteY0"/>
                  </a:cxn>
                  <a:cxn ang="0">
                    <a:pos x="connsiteX1" y="connsiteY1"/>
                  </a:cxn>
                  <a:cxn ang="0">
                    <a:pos x="connsiteX2" y="connsiteY2"/>
                  </a:cxn>
                  <a:cxn ang="0">
                    <a:pos x="connsiteX3" y="connsiteY3"/>
                  </a:cxn>
                </a:cxnLst>
                <a:rect l="l" t="t" r="r" b="b"/>
                <a:pathLst>
                  <a:path w="1634067" h="389467">
                    <a:moveTo>
                      <a:pt x="0" y="389467"/>
                    </a:moveTo>
                    <a:lnTo>
                      <a:pt x="0" y="0"/>
                    </a:lnTo>
                    <a:lnTo>
                      <a:pt x="1634067" y="0"/>
                    </a:lnTo>
                    <a:lnTo>
                      <a:pt x="1634067" y="381000"/>
                    </a:lnTo>
                  </a:path>
                </a:pathLst>
              </a:custGeom>
              <a:ln w="12700">
                <a:solidFill>
                  <a:srgbClr val="C9C9C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35"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cxnSp>
            <p:nvCxnSpPr>
              <p:cNvPr id="66" name="直接连接符 7"/>
              <p:cNvCxnSpPr/>
              <p:nvPr/>
            </p:nvCxnSpPr>
            <p:spPr>
              <a:xfrm flipH="1">
                <a:off x="5007785" y="3691458"/>
                <a:ext cx="410923" cy="0"/>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sp>
            <p:nvSpPr>
              <p:cNvPr id="67" name="任意多边形 239"/>
              <p:cNvSpPr/>
              <p:nvPr/>
            </p:nvSpPr>
            <p:spPr>
              <a:xfrm>
                <a:off x="1174626" y="5127767"/>
                <a:ext cx="1343025" cy="237040"/>
              </a:xfrm>
              <a:custGeom>
                <a:avLst/>
                <a:gdLst>
                  <a:gd name="connsiteX0" fmla="*/ 0 w 1634067"/>
                  <a:gd name="connsiteY0" fmla="*/ 389467 h 389467"/>
                  <a:gd name="connsiteX1" fmla="*/ 0 w 1634067"/>
                  <a:gd name="connsiteY1" fmla="*/ 0 h 389467"/>
                  <a:gd name="connsiteX2" fmla="*/ 1634067 w 1634067"/>
                  <a:gd name="connsiteY2" fmla="*/ 0 h 389467"/>
                  <a:gd name="connsiteX3" fmla="*/ 1634067 w 1634067"/>
                  <a:gd name="connsiteY3" fmla="*/ 381000 h 389467"/>
                </a:gdLst>
                <a:ahLst/>
                <a:cxnLst>
                  <a:cxn ang="0">
                    <a:pos x="connsiteX0" y="connsiteY0"/>
                  </a:cxn>
                  <a:cxn ang="0">
                    <a:pos x="connsiteX1" y="connsiteY1"/>
                  </a:cxn>
                  <a:cxn ang="0">
                    <a:pos x="connsiteX2" y="connsiteY2"/>
                  </a:cxn>
                  <a:cxn ang="0">
                    <a:pos x="connsiteX3" y="connsiteY3"/>
                  </a:cxn>
                </a:cxnLst>
                <a:rect l="l" t="t" r="r" b="b"/>
                <a:pathLst>
                  <a:path w="1634067" h="389467">
                    <a:moveTo>
                      <a:pt x="0" y="389467"/>
                    </a:moveTo>
                    <a:lnTo>
                      <a:pt x="0" y="0"/>
                    </a:lnTo>
                    <a:lnTo>
                      <a:pt x="1634067" y="0"/>
                    </a:lnTo>
                    <a:lnTo>
                      <a:pt x="1634067" y="381000"/>
                    </a:lnTo>
                  </a:path>
                </a:pathLst>
              </a:custGeom>
              <a:ln w="9525">
                <a:solidFill>
                  <a:srgbClr val="C9C9C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35"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cxnSp>
            <p:nvCxnSpPr>
              <p:cNvPr id="68" name="直接连接符 9"/>
              <p:cNvCxnSpPr/>
              <p:nvPr/>
            </p:nvCxnSpPr>
            <p:spPr>
              <a:xfrm flipV="1">
                <a:off x="1829210" y="5117140"/>
                <a:ext cx="1" cy="288032"/>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cxnSp>
            <p:nvCxnSpPr>
              <p:cNvPr id="69" name="直接连接符 10"/>
              <p:cNvCxnSpPr/>
              <p:nvPr/>
            </p:nvCxnSpPr>
            <p:spPr>
              <a:xfrm flipV="1">
                <a:off x="4332050" y="4232685"/>
                <a:ext cx="0" cy="890933"/>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sp>
            <p:nvSpPr>
              <p:cNvPr id="70" name="任意多边形 242"/>
              <p:cNvSpPr/>
              <p:nvPr/>
            </p:nvSpPr>
            <p:spPr>
              <a:xfrm>
                <a:off x="3427611" y="5127767"/>
                <a:ext cx="1739267" cy="237040"/>
              </a:xfrm>
              <a:custGeom>
                <a:avLst/>
                <a:gdLst>
                  <a:gd name="connsiteX0" fmla="*/ 0 w 1634067"/>
                  <a:gd name="connsiteY0" fmla="*/ 389467 h 389467"/>
                  <a:gd name="connsiteX1" fmla="*/ 0 w 1634067"/>
                  <a:gd name="connsiteY1" fmla="*/ 0 h 389467"/>
                  <a:gd name="connsiteX2" fmla="*/ 1634067 w 1634067"/>
                  <a:gd name="connsiteY2" fmla="*/ 0 h 389467"/>
                  <a:gd name="connsiteX3" fmla="*/ 1634067 w 1634067"/>
                  <a:gd name="connsiteY3" fmla="*/ 381000 h 389467"/>
                </a:gdLst>
                <a:ahLst/>
                <a:cxnLst>
                  <a:cxn ang="0">
                    <a:pos x="connsiteX0" y="connsiteY0"/>
                  </a:cxn>
                  <a:cxn ang="0">
                    <a:pos x="connsiteX1" y="connsiteY1"/>
                  </a:cxn>
                  <a:cxn ang="0">
                    <a:pos x="connsiteX2" y="connsiteY2"/>
                  </a:cxn>
                  <a:cxn ang="0">
                    <a:pos x="connsiteX3" y="connsiteY3"/>
                  </a:cxn>
                </a:cxnLst>
                <a:rect l="l" t="t" r="r" b="b"/>
                <a:pathLst>
                  <a:path w="1634067" h="389467">
                    <a:moveTo>
                      <a:pt x="0" y="389467"/>
                    </a:moveTo>
                    <a:lnTo>
                      <a:pt x="0" y="0"/>
                    </a:lnTo>
                    <a:lnTo>
                      <a:pt x="1634067" y="0"/>
                    </a:lnTo>
                    <a:lnTo>
                      <a:pt x="1634067" y="381000"/>
                    </a:lnTo>
                  </a:path>
                </a:pathLst>
              </a:custGeom>
              <a:ln w="9525">
                <a:solidFill>
                  <a:srgbClr val="C9C9C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35" dirty="0">
                  <a:ea typeface="阿里巴巴普惠体" panose="00020600040101010101" pitchFamily="18" charset="-122"/>
                  <a:sym typeface="仿宋" panose="02010609060101010101" pitchFamily="49" charset="-122"/>
                </a:endParaRPr>
              </a:p>
            </p:txBody>
          </p:sp>
          <p:cxnSp>
            <p:nvCxnSpPr>
              <p:cNvPr id="71" name="直接连接符 12"/>
              <p:cNvCxnSpPr/>
              <p:nvPr/>
            </p:nvCxnSpPr>
            <p:spPr>
              <a:xfrm flipV="1">
                <a:off x="4590814" y="5127767"/>
                <a:ext cx="1" cy="23704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13"/>
              <p:cNvCxnSpPr/>
              <p:nvPr/>
            </p:nvCxnSpPr>
            <p:spPr>
              <a:xfrm flipV="1">
                <a:off x="4014750" y="5127767"/>
                <a:ext cx="1" cy="23704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3" name="任意多边形 245"/>
              <p:cNvSpPr/>
              <p:nvPr/>
            </p:nvSpPr>
            <p:spPr>
              <a:xfrm>
                <a:off x="6102587" y="5127767"/>
                <a:ext cx="1008112" cy="237040"/>
              </a:xfrm>
              <a:custGeom>
                <a:avLst/>
                <a:gdLst>
                  <a:gd name="connsiteX0" fmla="*/ 0 w 1634067"/>
                  <a:gd name="connsiteY0" fmla="*/ 389467 h 389467"/>
                  <a:gd name="connsiteX1" fmla="*/ 0 w 1634067"/>
                  <a:gd name="connsiteY1" fmla="*/ 0 h 389467"/>
                  <a:gd name="connsiteX2" fmla="*/ 1634067 w 1634067"/>
                  <a:gd name="connsiteY2" fmla="*/ 0 h 389467"/>
                  <a:gd name="connsiteX3" fmla="*/ 1634067 w 1634067"/>
                  <a:gd name="connsiteY3" fmla="*/ 381000 h 389467"/>
                </a:gdLst>
                <a:ahLst/>
                <a:cxnLst>
                  <a:cxn ang="0">
                    <a:pos x="connsiteX0" y="connsiteY0"/>
                  </a:cxn>
                  <a:cxn ang="0">
                    <a:pos x="connsiteX1" y="connsiteY1"/>
                  </a:cxn>
                  <a:cxn ang="0">
                    <a:pos x="connsiteX2" y="connsiteY2"/>
                  </a:cxn>
                  <a:cxn ang="0">
                    <a:pos x="connsiteX3" y="connsiteY3"/>
                  </a:cxn>
                </a:cxnLst>
                <a:rect l="l" t="t" r="r" b="b"/>
                <a:pathLst>
                  <a:path w="1634067" h="389467">
                    <a:moveTo>
                      <a:pt x="0" y="389467"/>
                    </a:moveTo>
                    <a:lnTo>
                      <a:pt x="0" y="0"/>
                    </a:lnTo>
                    <a:lnTo>
                      <a:pt x="1634067" y="0"/>
                    </a:lnTo>
                    <a:lnTo>
                      <a:pt x="1634067" y="381000"/>
                    </a:lnTo>
                  </a:path>
                </a:pathLst>
              </a:custGeom>
              <a:ln w="9525">
                <a:solidFill>
                  <a:srgbClr val="C9C9C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35"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cxnSp>
            <p:nvCxnSpPr>
              <p:cNvPr id="74" name="直接连接符 15"/>
              <p:cNvCxnSpPr/>
              <p:nvPr/>
            </p:nvCxnSpPr>
            <p:spPr>
              <a:xfrm flipV="1">
                <a:off x="6606643" y="4232685"/>
                <a:ext cx="0" cy="890933"/>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sp>
            <p:nvSpPr>
              <p:cNvPr id="75" name="任意多边形 247"/>
              <p:cNvSpPr/>
              <p:nvPr/>
            </p:nvSpPr>
            <p:spPr>
              <a:xfrm>
                <a:off x="7902786" y="5127767"/>
                <a:ext cx="1728192" cy="237040"/>
              </a:xfrm>
              <a:custGeom>
                <a:avLst/>
                <a:gdLst>
                  <a:gd name="connsiteX0" fmla="*/ 0 w 1634067"/>
                  <a:gd name="connsiteY0" fmla="*/ 389467 h 389467"/>
                  <a:gd name="connsiteX1" fmla="*/ 0 w 1634067"/>
                  <a:gd name="connsiteY1" fmla="*/ 0 h 389467"/>
                  <a:gd name="connsiteX2" fmla="*/ 1634067 w 1634067"/>
                  <a:gd name="connsiteY2" fmla="*/ 0 h 389467"/>
                  <a:gd name="connsiteX3" fmla="*/ 1634067 w 1634067"/>
                  <a:gd name="connsiteY3" fmla="*/ 381000 h 389467"/>
                </a:gdLst>
                <a:ahLst/>
                <a:cxnLst>
                  <a:cxn ang="0">
                    <a:pos x="connsiteX0" y="connsiteY0"/>
                  </a:cxn>
                  <a:cxn ang="0">
                    <a:pos x="connsiteX1" y="connsiteY1"/>
                  </a:cxn>
                  <a:cxn ang="0">
                    <a:pos x="connsiteX2" y="connsiteY2"/>
                  </a:cxn>
                  <a:cxn ang="0">
                    <a:pos x="connsiteX3" y="connsiteY3"/>
                  </a:cxn>
                </a:cxnLst>
                <a:rect l="l" t="t" r="r" b="b"/>
                <a:pathLst>
                  <a:path w="1634067" h="389467">
                    <a:moveTo>
                      <a:pt x="0" y="389467"/>
                    </a:moveTo>
                    <a:lnTo>
                      <a:pt x="0" y="0"/>
                    </a:lnTo>
                    <a:lnTo>
                      <a:pt x="1634067" y="0"/>
                    </a:lnTo>
                    <a:lnTo>
                      <a:pt x="1634067" y="381000"/>
                    </a:lnTo>
                  </a:path>
                </a:pathLst>
              </a:custGeom>
              <a:ln w="9525">
                <a:solidFill>
                  <a:srgbClr val="C9C9C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35"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cxnSp>
            <p:nvCxnSpPr>
              <p:cNvPr id="76" name="直接连接符 17"/>
              <p:cNvCxnSpPr/>
              <p:nvPr/>
            </p:nvCxnSpPr>
            <p:spPr>
              <a:xfrm flipV="1">
                <a:off x="8479079" y="5127767"/>
                <a:ext cx="1" cy="237040"/>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cxnSp>
            <p:nvCxnSpPr>
              <p:cNvPr id="77" name="直接连接符 18"/>
              <p:cNvCxnSpPr/>
              <p:nvPr/>
            </p:nvCxnSpPr>
            <p:spPr>
              <a:xfrm flipV="1">
                <a:off x="9047915" y="5127767"/>
                <a:ext cx="1" cy="237040"/>
              </a:xfrm>
              <a:prstGeom prst="line">
                <a:avLst/>
              </a:prstGeom>
              <a:ln w="9525">
                <a:solidFill>
                  <a:srgbClr val="C9C9CB"/>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060385" y="1671449"/>
              <a:ext cx="2080629" cy="423018"/>
              <a:chOff x="4204934" y="2008022"/>
              <a:chExt cx="2293894" cy="466377"/>
            </a:xfrm>
            <a:solidFill>
              <a:srgbClr val="0070C0"/>
            </a:solidFill>
          </p:grpSpPr>
          <p:sp>
            <p:nvSpPr>
              <p:cNvPr id="62" name="圆角矩形 251"/>
              <p:cNvSpPr/>
              <p:nvPr/>
            </p:nvSpPr>
            <p:spPr>
              <a:xfrm>
                <a:off x="4204934" y="2008022"/>
                <a:ext cx="2293894" cy="466377"/>
              </a:xfrm>
              <a:prstGeom prst="round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63" name="TextBox 252"/>
              <p:cNvSpPr txBox="1"/>
              <p:nvPr/>
            </p:nvSpPr>
            <p:spPr>
              <a:xfrm>
                <a:off x="4765012" y="2052152"/>
                <a:ext cx="1173741" cy="400554"/>
              </a:xfrm>
              <a:prstGeom prst="rect">
                <a:avLst/>
              </a:prstGeom>
              <a:noFill/>
            </p:spPr>
            <p:txBody>
              <a:bodyPr wrap="none" rtlCol="0">
                <a:spAutoFit/>
              </a:bodyPr>
              <a:lstStyle/>
              <a:p>
                <a:pPr algn="ctr">
                  <a:lnSpc>
                    <a:spcPts val="2100"/>
                  </a:lnSpc>
                </a:pPr>
                <a:r>
                  <a:rPr lang="zh-CN" altLang="en-US" sz="16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6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5" name="组合 4"/>
            <p:cNvGrpSpPr/>
            <p:nvPr/>
          </p:nvGrpSpPr>
          <p:grpSpPr>
            <a:xfrm>
              <a:off x="5060385" y="2333732"/>
              <a:ext cx="2080629" cy="423018"/>
              <a:chOff x="4204934" y="2738190"/>
              <a:chExt cx="2293894" cy="466377"/>
            </a:xfrm>
            <a:solidFill>
              <a:srgbClr val="0070C0"/>
            </a:solidFill>
          </p:grpSpPr>
          <p:sp>
            <p:nvSpPr>
              <p:cNvPr id="60" name="圆角矩形 254"/>
              <p:cNvSpPr/>
              <p:nvPr/>
            </p:nvSpPr>
            <p:spPr>
              <a:xfrm>
                <a:off x="4204934" y="2738190"/>
                <a:ext cx="2293894" cy="466377"/>
              </a:xfrm>
              <a:prstGeom prst="roundRect">
                <a:avLst/>
              </a:prstGeom>
              <a:solidFill>
                <a:srgbClr val="015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61" name="TextBox 255"/>
              <p:cNvSpPr txBox="1"/>
              <p:nvPr/>
            </p:nvSpPr>
            <p:spPr>
              <a:xfrm>
                <a:off x="4854205" y="2782320"/>
                <a:ext cx="995349" cy="371559"/>
              </a:xfrm>
              <a:prstGeom prst="rect">
                <a:avLst/>
              </a:prstGeom>
              <a:noFill/>
            </p:spPr>
            <p:txBody>
              <a:bodyPr wrap="none" rtlCol="0">
                <a:spAutoFit/>
              </a:bodyPr>
              <a:lstStyle/>
              <a:p>
                <a:pPr algn="ctr">
                  <a:lnSpc>
                    <a:spcPts val="2100"/>
                  </a:lnSpc>
                </a:pPr>
                <a:r>
                  <a:rPr lang="zh-CN" altLang="en-US" sz="14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4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6" name="组合 5"/>
            <p:cNvGrpSpPr/>
            <p:nvPr/>
          </p:nvGrpSpPr>
          <p:grpSpPr>
            <a:xfrm>
              <a:off x="4355329" y="2986866"/>
              <a:ext cx="1535331" cy="423018"/>
              <a:chOff x="3427611" y="3458270"/>
              <a:chExt cx="1692703" cy="466377"/>
            </a:xfrm>
            <a:solidFill>
              <a:srgbClr val="0070C0"/>
            </a:solidFill>
          </p:grpSpPr>
          <p:sp>
            <p:nvSpPr>
              <p:cNvPr id="58" name="圆角矩形 257"/>
              <p:cNvSpPr/>
              <p:nvPr/>
            </p:nvSpPr>
            <p:spPr>
              <a:xfrm>
                <a:off x="3427611" y="3458270"/>
                <a:ext cx="1692703" cy="466377"/>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59" name="TextBox 258"/>
              <p:cNvSpPr txBox="1"/>
              <p:nvPr/>
            </p:nvSpPr>
            <p:spPr>
              <a:xfrm>
                <a:off x="3784799" y="3497910"/>
                <a:ext cx="995349" cy="371559"/>
              </a:xfrm>
              <a:prstGeom prst="rect">
                <a:avLst/>
              </a:prstGeom>
              <a:noFill/>
            </p:spPr>
            <p:txBody>
              <a:bodyPr wrap="none" rtlCol="0">
                <a:spAutoFit/>
              </a:bodyPr>
              <a:lstStyle/>
              <a:p>
                <a:pPr algn="ctr">
                  <a:lnSpc>
                    <a:spcPts val="2100"/>
                  </a:lnSpc>
                </a:pPr>
                <a:r>
                  <a:rPr lang="zh-CN" altLang="en-US" sz="14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4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7" name="组合 6"/>
            <p:cNvGrpSpPr/>
            <p:nvPr/>
          </p:nvGrpSpPr>
          <p:grpSpPr>
            <a:xfrm>
              <a:off x="2194746" y="3997709"/>
              <a:ext cx="1452284" cy="346460"/>
              <a:chOff x="1045567" y="4572719"/>
              <a:chExt cx="1601143" cy="381972"/>
            </a:xfrm>
            <a:solidFill>
              <a:srgbClr val="0070C0"/>
            </a:solidFill>
          </p:grpSpPr>
          <p:sp>
            <p:nvSpPr>
              <p:cNvPr id="56" name="圆角矩形 260"/>
              <p:cNvSpPr/>
              <p:nvPr/>
            </p:nvSpPr>
            <p:spPr>
              <a:xfrm>
                <a:off x="1045567" y="4572719"/>
                <a:ext cx="1601143" cy="381972"/>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57" name="TextBox 261"/>
              <p:cNvSpPr txBox="1"/>
              <p:nvPr/>
            </p:nvSpPr>
            <p:spPr>
              <a:xfrm>
                <a:off x="1163783" y="4572719"/>
                <a:ext cx="1364712" cy="371559"/>
              </a:xfrm>
              <a:prstGeom prst="rect">
                <a:avLst/>
              </a:prstGeom>
              <a:noFill/>
            </p:spPr>
            <p:txBody>
              <a:bodyPr wrap="square" rtlCol="0">
                <a:spAutoFit/>
              </a:bodyPr>
              <a:lstStyle/>
              <a:p>
                <a:pPr algn="ctr">
                  <a:lnSpc>
                    <a:spcPts val="2100"/>
                  </a:lnSpc>
                </a:pPr>
                <a:r>
                  <a:rPr lang="zh-CN" altLang="en-US"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8" name="组合 7"/>
            <p:cNvGrpSpPr/>
            <p:nvPr/>
          </p:nvGrpSpPr>
          <p:grpSpPr>
            <a:xfrm>
              <a:off x="4452541" y="3997709"/>
              <a:ext cx="1452284" cy="346460"/>
              <a:chOff x="3534786" y="4572719"/>
              <a:chExt cx="1601143" cy="381972"/>
            </a:xfrm>
            <a:solidFill>
              <a:srgbClr val="0070C0"/>
            </a:solidFill>
          </p:grpSpPr>
          <p:sp>
            <p:nvSpPr>
              <p:cNvPr id="54" name="圆角矩形 263"/>
              <p:cNvSpPr/>
              <p:nvPr/>
            </p:nvSpPr>
            <p:spPr>
              <a:xfrm>
                <a:off x="3534786" y="4572719"/>
                <a:ext cx="1601143" cy="381972"/>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55" name="TextBox 264"/>
              <p:cNvSpPr txBox="1"/>
              <p:nvPr/>
            </p:nvSpPr>
            <p:spPr>
              <a:xfrm>
                <a:off x="3643074" y="4572719"/>
                <a:ext cx="1364712" cy="358128"/>
              </a:xfrm>
              <a:prstGeom prst="rect">
                <a:avLst/>
              </a:prstGeom>
              <a:noFill/>
            </p:spPr>
            <p:txBody>
              <a:bodyPr wrap="square" rtlCol="0">
                <a:spAutoFit/>
              </a:bodyPr>
              <a:lstStyle/>
              <a:p>
                <a:pPr algn="ctr">
                  <a:lnSpc>
                    <a:spcPts val="2100"/>
                  </a:lnSpc>
                </a:pPr>
                <a:r>
                  <a:rPr lang="zh-CN" altLang="en-US"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9" name="组合 8"/>
            <p:cNvGrpSpPr/>
            <p:nvPr/>
          </p:nvGrpSpPr>
          <p:grpSpPr>
            <a:xfrm>
              <a:off x="6498506" y="3997709"/>
              <a:ext cx="1452284" cy="346460"/>
              <a:chOff x="5790463" y="4572719"/>
              <a:chExt cx="1601143" cy="381972"/>
            </a:xfrm>
            <a:solidFill>
              <a:srgbClr val="0070C0"/>
            </a:solidFill>
          </p:grpSpPr>
          <p:sp>
            <p:nvSpPr>
              <p:cNvPr id="52" name="圆角矩形 266"/>
              <p:cNvSpPr/>
              <p:nvPr/>
            </p:nvSpPr>
            <p:spPr>
              <a:xfrm>
                <a:off x="5790463" y="4572719"/>
                <a:ext cx="1601143" cy="381972"/>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53" name="TextBox 267"/>
              <p:cNvSpPr txBox="1"/>
              <p:nvPr/>
            </p:nvSpPr>
            <p:spPr>
              <a:xfrm>
                <a:off x="5908677" y="4572719"/>
                <a:ext cx="1364712" cy="358128"/>
              </a:xfrm>
              <a:prstGeom prst="rect">
                <a:avLst/>
              </a:prstGeom>
              <a:noFill/>
            </p:spPr>
            <p:txBody>
              <a:bodyPr wrap="square" rtlCol="0">
                <a:spAutoFit/>
              </a:bodyPr>
              <a:lstStyle/>
              <a:p>
                <a:pPr algn="ctr">
                  <a:lnSpc>
                    <a:spcPts val="2100"/>
                  </a:lnSpc>
                </a:pPr>
                <a:r>
                  <a:rPr lang="zh-CN" altLang="en-US"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10" name="组合 9"/>
            <p:cNvGrpSpPr/>
            <p:nvPr/>
          </p:nvGrpSpPr>
          <p:grpSpPr>
            <a:xfrm>
              <a:off x="8472064" y="3997709"/>
              <a:ext cx="1452284" cy="346460"/>
              <a:chOff x="7966311" y="4572719"/>
              <a:chExt cx="1601143" cy="381972"/>
            </a:xfrm>
            <a:solidFill>
              <a:srgbClr val="0070C0"/>
            </a:solidFill>
          </p:grpSpPr>
          <p:sp>
            <p:nvSpPr>
              <p:cNvPr id="50" name="圆角矩形 269"/>
              <p:cNvSpPr/>
              <p:nvPr/>
            </p:nvSpPr>
            <p:spPr>
              <a:xfrm>
                <a:off x="7966311" y="4572719"/>
                <a:ext cx="1601143" cy="381972"/>
              </a:xfrm>
              <a:prstGeom prst="roundRect">
                <a:avLst/>
              </a:prstGeom>
              <a:solidFill>
                <a:srgbClr val="48B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sz="1635"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51" name="TextBox 270"/>
              <p:cNvSpPr txBox="1"/>
              <p:nvPr/>
            </p:nvSpPr>
            <p:spPr>
              <a:xfrm>
                <a:off x="8082608" y="4572719"/>
                <a:ext cx="1364712" cy="358128"/>
              </a:xfrm>
              <a:prstGeom prst="rect">
                <a:avLst/>
              </a:prstGeom>
              <a:noFill/>
            </p:spPr>
            <p:txBody>
              <a:bodyPr wrap="square" rtlCol="0">
                <a:spAutoFit/>
              </a:bodyPr>
              <a:lstStyle/>
              <a:p>
                <a:pPr algn="ctr">
                  <a:lnSpc>
                    <a:spcPts val="2100"/>
                  </a:lnSpc>
                </a:pPr>
                <a:r>
                  <a:rPr lang="zh-CN" altLang="en-US"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rPr>
                  <a:t>输入文字</a:t>
                </a:r>
                <a:endParaRPr lang="en-US" altLang="zh-CN" sz="1000" dirty="0">
                  <a:solidFill>
                    <a:schemeClr val="bg1"/>
                  </a:solidFill>
                  <a:latin typeface="微软雅黑" panose="020B0503020204020204" pitchFamily="34" charset="-122"/>
                  <a:ea typeface="微软雅黑" panose="020B0503020204020204" pitchFamily="34" charset="-122"/>
                  <a:sym typeface="仿宋" panose="02010609060101010101" pitchFamily="49" charset="-122"/>
                </a:endParaRPr>
              </a:p>
            </p:txBody>
          </p:sp>
        </p:grpSp>
        <p:grpSp>
          <p:nvGrpSpPr>
            <p:cNvPr id="11" name="组合 10"/>
            <p:cNvGrpSpPr/>
            <p:nvPr/>
          </p:nvGrpSpPr>
          <p:grpSpPr>
            <a:xfrm>
              <a:off x="2139768" y="4650838"/>
              <a:ext cx="335140" cy="998961"/>
              <a:chOff x="984956" y="5292799"/>
              <a:chExt cx="369492" cy="1101354"/>
            </a:xfrm>
            <a:solidFill>
              <a:srgbClr val="0070C0"/>
            </a:solidFill>
          </p:grpSpPr>
          <p:sp>
            <p:nvSpPr>
              <p:cNvPr id="48" name="圆角矩形 272"/>
              <p:cNvSpPr/>
              <p:nvPr/>
            </p:nvSpPr>
            <p:spPr>
              <a:xfrm>
                <a:off x="994804"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49" name="TextBox 273"/>
              <p:cNvSpPr txBox="1"/>
              <p:nvPr/>
            </p:nvSpPr>
            <p:spPr>
              <a:xfrm>
                <a:off x="984956"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2" name="组合 11"/>
            <p:cNvGrpSpPr/>
            <p:nvPr/>
          </p:nvGrpSpPr>
          <p:grpSpPr>
            <a:xfrm>
              <a:off x="2719367" y="4650838"/>
              <a:ext cx="343023" cy="998961"/>
              <a:chOff x="1623965" y="5292799"/>
              <a:chExt cx="378183" cy="1101354"/>
            </a:xfrm>
            <a:solidFill>
              <a:srgbClr val="0070C0"/>
            </a:solidFill>
          </p:grpSpPr>
          <p:sp>
            <p:nvSpPr>
              <p:cNvPr id="46" name="圆角矩形 275"/>
              <p:cNvSpPr/>
              <p:nvPr/>
            </p:nvSpPr>
            <p:spPr>
              <a:xfrm>
                <a:off x="1642504"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47" name="TextBox 276"/>
              <p:cNvSpPr txBox="1"/>
              <p:nvPr/>
            </p:nvSpPr>
            <p:spPr>
              <a:xfrm>
                <a:off x="1623965"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3" name="组合 12"/>
            <p:cNvGrpSpPr/>
            <p:nvPr/>
          </p:nvGrpSpPr>
          <p:grpSpPr>
            <a:xfrm>
              <a:off x="3350046" y="4650838"/>
              <a:ext cx="343023" cy="998961"/>
              <a:chOff x="2319290" y="5292799"/>
              <a:chExt cx="378183" cy="1101354"/>
            </a:xfrm>
            <a:solidFill>
              <a:srgbClr val="0070C0"/>
            </a:solidFill>
          </p:grpSpPr>
          <p:sp>
            <p:nvSpPr>
              <p:cNvPr id="44" name="圆角矩形 278"/>
              <p:cNvSpPr/>
              <p:nvPr/>
            </p:nvSpPr>
            <p:spPr>
              <a:xfrm>
                <a:off x="2337829"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45" name="TextBox 279"/>
              <p:cNvSpPr txBox="1"/>
              <p:nvPr/>
            </p:nvSpPr>
            <p:spPr>
              <a:xfrm>
                <a:off x="2319290"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4" name="组合 13"/>
            <p:cNvGrpSpPr/>
            <p:nvPr/>
          </p:nvGrpSpPr>
          <p:grpSpPr>
            <a:xfrm>
              <a:off x="4193374" y="4650838"/>
              <a:ext cx="335101" cy="998961"/>
              <a:chOff x="3249059" y="5292799"/>
              <a:chExt cx="369449" cy="1101354"/>
            </a:xfrm>
            <a:solidFill>
              <a:srgbClr val="0070C0"/>
            </a:solidFill>
          </p:grpSpPr>
          <p:sp>
            <p:nvSpPr>
              <p:cNvPr id="42" name="圆角矩形 281"/>
              <p:cNvSpPr/>
              <p:nvPr/>
            </p:nvSpPr>
            <p:spPr>
              <a:xfrm>
                <a:off x="3258864"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43" name="TextBox 282"/>
              <p:cNvSpPr txBox="1"/>
              <p:nvPr/>
            </p:nvSpPr>
            <p:spPr>
              <a:xfrm>
                <a:off x="3249059"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5" name="组合 14"/>
            <p:cNvGrpSpPr/>
            <p:nvPr/>
          </p:nvGrpSpPr>
          <p:grpSpPr>
            <a:xfrm>
              <a:off x="4723071" y="4650838"/>
              <a:ext cx="327915" cy="998961"/>
              <a:chOff x="3833046" y="5292799"/>
              <a:chExt cx="361526" cy="1101354"/>
            </a:xfrm>
            <a:solidFill>
              <a:srgbClr val="0070C0"/>
            </a:solidFill>
          </p:grpSpPr>
          <p:sp>
            <p:nvSpPr>
              <p:cNvPr id="40" name="圆角矩形 284"/>
              <p:cNvSpPr/>
              <p:nvPr/>
            </p:nvSpPr>
            <p:spPr>
              <a:xfrm>
                <a:off x="3834928"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41" name="TextBox 285"/>
              <p:cNvSpPr txBox="1"/>
              <p:nvPr/>
            </p:nvSpPr>
            <p:spPr>
              <a:xfrm>
                <a:off x="3833046"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6" name="组合 15"/>
            <p:cNvGrpSpPr/>
            <p:nvPr/>
          </p:nvGrpSpPr>
          <p:grpSpPr>
            <a:xfrm>
              <a:off x="5762913" y="4650838"/>
              <a:ext cx="333082" cy="998961"/>
              <a:chOff x="4979477" y="5292799"/>
              <a:chExt cx="367223" cy="1101354"/>
            </a:xfrm>
            <a:solidFill>
              <a:srgbClr val="0070C0"/>
            </a:solidFill>
          </p:grpSpPr>
          <p:sp>
            <p:nvSpPr>
              <p:cNvPr id="38" name="圆角矩形 287"/>
              <p:cNvSpPr/>
              <p:nvPr/>
            </p:nvSpPr>
            <p:spPr>
              <a:xfrm>
                <a:off x="4987056"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39" name="TextBox 288"/>
              <p:cNvSpPr txBox="1"/>
              <p:nvPr/>
            </p:nvSpPr>
            <p:spPr>
              <a:xfrm>
                <a:off x="4979477"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7" name="组合 16"/>
            <p:cNvGrpSpPr/>
            <p:nvPr/>
          </p:nvGrpSpPr>
          <p:grpSpPr>
            <a:xfrm>
              <a:off x="5247285" y="4650838"/>
              <a:ext cx="328917" cy="998961"/>
              <a:chOff x="4410992" y="5292799"/>
              <a:chExt cx="362631" cy="1101354"/>
            </a:xfrm>
            <a:solidFill>
              <a:srgbClr val="0070C0"/>
            </a:solidFill>
          </p:grpSpPr>
          <p:sp>
            <p:nvSpPr>
              <p:cNvPr id="36" name="圆角矩形 290"/>
              <p:cNvSpPr/>
              <p:nvPr/>
            </p:nvSpPr>
            <p:spPr>
              <a:xfrm>
                <a:off x="4410992"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37" name="TextBox 291"/>
              <p:cNvSpPr txBox="1"/>
              <p:nvPr/>
            </p:nvSpPr>
            <p:spPr>
              <a:xfrm>
                <a:off x="4419453" y="5416782"/>
                <a:ext cx="354170"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8" name="组合 17"/>
            <p:cNvGrpSpPr/>
            <p:nvPr/>
          </p:nvGrpSpPr>
          <p:grpSpPr>
            <a:xfrm>
              <a:off x="6611843" y="4650838"/>
              <a:ext cx="332871" cy="998961"/>
              <a:chOff x="5915418" y="5292799"/>
              <a:chExt cx="366990" cy="1101354"/>
            </a:xfrm>
            <a:solidFill>
              <a:srgbClr val="0070C0"/>
            </a:solidFill>
          </p:grpSpPr>
          <p:sp>
            <p:nvSpPr>
              <p:cNvPr id="34" name="圆角矩形 293"/>
              <p:cNvSpPr/>
              <p:nvPr/>
            </p:nvSpPr>
            <p:spPr>
              <a:xfrm>
                <a:off x="5922764"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35" name="TextBox 294"/>
              <p:cNvSpPr txBox="1"/>
              <p:nvPr/>
            </p:nvSpPr>
            <p:spPr>
              <a:xfrm>
                <a:off x="5915418"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19" name="组合 18"/>
            <p:cNvGrpSpPr/>
            <p:nvPr/>
          </p:nvGrpSpPr>
          <p:grpSpPr>
            <a:xfrm>
              <a:off x="7524863" y="4650838"/>
              <a:ext cx="334235" cy="998961"/>
              <a:chOff x="6922026" y="5292799"/>
              <a:chExt cx="368494" cy="1101354"/>
            </a:xfrm>
            <a:solidFill>
              <a:srgbClr val="0070C0"/>
            </a:solidFill>
          </p:grpSpPr>
          <p:sp>
            <p:nvSpPr>
              <p:cNvPr id="32" name="圆角矩形 296"/>
              <p:cNvSpPr/>
              <p:nvPr/>
            </p:nvSpPr>
            <p:spPr>
              <a:xfrm>
                <a:off x="6930876"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33" name="TextBox 297"/>
              <p:cNvSpPr txBox="1"/>
              <p:nvPr/>
            </p:nvSpPr>
            <p:spPr>
              <a:xfrm>
                <a:off x="6922026"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20" name="组合 19"/>
            <p:cNvGrpSpPr/>
            <p:nvPr/>
          </p:nvGrpSpPr>
          <p:grpSpPr>
            <a:xfrm>
              <a:off x="8242731" y="4650838"/>
              <a:ext cx="334808" cy="998961"/>
              <a:chOff x="7713482" y="5292799"/>
              <a:chExt cx="369126" cy="1101354"/>
            </a:xfrm>
            <a:solidFill>
              <a:srgbClr val="0070C0"/>
            </a:solidFill>
          </p:grpSpPr>
          <p:sp>
            <p:nvSpPr>
              <p:cNvPr id="30" name="圆角矩形 299"/>
              <p:cNvSpPr/>
              <p:nvPr/>
            </p:nvSpPr>
            <p:spPr>
              <a:xfrm>
                <a:off x="7722964"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31" name="TextBox 300"/>
              <p:cNvSpPr txBox="1"/>
              <p:nvPr/>
            </p:nvSpPr>
            <p:spPr>
              <a:xfrm>
                <a:off x="7713482"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21" name="组合 20"/>
            <p:cNvGrpSpPr/>
            <p:nvPr/>
          </p:nvGrpSpPr>
          <p:grpSpPr>
            <a:xfrm>
              <a:off x="8765452" y="4650838"/>
              <a:ext cx="334593" cy="998961"/>
              <a:chOff x="8289783" y="5292799"/>
              <a:chExt cx="368889" cy="1101354"/>
            </a:xfrm>
            <a:solidFill>
              <a:srgbClr val="0070C0"/>
            </a:solidFill>
          </p:grpSpPr>
          <p:sp>
            <p:nvSpPr>
              <p:cNvPr id="28" name="圆角矩形 302"/>
              <p:cNvSpPr/>
              <p:nvPr/>
            </p:nvSpPr>
            <p:spPr>
              <a:xfrm>
                <a:off x="8299028"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29" name="TextBox 303"/>
              <p:cNvSpPr txBox="1"/>
              <p:nvPr/>
            </p:nvSpPr>
            <p:spPr>
              <a:xfrm>
                <a:off x="8289783"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22" name="组合 21"/>
            <p:cNvGrpSpPr/>
            <p:nvPr/>
          </p:nvGrpSpPr>
          <p:grpSpPr>
            <a:xfrm>
              <a:off x="9288190" y="4650838"/>
              <a:ext cx="334374" cy="998961"/>
              <a:chOff x="8866089" y="5292799"/>
              <a:chExt cx="368647" cy="1101354"/>
            </a:xfrm>
            <a:solidFill>
              <a:srgbClr val="0070C0"/>
            </a:solidFill>
          </p:grpSpPr>
          <p:sp>
            <p:nvSpPr>
              <p:cNvPr id="26" name="圆角矩形 305"/>
              <p:cNvSpPr/>
              <p:nvPr/>
            </p:nvSpPr>
            <p:spPr>
              <a:xfrm>
                <a:off x="8875092"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27" name="TextBox 306"/>
              <p:cNvSpPr txBox="1"/>
              <p:nvPr/>
            </p:nvSpPr>
            <p:spPr>
              <a:xfrm>
                <a:off x="8866089"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nvGrpSpPr>
            <p:cNvPr id="23" name="组合 22"/>
            <p:cNvGrpSpPr/>
            <p:nvPr/>
          </p:nvGrpSpPr>
          <p:grpSpPr>
            <a:xfrm>
              <a:off x="9810912" y="4650838"/>
              <a:ext cx="334159" cy="998961"/>
              <a:chOff x="9442390" y="5292799"/>
              <a:chExt cx="368410" cy="1101354"/>
            </a:xfrm>
            <a:solidFill>
              <a:srgbClr val="0070C0"/>
            </a:solidFill>
          </p:grpSpPr>
          <p:sp>
            <p:nvSpPr>
              <p:cNvPr id="24" name="圆角矩形 308"/>
              <p:cNvSpPr/>
              <p:nvPr/>
            </p:nvSpPr>
            <p:spPr>
              <a:xfrm>
                <a:off x="9451156" y="5292799"/>
                <a:ext cx="359644" cy="1101354"/>
              </a:xfrm>
              <a:prstGeom prst="roundRect">
                <a:avLst/>
              </a:prstGeom>
              <a:solidFill>
                <a:srgbClr val="ADB9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endParaRPr lang="zh-CN" altLang="en-US" sz="1090" dirty="0">
                  <a:latin typeface="阿里巴巴普惠体" panose="00020600040101010101" pitchFamily="18" charset="-122"/>
                  <a:ea typeface="阿里巴巴普惠体" panose="00020600040101010101" pitchFamily="18" charset="-122"/>
                  <a:sym typeface="仿宋" panose="02010609060101010101" pitchFamily="49" charset="-122"/>
                </a:endParaRPr>
              </a:p>
            </p:txBody>
          </p:sp>
          <p:sp>
            <p:nvSpPr>
              <p:cNvPr id="25" name="TextBox 309"/>
              <p:cNvSpPr txBox="1"/>
              <p:nvPr/>
            </p:nvSpPr>
            <p:spPr>
              <a:xfrm>
                <a:off x="9442390" y="5416782"/>
                <a:ext cx="354169" cy="853390"/>
              </a:xfrm>
              <a:prstGeom prst="rect">
                <a:avLst/>
              </a:prstGeom>
              <a:noFill/>
            </p:spPr>
            <p:txBody>
              <a:bodyPr vert="eaVert" wrap="square" rtlCol="0">
                <a:spAutoFit/>
              </a:bodyPr>
              <a:lstStyle/>
              <a:p>
                <a:pPr algn="ctr">
                  <a:lnSpc>
                    <a:spcPts val="1000"/>
                  </a:lnSpc>
                </a:pPr>
                <a:r>
                  <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rPr>
                  <a:t>文  字</a:t>
                </a:r>
                <a:endParaRPr lang="zh-CN" altLang="en-US" sz="1050" dirty="0">
                  <a:solidFill>
                    <a:schemeClr val="bg1"/>
                  </a:solidFill>
                  <a:latin typeface="阿里巴巴普惠体" panose="00020600040101010101" pitchFamily="18" charset="-122"/>
                  <a:ea typeface="阿里巴巴普惠体" panose="00020600040101010101" pitchFamily="18" charset="-122"/>
                  <a:sym typeface="仿宋" panose="02010609060101010101" pitchFamily="49" charset="-122"/>
                </a:endParaRPr>
              </a:p>
            </p:txBody>
          </p:sp>
        </p:grpSp>
      </p:grpSp>
      <p:grpSp>
        <p:nvGrpSpPr>
          <p:cNvPr id="78" name="组合 77"/>
          <p:cNvGrpSpPr/>
          <p:nvPr/>
        </p:nvGrpSpPr>
        <p:grpSpPr>
          <a:xfrm>
            <a:off x="583501" y="471624"/>
            <a:ext cx="2177776" cy="553998"/>
            <a:chOff x="592429" y="482522"/>
            <a:chExt cx="2177776" cy="553998"/>
          </a:xfrm>
        </p:grpSpPr>
        <p:grpSp>
          <p:nvGrpSpPr>
            <p:cNvPr id="79" name="组合 78"/>
            <p:cNvGrpSpPr/>
            <p:nvPr/>
          </p:nvGrpSpPr>
          <p:grpSpPr>
            <a:xfrm>
              <a:off x="592429" y="584272"/>
              <a:ext cx="433087" cy="360490"/>
              <a:chOff x="2770053" y="2524936"/>
              <a:chExt cx="433087" cy="317447"/>
            </a:xfrm>
            <a:solidFill>
              <a:srgbClr val="2F5EB2"/>
            </a:solidFill>
          </p:grpSpPr>
          <p:sp>
            <p:nvSpPr>
              <p:cNvPr id="81"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82"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83"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80"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a:solidFill>
                    <a:schemeClr val="tx1">
                      <a:lumMod val="75000"/>
                      <a:lumOff val="25000"/>
                    </a:schemeClr>
                  </a:solidFill>
                  <a:latin typeface="微软雅黑" panose="020B0503020204020204" pitchFamily="34" charset="-122"/>
                  <a:ea typeface="微软雅黑" panose="020B0503020204020204" pitchFamily="34" charset="-122"/>
                </a:rPr>
                <a:t>层次</a:t>
              </a:r>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布局</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39"/>
          <p:cNvGrpSpPr/>
          <p:nvPr/>
        </p:nvGrpSpPr>
        <p:grpSpPr>
          <a:xfrm>
            <a:off x="3243320" y="1707025"/>
            <a:ext cx="5192550" cy="4455651"/>
            <a:chOff x="3618033" y="1020027"/>
            <a:chExt cx="4988824" cy="4280836"/>
          </a:xfrm>
        </p:grpSpPr>
        <p:grpSp>
          <p:nvGrpSpPr>
            <p:cNvPr id="19" name="Gruppierung 9"/>
            <p:cNvGrpSpPr/>
            <p:nvPr/>
          </p:nvGrpSpPr>
          <p:grpSpPr>
            <a:xfrm>
              <a:off x="4253033" y="1419876"/>
              <a:ext cx="3782604" cy="3484929"/>
              <a:chOff x="1099332" y="1331126"/>
              <a:chExt cx="2850566" cy="2626239"/>
            </a:xfrm>
          </p:grpSpPr>
          <p:cxnSp>
            <p:nvCxnSpPr>
              <p:cNvPr id="34" name="Straight Connector 48"/>
              <p:cNvCxnSpPr/>
              <p:nvPr/>
            </p:nvCxnSpPr>
            <p:spPr>
              <a:xfrm rot="8100000" flipH="1">
                <a:off x="2483750" y="1331126"/>
                <a:ext cx="8158" cy="2626239"/>
              </a:xfrm>
              <a:prstGeom prst="line">
                <a:avLst/>
              </a:prstGeom>
              <a:ln w="3175" cap="rnd">
                <a:solidFill>
                  <a:schemeClr val="bg1">
                    <a:lumMod val="50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5" name="Straight Connector 50"/>
              <p:cNvCxnSpPr/>
              <p:nvPr/>
            </p:nvCxnSpPr>
            <p:spPr>
              <a:xfrm flipH="1">
                <a:off x="2491908" y="1718614"/>
                <a:ext cx="927322" cy="921552"/>
              </a:xfrm>
              <a:prstGeom prst="line">
                <a:avLst/>
              </a:prstGeom>
              <a:ln w="3175" cap="rnd">
                <a:solidFill>
                  <a:schemeClr val="bg1">
                    <a:lumMod val="50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6" name="Straight Connector 39"/>
              <p:cNvCxnSpPr>
                <a:endCxn id="28" idx="3"/>
              </p:cNvCxnSpPr>
              <p:nvPr/>
            </p:nvCxnSpPr>
            <p:spPr>
              <a:xfrm flipH="1">
                <a:off x="1099332" y="2651576"/>
                <a:ext cx="2850566" cy="3250"/>
              </a:xfrm>
              <a:prstGeom prst="line">
                <a:avLst/>
              </a:prstGeom>
              <a:ln w="12700" cap="rnd">
                <a:solidFill>
                  <a:schemeClr val="bg1">
                    <a:lumMod val="50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7" name="Straight Connector 62"/>
              <p:cNvCxnSpPr/>
              <p:nvPr/>
            </p:nvCxnSpPr>
            <p:spPr>
              <a:xfrm flipH="1">
                <a:off x="2483750" y="1515099"/>
                <a:ext cx="6972" cy="2244520"/>
              </a:xfrm>
              <a:prstGeom prst="line">
                <a:avLst/>
              </a:prstGeom>
              <a:ln w="3175" cap="rnd">
                <a:solidFill>
                  <a:schemeClr val="bg1">
                    <a:lumMod val="50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8" name="Straight Connector 50"/>
              <p:cNvCxnSpPr/>
              <p:nvPr/>
            </p:nvCxnSpPr>
            <p:spPr>
              <a:xfrm flipH="1">
                <a:off x="1567108" y="2664025"/>
                <a:ext cx="927322" cy="921552"/>
              </a:xfrm>
              <a:prstGeom prst="line">
                <a:avLst/>
              </a:prstGeom>
              <a:ln w="3175" cap="rnd">
                <a:solidFill>
                  <a:schemeClr val="bg1">
                    <a:lumMod val="50000"/>
                  </a:scheme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20" name="Grupo 5"/>
            <p:cNvGrpSpPr/>
            <p:nvPr/>
          </p:nvGrpSpPr>
          <p:grpSpPr>
            <a:xfrm>
              <a:off x="4810417" y="2162444"/>
              <a:ext cx="2612099" cy="1603859"/>
              <a:chOff x="4555992" y="2924988"/>
              <a:chExt cx="3160640" cy="1940670"/>
            </a:xfrm>
          </p:grpSpPr>
          <p:grpSp>
            <p:nvGrpSpPr>
              <p:cNvPr id="29" name="Agrupar 2"/>
              <p:cNvGrpSpPr/>
              <p:nvPr/>
            </p:nvGrpSpPr>
            <p:grpSpPr>
              <a:xfrm>
                <a:off x="4555992" y="2924988"/>
                <a:ext cx="3160640" cy="1940670"/>
                <a:chOff x="4258815" y="2699327"/>
                <a:chExt cx="3942838" cy="2420948"/>
              </a:xfrm>
            </p:grpSpPr>
            <p:sp>
              <p:nvSpPr>
                <p:cNvPr id="32" name="Forma libre 142"/>
                <p:cNvSpPr/>
                <p:nvPr/>
              </p:nvSpPr>
              <p:spPr>
                <a:xfrm>
                  <a:off x="4343147" y="2768600"/>
                  <a:ext cx="3765015" cy="2311764"/>
                </a:xfrm>
                <a:custGeom>
                  <a:avLst/>
                  <a:gdLst>
                    <a:gd name="connsiteX0" fmla="*/ 1785924 w 4421405"/>
                    <a:gd name="connsiteY0" fmla="*/ 0 h 2714794"/>
                    <a:gd name="connsiteX1" fmla="*/ 2653420 w 4421405"/>
                    <a:gd name="connsiteY1" fmla="*/ 461244 h 2714794"/>
                    <a:gd name="connsiteX2" fmla="*/ 2749187 w 4421405"/>
                    <a:gd name="connsiteY2" fmla="*/ 637681 h 2714794"/>
                    <a:gd name="connsiteX3" fmla="*/ 2779664 w 4421405"/>
                    <a:gd name="connsiteY3" fmla="*/ 616561 h 2714794"/>
                    <a:gd name="connsiteX4" fmla="*/ 3096515 w 4421405"/>
                    <a:gd name="connsiteY4" fmla="*/ 532225 h 2714794"/>
                    <a:gd name="connsiteX5" fmla="*/ 3720140 w 4421405"/>
                    <a:gd name="connsiteY5" fmla="*/ 1040493 h 2714794"/>
                    <a:gd name="connsiteX6" fmla="*/ 3728215 w 4421405"/>
                    <a:gd name="connsiteY6" fmla="*/ 1120600 h 2714794"/>
                    <a:gd name="connsiteX7" fmla="*/ 3781713 w 4421405"/>
                    <a:gd name="connsiteY7" fmla="*/ 1128765 h 2714794"/>
                    <a:gd name="connsiteX8" fmla="*/ 4421405 w 4421405"/>
                    <a:gd name="connsiteY8" fmla="*/ 1913641 h 2714794"/>
                    <a:gd name="connsiteX9" fmla="*/ 4421404 w 4421405"/>
                    <a:gd name="connsiteY9" fmla="*/ 1913641 h 2714794"/>
                    <a:gd name="connsiteX10" fmla="*/ 3620251 w 4421405"/>
                    <a:gd name="connsiteY10" fmla="*/ 2714794 h 2714794"/>
                    <a:gd name="connsiteX11" fmla="*/ 801153 w 4421405"/>
                    <a:gd name="connsiteY11" fmla="*/ 2714793 h 2714794"/>
                    <a:gd name="connsiteX12" fmla="*/ 16277 w 4421405"/>
                    <a:gd name="connsiteY12" fmla="*/ 2075101 h 2714794"/>
                    <a:gd name="connsiteX13" fmla="*/ 0 w 4421405"/>
                    <a:gd name="connsiteY13" fmla="*/ 1913641 h 2714794"/>
                    <a:gd name="connsiteX14" fmla="*/ 16277 w 4421405"/>
                    <a:gd name="connsiteY14" fmla="*/ 1752181 h 2714794"/>
                    <a:gd name="connsiteX15" fmla="*/ 659336 w 4421405"/>
                    <a:gd name="connsiteY15" fmla="*/ 1125001 h 2714794"/>
                    <a:gd name="connsiteX16" fmla="*/ 739760 w 4421405"/>
                    <a:gd name="connsiteY16" fmla="*/ 1117905 h 2714794"/>
                    <a:gd name="connsiteX17" fmla="*/ 739760 w 4421405"/>
                    <a:gd name="connsiteY17" fmla="*/ 1046164 h 2714794"/>
                    <a:gd name="connsiteX18" fmla="*/ 1785924 w 4421405"/>
                    <a:gd name="connsiteY18" fmla="*/ 0 h 2714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21405" h="2714794">
                      <a:moveTo>
                        <a:pt x="1785924" y="0"/>
                      </a:moveTo>
                      <a:cubicBezTo>
                        <a:pt x="2147037" y="0"/>
                        <a:pt x="2465416" y="182962"/>
                        <a:pt x="2653420" y="461244"/>
                      </a:cubicBezTo>
                      <a:lnTo>
                        <a:pt x="2749187" y="637681"/>
                      </a:lnTo>
                      <a:lnTo>
                        <a:pt x="2779664" y="616561"/>
                      </a:lnTo>
                      <a:cubicBezTo>
                        <a:pt x="2872970" y="562909"/>
                        <a:pt x="2981159" y="532225"/>
                        <a:pt x="3096515" y="532225"/>
                      </a:cubicBezTo>
                      <a:cubicBezTo>
                        <a:pt x="3404131" y="532225"/>
                        <a:pt x="3660783" y="750425"/>
                        <a:pt x="3720140" y="1040493"/>
                      </a:cubicBezTo>
                      <a:lnTo>
                        <a:pt x="3728215" y="1120600"/>
                      </a:lnTo>
                      <a:lnTo>
                        <a:pt x="3781713" y="1128765"/>
                      </a:lnTo>
                      <a:cubicBezTo>
                        <a:pt x="4146785" y="1203469"/>
                        <a:pt x="4421405" y="1526484"/>
                        <a:pt x="4421405" y="1913641"/>
                      </a:cubicBezTo>
                      <a:lnTo>
                        <a:pt x="4421404" y="1913641"/>
                      </a:lnTo>
                      <a:cubicBezTo>
                        <a:pt x="4421404" y="2356106"/>
                        <a:pt x="4062716" y="2714794"/>
                        <a:pt x="3620251" y="2714794"/>
                      </a:cubicBezTo>
                      <a:lnTo>
                        <a:pt x="801153" y="2714793"/>
                      </a:lnTo>
                      <a:cubicBezTo>
                        <a:pt x="413996" y="2714793"/>
                        <a:pt x="90981" y="2440173"/>
                        <a:pt x="16277" y="2075101"/>
                      </a:cubicBezTo>
                      <a:lnTo>
                        <a:pt x="0" y="1913641"/>
                      </a:lnTo>
                      <a:lnTo>
                        <a:pt x="16277" y="1752181"/>
                      </a:lnTo>
                      <a:cubicBezTo>
                        <a:pt x="81643" y="1432743"/>
                        <a:pt x="337122" y="1182557"/>
                        <a:pt x="659336" y="1125001"/>
                      </a:cubicBezTo>
                      <a:lnTo>
                        <a:pt x="739760" y="1117905"/>
                      </a:lnTo>
                      <a:lnTo>
                        <a:pt x="739760" y="1046164"/>
                      </a:lnTo>
                      <a:cubicBezTo>
                        <a:pt x="739760" y="468384"/>
                        <a:pt x="1208144" y="0"/>
                        <a:pt x="1785924" y="0"/>
                      </a:cubicBezTo>
                      <a:close/>
                    </a:path>
                  </a:pathLst>
                </a:custGeom>
                <a:gradFill>
                  <a:gsLst>
                    <a:gs pos="0">
                      <a:srgbClr val="48BAF8"/>
                    </a:gs>
                    <a:gs pos="100000">
                      <a:srgbClr val="015BAB"/>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Forma libre 63"/>
                <p:cNvSpPr/>
                <p:nvPr/>
              </p:nvSpPr>
              <p:spPr>
                <a:xfrm>
                  <a:off x="4258815" y="2699327"/>
                  <a:ext cx="3942838" cy="2420948"/>
                </a:xfrm>
                <a:custGeom>
                  <a:avLst/>
                  <a:gdLst>
                    <a:gd name="connsiteX0" fmla="*/ 1785924 w 4421405"/>
                    <a:gd name="connsiteY0" fmla="*/ 183858 h 2714794"/>
                    <a:gd name="connsiteX1" fmla="*/ 912656 w 4421405"/>
                    <a:gd name="connsiteY1" fmla="*/ 1057126 h 2714794"/>
                    <a:gd name="connsiteX2" fmla="*/ 912656 w 4421405"/>
                    <a:gd name="connsiteY2" fmla="*/ 1167852 h 2714794"/>
                    <a:gd name="connsiteX3" fmla="*/ 920465 w 4421405"/>
                    <a:gd name="connsiteY3" fmla="*/ 1245317 h 2714794"/>
                    <a:gd name="connsiteX4" fmla="*/ 853288 w 4421405"/>
                    <a:gd name="connsiteY4" fmla="*/ 1245317 h 2714794"/>
                    <a:gd name="connsiteX5" fmla="*/ 181722 w 4421405"/>
                    <a:gd name="connsiteY5" fmla="*/ 1916883 h 2714794"/>
                    <a:gd name="connsiteX6" fmla="*/ 853288 w 4421405"/>
                    <a:gd name="connsiteY6" fmla="*/ 2588449 h 2714794"/>
                    <a:gd name="connsiteX7" fmla="*/ 3568116 w 4421405"/>
                    <a:gd name="connsiteY7" fmla="*/ 2588449 h 2714794"/>
                    <a:gd name="connsiteX8" fmla="*/ 4239682 w 4421405"/>
                    <a:gd name="connsiteY8" fmla="*/ 1916883 h 2714794"/>
                    <a:gd name="connsiteX9" fmla="*/ 3703460 w 4421405"/>
                    <a:gd name="connsiteY9" fmla="*/ 1258961 h 2714794"/>
                    <a:gd name="connsiteX10" fmla="*/ 3571209 w 4421405"/>
                    <a:gd name="connsiteY10" fmla="*/ 1245629 h 2714794"/>
                    <a:gd name="connsiteX11" fmla="*/ 3571849 w 4421405"/>
                    <a:gd name="connsiteY11" fmla="*/ 1239275 h 2714794"/>
                    <a:gd name="connsiteX12" fmla="*/ 3571849 w 4421405"/>
                    <a:gd name="connsiteY12" fmla="*/ 1179005 h 2714794"/>
                    <a:gd name="connsiteX13" fmla="*/ 3096515 w 4421405"/>
                    <a:gd name="connsiteY13" fmla="*/ 703671 h 2714794"/>
                    <a:gd name="connsiteX14" fmla="*/ 2658535 w 4421405"/>
                    <a:gd name="connsiteY14" fmla="*/ 993984 h 2714794"/>
                    <a:gd name="connsiteX15" fmla="*/ 2654226 w 4421405"/>
                    <a:gd name="connsiteY15" fmla="*/ 1007865 h 2714794"/>
                    <a:gd name="connsiteX16" fmla="*/ 2641451 w 4421405"/>
                    <a:gd name="connsiteY16" fmla="*/ 881132 h 2714794"/>
                    <a:gd name="connsiteX17" fmla="*/ 1785924 w 4421405"/>
                    <a:gd name="connsiteY17" fmla="*/ 183858 h 2714794"/>
                    <a:gd name="connsiteX18" fmla="*/ 1785924 w 4421405"/>
                    <a:gd name="connsiteY18" fmla="*/ 0 h 2714794"/>
                    <a:gd name="connsiteX19" fmla="*/ 2653420 w 4421405"/>
                    <a:gd name="connsiteY19" fmla="*/ 461244 h 2714794"/>
                    <a:gd name="connsiteX20" fmla="*/ 2749187 w 4421405"/>
                    <a:gd name="connsiteY20" fmla="*/ 637681 h 2714794"/>
                    <a:gd name="connsiteX21" fmla="*/ 2779664 w 4421405"/>
                    <a:gd name="connsiteY21" fmla="*/ 616561 h 2714794"/>
                    <a:gd name="connsiteX22" fmla="*/ 3096515 w 4421405"/>
                    <a:gd name="connsiteY22" fmla="*/ 532225 h 2714794"/>
                    <a:gd name="connsiteX23" fmla="*/ 3720140 w 4421405"/>
                    <a:gd name="connsiteY23" fmla="*/ 1040493 h 2714794"/>
                    <a:gd name="connsiteX24" fmla="*/ 3728215 w 4421405"/>
                    <a:gd name="connsiteY24" fmla="*/ 1120600 h 2714794"/>
                    <a:gd name="connsiteX25" fmla="*/ 3781713 w 4421405"/>
                    <a:gd name="connsiteY25" fmla="*/ 1128765 h 2714794"/>
                    <a:gd name="connsiteX26" fmla="*/ 4421405 w 4421405"/>
                    <a:gd name="connsiteY26" fmla="*/ 1913641 h 2714794"/>
                    <a:gd name="connsiteX27" fmla="*/ 4421404 w 4421405"/>
                    <a:gd name="connsiteY27" fmla="*/ 1913641 h 2714794"/>
                    <a:gd name="connsiteX28" fmla="*/ 3620251 w 4421405"/>
                    <a:gd name="connsiteY28" fmla="*/ 2714794 h 2714794"/>
                    <a:gd name="connsiteX29" fmla="*/ 801153 w 4421405"/>
                    <a:gd name="connsiteY29" fmla="*/ 2714793 h 2714794"/>
                    <a:gd name="connsiteX30" fmla="*/ 16277 w 4421405"/>
                    <a:gd name="connsiteY30" fmla="*/ 2075101 h 2714794"/>
                    <a:gd name="connsiteX31" fmla="*/ 0 w 4421405"/>
                    <a:gd name="connsiteY31" fmla="*/ 1913641 h 2714794"/>
                    <a:gd name="connsiteX32" fmla="*/ 16277 w 4421405"/>
                    <a:gd name="connsiteY32" fmla="*/ 1752181 h 2714794"/>
                    <a:gd name="connsiteX33" fmla="*/ 659336 w 4421405"/>
                    <a:gd name="connsiteY33" fmla="*/ 1125001 h 2714794"/>
                    <a:gd name="connsiteX34" fmla="*/ 739760 w 4421405"/>
                    <a:gd name="connsiteY34" fmla="*/ 1117905 h 2714794"/>
                    <a:gd name="connsiteX35" fmla="*/ 739760 w 4421405"/>
                    <a:gd name="connsiteY35" fmla="*/ 1046164 h 2714794"/>
                    <a:gd name="connsiteX36" fmla="*/ 1785924 w 4421405"/>
                    <a:gd name="connsiteY36" fmla="*/ 0 h 2714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421405" h="2714794">
                      <a:moveTo>
                        <a:pt x="1785924" y="183858"/>
                      </a:moveTo>
                      <a:cubicBezTo>
                        <a:pt x="1303631" y="183858"/>
                        <a:pt x="912656" y="574833"/>
                        <a:pt x="912656" y="1057126"/>
                      </a:cubicBezTo>
                      <a:lnTo>
                        <a:pt x="912656" y="1167852"/>
                      </a:lnTo>
                      <a:lnTo>
                        <a:pt x="920465" y="1245317"/>
                      </a:lnTo>
                      <a:lnTo>
                        <a:pt x="853288" y="1245317"/>
                      </a:lnTo>
                      <a:cubicBezTo>
                        <a:pt x="482392" y="1245317"/>
                        <a:pt x="181722" y="1545987"/>
                        <a:pt x="181722" y="1916883"/>
                      </a:cubicBezTo>
                      <a:cubicBezTo>
                        <a:pt x="181722" y="2287779"/>
                        <a:pt x="482392" y="2588449"/>
                        <a:pt x="853288" y="2588449"/>
                      </a:cubicBezTo>
                      <a:lnTo>
                        <a:pt x="3568116" y="2588449"/>
                      </a:lnTo>
                      <a:cubicBezTo>
                        <a:pt x="3939012" y="2588449"/>
                        <a:pt x="4239682" y="2287779"/>
                        <a:pt x="4239682" y="1916883"/>
                      </a:cubicBezTo>
                      <a:cubicBezTo>
                        <a:pt x="4239682" y="1592349"/>
                        <a:pt x="4009482" y="1321582"/>
                        <a:pt x="3703460" y="1258961"/>
                      </a:cubicBezTo>
                      <a:lnTo>
                        <a:pt x="3571209" y="1245629"/>
                      </a:lnTo>
                      <a:lnTo>
                        <a:pt x="3571849" y="1239275"/>
                      </a:lnTo>
                      <a:lnTo>
                        <a:pt x="3571849" y="1179005"/>
                      </a:lnTo>
                      <a:cubicBezTo>
                        <a:pt x="3571849" y="916485"/>
                        <a:pt x="3359035" y="703671"/>
                        <a:pt x="3096515" y="703671"/>
                      </a:cubicBezTo>
                      <a:cubicBezTo>
                        <a:pt x="2899625" y="703671"/>
                        <a:pt x="2730695" y="823379"/>
                        <a:pt x="2658535" y="993984"/>
                      </a:cubicBezTo>
                      <a:lnTo>
                        <a:pt x="2654226" y="1007865"/>
                      </a:lnTo>
                      <a:lnTo>
                        <a:pt x="2641451" y="881132"/>
                      </a:lnTo>
                      <a:cubicBezTo>
                        <a:pt x="2560022" y="483198"/>
                        <a:pt x="2207931" y="183858"/>
                        <a:pt x="1785924" y="183858"/>
                      </a:cubicBezTo>
                      <a:close/>
                      <a:moveTo>
                        <a:pt x="1785924" y="0"/>
                      </a:moveTo>
                      <a:cubicBezTo>
                        <a:pt x="2147037" y="0"/>
                        <a:pt x="2465416" y="182962"/>
                        <a:pt x="2653420" y="461244"/>
                      </a:cubicBezTo>
                      <a:lnTo>
                        <a:pt x="2749187" y="637681"/>
                      </a:lnTo>
                      <a:lnTo>
                        <a:pt x="2779664" y="616561"/>
                      </a:lnTo>
                      <a:cubicBezTo>
                        <a:pt x="2872970" y="562909"/>
                        <a:pt x="2981159" y="532225"/>
                        <a:pt x="3096515" y="532225"/>
                      </a:cubicBezTo>
                      <a:cubicBezTo>
                        <a:pt x="3404131" y="532225"/>
                        <a:pt x="3660783" y="750425"/>
                        <a:pt x="3720140" y="1040493"/>
                      </a:cubicBezTo>
                      <a:lnTo>
                        <a:pt x="3728215" y="1120600"/>
                      </a:lnTo>
                      <a:lnTo>
                        <a:pt x="3781713" y="1128765"/>
                      </a:lnTo>
                      <a:cubicBezTo>
                        <a:pt x="4146785" y="1203469"/>
                        <a:pt x="4421405" y="1526484"/>
                        <a:pt x="4421405" y="1913641"/>
                      </a:cubicBezTo>
                      <a:lnTo>
                        <a:pt x="4421404" y="1913641"/>
                      </a:lnTo>
                      <a:cubicBezTo>
                        <a:pt x="4421404" y="2356106"/>
                        <a:pt x="4062716" y="2714794"/>
                        <a:pt x="3620251" y="2714794"/>
                      </a:cubicBezTo>
                      <a:lnTo>
                        <a:pt x="801153" y="2714793"/>
                      </a:lnTo>
                      <a:cubicBezTo>
                        <a:pt x="413996" y="2714793"/>
                        <a:pt x="90981" y="2440173"/>
                        <a:pt x="16277" y="2075101"/>
                      </a:cubicBezTo>
                      <a:lnTo>
                        <a:pt x="0" y="1913641"/>
                      </a:lnTo>
                      <a:lnTo>
                        <a:pt x="16277" y="1752181"/>
                      </a:lnTo>
                      <a:cubicBezTo>
                        <a:pt x="81643" y="1432743"/>
                        <a:pt x="337122" y="1182557"/>
                        <a:pt x="659336" y="1125001"/>
                      </a:cubicBezTo>
                      <a:lnTo>
                        <a:pt x="739760" y="1117905"/>
                      </a:lnTo>
                      <a:lnTo>
                        <a:pt x="739760" y="1046164"/>
                      </a:lnTo>
                      <a:cubicBezTo>
                        <a:pt x="739760" y="468384"/>
                        <a:pt x="1208144" y="0"/>
                        <a:pt x="1785924" y="0"/>
                      </a:cubicBezTo>
                      <a:close/>
                    </a:path>
                  </a:pathLst>
                </a:custGeom>
                <a:solidFill>
                  <a:schemeClr val="bg1"/>
                </a:solidFill>
                <a:ln>
                  <a:noFill/>
                </a:ln>
                <a:effectLst>
                  <a:outerShdw blurRad="50800" dist="38100" dir="2700000" algn="tl" rotWithShape="0">
                    <a:schemeClr val="tx2">
                      <a:lumMod val="40000"/>
                      <a:lumOff val="60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1" name="Marcador de texto 1"/>
              <p:cNvSpPr txBox="1"/>
              <p:nvPr/>
            </p:nvSpPr>
            <p:spPr>
              <a:xfrm>
                <a:off x="4911240" y="3965791"/>
                <a:ext cx="2450172" cy="516373"/>
              </a:xfrm>
              <a:prstGeom prst="rect">
                <a:avLst/>
              </a:prstGeom>
            </p:spPr>
            <p:txBody>
              <a:bodyPr wrap="square" anchor="ctr">
                <a:noAutofit/>
              </a:bodyPr>
              <a:lstStyle>
                <a:lvl1pPr marL="0" indent="0" algn="ctr" defTabSz="914400" rtl="0" eaLnBrk="1" latinLnBrk="0" hangingPunct="1">
                  <a:lnSpc>
                    <a:spcPct val="100000"/>
                  </a:lnSpc>
                  <a:spcBef>
                    <a:spcPts val="0"/>
                  </a:spcBef>
                  <a:buFont typeface="Arial" panose="020B0604020202020204"/>
                  <a:buNone/>
                  <a:defRPr sz="3000" kern="1200">
                    <a:ln>
                      <a:noFill/>
                    </a:ln>
                    <a:solidFill>
                      <a:schemeClr val="tx1"/>
                    </a:solidFill>
                    <a:latin typeface="Lemon/Milk" charset="0"/>
                    <a:ea typeface="Lemon/Milk" charset="0"/>
                    <a:cs typeface="Lemon/Milk" charset="0"/>
                  </a:defRPr>
                </a:lvl1pPr>
                <a:lvl2pPr marL="457200" indent="0" algn="l" defTabSz="914400" rtl="0" eaLnBrk="1" latinLnBrk="0" hangingPunct="1">
                  <a:lnSpc>
                    <a:spcPct val="90000"/>
                  </a:lnSpc>
                  <a:spcBef>
                    <a:spcPts val="500"/>
                  </a:spcBef>
                  <a:buFont typeface="Arial" panose="020B0604020202020204"/>
                  <a:buNone/>
                  <a:defRPr sz="2400" kern="1200">
                    <a:solidFill>
                      <a:schemeClr val="tx1"/>
                    </a:solidFill>
                    <a:latin typeface="Lemon/Milk" charset="0"/>
                    <a:ea typeface="Lemon/Milk" charset="0"/>
                    <a:cs typeface="Lemon/Milk" charset="0"/>
                  </a:defRPr>
                </a:lvl2pPr>
                <a:lvl3pPr marL="914400" indent="0" algn="l" defTabSz="914400" rtl="0" eaLnBrk="1" latinLnBrk="0" hangingPunct="1">
                  <a:lnSpc>
                    <a:spcPct val="90000"/>
                  </a:lnSpc>
                  <a:spcBef>
                    <a:spcPts val="500"/>
                  </a:spcBef>
                  <a:buFont typeface="Arial" panose="020B0604020202020204"/>
                  <a:buNone/>
                  <a:defRPr sz="2000" kern="1200">
                    <a:solidFill>
                      <a:schemeClr val="tx1"/>
                    </a:solidFill>
                    <a:latin typeface="Lemon/Milk" charset="0"/>
                    <a:ea typeface="Lemon/Milk" charset="0"/>
                    <a:cs typeface="Lemon/Milk" charset="0"/>
                  </a:defRPr>
                </a:lvl3pPr>
                <a:lvl4pPr marL="1371600" indent="0" algn="l" defTabSz="914400" rtl="0" eaLnBrk="1" latinLnBrk="0" hangingPunct="1">
                  <a:lnSpc>
                    <a:spcPct val="90000"/>
                  </a:lnSpc>
                  <a:spcBef>
                    <a:spcPts val="500"/>
                  </a:spcBef>
                  <a:buFont typeface="Arial" panose="020B0604020202020204"/>
                  <a:buNone/>
                  <a:defRPr sz="1800" kern="1200">
                    <a:solidFill>
                      <a:schemeClr val="tx1"/>
                    </a:solidFill>
                    <a:latin typeface="Lemon/Milk" charset="0"/>
                    <a:ea typeface="Lemon/Milk" charset="0"/>
                    <a:cs typeface="Lemon/Milk" charset="0"/>
                  </a:defRPr>
                </a:lvl4pPr>
                <a:lvl5pPr marL="1828800" indent="0" algn="l" defTabSz="914400" rtl="0" eaLnBrk="1" latinLnBrk="0" hangingPunct="1">
                  <a:lnSpc>
                    <a:spcPct val="90000"/>
                  </a:lnSpc>
                  <a:spcBef>
                    <a:spcPts val="500"/>
                  </a:spcBef>
                  <a:buFont typeface="Arial" panose="020B0604020202020204"/>
                  <a:buNone/>
                  <a:defRPr sz="1800" kern="1200">
                    <a:solidFill>
                      <a:schemeClr val="tx1"/>
                    </a:solidFill>
                    <a:latin typeface="Lemon/Milk" charset="0"/>
                    <a:ea typeface="Lemon/Milk" charset="0"/>
                    <a:cs typeface="Lemon/Milk" charset="0"/>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r>
                  <a:rPr lang="es-ES_tradnl" sz="1600" dirty="0" err="1">
                    <a:solidFill>
                      <a:schemeClr val="bg1"/>
                    </a:solidFill>
                    <a:latin typeface="微软雅黑" panose="020B0503020204020204" pitchFamily="34" charset="-122"/>
                    <a:ea typeface="微软雅黑" panose="020B0503020204020204" pitchFamily="34" charset="-122"/>
                    <a:cs typeface="Lato Light" charset="0"/>
                  </a:rPr>
                  <a:t>文字描述</a:t>
                </a:r>
                <a:endParaRPr lang="es-ES_tradnl" sz="1600" dirty="0">
                  <a:solidFill>
                    <a:schemeClr val="bg1"/>
                  </a:solidFill>
                  <a:latin typeface="微软雅黑" panose="020B0503020204020204" pitchFamily="34" charset="-122"/>
                  <a:ea typeface="微软雅黑" panose="020B0503020204020204" pitchFamily="34" charset="-122"/>
                  <a:cs typeface="Lato Light" charset="0"/>
                </a:endParaRPr>
              </a:p>
            </p:txBody>
          </p:sp>
        </p:grpSp>
        <p:sp>
          <p:nvSpPr>
            <p:cNvPr id="21" name="Rounded Rectangle 20"/>
            <p:cNvSpPr/>
            <p:nvPr/>
          </p:nvSpPr>
          <p:spPr>
            <a:xfrm>
              <a:off x="4351921" y="1346501"/>
              <a:ext cx="635000" cy="635000"/>
            </a:xfrm>
            <a:prstGeom prst="roundRect">
              <a:avLst>
                <a:gd name="adj" fmla="val 50000"/>
              </a:avLst>
            </a:prstGeom>
            <a:solidFill>
              <a:srgbClr val="015B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ed Rectangle 20"/>
            <p:cNvSpPr/>
            <p:nvPr/>
          </p:nvSpPr>
          <p:spPr>
            <a:xfrm>
              <a:off x="5781860" y="1020027"/>
              <a:ext cx="635000" cy="635000"/>
            </a:xfrm>
            <a:prstGeom prst="roundRect">
              <a:avLst>
                <a:gd name="adj" fmla="val 50000"/>
              </a:avLst>
            </a:prstGeom>
            <a:solidFill>
              <a:srgbClr val="48B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20"/>
            <p:cNvSpPr/>
            <p:nvPr/>
          </p:nvSpPr>
          <p:spPr>
            <a:xfrm>
              <a:off x="7262769" y="1343470"/>
              <a:ext cx="635000" cy="635000"/>
            </a:xfrm>
            <a:prstGeom prst="roundRect">
              <a:avLst>
                <a:gd name="adj" fmla="val 50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ounded Rectangle 20"/>
            <p:cNvSpPr/>
            <p:nvPr/>
          </p:nvSpPr>
          <p:spPr>
            <a:xfrm>
              <a:off x="7971857" y="2848381"/>
              <a:ext cx="635000" cy="635000"/>
            </a:xfrm>
            <a:prstGeom prst="roundRect">
              <a:avLst>
                <a:gd name="adj" fmla="val 50000"/>
              </a:avLst>
            </a:prstGeom>
            <a:solidFill>
              <a:srgbClr val="015B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ounded Rectangle 20"/>
            <p:cNvSpPr/>
            <p:nvPr/>
          </p:nvSpPr>
          <p:spPr>
            <a:xfrm>
              <a:off x="7231984" y="4335545"/>
              <a:ext cx="635000" cy="635000"/>
            </a:xfrm>
            <a:prstGeom prst="roundRect">
              <a:avLst>
                <a:gd name="adj" fmla="val 50000"/>
              </a:avLst>
            </a:prstGeom>
            <a:solidFill>
              <a:srgbClr val="48B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ounded Rectangle 20"/>
            <p:cNvSpPr/>
            <p:nvPr/>
          </p:nvSpPr>
          <p:spPr>
            <a:xfrm>
              <a:off x="5772607" y="4665863"/>
              <a:ext cx="635000" cy="635000"/>
            </a:xfrm>
            <a:prstGeom prst="roundRect">
              <a:avLst>
                <a:gd name="adj" fmla="val 50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ounded Rectangle 20"/>
            <p:cNvSpPr/>
            <p:nvPr/>
          </p:nvSpPr>
          <p:spPr>
            <a:xfrm>
              <a:off x="4372950" y="4355626"/>
              <a:ext cx="635000" cy="635000"/>
            </a:xfrm>
            <a:prstGeom prst="roundRect">
              <a:avLst>
                <a:gd name="adj" fmla="val 50000"/>
              </a:avLst>
            </a:prstGeom>
            <a:solidFill>
              <a:srgbClr val="015B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ounded Rectangle 20"/>
            <p:cNvSpPr/>
            <p:nvPr/>
          </p:nvSpPr>
          <p:spPr>
            <a:xfrm>
              <a:off x="3618033" y="2858880"/>
              <a:ext cx="635000" cy="635000"/>
            </a:xfrm>
            <a:prstGeom prst="roundRect">
              <a:avLst>
                <a:gd name="adj" fmla="val 50000"/>
              </a:avLst>
            </a:prstGeom>
            <a:solidFill>
              <a:srgbClr val="48B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9" name="Title 20"/>
          <p:cNvSpPr txBox="1"/>
          <p:nvPr/>
        </p:nvSpPr>
        <p:spPr>
          <a:xfrm>
            <a:off x="5606052" y="2559581"/>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02</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0" name="Title 20"/>
          <p:cNvSpPr txBox="1"/>
          <p:nvPr/>
        </p:nvSpPr>
        <p:spPr>
          <a:xfrm>
            <a:off x="4631828" y="2831153"/>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01</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1" name="Title 20"/>
          <p:cNvSpPr txBox="1"/>
          <p:nvPr/>
        </p:nvSpPr>
        <p:spPr>
          <a:xfrm>
            <a:off x="3998143" y="3848934"/>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08</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2" name="Title 20"/>
          <p:cNvSpPr txBox="1"/>
          <p:nvPr/>
        </p:nvSpPr>
        <p:spPr>
          <a:xfrm>
            <a:off x="7243678" y="3848934"/>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04</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3" name="Title 20"/>
          <p:cNvSpPr txBox="1"/>
          <p:nvPr/>
        </p:nvSpPr>
        <p:spPr>
          <a:xfrm>
            <a:off x="6653184" y="2831153"/>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03</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4" name="Title 20"/>
          <p:cNvSpPr txBox="1"/>
          <p:nvPr/>
        </p:nvSpPr>
        <p:spPr>
          <a:xfrm>
            <a:off x="4631828" y="4788615"/>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07</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5" name="Title 20"/>
          <p:cNvSpPr txBox="1"/>
          <p:nvPr/>
        </p:nvSpPr>
        <p:spPr>
          <a:xfrm>
            <a:off x="6602231" y="4788615"/>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05</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6" name="Title 20"/>
          <p:cNvSpPr txBox="1"/>
          <p:nvPr/>
        </p:nvSpPr>
        <p:spPr>
          <a:xfrm>
            <a:off x="5606052" y="5039308"/>
            <a:ext cx="452541" cy="213676"/>
          </a:xfrm>
          <a:prstGeom prst="roundRect">
            <a:avLst/>
          </a:prstGeom>
          <a:solidFill>
            <a:schemeClr val="tx2">
              <a:lumMod val="40000"/>
              <a:lumOff val="60000"/>
            </a:schemeClr>
          </a:solidFill>
        </p:spPr>
        <p:txBody>
          <a:bodyPr vert="horz" wrap="square" lIns="121893" tIns="0" rIns="121893" bIns="0" rtlCol="0" anchor="ctr">
            <a:noAutofit/>
          </a:bodyPr>
          <a:lstStyle>
            <a:lvl1pPr algn="ctr" defTabSz="457200" rtl="0" eaLnBrk="1" latinLnBrk="0" hangingPunct="1">
              <a:spcBef>
                <a:spcPct val="0"/>
              </a:spcBef>
              <a:buNone/>
              <a:defRPr sz="2900" kern="1200">
                <a:solidFill>
                  <a:schemeClr val="accent6"/>
                </a:solidFill>
                <a:latin typeface="Source Sans Pro ExtraLight"/>
                <a:ea typeface="+mj-ea"/>
                <a:cs typeface="Source Sans Pro ExtraLight"/>
              </a:defRPr>
            </a:lvl1pPr>
          </a:lstStyle>
          <a:p>
            <a:r>
              <a:rPr lang="en-US" sz="1000" dirty="0">
                <a:solidFill>
                  <a:schemeClr val="bg1"/>
                </a:solidFill>
                <a:latin typeface="微软雅黑" panose="020B0503020204020204" pitchFamily="34" charset="-122"/>
                <a:ea typeface="微软雅黑" panose="020B0503020204020204" pitchFamily="34" charset="-122"/>
                <a:cs typeface="Lato Regular"/>
              </a:rPr>
              <a:t>06</a:t>
            </a:r>
            <a:endParaRPr lang="en-US" sz="1000" dirty="0">
              <a:solidFill>
                <a:schemeClr val="bg1"/>
              </a:solidFill>
              <a:latin typeface="微软雅黑" panose="020B0503020204020204" pitchFamily="34" charset="-122"/>
              <a:ea typeface="微软雅黑" panose="020B0503020204020204" pitchFamily="34" charset="-122"/>
              <a:cs typeface="Lato Regular"/>
            </a:endParaRPr>
          </a:p>
        </p:txBody>
      </p:sp>
      <p:sp>
        <p:nvSpPr>
          <p:cNvPr id="47" name="Shape 2535"/>
          <p:cNvSpPr/>
          <p:nvPr/>
        </p:nvSpPr>
        <p:spPr>
          <a:xfrm>
            <a:off x="5739327" y="5737015"/>
            <a:ext cx="213605" cy="261081"/>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48" name="Shape 2546"/>
          <p:cNvSpPr/>
          <p:nvPr/>
        </p:nvSpPr>
        <p:spPr>
          <a:xfrm>
            <a:off x="4223325" y="2248421"/>
            <a:ext cx="261073" cy="213605"/>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49" name="Shape 2554"/>
          <p:cNvSpPr/>
          <p:nvPr/>
        </p:nvSpPr>
        <p:spPr>
          <a:xfrm>
            <a:off x="5715903" y="1903030"/>
            <a:ext cx="261073" cy="237339"/>
          </a:xfrm>
          <a:custGeom>
            <a:avLst/>
            <a:gdLst/>
            <a:ahLst/>
            <a:cxnLst>
              <a:cxn ang="0">
                <a:pos x="wd2" y="hd2"/>
              </a:cxn>
              <a:cxn ang="5400000">
                <a:pos x="wd2" y="hd2"/>
              </a:cxn>
              <a:cxn ang="10800000">
                <a:pos x="wd2" y="hd2"/>
              </a:cxn>
              <a:cxn ang="16200000">
                <a:pos x="wd2" y="hd2"/>
              </a:cxn>
            </a:cxnLst>
            <a:rect l="0" t="0" r="r" b="b"/>
            <a:pathLst>
              <a:path w="21600" h="21600" extrusionOk="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50" name="Shape 2569"/>
          <p:cNvSpPr/>
          <p:nvPr/>
        </p:nvSpPr>
        <p:spPr>
          <a:xfrm>
            <a:off x="3435268" y="3810976"/>
            <a:ext cx="261073" cy="261079"/>
          </a:xfrm>
          <a:custGeom>
            <a:avLst/>
            <a:gdLst/>
            <a:ahLst/>
            <a:cxnLst>
              <a:cxn ang="0">
                <a:pos x="wd2" y="hd2"/>
              </a:cxn>
              <a:cxn ang="5400000">
                <a:pos x="wd2" y="hd2"/>
              </a:cxn>
              <a:cxn ang="10800000">
                <a:pos x="wd2" y="hd2"/>
              </a:cxn>
              <a:cxn ang="16200000">
                <a:pos x="wd2" y="hd2"/>
              </a:cxn>
            </a:cxnLst>
            <a:rect l="0" t="0" r="r" b="b"/>
            <a:pathLst>
              <a:path w="21600" h="21600" extrusionOk="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51" name="Shape 2587"/>
          <p:cNvSpPr/>
          <p:nvPr/>
        </p:nvSpPr>
        <p:spPr>
          <a:xfrm>
            <a:off x="7177045" y="5345526"/>
            <a:ext cx="261073" cy="261073"/>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52" name="Shape 2605"/>
          <p:cNvSpPr/>
          <p:nvPr/>
        </p:nvSpPr>
        <p:spPr>
          <a:xfrm>
            <a:off x="7996613" y="3774788"/>
            <a:ext cx="261197" cy="261190"/>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53" name="Shape 2616"/>
          <p:cNvSpPr/>
          <p:nvPr/>
        </p:nvSpPr>
        <p:spPr>
          <a:xfrm>
            <a:off x="7220371" y="2212725"/>
            <a:ext cx="261073" cy="237398"/>
          </a:xfrm>
          <a:custGeom>
            <a:avLst/>
            <a:gdLst/>
            <a:ahLst/>
            <a:cxnLst>
              <a:cxn ang="0">
                <a:pos x="wd2" y="hd2"/>
              </a:cxn>
              <a:cxn ang="5400000">
                <a:pos x="wd2" y="hd2"/>
              </a:cxn>
              <a:cxn ang="10800000">
                <a:pos x="wd2" y="hd2"/>
              </a:cxn>
              <a:cxn ang="16200000">
                <a:pos x="wd2" y="hd2"/>
              </a:cxn>
            </a:cxnLst>
            <a:rect l="0" t="0" r="r" b="b"/>
            <a:pathLst>
              <a:path w="21600" h="21600" extrusionOk="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sp>
        <p:nvSpPr>
          <p:cNvPr id="54" name="Shape 2624"/>
          <p:cNvSpPr/>
          <p:nvPr/>
        </p:nvSpPr>
        <p:spPr>
          <a:xfrm>
            <a:off x="4223325" y="5371208"/>
            <a:ext cx="261073" cy="261073"/>
          </a:xfrm>
          <a:custGeom>
            <a:avLst/>
            <a:gdLst/>
            <a:ahLst/>
            <a:cxnLst>
              <a:cxn ang="0">
                <a:pos x="wd2" y="hd2"/>
              </a:cxn>
              <a:cxn ang="5400000">
                <a:pos x="wd2" y="hd2"/>
              </a:cxn>
              <a:cxn ang="10800000">
                <a:pos x="wd2" y="hd2"/>
              </a:cxn>
              <a:cxn ang="16200000">
                <a:pos x="wd2" y="hd2"/>
              </a:cxn>
            </a:cxnLst>
            <a:rect l="0" t="0" r="r" b="b"/>
            <a:pathLst>
              <a:path w="21600" h="21600" extrusionOk="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solidFill>
            <a:schemeClr val="bg1"/>
          </a:solidFill>
          <a:ln w="12700">
            <a:miter lim="400000"/>
          </a:ln>
        </p:spPr>
        <p:txBody>
          <a:bodyPr lIns="38090" tIns="38090" rIns="38090" bIns="38090" anchor="ctr"/>
          <a:lstStyle/>
          <a:p>
            <a:pPr defTabSz="457200">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000"/>
          </a:p>
        </p:txBody>
      </p:sp>
      <p:grpSp>
        <p:nvGrpSpPr>
          <p:cNvPr id="56" name="组合 55"/>
          <p:cNvGrpSpPr/>
          <p:nvPr/>
        </p:nvGrpSpPr>
        <p:grpSpPr>
          <a:xfrm>
            <a:off x="933692" y="1605260"/>
            <a:ext cx="2288600" cy="786039"/>
            <a:chOff x="5933202" y="2347855"/>
            <a:chExt cx="5310629" cy="786039"/>
          </a:xfrm>
        </p:grpSpPr>
        <p:sp>
          <p:nvSpPr>
            <p:cNvPr id="57" name="TextBox 28"/>
            <p:cNvSpPr txBox="1"/>
            <p:nvPr/>
          </p:nvSpPr>
          <p:spPr>
            <a:xfrm>
              <a:off x="5933202"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01</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58" name="Rectangle 28"/>
            <p:cNvSpPr/>
            <p:nvPr/>
          </p:nvSpPr>
          <p:spPr>
            <a:xfrm>
              <a:off x="5933202" y="2606121"/>
              <a:ext cx="5310629"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59" name="组合 58"/>
          <p:cNvGrpSpPr/>
          <p:nvPr/>
        </p:nvGrpSpPr>
        <p:grpSpPr>
          <a:xfrm>
            <a:off x="933692" y="2751313"/>
            <a:ext cx="2293473" cy="786039"/>
            <a:chOff x="5933202" y="2347855"/>
            <a:chExt cx="5321937" cy="786039"/>
          </a:xfrm>
        </p:grpSpPr>
        <p:sp>
          <p:nvSpPr>
            <p:cNvPr id="60" name="TextBox 28"/>
            <p:cNvSpPr txBox="1"/>
            <p:nvPr/>
          </p:nvSpPr>
          <p:spPr>
            <a:xfrm>
              <a:off x="5933202"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02</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61" name="Rectangle 28"/>
            <p:cNvSpPr/>
            <p:nvPr/>
          </p:nvSpPr>
          <p:spPr>
            <a:xfrm>
              <a:off x="5933202" y="2606121"/>
              <a:ext cx="5321937"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62" name="组合 61"/>
          <p:cNvGrpSpPr/>
          <p:nvPr/>
        </p:nvGrpSpPr>
        <p:grpSpPr>
          <a:xfrm>
            <a:off x="933692" y="3897366"/>
            <a:ext cx="2245162" cy="786039"/>
            <a:chOff x="5933202" y="2347855"/>
            <a:chExt cx="5209833" cy="786039"/>
          </a:xfrm>
        </p:grpSpPr>
        <p:sp>
          <p:nvSpPr>
            <p:cNvPr id="63" name="TextBox 28"/>
            <p:cNvSpPr txBox="1"/>
            <p:nvPr/>
          </p:nvSpPr>
          <p:spPr>
            <a:xfrm>
              <a:off x="5933202"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03</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64" name="Rectangle 28"/>
            <p:cNvSpPr/>
            <p:nvPr/>
          </p:nvSpPr>
          <p:spPr>
            <a:xfrm>
              <a:off x="5933202" y="2606121"/>
              <a:ext cx="5209833"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65" name="组合 64"/>
          <p:cNvGrpSpPr/>
          <p:nvPr/>
        </p:nvGrpSpPr>
        <p:grpSpPr>
          <a:xfrm>
            <a:off x="933692" y="5043418"/>
            <a:ext cx="2287936" cy="786039"/>
            <a:chOff x="5933202" y="2347855"/>
            <a:chExt cx="5309088" cy="786039"/>
          </a:xfrm>
        </p:grpSpPr>
        <p:sp>
          <p:nvSpPr>
            <p:cNvPr id="66" name="TextBox 28"/>
            <p:cNvSpPr txBox="1"/>
            <p:nvPr/>
          </p:nvSpPr>
          <p:spPr>
            <a:xfrm>
              <a:off x="5933202"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04</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67" name="Rectangle 28"/>
            <p:cNvSpPr/>
            <p:nvPr/>
          </p:nvSpPr>
          <p:spPr>
            <a:xfrm>
              <a:off x="5933202" y="2606121"/>
              <a:ext cx="5309088" cy="527773"/>
            </a:xfrm>
            <a:prstGeom prst="rect">
              <a:avLst/>
            </a:prstGeom>
          </p:spPr>
          <p:txBody>
            <a:bodyPr wrap="square">
              <a:spAutoFit/>
            </a:bodyPr>
            <a:lstStyle/>
            <a:p>
              <a:pP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80" name="组合 79"/>
          <p:cNvGrpSpPr/>
          <p:nvPr/>
        </p:nvGrpSpPr>
        <p:grpSpPr>
          <a:xfrm>
            <a:off x="8922311" y="1664084"/>
            <a:ext cx="2288600" cy="786039"/>
            <a:chOff x="5933202" y="2347855"/>
            <a:chExt cx="5310629" cy="786039"/>
          </a:xfrm>
        </p:grpSpPr>
        <p:sp>
          <p:nvSpPr>
            <p:cNvPr id="81" name="TextBox 28"/>
            <p:cNvSpPr txBox="1"/>
            <p:nvPr/>
          </p:nvSpPr>
          <p:spPr>
            <a:xfrm>
              <a:off x="8486084"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05</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82" name="Rectangle 28"/>
            <p:cNvSpPr/>
            <p:nvPr/>
          </p:nvSpPr>
          <p:spPr>
            <a:xfrm>
              <a:off x="5933202" y="2606121"/>
              <a:ext cx="5310629"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83" name="组合 82"/>
          <p:cNvGrpSpPr/>
          <p:nvPr/>
        </p:nvGrpSpPr>
        <p:grpSpPr>
          <a:xfrm>
            <a:off x="8922311" y="2810137"/>
            <a:ext cx="2293473" cy="786039"/>
            <a:chOff x="5933202" y="2347855"/>
            <a:chExt cx="5321937" cy="786039"/>
          </a:xfrm>
        </p:grpSpPr>
        <p:sp>
          <p:nvSpPr>
            <p:cNvPr id="84" name="TextBox 28"/>
            <p:cNvSpPr txBox="1"/>
            <p:nvPr/>
          </p:nvSpPr>
          <p:spPr>
            <a:xfrm>
              <a:off x="8519225"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06</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85" name="Rectangle 28"/>
            <p:cNvSpPr/>
            <p:nvPr/>
          </p:nvSpPr>
          <p:spPr>
            <a:xfrm>
              <a:off x="5933202" y="2606121"/>
              <a:ext cx="5321937"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86" name="组合 85"/>
          <p:cNvGrpSpPr/>
          <p:nvPr/>
        </p:nvGrpSpPr>
        <p:grpSpPr>
          <a:xfrm>
            <a:off x="8922311" y="3956190"/>
            <a:ext cx="2248505" cy="786039"/>
            <a:chOff x="5933202" y="2347855"/>
            <a:chExt cx="5217590" cy="786039"/>
          </a:xfrm>
        </p:grpSpPr>
        <p:sp>
          <p:nvSpPr>
            <p:cNvPr id="87" name="TextBox 28"/>
            <p:cNvSpPr txBox="1"/>
            <p:nvPr/>
          </p:nvSpPr>
          <p:spPr>
            <a:xfrm>
              <a:off x="8419772"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07</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88" name="Rectangle 28"/>
            <p:cNvSpPr/>
            <p:nvPr/>
          </p:nvSpPr>
          <p:spPr>
            <a:xfrm>
              <a:off x="5933202" y="2606121"/>
              <a:ext cx="5209833"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89" name="组合 88"/>
          <p:cNvGrpSpPr/>
          <p:nvPr/>
        </p:nvGrpSpPr>
        <p:grpSpPr>
          <a:xfrm>
            <a:off x="8922311" y="5102242"/>
            <a:ext cx="2287936" cy="786039"/>
            <a:chOff x="5933202" y="2347855"/>
            <a:chExt cx="5309088" cy="786039"/>
          </a:xfrm>
        </p:grpSpPr>
        <p:sp>
          <p:nvSpPr>
            <p:cNvPr id="90" name="TextBox 28"/>
            <p:cNvSpPr txBox="1"/>
            <p:nvPr/>
          </p:nvSpPr>
          <p:spPr>
            <a:xfrm>
              <a:off x="8486056" y="2347855"/>
              <a:ext cx="2731020" cy="307777"/>
            </a:xfrm>
            <a:prstGeom prst="rect">
              <a:avLst/>
            </a:prstGeom>
            <a:noFill/>
          </p:spPr>
          <p:txBody>
            <a:bodyPr wrap="none" rtlCol="0">
              <a:spAutoFit/>
            </a:bodyPr>
            <a:lstStyle>
              <a:defPPr>
                <a:defRPr lang="zh-CN"/>
              </a:defPPr>
              <a:lvl1pPr lvl="0">
                <a:defRPr sz="2000" b="1">
                  <a:latin typeface="Lantinghei SC Demibold" panose="02000000000000000000" pitchFamily="2" charset="-122"/>
                  <a:ea typeface="Lantinghei SC Demibold" panose="02000000000000000000" pitchFamily="2" charset="-122"/>
                  <a:cs typeface="+mn-ea"/>
                </a:defRPr>
              </a:lvl1pPr>
            </a:lstStyle>
            <a:p>
              <a:pPr algn="r">
                <a:defRPr/>
              </a:pP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08</a:t>
              </a: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rPr>
                <a:t> 文字描述</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mn-lt"/>
              </a:endParaRPr>
            </a:p>
          </p:txBody>
        </p:sp>
        <p:sp>
          <p:nvSpPr>
            <p:cNvPr id="91" name="Rectangle 28"/>
            <p:cNvSpPr/>
            <p:nvPr/>
          </p:nvSpPr>
          <p:spPr>
            <a:xfrm>
              <a:off x="5933202" y="2606121"/>
              <a:ext cx="5309088" cy="527773"/>
            </a:xfrm>
            <a:prstGeom prst="rect">
              <a:avLst/>
            </a:prstGeom>
          </p:spPr>
          <p:txBody>
            <a:bodyPr wrap="square">
              <a:spAutoFit/>
            </a:bodyPr>
            <a:lstStyle/>
            <a:p>
              <a:pPr algn="r">
                <a:lnSpc>
                  <a:spcPct val="150000"/>
                </a:lnSpc>
              </a:pPr>
              <a:r>
                <a:rPr lang="zh-CN" altLang="en-US" sz="1000" dirty="0">
                  <a:solidFill>
                    <a:schemeClr val="bg1">
                      <a:lumMod val="50000"/>
                    </a:schemeClr>
                  </a:solidFill>
                  <a:latin typeface="微软雅黑 Light" panose="020B0502040204020203" pitchFamily="34" charset="-122"/>
                  <a:ea typeface="微软雅黑 Light" panose="020B0502040204020203" pitchFamily="34" charset="-122"/>
                </a:rPr>
                <a:t>文字描述文字描述文字描述文字描述文字描述文字描述文字描述文字描述</a:t>
              </a:r>
              <a:endParaRPr lang="zh-CN" altLang="en-US" sz="1000" dirty="0">
                <a:solidFill>
                  <a:schemeClr val="bg1">
                    <a:lumMod val="50000"/>
                  </a:schemeClr>
                </a:solidFill>
                <a:latin typeface="微软雅黑 Light" panose="020B0502040204020203" pitchFamily="34" charset="-122"/>
                <a:ea typeface="微软雅黑 Light" panose="020B0502040204020203" pitchFamily="34" charset="-122"/>
              </a:endParaRPr>
            </a:p>
          </p:txBody>
        </p:sp>
      </p:grpSp>
      <p:grpSp>
        <p:nvGrpSpPr>
          <p:cNvPr id="92" name="组合 91"/>
          <p:cNvGrpSpPr/>
          <p:nvPr/>
        </p:nvGrpSpPr>
        <p:grpSpPr>
          <a:xfrm>
            <a:off x="583501" y="471624"/>
            <a:ext cx="2177776" cy="553998"/>
            <a:chOff x="592429" y="482522"/>
            <a:chExt cx="2177776" cy="553998"/>
          </a:xfrm>
        </p:grpSpPr>
        <p:grpSp>
          <p:nvGrpSpPr>
            <p:cNvPr id="93" name="组合 92"/>
            <p:cNvGrpSpPr/>
            <p:nvPr/>
          </p:nvGrpSpPr>
          <p:grpSpPr>
            <a:xfrm>
              <a:off x="592429" y="584272"/>
              <a:ext cx="433087" cy="360490"/>
              <a:chOff x="2770053" y="2524936"/>
              <a:chExt cx="433087" cy="317447"/>
            </a:xfrm>
            <a:solidFill>
              <a:srgbClr val="2F5EB2"/>
            </a:solidFill>
          </p:grpSpPr>
          <p:sp>
            <p:nvSpPr>
              <p:cNvPr id="95" name="箭头: V 形 1"/>
              <p:cNvSpPr/>
              <p:nvPr/>
            </p:nvSpPr>
            <p:spPr>
              <a:xfrm>
                <a:off x="2770053" y="252555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6" name="箭头: V 形 3"/>
              <p:cNvSpPr/>
              <p:nvPr/>
            </p:nvSpPr>
            <p:spPr>
              <a:xfrm>
                <a:off x="2929059" y="2524940"/>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sp>
            <p:nvSpPr>
              <p:cNvPr id="97" name="箭头: V 形 4"/>
              <p:cNvSpPr/>
              <p:nvPr/>
            </p:nvSpPr>
            <p:spPr>
              <a:xfrm>
                <a:off x="3098536" y="2524936"/>
                <a:ext cx="104604" cy="316827"/>
              </a:xfrm>
              <a:prstGeom prst="chevron">
                <a:avLst>
                  <a:gd name="adj" fmla="val 7262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字魂105号-简雅黑" panose="00000500000000000000" pitchFamily="2" charset="-122"/>
                  <a:ea typeface="字魂105号-简雅黑" panose="00000500000000000000" pitchFamily="2" charset="-122"/>
                </a:endParaRPr>
              </a:p>
            </p:txBody>
          </p:sp>
        </p:grpSp>
        <p:sp>
          <p:nvSpPr>
            <p:cNvPr id="94" name="文本框 7"/>
            <p:cNvSpPr txBox="1"/>
            <p:nvPr/>
          </p:nvSpPr>
          <p:spPr>
            <a:xfrm>
              <a:off x="1046656" y="482522"/>
              <a:ext cx="1723549" cy="553998"/>
            </a:xfrm>
            <a:prstGeom prst="rect">
              <a:avLst/>
            </a:prstGeom>
            <a:noFill/>
          </p:spPr>
          <p:txBody>
            <a:bodyPr wrap="none" rtlCol="0">
              <a:spAutoFit/>
              <a:scene3d>
                <a:camera prst="orthographicFront"/>
                <a:lightRig rig="threePt" dir="t"/>
              </a:scene3d>
              <a:sp3d contourW="12700"/>
            </a:bodyPr>
            <a:lstStyle/>
            <a:p>
              <a:r>
                <a:rPr lang="zh-CN" altLang="en-US" sz="3000" b="1" dirty="0" smtClean="0">
                  <a:solidFill>
                    <a:schemeClr val="tx1">
                      <a:lumMod val="75000"/>
                      <a:lumOff val="25000"/>
                    </a:schemeClr>
                  </a:solidFill>
                  <a:latin typeface="微软雅黑" panose="020B0503020204020204" pitchFamily="34" charset="-122"/>
                  <a:ea typeface="微软雅黑" panose="020B0503020204020204" pitchFamily="34" charset="-122"/>
                </a:rPr>
                <a:t>多项排列</a:t>
              </a:r>
              <a:endParaRPr lang="zh-CN" altLang="en-US" sz="3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9"/>
          <p:cNvSpPr txBox="1"/>
          <p:nvPr/>
        </p:nvSpPr>
        <p:spPr>
          <a:xfrm>
            <a:off x="6851453" y="2024912"/>
            <a:ext cx="5860856" cy="252537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372870">
              <a:lnSpc>
                <a:spcPct val="150000"/>
              </a:lnSpc>
            </a:pPr>
            <a:r>
              <a:rPr lang="zh-CN" altLang="en-US" sz="5600" b="1" dirty="0" smtClean="0">
                <a:solidFill>
                  <a:srgbClr val="015BAB"/>
                </a:solidFill>
                <a:latin typeface="微软雅黑" panose="020B0503020204020204" pitchFamily="34" charset="-122"/>
                <a:ea typeface="微软雅黑" panose="020B0503020204020204" pitchFamily="34" charset="-122"/>
                <a:cs typeface="Helvetica"/>
                <a:sym typeface="Helvetica"/>
              </a:rPr>
              <a:t>科技赋能金融</a:t>
            </a:r>
            <a:endParaRPr lang="en-US" altLang="zh-CN" sz="5600" b="1" dirty="0" smtClean="0">
              <a:solidFill>
                <a:srgbClr val="015BAB"/>
              </a:solidFill>
              <a:latin typeface="微软雅黑" panose="020B0503020204020204" pitchFamily="34" charset="-122"/>
              <a:ea typeface="微软雅黑" panose="020B0503020204020204" pitchFamily="34" charset="-122"/>
              <a:cs typeface="Helvetica"/>
              <a:sym typeface="Helvetica"/>
            </a:endParaRPr>
          </a:p>
          <a:p>
            <a:pPr defTabSz="1372870">
              <a:lnSpc>
                <a:spcPct val="150000"/>
              </a:lnSpc>
            </a:pPr>
            <a:r>
              <a:rPr lang="zh-CN" altLang="en-US" sz="5600" b="1" dirty="0" smtClean="0">
                <a:solidFill>
                  <a:srgbClr val="015BAB"/>
                </a:solidFill>
                <a:latin typeface="微软雅黑" panose="020B0503020204020204" pitchFamily="34" charset="-122"/>
                <a:ea typeface="微软雅黑" panose="020B0503020204020204" pitchFamily="34" charset="-122"/>
                <a:cs typeface="Helvetica"/>
                <a:sym typeface="Helvetica"/>
              </a:rPr>
              <a:t>智慧引领未来</a:t>
            </a:r>
            <a:endParaRPr lang="zh-CN" altLang="en-US" sz="5600" b="1" dirty="0">
              <a:solidFill>
                <a:srgbClr val="015BAB"/>
              </a:solidFill>
              <a:latin typeface="微软雅黑" panose="020B0503020204020204" pitchFamily="34" charset="-122"/>
              <a:ea typeface="微软雅黑" panose="020B0503020204020204" pitchFamily="34" charset="-122"/>
              <a:cs typeface="Helvetica"/>
              <a:sym typeface="Helvetica"/>
            </a:endParaRPr>
          </a:p>
        </p:txBody>
      </p:sp>
      <p:sp>
        <p:nvSpPr>
          <p:cNvPr id="4" name="文本框 3"/>
          <p:cNvSpPr txBox="1"/>
          <p:nvPr/>
        </p:nvSpPr>
        <p:spPr>
          <a:xfrm>
            <a:off x="5778441" y="5033336"/>
            <a:ext cx="6687128" cy="76944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b="1" dirty="0" smtClean="0">
                <a:solidFill>
                  <a:srgbClr val="0161B7"/>
                </a:solidFill>
                <a:latin typeface="Times New Roman" panose="02020603050405020304" charset="0"/>
                <a:cs typeface="Times New Roman" panose="02020603050405020304" charset="0"/>
              </a:rPr>
              <a:t>Innovation For Everyone</a:t>
            </a:r>
            <a:endParaRPr lang="zh-CN" altLang="en-US" sz="4400" b="1" dirty="0">
              <a:solidFill>
                <a:srgbClr val="0161B7"/>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ags/tag1.xml><?xml version="1.0" encoding="utf-8"?>
<p:tagLst xmlns:p="http://schemas.openxmlformats.org/presentationml/2006/main">
  <p:tag name="MH" val="20160804092812"/>
  <p:tag name="MH_LIBRARY" val="GRAPHIC"/>
  <p:tag name="MH_TYPE" val="SubTitle"/>
  <p:tag name="MH_ORDER" val="2"/>
</p:tagLst>
</file>

<file path=ppt/tags/tag2.xml><?xml version="1.0" encoding="utf-8"?>
<p:tagLst xmlns:p="http://schemas.openxmlformats.org/presentationml/2006/main">
  <p:tag name="MH" val="20160804092812"/>
  <p:tag name="MH_LIBRARY" val="GRAPHIC"/>
  <p:tag name="MH_TYPE" val="Other"/>
  <p:tag name="MH_ORDER" val="1"/>
</p:tagLst>
</file>

<file path=ppt/tags/tag3.xml><?xml version="1.0" encoding="utf-8"?>
<p:tagLst xmlns:p="http://schemas.openxmlformats.org/presentationml/2006/main">
  <p:tag name="MH" val="20160804092812"/>
  <p:tag name="MH_LIBRARY" val="GRAPHIC"/>
  <p:tag name="MH_TYPE" val="SubTitle"/>
  <p:tag name="MH_ORDER" val="1"/>
</p:tagLst>
</file>

<file path=ppt/tags/tag4.xml><?xml version="1.0" encoding="utf-8"?>
<p:tagLst xmlns:p="http://schemas.openxmlformats.org/presentationml/2006/main">
  <p:tag name="MH" val="20160804092812"/>
  <p:tag name="MH_LIBRARY" val="GRAPHIC"/>
  <p:tag name="MH_TYPE" val="Other"/>
  <p:tag name="MH_ORDER" val="2"/>
</p:tagLst>
</file>

<file path=ppt/tags/tag5.xml><?xml version="1.0" encoding="utf-8"?>
<p:tagLst xmlns:p="http://schemas.openxmlformats.org/presentationml/2006/main">
  <p:tag name="ISLIDE.DIAGRAM" val="ca64e915-4e8b-46fb-804f-9f3e2e34a94d"/>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10952</Words>
  <Application>WPS 演示</Application>
  <PresentationFormat>宽屏</PresentationFormat>
  <Paragraphs>1276</Paragraphs>
  <Slides>60</Slides>
  <Notes>0</Notes>
  <HiddenSlides>0</HiddenSlides>
  <MMClips>0</MMClips>
  <ScaleCrop>false</ScaleCrop>
  <HeadingPairs>
    <vt:vector size="6" baseType="variant">
      <vt:variant>
        <vt:lpstr>已用的字体</vt:lpstr>
      </vt:variant>
      <vt:variant>
        <vt:i4>40</vt:i4>
      </vt:variant>
      <vt:variant>
        <vt:lpstr>主题</vt:lpstr>
      </vt:variant>
      <vt:variant>
        <vt:i4>2</vt:i4>
      </vt:variant>
      <vt:variant>
        <vt:lpstr>幻灯片标题</vt:lpstr>
      </vt:variant>
      <vt:variant>
        <vt:i4>60</vt:i4>
      </vt:variant>
    </vt:vector>
  </HeadingPairs>
  <TitlesOfParts>
    <vt:vector size="102" baseType="lpstr">
      <vt:lpstr>Arial</vt:lpstr>
      <vt:lpstr>宋体</vt:lpstr>
      <vt:lpstr>Wingdings</vt:lpstr>
      <vt:lpstr>楷体</vt:lpstr>
      <vt:lpstr>Roboto</vt:lpstr>
      <vt:lpstr>Times New Roman</vt:lpstr>
      <vt:lpstr>微软雅黑</vt:lpstr>
      <vt:lpstr>Helvetica</vt:lpstr>
      <vt:lpstr>字魂105号-简雅黑</vt:lpstr>
      <vt:lpstr>微软雅黑 Light</vt:lpstr>
      <vt:lpstr>Calibri Light</vt:lpstr>
      <vt:lpstr>Symbol</vt:lpstr>
      <vt:lpstr>Arial Unicode MS</vt:lpstr>
      <vt:lpstr>等线 Light</vt:lpstr>
      <vt:lpstr>等线</vt:lpstr>
      <vt:lpstr>Lantinghei SC Demibold</vt:lpstr>
      <vt:lpstr>方正粗谭黑简体</vt:lpstr>
      <vt:lpstr>黑体</vt:lpstr>
      <vt:lpstr>Bebas Neue</vt:lpstr>
      <vt:lpstr>Liberation Mono</vt:lpstr>
      <vt:lpstr>Source Sans Pro</vt:lpstr>
      <vt:lpstr>思源黑体 CN Medium</vt:lpstr>
      <vt:lpstr>印品黑体</vt:lpstr>
      <vt:lpstr>思源宋体 CN</vt:lpstr>
      <vt:lpstr>inpin heiti</vt:lpstr>
      <vt:lpstr>Gill Sans</vt:lpstr>
      <vt:lpstr>FZLanTingHeiS-R-GB</vt:lpstr>
      <vt:lpstr>Calibri</vt:lpstr>
      <vt:lpstr>Calibri</vt:lpstr>
      <vt:lpstr>Helvetica Neue</vt:lpstr>
      <vt:lpstr>字魂59号-创粗黑</vt:lpstr>
      <vt:lpstr>阿里巴巴普惠体</vt:lpstr>
      <vt:lpstr>仿宋</vt:lpstr>
      <vt:lpstr>Arial</vt:lpstr>
      <vt:lpstr>Lemon/Milk</vt:lpstr>
      <vt:lpstr>Lato Light</vt:lpstr>
      <vt:lpstr>Source Sans Pro ExtraLight</vt:lpstr>
      <vt:lpstr>Lato Regular</vt:lpstr>
      <vt:lpstr>Gill Sans</vt:lpstr>
      <vt:lpstr>Gill Sans MT</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Li</dc:creator>
  <cp:lastModifiedBy>醉玲珑</cp:lastModifiedBy>
  <cp:revision>272</cp:revision>
  <dcterms:created xsi:type="dcterms:W3CDTF">2022-09-06T06:55:00Z</dcterms:created>
  <dcterms:modified xsi:type="dcterms:W3CDTF">2026-08-11T08:06:06Z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46CAF1ADEC3F4CD297452ACFB219882A_13</vt:lpwstr>
  </property>
</Properties>
</file>